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  <p:sldMasterId id="2147483674" r:id="rId2"/>
  </p:sldMasterIdLst>
  <p:notesMasterIdLst>
    <p:notesMasterId r:id="rId16"/>
  </p:notesMasterIdLst>
  <p:sldIdLst>
    <p:sldId id="265" r:id="rId3"/>
    <p:sldId id="266" r:id="rId4"/>
    <p:sldId id="267" r:id="rId5"/>
    <p:sldId id="259" r:id="rId6"/>
    <p:sldId id="260" r:id="rId7"/>
    <p:sldId id="261" r:id="rId8"/>
    <p:sldId id="268" r:id="rId9"/>
    <p:sldId id="269" r:id="rId10"/>
    <p:sldId id="270" r:id="rId11"/>
    <p:sldId id="262" r:id="rId12"/>
    <p:sldId id="263" r:id="rId13"/>
    <p:sldId id="264" r:id="rId14"/>
    <p:sldId id="271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吉燕" initials="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73" autoAdjust="0"/>
  </p:normalViewPr>
  <p:slideViewPr>
    <p:cSldViewPr>
      <p:cViewPr varScale="1">
        <p:scale>
          <a:sx n="70" d="100"/>
          <a:sy n="70" d="100"/>
        </p:scale>
        <p:origin x="84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02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F2C66D-F2E8-4812-AD87-ADE5B9D18103}" type="doc">
      <dgm:prSet loTypeId="urn:microsoft.com/office/officeart/2005/8/layout/hierarchy4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040038F2-E5AA-48E7-AD30-5D49D0C3F550}">
      <dgm:prSet/>
      <dgm:spPr/>
      <dgm:t>
        <a:bodyPr/>
        <a:lstStyle/>
        <a:p>
          <a:pPr rtl="0"/>
          <a:r>
            <a:rPr 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</a:t>
          </a:r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训练干预方法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9F011-D795-4103-9A88-B08D0805A739}" type="parTrans" cxnId="{58A44F41-FC21-4161-B576-D6C6C21DFEB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7D82227-7D71-4504-8DFE-95615724055C}" type="sibTrans" cxnId="{58A44F41-FC21-4161-B576-D6C6C21DFEB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6752913-9B2E-4CE6-A687-9049E2DE6016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⑴ 应用行为分析疗法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E6940C5-4196-449C-8CC6-42DC4C5E60B2}" type="parTrans" cxnId="{662A8A65-066E-4309-8525-CEC2A882029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FA5F265-9F43-4EC2-B182-C5427CBDD825}" type="sibTrans" cxnId="{662A8A65-066E-4309-8525-CEC2A882029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996132-94E8-4B57-9AD2-5E8F1140A5D9}">
      <dgm:prSet/>
      <dgm:spPr/>
      <dgm:t>
        <a:bodyPr vert="eaVert"/>
        <a:lstStyle/>
        <a:p>
          <a:pPr rtl="0"/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⑵ 孤独症教育课程训练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D308D0C-3460-4398-8801-75D1A3EE0DDB}" type="parTrans" cxnId="{63EA1269-65FD-4E0F-8EE5-8B1A2F97338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7388E3-C2A2-46B0-9BE2-8A74D13108AD}" type="sibTrans" cxnId="{63EA1269-65FD-4E0F-8EE5-8B1A2F97338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E78DFED-BC8B-4894-B867-FB8DC7BC958F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⑶ 人际关系训练法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C3AD24-B459-4607-9595-789E6703F8F4}" type="parTrans" cxnId="{C21FFDDE-C813-4491-8C88-1B75EEC1AE4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7CEAEA9-E827-4178-9DC5-A270EE48026D}" type="sibTrans" cxnId="{C21FFDDE-C813-4491-8C88-1B75EEC1AE4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9ADCCD-2B58-4C32-9C57-41752B7A906A}">
      <dgm:prSet/>
      <dgm:spPr/>
      <dgm:t>
        <a:bodyPr/>
        <a:lstStyle/>
        <a:p>
          <a:pPr rtl="0"/>
          <a:r>
            <a:rPr 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</a:t>
          </a:r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药物治疗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5950899-A601-4384-906A-0B91FC9F4A3C}" type="parTrans" cxnId="{7C039BA0-D2BD-4F0F-BCB0-EE8EBF5D860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6CCA2D-0048-4274-A968-96BDD8895B2A}" type="sibTrans" cxnId="{7C039BA0-D2BD-4F0F-BCB0-EE8EBF5D860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596C50D-B085-4B0E-9FB9-B3AC536A8D20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⑴ 中枢兴奋药物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4DF95C-F82C-46F8-B17E-615D36BA82FC}" type="parTrans" cxnId="{7A10762F-C304-48FA-996C-B158A9E573E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5C5162-EC83-4044-90D2-6C1EEA7B2008}" type="sibTrans" cxnId="{7A10762F-C304-48FA-996C-B158A9E573E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7C0650-56E1-4680-AE3D-5F9EF44EC87D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哌醋甲酯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7DF1510-E03F-49D7-8B30-129542A420CF}" type="parTrans" cxnId="{5D2A793F-18B5-488F-9B46-680E9490FBD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527364E-696A-4884-B88C-7B761B76A40E}" type="sibTrans" cxnId="{5D2A793F-18B5-488F-9B46-680E9490FBD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39B3BDC-6669-4C5E-9A9D-ECDFD4E01BF3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⑵ 抗精神病药物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B74643-B493-4C63-8915-BC045B243398}" type="parTrans" cxnId="{D576F6FD-71D2-46A4-BBE0-6AA5F86EE60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030DF8C-DB60-4F9F-8E33-CA3C2A8992BD}" type="sibTrans" cxnId="{D576F6FD-71D2-46A4-BBE0-6AA5F86EE60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2488440-E53F-4A6E-A35E-B5FD4C6AF9F2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①利培酮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6209FB-FA28-4D14-8B33-30C2774B4F02}" type="parTrans" cxnId="{5606E5BC-71F4-489A-8855-51DEC8D54CB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3AFA10-F1FB-4273-994B-CDD18EBF11B6}" type="sibTrans" cxnId="{5606E5BC-71F4-489A-8855-51DEC8D54CB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CD0BA0A-6B9D-4A40-B19F-58A2D7FB8799}">
      <dgm:prSet/>
      <dgm:spPr/>
      <dgm:t>
        <a:bodyPr vert="eaVert"/>
        <a:lstStyle/>
        <a:p>
          <a:pPr rtl="0"/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②氟哌啶醇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FA556F-038F-45C1-95FC-F7A5D2860080}" type="parTrans" cxnId="{AE85FB66-97CA-4319-994C-4ABF73429BC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794B87A-616D-41FD-ABD7-AFFC4851B535}" type="sibTrans" cxnId="{AE85FB66-97CA-4319-994C-4ABF73429BC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8CEB90-04B4-473A-97C8-3BC1006A551C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③氯氮平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B74EC0B-2C34-4604-8019-108C75258AD7}" type="parTrans" cxnId="{5E8F4DFA-3E14-40E9-952B-CFEF47A9937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B1039E-DAD2-4A19-995B-7BBF7FBFFC31}" type="sibTrans" cxnId="{5E8F4DFA-3E14-40E9-952B-CFEF47A9937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D6B1371-28F9-4DFB-B7CE-EE2FE010B12F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⑶ 抗抑郁药物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36DC052-53BC-4522-A268-7DD14CAD7D60}" type="parTrans" cxnId="{8023092A-B21F-44D2-A5E7-B2694C73D90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623FA8F-5A6E-4C90-9D07-2CD41546B92D}" type="sibTrans" cxnId="{8023092A-B21F-44D2-A5E7-B2694C73D90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C5D7156-8EB7-4961-AFEA-CC231771E709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①氯米帕明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6E7C1B-4CE0-431F-9B90-20B414DD0ED6}" type="parTrans" cxnId="{FF10F845-D2B4-4A1D-BC73-38D43B29C33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008CF5-37B0-44BD-8705-874A28629B5E}" type="sibTrans" cxnId="{FF10F845-D2B4-4A1D-BC73-38D43B29C33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DD56AF0-54AA-45F1-B9AB-C208E0E2DC42}">
      <dgm:prSet/>
      <dgm:spPr/>
      <dgm:t>
        <a:bodyPr vert="eaVert"/>
        <a:lstStyle/>
        <a:p>
          <a:pPr rtl="0"/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②</a:t>
          </a:r>
          <a:r>
            <a:rPr lang="en-US" smtClean="0">
              <a:latin typeface="微软雅黑" panose="020B0503020204020204" pitchFamily="34" charset="-122"/>
              <a:ea typeface="微软雅黑" panose="020B0503020204020204" pitchFamily="34" charset="-122"/>
            </a:rPr>
            <a:t>SSRI</a:t>
          </a:r>
          <a:r>
            <a:rPr lang="zh-CN" smtClean="0">
              <a:latin typeface="微软雅黑" panose="020B0503020204020204" pitchFamily="34" charset="-122"/>
              <a:ea typeface="微软雅黑" panose="020B0503020204020204" pitchFamily="34" charset="-122"/>
            </a:rPr>
            <a:t>类药物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161666F-65A1-4A27-8AC0-9F5B40941501}" type="parTrans" cxnId="{D7597C03-D854-463E-8FC4-8E0C4941C41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19B8987-26A4-40FF-BEE9-FC1D28C0613A}" type="sibTrans" cxnId="{D7597C03-D854-463E-8FC4-8E0C4941C41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416B0E-C643-47D0-A916-B70D5847B502}" type="pres">
      <dgm:prSet presAssocID="{96F2C66D-F2E8-4812-AD87-ADE5B9D1810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3625EDF1-6935-48AB-B2E5-D07A0B0E683E}" type="pres">
      <dgm:prSet presAssocID="{040038F2-E5AA-48E7-AD30-5D49D0C3F550}" presName="vertOne" presStyleCnt="0"/>
      <dgm:spPr/>
    </dgm:pt>
    <dgm:pt modelId="{709A2B03-4DA6-470B-B637-C94B5EBBA37C}" type="pres">
      <dgm:prSet presAssocID="{040038F2-E5AA-48E7-AD30-5D49D0C3F550}" presName="txOne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2CC365D-8731-446C-9346-D08E247BEFF9}" type="pres">
      <dgm:prSet presAssocID="{040038F2-E5AA-48E7-AD30-5D49D0C3F550}" presName="parTransOne" presStyleCnt="0"/>
      <dgm:spPr/>
    </dgm:pt>
    <dgm:pt modelId="{DDD9BE9D-93B8-47C1-A0D6-938979D97FF2}" type="pres">
      <dgm:prSet presAssocID="{040038F2-E5AA-48E7-AD30-5D49D0C3F550}" presName="horzOne" presStyleCnt="0"/>
      <dgm:spPr/>
    </dgm:pt>
    <dgm:pt modelId="{8CBAB140-D8AA-470C-920B-A658294F2FAC}" type="pres">
      <dgm:prSet presAssocID="{F6752913-9B2E-4CE6-A687-9049E2DE6016}" presName="vertTwo" presStyleCnt="0"/>
      <dgm:spPr/>
    </dgm:pt>
    <dgm:pt modelId="{6CD4DAC8-96B1-448C-94A9-E43B0A8C2800}" type="pres">
      <dgm:prSet presAssocID="{F6752913-9B2E-4CE6-A687-9049E2DE6016}" presName="txTwo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33655FB-144B-4D03-A13D-76D25C900A11}" type="pres">
      <dgm:prSet presAssocID="{F6752913-9B2E-4CE6-A687-9049E2DE6016}" presName="horzTwo" presStyleCnt="0"/>
      <dgm:spPr/>
    </dgm:pt>
    <dgm:pt modelId="{63C66C1C-071B-49C6-BBEF-7913D11E15E8}" type="pres">
      <dgm:prSet presAssocID="{CFA5F265-9F43-4EC2-B182-C5427CBDD825}" presName="sibSpaceTwo" presStyleCnt="0"/>
      <dgm:spPr/>
    </dgm:pt>
    <dgm:pt modelId="{8308ED65-7068-4212-912A-AF398219B400}" type="pres">
      <dgm:prSet presAssocID="{58996132-94E8-4B57-9AD2-5E8F1140A5D9}" presName="vertTwo" presStyleCnt="0"/>
      <dgm:spPr/>
    </dgm:pt>
    <dgm:pt modelId="{6CEEFF61-B89C-4B7B-9421-40E8896CDA3C}" type="pres">
      <dgm:prSet presAssocID="{58996132-94E8-4B57-9AD2-5E8F1140A5D9}" presName="txTwo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9A7AFD9-A994-42BA-AE4C-047542088B42}" type="pres">
      <dgm:prSet presAssocID="{58996132-94E8-4B57-9AD2-5E8F1140A5D9}" presName="horzTwo" presStyleCnt="0"/>
      <dgm:spPr/>
    </dgm:pt>
    <dgm:pt modelId="{280A0C76-609C-4EC0-A978-82866CB49CB2}" type="pres">
      <dgm:prSet presAssocID="{EE7388E3-C2A2-46B0-9BE2-8A74D13108AD}" presName="sibSpaceTwo" presStyleCnt="0"/>
      <dgm:spPr/>
    </dgm:pt>
    <dgm:pt modelId="{481B03B7-9A54-4D98-8CAD-FAB3272F8A9B}" type="pres">
      <dgm:prSet presAssocID="{9E78DFED-BC8B-4894-B867-FB8DC7BC958F}" presName="vertTwo" presStyleCnt="0"/>
      <dgm:spPr/>
    </dgm:pt>
    <dgm:pt modelId="{7BDE8C95-BD2B-43D9-AD44-DBB670F312A0}" type="pres">
      <dgm:prSet presAssocID="{9E78DFED-BC8B-4894-B867-FB8DC7BC958F}" presName="txTwo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F174CEF-6F1D-45CB-9447-6148332EA051}" type="pres">
      <dgm:prSet presAssocID="{9E78DFED-BC8B-4894-B867-FB8DC7BC958F}" presName="horzTwo" presStyleCnt="0"/>
      <dgm:spPr/>
    </dgm:pt>
    <dgm:pt modelId="{4817D907-8019-45AE-BCFD-01FBF021FDB0}" type="pres">
      <dgm:prSet presAssocID="{47D82227-7D71-4504-8DFE-95615724055C}" presName="sibSpaceOne" presStyleCnt="0"/>
      <dgm:spPr/>
    </dgm:pt>
    <dgm:pt modelId="{9053D64B-0B78-4115-BD7E-A62A6D7155D3}" type="pres">
      <dgm:prSet presAssocID="{0F9ADCCD-2B58-4C32-9C57-41752B7A906A}" presName="vertOne" presStyleCnt="0"/>
      <dgm:spPr/>
    </dgm:pt>
    <dgm:pt modelId="{FD6E0E32-698A-4196-9FBB-3CF5B52F5D02}" type="pres">
      <dgm:prSet presAssocID="{0F9ADCCD-2B58-4C32-9C57-41752B7A906A}" presName="txOne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DDF7E99-60C2-4E78-BCD1-7424077566F6}" type="pres">
      <dgm:prSet presAssocID="{0F9ADCCD-2B58-4C32-9C57-41752B7A906A}" presName="parTransOne" presStyleCnt="0"/>
      <dgm:spPr/>
    </dgm:pt>
    <dgm:pt modelId="{D023F848-8747-4DB8-9E6C-F278243D02FB}" type="pres">
      <dgm:prSet presAssocID="{0F9ADCCD-2B58-4C32-9C57-41752B7A906A}" presName="horzOne" presStyleCnt="0"/>
      <dgm:spPr/>
    </dgm:pt>
    <dgm:pt modelId="{0F3FF44B-F1FA-48F3-B496-602F3AF0A300}" type="pres">
      <dgm:prSet presAssocID="{E596C50D-B085-4B0E-9FB9-B3AC536A8D20}" presName="vertTwo" presStyleCnt="0"/>
      <dgm:spPr/>
    </dgm:pt>
    <dgm:pt modelId="{6637D101-38DD-406A-B016-94948516D019}" type="pres">
      <dgm:prSet presAssocID="{E596C50D-B085-4B0E-9FB9-B3AC536A8D20}" presName="txTwo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DEABC2A-80DD-4810-823A-44BF9082E7E1}" type="pres">
      <dgm:prSet presAssocID="{E596C50D-B085-4B0E-9FB9-B3AC536A8D20}" presName="parTransTwo" presStyleCnt="0"/>
      <dgm:spPr/>
    </dgm:pt>
    <dgm:pt modelId="{E998C1E8-5287-4C28-9AB7-34A34E4656F9}" type="pres">
      <dgm:prSet presAssocID="{E596C50D-B085-4B0E-9FB9-B3AC536A8D20}" presName="horzTwo" presStyleCnt="0"/>
      <dgm:spPr/>
    </dgm:pt>
    <dgm:pt modelId="{4B23FA26-9501-4128-B4F3-3049B288B12C}" type="pres">
      <dgm:prSet presAssocID="{807C0650-56E1-4680-AE3D-5F9EF44EC87D}" presName="vertThree" presStyleCnt="0"/>
      <dgm:spPr/>
    </dgm:pt>
    <dgm:pt modelId="{168FE1C8-91BB-46C7-8BD5-960FCC08EF20}" type="pres">
      <dgm:prSet presAssocID="{807C0650-56E1-4680-AE3D-5F9EF44EC87D}" presName="txThree" presStyleLbl="node3" presStyleIdx="0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2D81ECA-7C6D-49BC-A366-AB03BBB83C6A}" type="pres">
      <dgm:prSet presAssocID="{807C0650-56E1-4680-AE3D-5F9EF44EC87D}" presName="horzThree" presStyleCnt="0"/>
      <dgm:spPr/>
    </dgm:pt>
    <dgm:pt modelId="{4FFE05FC-FC4F-4834-A766-5CFCF02F1477}" type="pres">
      <dgm:prSet presAssocID="{535C5162-EC83-4044-90D2-6C1EEA7B2008}" presName="sibSpaceTwo" presStyleCnt="0"/>
      <dgm:spPr/>
    </dgm:pt>
    <dgm:pt modelId="{0E386784-FA5D-4899-89B4-6AEF0B5A0F50}" type="pres">
      <dgm:prSet presAssocID="{D39B3BDC-6669-4C5E-9A9D-ECDFD4E01BF3}" presName="vertTwo" presStyleCnt="0"/>
      <dgm:spPr/>
    </dgm:pt>
    <dgm:pt modelId="{C5B1EEA7-7827-43F0-8EC1-33C83264C392}" type="pres">
      <dgm:prSet presAssocID="{D39B3BDC-6669-4C5E-9A9D-ECDFD4E01BF3}" presName="txTwo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6DD367A-12F9-4CF3-91C4-416D0A47DF83}" type="pres">
      <dgm:prSet presAssocID="{D39B3BDC-6669-4C5E-9A9D-ECDFD4E01BF3}" presName="parTransTwo" presStyleCnt="0"/>
      <dgm:spPr/>
    </dgm:pt>
    <dgm:pt modelId="{3076ACFC-BDC1-4100-86B3-99D4CC1FF6BD}" type="pres">
      <dgm:prSet presAssocID="{D39B3BDC-6669-4C5E-9A9D-ECDFD4E01BF3}" presName="horzTwo" presStyleCnt="0"/>
      <dgm:spPr/>
    </dgm:pt>
    <dgm:pt modelId="{3BAB2AA4-CD04-4E69-A6F3-FFD2831D5021}" type="pres">
      <dgm:prSet presAssocID="{82488440-E53F-4A6E-A35E-B5FD4C6AF9F2}" presName="vertThree" presStyleCnt="0"/>
      <dgm:spPr/>
    </dgm:pt>
    <dgm:pt modelId="{F1C75571-F2A8-4445-9298-8EA68371E6D2}" type="pres">
      <dgm:prSet presAssocID="{82488440-E53F-4A6E-A35E-B5FD4C6AF9F2}" presName="txThree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193FB23-63E2-4795-ABA3-CFE29E988950}" type="pres">
      <dgm:prSet presAssocID="{82488440-E53F-4A6E-A35E-B5FD4C6AF9F2}" presName="horzThree" presStyleCnt="0"/>
      <dgm:spPr/>
    </dgm:pt>
    <dgm:pt modelId="{3ED1B488-B9A7-4843-8FF8-54169494E12D}" type="pres">
      <dgm:prSet presAssocID="{493AFA10-F1FB-4273-994B-CDD18EBF11B6}" presName="sibSpaceThree" presStyleCnt="0"/>
      <dgm:spPr/>
    </dgm:pt>
    <dgm:pt modelId="{0F7AFA49-8277-4A4D-B429-18A4138CE545}" type="pres">
      <dgm:prSet presAssocID="{0CD0BA0A-6B9D-4A40-B19F-58A2D7FB8799}" presName="vertThree" presStyleCnt="0"/>
      <dgm:spPr/>
    </dgm:pt>
    <dgm:pt modelId="{63EA1CD5-ED2D-457D-9BF8-DD48ECCF3D42}" type="pres">
      <dgm:prSet presAssocID="{0CD0BA0A-6B9D-4A40-B19F-58A2D7FB8799}" presName="txThree" presStyleLbl="node3" presStyleIdx="2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02E49E4-D9BA-4B56-8ABE-75953193B342}" type="pres">
      <dgm:prSet presAssocID="{0CD0BA0A-6B9D-4A40-B19F-58A2D7FB8799}" presName="horzThree" presStyleCnt="0"/>
      <dgm:spPr/>
    </dgm:pt>
    <dgm:pt modelId="{931D283A-B959-4F3B-B1FD-C06566D8CD0D}" type="pres">
      <dgm:prSet presAssocID="{8794B87A-616D-41FD-ABD7-AFFC4851B535}" presName="sibSpaceThree" presStyleCnt="0"/>
      <dgm:spPr/>
    </dgm:pt>
    <dgm:pt modelId="{FAF6EA6A-046A-4596-88A5-4CD36ED8C228}" type="pres">
      <dgm:prSet presAssocID="{E28CEB90-04B4-473A-97C8-3BC1006A551C}" presName="vertThree" presStyleCnt="0"/>
      <dgm:spPr/>
    </dgm:pt>
    <dgm:pt modelId="{F4D606B5-11FC-4A6A-8F10-79514E97A29B}" type="pres">
      <dgm:prSet presAssocID="{E28CEB90-04B4-473A-97C8-3BC1006A551C}" presName="txThree" presStyleLbl="node3" presStyleIdx="3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0582491-5604-41A3-9EF9-1C0084C948EE}" type="pres">
      <dgm:prSet presAssocID="{E28CEB90-04B4-473A-97C8-3BC1006A551C}" presName="horzThree" presStyleCnt="0"/>
      <dgm:spPr/>
    </dgm:pt>
    <dgm:pt modelId="{473E6FE6-5EAB-4EB1-978E-90DD4F3AE8FA}" type="pres">
      <dgm:prSet presAssocID="{4030DF8C-DB60-4F9F-8E33-CA3C2A8992BD}" presName="sibSpaceTwo" presStyleCnt="0"/>
      <dgm:spPr/>
    </dgm:pt>
    <dgm:pt modelId="{396F0EE3-3D20-42FA-9864-196ECEBD86D2}" type="pres">
      <dgm:prSet presAssocID="{1D6B1371-28F9-4DFB-B7CE-EE2FE010B12F}" presName="vertTwo" presStyleCnt="0"/>
      <dgm:spPr/>
    </dgm:pt>
    <dgm:pt modelId="{A5974500-9496-4496-8E46-CE409F0E46AF}" type="pres">
      <dgm:prSet presAssocID="{1D6B1371-28F9-4DFB-B7CE-EE2FE010B12F}" presName="txTwo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7EAD485-7A45-496D-8D6F-17D383C2FB38}" type="pres">
      <dgm:prSet presAssocID="{1D6B1371-28F9-4DFB-B7CE-EE2FE010B12F}" presName="parTransTwo" presStyleCnt="0"/>
      <dgm:spPr/>
    </dgm:pt>
    <dgm:pt modelId="{0F0F8EB1-FBCE-4871-8312-BBC49A2299F4}" type="pres">
      <dgm:prSet presAssocID="{1D6B1371-28F9-4DFB-B7CE-EE2FE010B12F}" presName="horzTwo" presStyleCnt="0"/>
      <dgm:spPr/>
    </dgm:pt>
    <dgm:pt modelId="{2B9F48F5-8495-4BA3-8F63-92675767C040}" type="pres">
      <dgm:prSet presAssocID="{6C5D7156-8EB7-4961-AFEA-CC231771E709}" presName="vertThree" presStyleCnt="0"/>
      <dgm:spPr/>
    </dgm:pt>
    <dgm:pt modelId="{95042790-B4F0-4AAD-8397-DB443BE78344}" type="pres">
      <dgm:prSet presAssocID="{6C5D7156-8EB7-4961-AFEA-CC231771E709}" presName="txThree" presStyleLbl="node3" presStyleIdx="4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16FDF05-0344-4994-899F-88D2D54742FE}" type="pres">
      <dgm:prSet presAssocID="{6C5D7156-8EB7-4961-AFEA-CC231771E709}" presName="horzThree" presStyleCnt="0"/>
      <dgm:spPr/>
    </dgm:pt>
    <dgm:pt modelId="{6648B5DD-E17F-479A-BE49-B71C2C758ACF}" type="pres">
      <dgm:prSet presAssocID="{CA008CF5-37B0-44BD-8705-874A28629B5E}" presName="sibSpaceThree" presStyleCnt="0"/>
      <dgm:spPr/>
    </dgm:pt>
    <dgm:pt modelId="{6D1FDA7E-BC3D-4661-A4B1-B819E57E57A6}" type="pres">
      <dgm:prSet presAssocID="{BDD56AF0-54AA-45F1-B9AB-C208E0E2DC42}" presName="vertThree" presStyleCnt="0"/>
      <dgm:spPr/>
    </dgm:pt>
    <dgm:pt modelId="{221CE92A-4478-456B-9885-E83D25F26522}" type="pres">
      <dgm:prSet presAssocID="{BDD56AF0-54AA-45F1-B9AB-C208E0E2DC42}" presName="txThree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7CB1096-D043-4F3E-8FB8-D8C190469B96}" type="pres">
      <dgm:prSet presAssocID="{BDD56AF0-54AA-45F1-B9AB-C208E0E2DC42}" presName="horzThree" presStyleCnt="0"/>
      <dgm:spPr/>
    </dgm:pt>
  </dgm:ptLst>
  <dgm:cxnLst>
    <dgm:cxn modelId="{4C705063-CB9B-4510-BE8B-2828F9B5536F}" type="presOf" srcId="{F6752913-9B2E-4CE6-A687-9049E2DE6016}" destId="{6CD4DAC8-96B1-448C-94A9-E43B0A8C2800}" srcOrd="0" destOrd="0" presId="urn:microsoft.com/office/officeart/2005/8/layout/hierarchy4"/>
    <dgm:cxn modelId="{C21FFDDE-C813-4491-8C88-1B75EEC1AE4C}" srcId="{040038F2-E5AA-48E7-AD30-5D49D0C3F550}" destId="{9E78DFED-BC8B-4894-B867-FB8DC7BC958F}" srcOrd="2" destOrd="0" parTransId="{0FC3AD24-B459-4607-9595-789E6703F8F4}" sibTransId="{D7CEAEA9-E827-4178-9DC5-A270EE48026D}"/>
    <dgm:cxn modelId="{58296532-7227-4CFF-A9E6-9F595FC941E3}" type="presOf" srcId="{0F9ADCCD-2B58-4C32-9C57-41752B7A906A}" destId="{FD6E0E32-698A-4196-9FBB-3CF5B52F5D02}" srcOrd="0" destOrd="0" presId="urn:microsoft.com/office/officeart/2005/8/layout/hierarchy4"/>
    <dgm:cxn modelId="{D7597C03-D854-463E-8FC4-8E0C4941C41D}" srcId="{1D6B1371-28F9-4DFB-B7CE-EE2FE010B12F}" destId="{BDD56AF0-54AA-45F1-B9AB-C208E0E2DC42}" srcOrd="1" destOrd="0" parTransId="{A161666F-65A1-4A27-8AC0-9F5B40941501}" sibTransId="{C19B8987-26A4-40FF-BEE9-FC1D28C0613A}"/>
    <dgm:cxn modelId="{AFECFCC1-0CB9-4B5C-9169-41D5744DF0BA}" type="presOf" srcId="{6C5D7156-8EB7-4961-AFEA-CC231771E709}" destId="{95042790-B4F0-4AAD-8397-DB443BE78344}" srcOrd="0" destOrd="0" presId="urn:microsoft.com/office/officeart/2005/8/layout/hierarchy4"/>
    <dgm:cxn modelId="{F24792DC-AACD-4E39-8132-48969C1CF939}" type="presOf" srcId="{1D6B1371-28F9-4DFB-B7CE-EE2FE010B12F}" destId="{A5974500-9496-4496-8E46-CE409F0E46AF}" srcOrd="0" destOrd="0" presId="urn:microsoft.com/office/officeart/2005/8/layout/hierarchy4"/>
    <dgm:cxn modelId="{B1EF4C44-34C3-4AF7-94EC-046444E3D9AC}" type="presOf" srcId="{82488440-E53F-4A6E-A35E-B5FD4C6AF9F2}" destId="{F1C75571-F2A8-4445-9298-8EA68371E6D2}" srcOrd="0" destOrd="0" presId="urn:microsoft.com/office/officeart/2005/8/layout/hierarchy4"/>
    <dgm:cxn modelId="{D2DAD108-36E8-4E83-AA7B-DA0EB4C980AB}" type="presOf" srcId="{E28CEB90-04B4-473A-97C8-3BC1006A551C}" destId="{F4D606B5-11FC-4A6A-8F10-79514E97A29B}" srcOrd="0" destOrd="0" presId="urn:microsoft.com/office/officeart/2005/8/layout/hierarchy4"/>
    <dgm:cxn modelId="{53A9184E-5F47-4D04-8A10-C638831E94AA}" type="presOf" srcId="{96F2C66D-F2E8-4812-AD87-ADE5B9D18103}" destId="{D1416B0E-C643-47D0-A916-B70D5847B502}" srcOrd="0" destOrd="0" presId="urn:microsoft.com/office/officeart/2005/8/layout/hierarchy4"/>
    <dgm:cxn modelId="{A159357E-9082-4140-94CB-C23A46492F30}" type="presOf" srcId="{E596C50D-B085-4B0E-9FB9-B3AC536A8D20}" destId="{6637D101-38DD-406A-B016-94948516D019}" srcOrd="0" destOrd="0" presId="urn:microsoft.com/office/officeart/2005/8/layout/hierarchy4"/>
    <dgm:cxn modelId="{B44A2712-EDB9-4AE6-B2E0-16EB282A579F}" type="presOf" srcId="{BDD56AF0-54AA-45F1-B9AB-C208E0E2DC42}" destId="{221CE92A-4478-456B-9885-E83D25F26522}" srcOrd="0" destOrd="0" presId="urn:microsoft.com/office/officeart/2005/8/layout/hierarchy4"/>
    <dgm:cxn modelId="{662A8A65-066E-4309-8525-CEC2A882029B}" srcId="{040038F2-E5AA-48E7-AD30-5D49D0C3F550}" destId="{F6752913-9B2E-4CE6-A687-9049E2DE6016}" srcOrd="0" destOrd="0" parTransId="{DE6940C5-4196-449C-8CC6-42DC4C5E60B2}" sibTransId="{CFA5F265-9F43-4EC2-B182-C5427CBDD825}"/>
    <dgm:cxn modelId="{63EA1269-65FD-4E0F-8EE5-8B1A2F973380}" srcId="{040038F2-E5AA-48E7-AD30-5D49D0C3F550}" destId="{58996132-94E8-4B57-9AD2-5E8F1140A5D9}" srcOrd="1" destOrd="0" parTransId="{CD308D0C-3460-4398-8801-75D1A3EE0DDB}" sibTransId="{EE7388E3-C2A2-46B0-9BE2-8A74D13108AD}"/>
    <dgm:cxn modelId="{6F6E919F-1919-49AF-97DB-DCE0A3E55B60}" type="presOf" srcId="{9E78DFED-BC8B-4894-B867-FB8DC7BC958F}" destId="{7BDE8C95-BD2B-43D9-AD44-DBB670F312A0}" srcOrd="0" destOrd="0" presId="urn:microsoft.com/office/officeart/2005/8/layout/hierarchy4"/>
    <dgm:cxn modelId="{58A44F41-FC21-4161-B576-D6C6C21DFEBB}" srcId="{96F2C66D-F2E8-4812-AD87-ADE5B9D18103}" destId="{040038F2-E5AA-48E7-AD30-5D49D0C3F550}" srcOrd="0" destOrd="0" parTransId="{ADB9F011-D795-4103-9A88-B08D0805A739}" sibTransId="{47D82227-7D71-4504-8DFE-95615724055C}"/>
    <dgm:cxn modelId="{2FA5B211-6F13-4A47-9E4C-C3BAD36525DA}" type="presOf" srcId="{D39B3BDC-6669-4C5E-9A9D-ECDFD4E01BF3}" destId="{C5B1EEA7-7827-43F0-8EC1-33C83264C392}" srcOrd="0" destOrd="0" presId="urn:microsoft.com/office/officeart/2005/8/layout/hierarchy4"/>
    <dgm:cxn modelId="{C4A08C1A-FD7D-41FC-81E0-FAF810C6DBF4}" type="presOf" srcId="{58996132-94E8-4B57-9AD2-5E8F1140A5D9}" destId="{6CEEFF61-B89C-4B7B-9421-40E8896CDA3C}" srcOrd="0" destOrd="0" presId="urn:microsoft.com/office/officeart/2005/8/layout/hierarchy4"/>
    <dgm:cxn modelId="{8023092A-B21F-44D2-A5E7-B2694C73D90F}" srcId="{0F9ADCCD-2B58-4C32-9C57-41752B7A906A}" destId="{1D6B1371-28F9-4DFB-B7CE-EE2FE010B12F}" srcOrd="2" destOrd="0" parTransId="{836DC052-53BC-4522-A268-7DD14CAD7D60}" sibTransId="{F623FA8F-5A6E-4C90-9D07-2CD41546B92D}"/>
    <dgm:cxn modelId="{FF10F845-D2B4-4A1D-BC73-38D43B29C33D}" srcId="{1D6B1371-28F9-4DFB-B7CE-EE2FE010B12F}" destId="{6C5D7156-8EB7-4961-AFEA-CC231771E709}" srcOrd="0" destOrd="0" parTransId="{B26E7C1B-4CE0-431F-9B90-20B414DD0ED6}" sibTransId="{CA008CF5-37B0-44BD-8705-874A28629B5E}"/>
    <dgm:cxn modelId="{6108CB15-AE83-463B-B1A7-C9C662A01717}" type="presOf" srcId="{040038F2-E5AA-48E7-AD30-5D49D0C3F550}" destId="{709A2B03-4DA6-470B-B637-C94B5EBBA37C}" srcOrd="0" destOrd="0" presId="urn:microsoft.com/office/officeart/2005/8/layout/hierarchy4"/>
    <dgm:cxn modelId="{AE85FB66-97CA-4319-994C-4ABF73429BC8}" srcId="{D39B3BDC-6669-4C5E-9A9D-ECDFD4E01BF3}" destId="{0CD0BA0A-6B9D-4A40-B19F-58A2D7FB8799}" srcOrd="1" destOrd="0" parTransId="{88FA556F-038F-45C1-95FC-F7A5D2860080}" sibTransId="{8794B87A-616D-41FD-ABD7-AFFC4851B535}"/>
    <dgm:cxn modelId="{46643AA4-2E30-4F0D-BD28-716D8E6BE3B6}" type="presOf" srcId="{807C0650-56E1-4680-AE3D-5F9EF44EC87D}" destId="{168FE1C8-91BB-46C7-8BD5-960FCC08EF20}" srcOrd="0" destOrd="0" presId="urn:microsoft.com/office/officeart/2005/8/layout/hierarchy4"/>
    <dgm:cxn modelId="{7A10762F-C304-48FA-996C-B158A9E573EE}" srcId="{0F9ADCCD-2B58-4C32-9C57-41752B7A906A}" destId="{E596C50D-B085-4B0E-9FB9-B3AC536A8D20}" srcOrd="0" destOrd="0" parTransId="{034DF95C-F82C-46F8-B17E-615D36BA82FC}" sibTransId="{535C5162-EC83-4044-90D2-6C1EEA7B2008}"/>
    <dgm:cxn modelId="{5E8F4DFA-3E14-40E9-952B-CFEF47A99377}" srcId="{D39B3BDC-6669-4C5E-9A9D-ECDFD4E01BF3}" destId="{E28CEB90-04B4-473A-97C8-3BC1006A551C}" srcOrd="2" destOrd="0" parTransId="{5B74EC0B-2C34-4604-8019-108C75258AD7}" sibTransId="{E1B1039E-DAD2-4A19-995B-7BBF7FBFFC31}"/>
    <dgm:cxn modelId="{5D2A793F-18B5-488F-9B46-680E9490FBD2}" srcId="{E596C50D-B085-4B0E-9FB9-B3AC536A8D20}" destId="{807C0650-56E1-4680-AE3D-5F9EF44EC87D}" srcOrd="0" destOrd="0" parTransId="{17DF1510-E03F-49D7-8B30-129542A420CF}" sibTransId="{4527364E-696A-4884-B88C-7B761B76A40E}"/>
    <dgm:cxn modelId="{F23D5C36-C68B-4684-815E-CAE17CCC9EF3}" type="presOf" srcId="{0CD0BA0A-6B9D-4A40-B19F-58A2D7FB8799}" destId="{63EA1CD5-ED2D-457D-9BF8-DD48ECCF3D42}" srcOrd="0" destOrd="0" presId="urn:microsoft.com/office/officeart/2005/8/layout/hierarchy4"/>
    <dgm:cxn modelId="{7C039BA0-D2BD-4F0F-BCB0-EE8EBF5D8605}" srcId="{96F2C66D-F2E8-4812-AD87-ADE5B9D18103}" destId="{0F9ADCCD-2B58-4C32-9C57-41752B7A906A}" srcOrd="1" destOrd="0" parTransId="{85950899-A601-4384-906A-0B91FC9F4A3C}" sibTransId="{1F6CCA2D-0048-4274-A968-96BDD8895B2A}"/>
    <dgm:cxn modelId="{D576F6FD-71D2-46A4-BBE0-6AA5F86EE605}" srcId="{0F9ADCCD-2B58-4C32-9C57-41752B7A906A}" destId="{D39B3BDC-6669-4C5E-9A9D-ECDFD4E01BF3}" srcOrd="1" destOrd="0" parTransId="{ECB74643-B493-4C63-8915-BC045B243398}" sibTransId="{4030DF8C-DB60-4F9F-8E33-CA3C2A8992BD}"/>
    <dgm:cxn modelId="{5606E5BC-71F4-489A-8855-51DEC8D54CBB}" srcId="{D39B3BDC-6669-4C5E-9A9D-ECDFD4E01BF3}" destId="{82488440-E53F-4A6E-A35E-B5FD4C6AF9F2}" srcOrd="0" destOrd="0" parTransId="{C46209FB-FA28-4D14-8B33-30C2774B4F02}" sibTransId="{493AFA10-F1FB-4273-994B-CDD18EBF11B6}"/>
    <dgm:cxn modelId="{B9582E44-E478-4AA4-A506-C882899DE72B}" type="presParOf" srcId="{D1416B0E-C643-47D0-A916-B70D5847B502}" destId="{3625EDF1-6935-48AB-B2E5-D07A0B0E683E}" srcOrd="0" destOrd="0" presId="urn:microsoft.com/office/officeart/2005/8/layout/hierarchy4"/>
    <dgm:cxn modelId="{78DE6DBD-D20F-458B-AED0-8A6DDB4BF492}" type="presParOf" srcId="{3625EDF1-6935-48AB-B2E5-D07A0B0E683E}" destId="{709A2B03-4DA6-470B-B637-C94B5EBBA37C}" srcOrd="0" destOrd="0" presId="urn:microsoft.com/office/officeart/2005/8/layout/hierarchy4"/>
    <dgm:cxn modelId="{2C645A80-A3F3-4064-A537-EB5A01085A8F}" type="presParOf" srcId="{3625EDF1-6935-48AB-B2E5-D07A0B0E683E}" destId="{42CC365D-8731-446C-9346-D08E247BEFF9}" srcOrd="1" destOrd="0" presId="urn:microsoft.com/office/officeart/2005/8/layout/hierarchy4"/>
    <dgm:cxn modelId="{6359D3A9-8776-4011-86FE-CB514E001DF0}" type="presParOf" srcId="{3625EDF1-6935-48AB-B2E5-D07A0B0E683E}" destId="{DDD9BE9D-93B8-47C1-A0D6-938979D97FF2}" srcOrd="2" destOrd="0" presId="urn:microsoft.com/office/officeart/2005/8/layout/hierarchy4"/>
    <dgm:cxn modelId="{CC32C6CE-65C5-441A-8D9F-B5D761F73DF8}" type="presParOf" srcId="{DDD9BE9D-93B8-47C1-A0D6-938979D97FF2}" destId="{8CBAB140-D8AA-470C-920B-A658294F2FAC}" srcOrd="0" destOrd="0" presId="urn:microsoft.com/office/officeart/2005/8/layout/hierarchy4"/>
    <dgm:cxn modelId="{D90B54DB-CD73-4D06-8747-64117B3A39FE}" type="presParOf" srcId="{8CBAB140-D8AA-470C-920B-A658294F2FAC}" destId="{6CD4DAC8-96B1-448C-94A9-E43B0A8C2800}" srcOrd="0" destOrd="0" presId="urn:microsoft.com/office/officeart/2005/8/layout/hierarchy4"/>
    <dgm:cxn modelId="{21FC8385-0F87-432A-B864-2C5AED82E07D}" type="presParOf" srcId="{8CBAB140-D8AA-470C-920B-A658294F2FAC}" destId="{A33655FB-144B-4D03-A13D-76D25C900A11}" srcOrd="1" destOrd="0" presId="urn:microsoft.com/office/officeart/2005/8/layout/hierarchy4"/>
    <dgm:cxn modelId="{477148D5-CE6E-481F-94FD-9AE0D1CA9DA8}" type="presParOf" srcId="{DDD9BE9D-93B8-47C1-A0D6-938979D97FF2}" destId="{63C66C1C-071B-49C6-BBEF-7913D11E15E8}" srcOrd="1" destOrd="0" presId="urn:microsoft.com/office/officeart/2005/8/layout/hierarchy4"/>
    <dgm:cxn modelId="{FE73F06C-D7D5-4255-A193-ED98FC01AE2A}" type="presParOf" srcId="{DDD9BE9D-93B8-47C1-A0D6-938979D97FF2}" destId="{8308ED65-7068-4212-912A-AF398219B400}" srcOrd="2" destOrd="0" presId="urn:microsoft.com/office/officeart/2005/8/layout/hierarchy4"/>
    <dgm:cxn modelId="{3F6FC02A-99B8-4C6C-9D6F-076534E5D3E7}" type="presParOf" srcId="{8308ED65-7068-4212-912A-AF398219B400}" destId="{6CEEFF61-B89C-4B7B-9421-40E8896CDA3C}" srcOrd="0" destOrd="0" presId="urn:microsoft.com/office/officeart/2005/8/layout/hierarchy4"/>
    <dgm:cxn modelId="{58B272A0-B248-4205-95B2-90858A863ABA}" type="presParOf" srcId="{8308ED65-7068-4212-912A-AF398219B400}" destId="{99A7AFD9-A994-42BA-AE4C-047542088B42}" srcOrd="1" destOrd="0" presId="urn:microsoft.com/office/officeart/2005/8/layout/hierarchy4"/>
    <dgm:cxn modelId="{9F50AA71-23C1-4CB6-BE8D-F16A588824A7}" type="presParOf" srcId="{DDD9BE9D-93B8-47C1-A0D6-938979D97FF2}" destId="{280A0C76-609C-4EC0-A978-82866CB49CB2}" srcOrd="3" destOrd="0" presId="urn:microsoft.com/office/officeart/2005/8/layout/hierarchy4"/>
    <dgm:cxn modelId="{99395C28-910F-4090-800C-C7AAE5EE84A8}" type="presParOf" srcId="{DDD9BE9D-93B8-47C1-A0D6-938979D97FF2}" destId="{481B03B7-9A54-4D98-8CAD-FAB3272F8A9B}" srcOrd="4" destOrd="0" presId="urn:microsoft.com/office/officeart/2005/8/layout/hierarchy4"/>
    <dgm:cxn modelId="{BEB8643A-F535-4A61-9E4B-A08083B623D4}" type="presParOf" srcId="{481B03B7-9A54-4D98-8CAD-FAB3272F8A9B}" destId="{7BDE8C95-BD2B-43D9-AD44-DBB670F312A0}" srcOrd="0" destOrd="0" presId="urn:microsoft.com/office/officeart/2005/8/layout/hierarchy4"/>
    <dgm:cxn modelId="{E734FC14-EF2D-47BF-9A2D-C64132F5F71F}" type="presParOf" srcId="{481B03B7-9A54-4D98-8CAD-FAB3272F8A9B}" destId="{EF174CEF-6F1D-45CB-9447-6148332EA051}" srcOrd="1" destOrd="0" presId="urn:microsoft.com/office/officeart/2005/8/layout/hierarchy4"/>
    <dgm:cxn modelId="{E21274B9-FEF7-4D61-87C6-6CE6F4DCE36A}" type="presParOf" srcId="{D1416B0E-C643-47D0-A916-B70D5847B502}" destId="{4817D907-8019-45AE-BCFD-01FBF021FDB0}" srcOrd="1" destOrd="0" presId="urn:microsoft.com/office/officeart/2005/8/layout/hierarchy4"/>
    <dgm:cxn modelId="{709C6B7B-5787-4EF6-B8E6-A95AA6100594}" type="presParOf" srcId="{D1416B0E-C643-47D0-A916-B70D5847B502}" destId="{9053D64B-0B78-4115-BD7E-A62A6D7155D3}" srcOrd="2" destOrd="0" presId="urn:microsoft.com/office/officeart/2005/8/layout/hierarchy4"/>
    <dgm:cxn modelId="{4090C578-771B-462D-A235-C9CCB08934A6}" type="presParOf" srcId="{9053D64B-0B78-4115-BD7E-A62A6D7155D3}" destId="{FD6E0E32-698A-4196-9FBB-3CF5B52F5D02}" srcOrd="0" destOrd="0" presId="urn:microsoft.com/office/officeart/2005/8/layout/hierarchy4"/>
    <dgm:cxn modelId="{29375DF2-0308-4C75-909D-84255B527A53}" type="presParOf" srcId="{9053D64B-0B78-4115-BD7E-A62A6D7155D3}" destId="{4DDF7E99-60C2-4E78-BCD1-7424077566F6}" srcOrd="1" destOrd="0" presId="urn:microsoft.com/office/officeart/2005/8/layout/hierarchy4"/>
    <dgm:cxn modelId="{8571F3FA-7B10-4237-A64A-B5D9F40B3ACB}" type="presParOf" srcId="{9053D64B-0B78-4115-BD7E-A62A6D7155D3}" destId="{D023F848-8747-4DB8-9E6C-F278243D02FB}" srcOrd="2" destOrd="0" presId="urn:microsoft.com/office/officeart/2005/8/layout/hierarchy4"/>
    <dgm:cxn modelId="{D76F677B-DCA1-4CE9-B501-4F2B3C434BAD}" type="presParOf" srcId="{D023F848-8747-4DB8-9E6C-F278243D02FB}" destId="{0F3FF44B-F1FA-48F3-B496-602F3AF0A300}" srcOrd="0" destOrd="0" presId="urn:microsoft.com/office/officeart/2005/8/layout/hierarchy4"/>
    <dgm:cxn modelId="{2D5DF221-283E-4201-B5FA-C675728CFF39}" type="presParOf" srcId="{0F3FF44B-F1FA-48F3-B496-602F3AF0A300}" destId="{6637D101-38DD-406A-B016-94948516D019}" srcOrd="0" destOrd="0" presId="urn:microsoft.com/office/officeart/2005/8/layout/hierarchy4"/>
    <dgm:cxn modelId="{BB523C17-5096-4A08-B53D-CA64CB19D29C}" type="presParOf" srcId="{0F3FF44B-F1FA-48F3-B496-602F3AF0A300}" destId="{3DEABC2A-80DD-4810-823A-44BF9082E7E1}" srcOrd="1" destOrd="0" presId="urn:microsoft.com/office/officeart/2005/8/layout/hierarchy4"/>
    <dgm:cxn modelId="{B0FE5E8A-971E-419D-BF17-0E97D05945C5}" type="presParOf" srcId="{0F3FF44B-F1FA-48F3-B496-602F3AF0A300}" destId="{E998C1E8-5287-4C28-9AB7-34A34E4656F9}" srcOrd="2" destOrd="0" presId="urn:microsoft.com/office/officeart/2005/8/layout/hierarchy4"/>
    <dgm:cxn modelId="{DAF3A3D3-5EB1-4287-8416-9DB4450CFE34}" type="presParOf" srcId="{E998C1E8-5287-4C28-9AB7-34A34E4656F9}" destId="{4B23FA26-9501-4128-B4F3-3049B288B12C}" srcOrd="0" destOrd="0" presId="urn:microsoft.com/office/officeart/2005/8/layout/hierarchy4"/>
    <dgm:cxn modelId="{A118970D-7A9B-4EC3-AD7A-D9BE8EBDDBA8}" type="presParOf" srcId="{4B23FA26-9501-4128-B4F3-3049B288B12C}" destId="{168FE1C8-91BB-46C7-8BD5-960FCC08EF20}" srcOrd="0" destOrd="0" presId="urn:microsoft.com/office/officeart/2005/8/layout/hierarchy4"/>
    <dgm:cxn modelId="{EC3D33E0-3DCD-4E24-A6AE-0BDF1F9B2EBC}" type="presParOf" srcId="{4B23FA26-9501-4128-B4F3-3049B288B12C}" destId="{F2D81ECA-7C6D-49BC-A366-AB03BBB83C6A}" srcOrd="1" destOrd="0" presId="urn:microsoft.com/office/officeart/2005/8/layout/hierarchy4"/>
    <dgm:cxn modelId="{26C2F0BF-4DDC-4885-A28D-48F7D4264D76}" type="presParOf" srcId="{D023F848-8747-4DB8-9E6C-F278243D02FB}" destId="{4FFE05FC-FC4F-4834-A766-5CFCF02F1477}" srcOrd="1" destOrd="0" presId="urn:microsoft.com/office/officeart/2005/8/layout/hierarchy4"/>
    <dgm:cxn modelId="{4891B180-9B14-4977-BAE9-BF96BAB52B1B}" type="presParOf" srcId="{D023F848-8747-4DB8-9E6C-F278243D02FB}" destId="{0E386784-FA5D-4899-89B4-6AEF0B5A0F50}" srcOrd="2" destOrd="0" presId="urn:microsoft.com/office/officeart/2005/8/layout/hierarchy4"/>
    <dgm:cxn modelId="{C33F2712-5337-4BAF-BD1B-46BDA248F7A0}" type="presParOf" srcId="{0E386784-FA5D-4899-89B4-6AEF0B5A0F50}" destId="{C5B1EEA7-7827-43F0-8EC1-33C83264C392}" srcOrd="0" destOrd="0" presId="urn:microsoft.com/office/officeart/2005/8/layout/hierarchy4"/>
    <dgm:cxn modelId="{5D0CDEA5-FC79-4DE5-AF52-1CEAA20968D3}" type="presParOf" srcId="{0E386784-FA5D-4899-89B4-6AEF0B5A0F50}" destId="{46DD367A-12F9-4CF3-91C4-416D0A47DF83}" srcOrd="1" destOrd="0" presId="urn:microsoft.com/office/officeart/2005/8/layout/hierarchy4"/>
    <dgm:cxn modelId="{A8A46392-E496-4638-8EB7-7702FE4F7B32}" type="presParOf" srcId="{0E386784-FA5D-4899-89B4-6AEF0B5A0F50}" destId="{3076ACFC-BDC1-4100-86B3-99D4CC1FF6BD}" srcOrd="2" destOrd="0" presId="urn:microsoft.com/office/officeart/2005/8/layout/hierarchy4"/>
    <dgm:cxn modelId="{09054140-97D0-4FD5-8911-010AFC063E22}" type="presParOf" srcId="{3076ACFC-BDC1-4100-86B3-99D4CC1FF6BD}" destId="{3BAB2AA4-CD04-4E69-A6F3-FFD2831D5021}" srcOrd="0" destOrd="0" presId="urn:microsoft.com/office/officeart/2005/8/layout/hierarchy4"/>
    <dgm:cxn modelId="{E497FBEB-CF86-454C-A8CE-5595FAC30A41}" type="presParOf" srcId="{3BAB2AA4-CD04-4E69-A6F3-FFD2831D5021}" destId="{F1C75571-F2A8-4445-9298-8EA68371E6D2}" srcOrd="0" destOrd="0" presId="urn:microsoft.com/office/officeart/2005/8/layout/hierarchy4"/>
    <dgm:cxn modelId="{44F7DB18-764B-4FDE-ACDC-5ADBCC97A814}" type="presParOf" srcId="{3BAB2AA4-CD04-4E69-A6F3-FFD2831D5021}" destId="{8193FB23-63E2-4795-ABA3-CFE29E988950}" srcOrd="1" destOrd="0" presId="urn:microsoft.com/office/officeart/2005/8/layout/hierarchy4"/>
    <dgm:cxn modelId="{B979A67C-EFAA-4917-A78A-CC952F4825CA}" type="presParOf" srcId="{3076ACFC-BDC1-4100-86B3-99D4CC1FF6BD}" destId="{3ED1B488-B9A7-4843-8FF8-54169494E12D}" srcOrd="1" destOrd="0" presId="urn:microsoft.com/office/officeart/2005/8/layout/hierarchy4"/>
    <dgm:cxn modelId="{E2DA7C5B-AB94-4DC0-8DE2-95AB00DB426E}" type="presParOf" srcId="{3076ACFC-BDC1-4100-86B3-99D4CC1FF6BD}" destId="{0F7AFA49-8277-4A4D-B429-18A4138CE545}" srcOrd="2" destOrd="0" presId="urn:microsoft.com/office/officeart/2005/8/layout/hierarchy4"/>
    <dgm:cxn modelId="{1AA59B9D-EBAF-463D-96C7-2DBD66F07887}" type="presParOf" srcId="{0F7AFA49-8277-4A4D-B429-18A4138CE545}" destId="{63EA1CD5-ED2D-457D-9BF8-DD48ECCF3D42}" srcOrd="0" destOrd="0" presId="urn:microsoft.com/office/officeart/2005/8/layout/hierarchy4"/>
    <dgm:cxn modelId="{3ACE9A18-9B24-46D8-9C48-87565963A29D}" type="presParOf" srcId="{0F7AFA49-8277-4A4D-B429-18A4138CE545}" destId="{802E49E4-D9BA-4B56-8ABE-75953193B342}" srcOrd="1" destOrd="0" presId="urn:microsoft.com/office/officeart/2005/8/layout/hierarchy4"/>
    <dgm:cxn modelId="{BAF42E0E-0F7D-4C64-BB07-2C9775C3258A}" type="presParOf" srcId="{3076ACFC-BDC1-4100-86B3-99D4CC1FF6BD}" destId="{931D283A-B959-4F3B-B1FD-C06566D8CD0D}" srcOrd="3" destOrd="0" presId="urn:microsoft.com/office/officeart/2005/8/layout/hierarchy4"/>
    <dgm:cxn modelId="{F9B36A80-B847-41C6-9785-5374E4FA98AA}" type="presParOf" srcId="{3076ACFC-BDC1-4100-86B3-99D4CC1FF6BD}" destId="{FAF6EA6A-046A-4596-88A5-4CD36ED8C228}" srcOrd="4" destOrd="0" presId="urn:microsoft.com/office/officeart/2005/8/layout/hierarchy4"/>
    <dgm:cxn modelId="{7CA43500-9AE1-4B80-881B-EA7FEEAB8A84}" type="presParOf" srcId="{FAF6EA6A-046A-4596-88A5-4CD36ED8C228}" destId="{F4D606B5-11FC-4A6A-8F10-79514E97A29B}" srcOrd="0" destOrd="0" presId="urn:microsoft.com/office/officeart/2005/8/layout/hierarchy4"/>
    <dgm:cxn modelId="{599662A3-0476-4FED-A288-13B64641405F}" type="presParOf" srcId="{FAF6EA6A-046A-4596-88A5-4CD36ED8C228}" destId="{E0582491-5604-41A3-9EF9-1C0084C948EE}" srcOrd="1" destOrd="0" presId="urn:microsoft.com/office/officeart/2005/8/layout/hierarchy4"/>
    <dgm:cxn modelId="{76B61FC2-84D6-4E9D-8C5E-D3DC3D2FC2AC}" type="presParOf" srcId="{D023F848-8747-4DB8-9E6C-F278243D02FB}" destId="{473E6FE6-5EAB-4EB1-978E-90DD4F3AE8FA}" srcOrd="3" destOrd="0" presId="urn:microsoft.com/office/officeart/2005/8/layout/hierarchy4"/>
    <dgm:cxn modelId="{D49981DC-537E-40C9-ACAB-D73BEB10381E}" type="presParOf" srcId="{D023F848-8747-4DB8-9E6C-F278243D02FB}" destId="{396F0EE3-3D20-42FA-9864-196ECEBD86D2}" srcOrd="4" destOrd="0" presId="urn:microsoft.com/office/officeart/2005/8/layout/hierarchy4"/>
    <dgm:cxn modelId="{6477BD8E-8DA9-4056-A2BB-336DD0346D38}" type="presParOf" srcId="{396F0EE3-3D20-42FA-9864-196ECEBD86D2}" destId="{A5974500-9496-4496-8E46-CE409F0E46AF}" srcOrd="0" destOrd="0" presId="urn:microsoft.com/office/officeart/2005/8/layout/hierarchy4"/>
    <dgm:cxn modelId="{B54EB1F0-998C-4241-AB93-A2B7D969C31D}" type="presParOf" srcId="{396F0EE3-3D20-42FA-9864-196ECEBD86D2}" destId="{A7EAD485-7A45-496D-8D6F-17D383C2FB38}" srcOrd="1" destOrd="0" presId="urn:microsoft.com/office/officeart/2005/8/layout/hierarchy4"/>
    <dgm:cxn modelId="{1A24D4A1-C5EE-4FCF-BD2D-1F3A133BD87B}" type="presParOf" srcId="{396F0EE3-3D20-42FA-9864-196ECEBD86D2}" destId="{0F0F8EB1-FBCE-4871-8312-BBC49A2299F4}" srcOrd="2" destOrd="0" presId="urn:microsoft.com/office/officeart/2005/8/layout/hierarchy4"/>
    <dgm:cxn modelId="{E257C783-D38E-45E9-A6FB-7AF53D3AE719}" type="presParOf" srcId="{0F0F8EB1-FBCE-4871-8312-BBC49A2299F4}" destId="{2B9F48F5-8495-4BA3-8F63-92675767C040}" srcOrd="0" destOrd="0" presId="urn:microsoft.com/office/officeart/2005/8/layout/hierarchy4"/>
    <dgm:cxn modelId="{F31A9FB5-71CE-49B1-94A0-93016F9509C1}" type="presParOf" srcId="{2B9F48F5-8495-4BA3-8F63-92675767C040}" destId="{95042790-B4F0-4AAD-8397-DB443BE78344}" srcOrd="0" destOrd="0" presId="urn:microsoft.com/office/officeart/2005/8/layout/hierarchy4"/>
    <dgm:cxn modelId="{EE4D2CE9-0B4C-476C-BDB2-28043248FCBE}" type="presParOf" srcId="{2B9F48F5-8495-4BA3-8F63-92675767C040}" destId="{616FDF05-0344-4994-899F-88D2D54742FE}" srcOrd="1" destOrd="0" presId="urn:microsoft.com/office/officeart/2005/8/layout/hierarchy4"/>
    <dgm:cxn modelId="{1F0A37C8-E07C-4B15-B037-D9399AECEA79}" type="presParOf" srcId="{0F0F8EB1-FBCE-4871-8312-BBC49A2299F4}" destId="{6648B5DD-E17F-479A-BE49-B71C2C758ACF}" srcOrd="1" destOrd="0" presId="urn:microsoft.com/office/officeart/2005/8/layout/hierarchy4"/>
    <dgm:cxn modelId="{05E63656-CA52-4638-B801-818F43BF4F78}" type="presParOf" srcId="{0F0F8EB1-FBCE-4871-8312-BBC49A2299F4}" destId="{6D1FDA7E-BC3D-4661-A4B1-B819E57E57A6}" srcOrd="2" destOrd="0" presId="urn:microsoft.com/office/officeart/2005/8/layout/hierarchy4"/>
    <dgm:cxn modelId="{5993F4D2-ECD0-44AD-99CF-A321341BA29D}" type="presParOf" srcId="{6D1FDA7E-BC3D-4661-A4B1-B819E57E57A6}" destId="{221CE92A-4478-456B-9885-E83D25F26522}" srcOrd="0" destOrd="0" presId="urn:microsoft.com/office/officeart/2005/8/layout/hierarchy4"/>
    <dgm:cxn modelId="{75D9292A-5B52-41FC-9836-6F4B89ADD660}" type="presParOf" srcId="{6D1FDA7E-BC3D-4661-A4B1-B819E57E57A6}" destId="{07CB1096-D043-4F3E-8FB8-D8C190469B9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A2B03-4DA6-470B-B637-C94B5EBBA37C}">
      <dsp:nvSpPr>
        <dsp:cNvPr id="0" name=""/>
        <dsp:cNvSpPr/>
      </dsp:nvSpPr>
      <dsp:spPr>
        <a:xfrm>
          <a:off x="3264" y="294"/>
          <a:ext cx="2705159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</a:t>
          </a:r>
          <a:r>
            <a:rPr lang="zh-CN" sz="2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训练干预方法</a:t>
          </a:r>
          <a:endParaRPr lang="zh-CN" sz="2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637" y="41667"/>
        <a:ext cx="2622413" cy="1329821"/>
      </dsp:txXfrm>
    </dsp:sp>
    <dsp:sp modelId="{6CD4DAC8-96B1-448C-94A9-E43B0A8C2800}">
      <dsp:nvSpPr>
        <dsp:cNvPr id="0" name=""/>
        <dsp:cNvSpPr/>
      </dsp:nvSpPr>
      <dsp:spPr>
        <a:xfrm>
          <a:off x="3264" y="1556697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⑴ 应用行为分析疗法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274" y="1581707"/>
        <a:ext cx="803881" cy="1362547"/>
      </dsp:txXfrm>
    </dsp:sp>
    <dsp:sp modelId="{6CEEFF61-B89C-4B7B-9421-40E8896CDA3C}">
      <dsp:nvSpPr>
        <dsp:cNvPr id="0" name=""/>
        <dsp:cNvSpPr/>
      </dsp:nvSpPr>
      <dsp:spPr>
        <a:xfrm>
          <a:off x="928893" y="1556697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⑵ 孤独症教育课程训练</a:t>
          </a:r>
          <a:endParaRPr lang="zh-CN" altLang="en-US" sz="16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53903" y="1581707"/>
        <a:ext cx="803881" cy="1362547"/>
      </dsp:txXfrm>
    </dsp:sp>
    <dsp:sp modelId="{7BDE8C95-BD2B-43D9-AD44-DBB670F312A0}">
      <dsp:nvSpPr>
        <dsp:cNvPr id="0" name=""/>
        <dsp:cNvSpPr/>
      </dsp:nvSpPr>
      <dsp:spPr>
        <a:xfrm>
          <a:off x="1854523" y="1556697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⑶ 人际关系训练法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79533" y="1581707"/>
        <a:ext cx="803881" cy="1362547"/>
      </dsp:txXfrm>
    </dsp:sp>
    <dsp:sp modelId="{FD6E0E32-698A-4196-9FBB-3CF5B52F5D02}">
      <dsp:nvSpPr>
        <dsp:cNvPr id="0" name=""/>
        <dsp:cNvSpPr/>
      </dsp:nvSpPr>
      <dsp:spPr>
        <a:xfrm>
          <a:off x="2851879" y="294"/>
          <a:ext cx="5374455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</a:t>
          </a:r>
          <a:r>
            <a:rPr lang="zh-CN" sz="2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药物治疗</a:t>
          </a:r>
          <a:endParaRPr lang="zh-CN" sz="2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93252" y="41667"/>
        <a:ext cx="5291709" cy="1329821"/>
      </dsp:txXfrm>
    </dsp:sp>
    <dsp:sp modelId="{6637D101-38DD-406A-B016-94948516D019}">
      <dsp:nvSpPr>
        <dsp:cNvPr id="0" name=""/>
        <dsp:cNvSpPr/>
      </dsp:nvSpPr>
      <dsp:spPr>
        <a:xfrm>
          <a:off x="2851879" y="1556697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⑴ 中枢兴奋药物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76889" y="1581707"/>
        <a:ext cx="803881" cy="1362547"/>
      </dsp:txXfrm>
    </dsp:sp>
    <dsp:sp modelId="{168FE1C8-91BB-46C7-8BD5-960FCC08EF20}">
      <dsp:nvSpPr>
        <dsp:cNvPr id="0" name=""/>
        <dsp:cNvSpPr/>
      </dsp:nvSpPr>
      <dsp:spPr>
        <a:xfrm>
          <a:off x="2851879" y="3113100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哌醋甲酯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76889" y="3138110"/>
        <a:ext cx="803881" cy="1362547"/>
      </dsp:txXfrm>
    </dsp:sp>
    <dsp:sp modelId="{C5B1EEA7-7827-43F0-8EC1-33C83264C392}">
      <dsp:nvSpPr>
        <dsp:cNvPr id="0" name=""/>
        <dsp:cNvSpPr/>
      </dsp:nvSpPr>
      <dsp:spPr>
        <a:xfrm>
          <a:off x="3777508" y="1556697"/>
          <a:ext cx="263343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⑵ 抗精神病药物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818881" y="1598070"/>
        <a:ext cx="2550685" cy="1329821"/>
      </dsp:txXfrm>
    </dsp:sp>
    <dsp:sp modelId="{F1C75571-F2A8-4445-9298-8EA68371E6D2}">
      <dsp:nvSpPr>
        <dsp:cNvPr id="0" name=""/>
        <dsp:cNvSpPr/>
      </dsp:nvSpPr>
      <dsp:spPr>
        <a:xfrm>
          <a:off x="3777508" y="3113100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①利培酮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802518" y="3138110"/>
        <a:ext cx="803881" cy="1362547"/>
      </dsp:txXfrm>
    </dsp:sp>
    <dsp:sp modelId="{63EA1CD5-ED2D-457D-9BF8-DD48ECCF3D42}">
      <dsp:nvSpPr>
        <dsp:cNvPr id="0" name=""/>
        <dsp:cNvSpPr/>
      </dsp:nvSpPr>
      <dsp:spPr>
        <a:xfrm>
          <a:off x="4667274" y="3113100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②氟哌啶醇</a:t>
          </a:r>
          <a:endParaRPr lang="zh-CN" altLang="en-US" sz="16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692284" y="3138110"/>
        <a:ext cx="803881" cy="1362547"/>
      </dsp:txXfrm>
    </dsp:sp>
    <dsp:sp modelId="{F4D606B5-11FC-4A6A-8F10-79514E97A29B}">
      <dsp:nvSpPr>
        <dsp:cNvPr id="0" name=""/>
        <dsp:cNvSpPr/>
      </dsp:nvSpPr>
      <dsp:spPr>
        <a:xfrm>
          <a:off x="5557039" y="3113100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③氯氮平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582049" y="3138110"/>
        <a:ext cx="803881" cy="1362547"/>
      </dsp:txXfrm>
    </dsp:sp>
    <dsp:sp modelId="{A5974500-9496-4496-8E46-CE409F0E46AF}">
      <dsp:nvSpPr>
        <dsp:cNvPr id="0" name=""/>
        <dsp:cNvSpPr/>
      </dsp:nvSpPr>
      <dsp:spPr>
        <a:xfrm>
          <a:off x="6482668" y="1556697"/>
          <a:ext cx="1743666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⑶ 抗抑郁药物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524041" y="1598070"/>
        <a:ext cx="1660920" cy="1329821"/>
      </dsp:txXfrm>
    </dsp:sp>
    <dsp:sp modelId="{95042790-B4F0-4AAD-8397-DB443BE78344}">
      <dsp:nvSpPr>
        <dsp:cNvPr id="0" name=""/>
        <dsp:cNvSpPr/>
      </dsp:nvSpPr>
      <dsp:spPr>
        <a:xfrm>
          <a:off x="6482668" y="3113100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①氯米帕明</a:t>
          </a:r>
          <a:endParaRPr lang="zh-CN" altLang="en-US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507678" y="3138110"/>
        <a:ext cx="803881" cy="1362547"/>
      </dsp:txXfrm>
    </dsp:sp>
    <dsp:sp modelId="{221CE92A-4478-456B-9885-E83D25F26522}">
      <dsp:nvSpPr>
        <dsp:cNvPr id="0" name=""/>
        <dsp:cNvSpPr/>
      </dsp:nvSpPr>
      <dsp:spPr>
        <a:xfrm>
          <a:off x="7372433" y="3113100"/>
          <a:ext cx="853901" cy="14125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②</a:t>
          </a:r>
          <a:r>
            <a:rPr 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SSRI</a:t>
          </a:r>
          <a:r>
            <a:rPr lang="zh-CN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类药物</a:t>
          </a:r>
          <a:endParaRPr lang="zh-CN" sz="16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397443" y="3138110"/>
        <a:ext cx="803881" cy="1362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16721-787E-4B7E-ADA3-592C37426847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D29D2-D78B-42A6-A192-15B3F1FB4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4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dirty="0" smtClean="0">
                <a:solidFill>
                  <a:srgbClr val="FF0000"/>
                </a:solidFill>
              </a:rPr>
              <a:t>虽然目前孤独症的干预方法很多，但是大多缺乏循证医学的证据。尚无最优治疗方案，最佳的治疗方法应该是个体化的治疗。其中，教育和训练是最有效、最主要的治疗方法。目标是促进患者语言发育，提高社会交往能力，掌握基本生活技能和学习技能。</a:t>
            </a:r>
            <a:endParaRPr lang="en-US" altLang="zh-CN" sz="1200" dirty="0" smtClean="0">
              <a:solidFill>
                <a:srgbClr val="FF0000"/>
              </a:solidFill>
            </a:endParaRPr>
          </a:p>
          <a:p>
            <a:r>
              <a:rPr lang="zh-CN" altLang="zh-CN" sz="1200" dirty="0" smtClean="0">
                <a:solidFill>
                  <a:srgbClr val="FF0000"/>
                </a:solidFill>
              </a:rPr>
              <a:t>孤独症患者在学龄前一般因不能适应普通幼儿园生活，而在家庭、特殊教育学校、医疗机构中接受教育和训练。学龄期以后患者的语言能力和社交能力会有所提高，部分患者可以到普通小学与同龄儿童一起接受教育，还有部分患者可能仍然留在特殊教育学校。</a:t>
            </a:r>
          </a:p>
          <a:p>
            <a:r>
              <a:rPr lang="zh-CN" altLang="zh-CN" sz="1200" dirty="0" smtClean="0">
                <a:solidFill>
                  <a:srgbClr val="FF0000"/>
                </a:solidFill>
              </a:rPr>
              <a:t>这些治疗方法在国内一些孤独症康复机构已开展，获取了较好的治疗效果，但还需要进一步研究论证。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D29D2-D78B-42A6-A192-15B3F1FB48C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194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36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48006" indent="0" algn="r">
              <a:buNone/>
              <a:defRPr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  <a:extLst/>
          </a:lstStyle>
          <a:p>
            <a:r>
              <a:rPr kumimoji="0" lang="zh-CN" altLang="en-US" smtClean="0"/>
              <a:t>单击以编辑母版副标题样式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350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350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sz="1350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F10EE98-A3FE-4D53-BBD8-DC96E747457E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8908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4148-6B6A-4B85-8739-251E48D8CECF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1572804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36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1725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9684-395A-4CA6-AF13-F5FB13F8966E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350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405889416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extLst/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extLst/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CC87-E58D-4F79-B4F7-3F17D10DAA65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6844133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extLst/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extLst/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D3CB-ACD8-43A9-8702-C8BC343EE474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53025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635A-EC5A-4A7B-90B1-C44D6ECC831D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1792700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3126-C616-44B0-B1A9-E2183286B9F5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95195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1875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2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extLst/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AA869C0-5506-433E-A4B0-9212EB7481AD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12383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3716" indent="0" algn="r"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24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C0078D0-F8B1-4861-BAD8-055A23B3E0DC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225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anchor="ctr" compatLnSpc="1"/>
          <a:lstStyle/>
          <a:p>
            <a:pPr algn="ctr" eaLnBrk="1" latinLnBrk="0" hangingPunct="1"/>
            <a:endParaRPr kumimoji="0" lang="en-US" sz="1350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350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97478190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AF91-0590-4B01-A7AB-4FF162C2ECDD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63130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0F38D-94FE-40D2-9C19-978F1BC4C946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8642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3DBAF-43E6-4E63-9FAB-6BE2052231A2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83547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69055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076766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856459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95817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731761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336866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628424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07485475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2936582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837587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257471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998" y="0"/>
            <a:ext cx="1086002" cy="1362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anchor="ctr" compatLnSpc="1"/>
          <a:lstStyle/>
          <a:p>
            <a:pPr algn="ctr" eaLnBrk="1" latinLnBrk="0" hangingPunct="1"/>
            <a:endParaRPr kumimoji="0" lang="en-US" sz="1350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750">
                <a:solidFill>
                  <a:schemeClr val="tx1"/>
                </a:solidFill>
                <a:ea typeface="微软雅黑" pitchFamily="34" charset="-122"/>
              </a:defRPr>
            </a:lvl1pPr>
            <a:extLst/>
          </a:lstStyle>
          <a:p>
            <a:fld id="{A20D9C52-1081-4F16-B656-6969D2322B96}" type="datetime1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750">
                <a:solidFill>
                  <a:schemeClr val="tx1"/>
                </a:solidFill>
                <a:ea typeface="微软雅黑" pitchFamily="34" charset="-122"/>
              </a:defRPr>
            </a:lvl1pPr>
            <a:extLst/>
          </a:lstStyle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750" b="0">
                <a:solidFill>
                  <a:schemeClr val="tx1"/>
                </a:solidFill>
                <a:ea typeface="微软雅黑" pitchFamily="34" charset="-122"/>
              </a:defRPr>
            </a:lvl1pPr>
            <a:extLst/>
          </a:lstStyle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67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slow">
    <p:push dir="u"/>
  </p:transition>
  <p:hf hdr="0" dt="0"/>
  <p:txStyles>
    <p:titleStyle>
      <a:lvl1pPr algn="l" rtl="0" eaLnBrk="1" latinLnBrk="0" hangingPunct="1">
        <a:spcBef>
          <a:spcPct val="0"/>
        </a:spcBef>
        <a:buNone/>
        <a:defRPr kumimoji="0" sz="3075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extLst/>
    </p:titleStyle>
    <p:bodyStyle>
      <a:lvl1pPr marL="274320" indent="-192024" algn="l" rtl="0" eaLnBrk="1" latinLnBrk="0" hangingPunct="1">
        <a:spcBef>
          <a:spcPts val="3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02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466344" indent="-171450" algn="l" rtl="0" eaLnBrk="1" latinLnBrk="0" hangingPunct="1">
        <a:spcBef>
          <a:spcPts val="243"/>
        </a:spcBef>
        <a:buClr>
          <a:schemeClr val="accent1"/>
        </a:buClr>
        <a:buFont typeface="Verdana"/>
        <a:buChar char="◦"/>
        <a:defRPr kumimoji="0" sz="172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644652" indent="-171450" algn="l" rtl="0" eaLnBrk="1" latinLnBrk="0" hangingPunct="1">
        <a:spcBef>
          <a:spcPts val="263"/>
        </a:spcBef>
        <a:buClr>
          <a:schemeClr val="accent2"/>
        </a:buClr>
        <a:buSzPct val="100000"/>
        <a:buFont typeface="Wingdings 2"/>
        <a:buChar char=""/>
        <a:defRPr kumimoji="0" sz="157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857250" indent="-171450" algn="l" rtl="0" eaLnBrk="1" latinLnBrk="0" hangingPunct="1">
        <a:spcBef>
          <a:spcPts val="263"/>
        </a:spcBef>
        <a:buClr>
          <a:schemeClr val="accent2"/>
        </a:buClr>
        <a:buFont typeface="Wingdings 2"/>
        <a:buChar char=""/>
        <a:defRPr kumimoji="0" sz="142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028700" indent="-171450" algn="l" rtl="0" eaLnBrk="1" latinLnBrk="0" hangingPunct="1">
        <a:spcBef>
          <a:spcPts val="263"/>
        </a:spcBef>
        <a:buClr>
          <a:schemeClr val="accent2"/>
        </a:buClr>
        <a:buFont typeface="Wingdings 2"/>
        <a:buChar char=""/>
        <a:defRPr kumimoji="0"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20015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71450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2645E3-164D-4608-913A-C2AE4E2E22B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2021/4/14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94C6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8A53B9-76D9-4E73-A06F-15EBBBB88F5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22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push dir="u"/>
  </p:transition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9.xml"/><Relationship Id="rId6" Type="http://schemas.openxmlformats.org/officeDocument/2006/relationships/slide" Target="slide10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儿童孤独症的干预与治疗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406268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500"/>
                            </p:stCondLst>
                            <p:childTnLst>
                              <p:par>
                                <p:cTn id="16" presetID="2" presetClass="exit" presetSubtype="4" fill="hold" grpId="1" nodeType="afterEffect">
                                  <p:stCondLst>
                                    <p:cond delay="5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0"/>
                            </p:stCondLst>
                            <p:childTnLst>
                              <p:par>
                                <p:cTn id="21" presetID="42" presetClass="exit" presetSubtype="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463216" cy="937926"/>
          </a:xfrm>
        </p:spPr>
        <p:txBody>
          <a:bodyPr numCol="2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>
                <a:hlinkClick r:id="rId2" action="ppaction://hlinksldjump"/>
              </a:rPr>
              <a:t>基本</a:t>
            </a:r>
            <a:r>
              <a:rPr lang="zh-CN" altLang="en-US" sz="1200" dirty="0">
                <a:hlinkClick r:id="rId2" action="ppaction://hlinksldjump"/>
              </a:rPr>
              <a:t>介绍</a:t>
            </a:r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>
                <a:hlinkClick r:id="rId3" action="ppaction://hlinksldjump"/>
              </a:rPr>
              <a:t>患病</a:t>
            </a:r>
            <a:r>
              <a:rPr lang="zh-CN" altLang="en-US" sz="1200" dirty="0">
                <a:hlinkClick r:id="rId3" action="ppaction://hlinksldjump"/>
              </a:rPr>
              <a:t>概率</a:t>
            </a:r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>
                <a:hlinkClick r:id="rId4" action="ppaction://hlinksldjump"/>
              </a:rPr>
              <a:t>病因</a:t>
            </a:r>
            <a:r>
              <a:rPr lang="zh-CN" altLang="en-US" sz="1200" dirty="0">
                <a:hlinkClick r:id="rId4" action="ppaction://hlinksldjump"/>
              </a:rPr>
              <a:t>分析</a:t>
            </a:r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>
                <a:hlinkClick r:id="rId5" action="ppaction://hlinksldjump"/>
              </a:rPr>
              <a:t>临床</a:t>
            </a:r>
            <a:r>
              <a:rPr lang="zh-CN" altLang="en-US" sz="1200" dirty="0">
                <a:hlinkClick r:id="rId5" action="ppaction://hlinksldjump"/>
              </a:rPr>
              <a:t>表现</a:t>
            </a:r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>
                <a:hlinkClick r:id="rId6" action="ppaction://hlinksldjump"/>
              </a:rPr>
              <a:t>疾病诊断</a:t>
            </a:r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>
                <a:hlinkClick r:id="rId7" action="ppaction://hlinksldjump"/>
              </a:rPr>
              <a:t>疾病</a:t>
            </a:r>
            <a:r>
              <a:rPr lang="zh-CN" altLang="en-US" sz="1200" dirty="0">
                <a:hlinkClick r:id="rId7" action="ppaction://hlinksldjump"/>
              </a:rPr>
              <a:t>治疗</a:t>
            </a:r>
            <a:endParaRPr lang="zh-CN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>
                <a:hlinkClick r:id="rId8" action="ppaction://hlinksldjump"/>
              </a:rPr>
              <a:t>疾病</a:t>
            </a:r>
            <a:r>
              <a:rPr lang="zh-CN" altLang="en-US" sz="1200" dirty="0">
                <a:hlinkClick r:id="rId8" action="ppaction://hlinksldjump"/>
              </a:rPr>
              <a:t>预防</a:t>
            </a:r>
            <a:endParaRPr lang="zh-CN" altLang="en-US" sz="1200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" b="1012"/>
          <a:stretch>
            <a:fillRect/>
          </a:stretch>
        </p:blipFill>
        <p:spPr/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2336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基本</a:t>
            </a:r>
            <a:r>
              <a:rPr lang="zh-CN" altLang="en-US" dirty="0"/>
              <a:t>信息（见表格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r>
              <a:rPr lang="zh-CN" altLang="en-US" dirty="0" smtClean="0"/>
              <a:t>儿童</a:t>
            </a:r>
            <a:r>
              <a:rPr lang="zh-CN" altLang="en-US" dirty="0"/>
              <a:t>孤独症是广泛性发育障碍的一种亚型，以男性多见，起病于婴幼儿期，主要表现为不同程度的言语发育障碍、人际交往障碍、兴趣狭窄和行为方式刻板。约有</a:t>
            </a:r>
            <a:r>
              <a:rPr lang="en-US" altLang="zh-CN" dirty="0"/>
              <a:t>3/4</a:t>
            </a:r>
            <a:r>
              <a:rPr lang="zh-CN" altLang="en-US" dirty="0"/>
              <a:t>的患者伴有明显的精神发育迟滞，部分患儿在一般性智力落后的背景下某方面具有较好的能力。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02410967"/>
              </p:ext>
            </p:extLst>
          </p:nvPr>
        </p:nvGraphicFramePr>
        <p:xfrm>
          <a:off x="4648200" y="1916832"/>
          <a:ext cx="4038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976">
                  <a:extLst>
                    <a:ext uri="{9D8B030D-6E8A-4147-A177-3AD203B41FA5}">
                      <a16:colId xmlns:a16="http://schemas.microsoft.com/office/drawing/2014/main" val="153698428"/>
                    </a:ext>
                  </a:extLst>
                </a:gridCol>
                <a:gridCol w="2530624">
                  <a:extLst>
                    <a:ext uri="{9D8B030D-6E8A-4147-A177-3AD203B41FA5}">
                      <a16:colId xmlns:a16="http://schemas.microsoft.com/office/drawing/2014/main" val="2686438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外文名称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Autistic disorder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就诊科室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精神心理科、儿科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53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多发群体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婴幼儿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64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常见症状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人际交往和情感交流障碍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266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传染性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83641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基本介绍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6107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患病概率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该症患病率</a:t>
            </a:r>
            <a:r>
              <a:rPr lang="en-US" altLang="zh-CN" dirty="0"/>
              <a:t>3</a:t>
            </a:r>
            <a:r>
              <a:rPr lang="zh-CN" altLang="en-US" dirty="0"/>
              <a:t>～</a:t>
            </a:r>
            <a:r>
              <a:rPr lang="en-US" altLang="zh-CN" dirty="0"/>
              <a:t>4/</a:t>
            </a:r>
            <a:r>
              <a:rPr lang="zh-CN" altLang="en-US" dirty="0"/>
              <a:t>万。但近年报道有增高的趋势，据美国国立卫生研究院精神健康研究所</a:t>
            </a:r>
            <a:r>
              <a:rPr lang="en-US" altLang="zh-CN" dirty="0"/>
              <a:t>(NIMH)</a:t>
            </a:r>
            <a:r>
              <a:rPr lang="zh-CN" altLang="en-US" dirty="0"/>
              <a:t>的数据，美国孤独症患病率在</a:t>
            </a:r>
            <a:r>
              <a:rPr lang="en-US" altLang="zh-CN" dirty="0"/>
              <a:t>1‰</a:t>
            </a:r>
            <a:r>
              <a:rPr lang="zh-CN" altLang="en-US" dirty="0"/>
              <a:t>～</a:t>
            </a:r>
            <a:r>
              <a:rPr lang="en-US" altLang="zh-CN" dirty="0"/>
              <a:t>2‰</a:t>
            </a:r>
            <a:r>
              <a:rPr lang="zh-CN" altLang="en-US" dirty="0"/>
              <a:t>。国内未见孤独症的全国流调数据，仅部分地区作了相关报道，如</a:t>
            </a:r>
            <a:r>
              <a:rPr lang="en-US" altLang="zh-CN" dirty="0"/>
              <a:t>2010</a:t>
            </a:r>
            <a:r>
              <a:rPr lang="zh-CN" altLang="en-US" dirty="0"/>
              <a:t>年报道，广东孤独症患病率为</a:t>
            </a:r>
            <a:r>
              <a:rPr lang="en-US" altLang="zh-CN" dirty="0"/>
              <a:t>0.67%</a:t>
            </a:r>
            <a:r>
              <a:rPr lang="zh-CN" altLang="en-US" dirty="0"/>
              <a:t>，深圳地区高达</a:t>
            </a:r>
            <a:r>
              <a:rPr lang="en-US" altLang="zh-CN" dirty="0"/>
              <a:t>1.32%</a:t>
            </a:r>
            <a:r>
              <a:rPr lang="zh-CN" altLang="en-US" dirty="0"/>
              <a:t>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69881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病因分析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目前尚不完全清楚，但可能与以下因素有关： </a:t>
            </a:r>
          </a:p>
          <a:p>
            <a:pPr lvl="0"/>
            <a:r>
              <a:rPr lang="en-US" altLang="zh-CN" dirty="0"/>
              <a:t>1.</a:t>
            </a:r>
            <a:r>
              <a:rPr lang="zh-CN" altLang="en-US" dirty="0"/>
              <a:t> 遗传</a:t>
            </a:r>
          </a:p>
          <a:p>
            <a:pPr lvl="1"/>
            <a:r>
              <a:rPr lang="zh-CN" altLang="en-US" dirty="0"/>
              <a:t>遗传因素对孤独症的作用已趋于明确，但具体的遗传方式还不明了。</a:t>
            </a:r>
          </a:p>
          <a:p>
            <a:pPr lvl="0"/>
            <a:r>
              <a:rPr lang="en-US" altLang="zh-CN" dirty="0"/>
              <a:t>2.</a:t>
            </a:r>
            <a:r>
              <a:rPr lang="zh-CN" altLang="en-US" dirty="0"/>
              <a:t> 围产期因素</a:t>
            </a:r>
          </a:p>
          <a:p>
            <a:pPr lvl="1"/>
            <a:r>
              <a:rPr lang="zh-CN" altLang="en-US" dirty="0"/>
              <a:t>围产期各种并发症，如产伤、宫内窒息等较正常对照组多。</a:t>
            </a:r>
          </a:p>
          <a:p>
            <a:pPr lvl="0"/>
            <a:r>
              <a:rPr lang="en-US" altLang="zh-CN" dirty="0"/>
              <a:t>3.</a:t>
            </a:r>
            <a:r>
              <a:rPr lang="zh-CN" altLang="en-US" dirty="0"/>
              <a:t> 免疫系统异常</a:t>
            </a:r>
          </a:p>
          <a:p>
            <a:pPr lvl="1"/>
            <a:r>
              <a:rPr lang="zh-CN" altLang="en-US" dirty="0"/>
              <a:t>发现</a:t>
            </a:r>
            <a:r>
              <a:rPr lang="en-US" altLang="zh-CN" dirty="0"/>
              <a:t>T</a:t>
            </a:r>
            <a:r>
              <a:rPr lang="zh-CN" altLang="en-US" dirty="0"/>
              <a:t>淋巴细胞数量减少，辅助</a:t>
            </a:r>
            <a:r>
              <a:rPr lang="en-US" altLang="zh-CN" dirty="0"/>
              <a:t>T</a:t>
            </a:r>
            <a:r>
              <a:rPr lang="zh-CN" altLang="en-US" dirty="0"/>
              <a:t>细胞和</a:t>
            </a:r>
            <a:r>
              <a:rPr lang="en-US" altLang="zh-CN" dirty="0"/>
              <a:t>B</a:t>
            </a:r>
            <a:r>
              <a:rPr lang="zh-CN" altLang="en-US" dirty="0"/>
              <a:t>细胞数量减少、抑制</a:t>
            </a:r>
            <a:r>
              <a:rPr lang="en-US" altLang="zh-CN" dirty="0"/>
              <a:t>-</a:t>
            </a:r>
            <a:r>
              <a:rPr lang="zh-CN" altLang="en-US" dirty="0"/>
              <a:t>诱导</a:t>
            </a:r>
            <a:r>
              <a:rPr lang="en-US" altLang="zh-CN" dirty="0"/>
              <a:t>T</a:t>
            </a:r>
            <a:r>
              <a:rPr lang="zh-CN" altLang="en-US" dirty="0"/>
              <a:t>细胞缺乏、自然杀伤细胞活性减低等。</a:t>
            </a:r>
          </a:p>
          <a:p>
            <a:pPr lvl="0"/>
            <a:r>
              <a:rPr lang="en-US" altLang="zh-CN" dirty="0"/>
              <a:t>4.</a:t>
            </a:r>
            <a:r>
              <a:rPr lang="zh-CN" altLang="en-US" dirty="0"/>
              <a:t> 神经内分泌和神经递质</a:t>
            </a:r>
          </a:p>
          <a:p>
            <a:pPr lvl="1"/>
            <a:r>
              <a:rPr lang="zh-CN" altLang="en-US" dirty="0"/>
              <a:t>与多种神经内分泌和神经递质功能失调有关。研究发现孤独症患者的单胺系统，如</a:t>
            </a:r>
            <a:r>
              <a:rPr lang="en-US" altLang="zh-CN" dirty="0"/>
              <a:t>5-</a:t>
            </a:r>
            <a:r>
              <a:rPr lang="zh-CN" altLang="en-US" dirty="0"/>
              <a:t>羟色胺（</a:t>
            </a:r>
            <a:r>
              <a:rPr lang="en-US" altLang="zh-CN" dirty="0"/>
              <a:t>5-HT</a:t>
            </a:r>
            <a:r>
              <a:rPr lang="zh-CN" altLang="en-US" dirty="0"/>
              <a:t>）和儿茶酚胺发育不成熟，松果体</a:t>
            </a:r>
            <a:r>
              <a:rPr lang="en-US" altLang="zh-CN" dirty="0"/>
              <a:t>-</a:t>
            </a:r>
            <a:r>
              <a:rPr lang="zh-CN" altLang="en-US" dirty="0"/>
              <a:t>丘脑下部</a:t>
            </a:r>
            <a:r>
              <a:rPr lang="en-US" altLang="zh-CN" dirty="0"/>
              <a:t>-</a:t>
            </a:r>
            <a:r>
              <a:rPr lang="zh-CN" altLang="en-US" dirty="0"/>
              <a:t>垂体</a:t>
            </a:r>
            <a:r>
              <a:rPr lang="en-US" altLang="zh-CN" dirty="0"/>
              <a:t>-</a:t>
            </a:r>
            <a:r>
              <a:rPr lang="zh-CN" altLang="en-US" dirty="0"/>
              <a:t>肾上腺轴异常，导致</a:t>
            </a:r>
            <a:r>
              <a:rPr lang="en-US" altLang="zh-CN" dirty="0"/>
              <a:t>5-HT</a:t>
            </a:r>
            <a:r>
              <a:rPr lang="zh-CN" altLang="en-US" dirty="0"/>
              <a:t>、内啡肽增加，促肾上腺皮质激素（</a:t>
            </a:r>
            <a:r>
              <a:rPr lang="en-US" altLang="zh-CN" dirty="0"/>
              <a:t>ACTH</a:t>
            </a:r>
            <a:r>
              <a:rPr lang="zh-CN" altLang="en-US" dirty="0"/>
              <a:t>）分泌减少。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1768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临床表现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dirty="0"/>
              <a:t>1.</a:t>
            </a:r>
            <a:r>
              <a:rPr lang="zh-CN" altLang="en-US" dirty="0"/>
              <a:t> 语言障碍</a:t>
            </a:r>
          </a:p>
          <a:p>
            <a:pPr lvl="1"/>
            <a:r>
              <a:rPr lang="zh-CN" altLang="en-US" dirty="0"/>
              <a:t>语言与交流障碍是孤独症的重要症状， 是大多数儿童就诊的主要原因。语言与交流障碍可以表现为多种形式，多数孤独症儿童有语言发育延迟或障碍，通常在两岁和三岁时仍然不会说话，或者在正常语言发育后出现语言倒退，在</a:t>
            </a:r>
            <a:r>
              <a:rPr lang="en-US" altLang="zh-CN" dirty="0"/>
              <a:t>2</a:t>
            </a:r>
            <a:r>
              <a:rPr lang="zh-CN" altLang="en-US" dirty="0"/>
              <a:t>～</a:t>
            </a:r>
            <a:r>
              <a:rPr lang="en-US" altLang="zh-CN" dirty="0"/>
              <a:t>3</a:t>
            </a:r>
            <a:r>
              <a:rPr lang="zh-CN" altLang="en-US" dirty="0"/>
              <a:t>岁以前有表达性语言，随着年龄增长逐渐减少，甚至完全丧失，终身沉默不语或在极少数情况下使用有限的语言。他们对语言的感受和表达运用能力均存在某种程度的障碍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2566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临床表现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dirty="0" smtClean="0"/>
              <a:t>2.</a:t>
            </a:r>
            <a:r>
              <a:rPr lang="zh-CN" altLang="en-US" dirty="0" smtClean="0"/>
              <a:t> 社会交往障碍</a:t>
            </a:r>
          </a:p>
          <a:p>
            <a:pPr lvl="1"/>
            <a:r>
              <a:rPr lang="zh-CN" altLang="en-US" dirty="0" smtClean="0"/>
              <a:t>患者不能与他人建立正常的人际关系。年幼时即表现出与别人无目光对视，表情贫乏，缺乏期待父母和他人拥抱、爱抚的表情或姿态，也无享受到爱抚时的愉快表情，甚至对父母和别人的拥抱、爱抚予以拒绝。分不清亲疏关系，对待亲人与对待其他人都是同样的态度。不能与父母建立正常的依恋关系，患者与同龄儿童之间难以建立正常的伙伴关系，例如，在幼儿园多独处，不喜欢与同伴一起玩耍；看见一些儿童在一起兴致勃勃地做游戏时，没有去观看的兴趣或去参与的愿望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7998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临床表现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3.</a:t>
            </a:r>
            <a:r>
              <a:rPr lang="zh-CN" altLang="en-US" dirty="0" smtClean="0"/>
              <a:t> 兴趣范围狭窄和刻板的行为模式</a:t>
            </a:r>
          </a:p>
          <a:p>
            <a:pPr lvl="1"/>
            <a:r>
              <a:rPr lang="zh-CN" altLang="en-US" dirty="0" smtClean="0"/>
              <a:t>患者对于正常儿童所热衷的游戏、玩具都不感兴趣，而喜欢玩一些非玩具性的物品，如一个瓶盖，或观察转动的电风扇等，并且可以持续数十分钟、甚至几个小时而没有厌倦感。对玩具的主要特征不感兴趣，却十分关注非主要特征：患者固执地要求保持日常活动程序不变，如上床睡觉的时间、所盖的被子都要保持不变，外出时要走相同的路线等。若这些活动被制止或行为模式被改变，患者会表示出明显的不愉快和焦虑情绪，甚至出现反抗行为。患者可有重复刻板动作，如反复拍手、转圈、用舌舔墙壁、跺脚等。</a:t>
            </a: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50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临床表现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4.</a:t>
            </a:r>
            <a:r>
              <a:rPr lang="zh-CN" altLang="en-US" smtClean="0"/>
              <a:t> 智能障碍</a:t>
            </a:r>
          </a:p>
          <a:p>
            <a:pPr lvl="1"/>
            <a:r>
              <a:rPr lang="zh-CN" altLang="en-US" smtClean="0"/>
              <a:t>在孤独症儿童中，智力水平表现很不一致，少数患者在正常范围，大多数患者表现为不同程度的智力障碍。国内外研究表明，对孤独症儿童进行智力测验，发现</a:t>
            </a:r>
            <a:r>
              <a:rPr lang="en-US" altLang="zh-CN" smtClean="0"/>
              <a:t>50%</a:t>
            </a:r>
            <a:r>
              <a:rPr lang="zh-CN" altLang="en-US" smtClean="0"/>
              <a:t>左右的孤独症儿童为中度以上的智力缺陷（智商小于</a:t>
            </a:r>
            <a:r>
              <a:rPr lang="en-US" altLang="zh-CN" smtClean="0"/>
              <a:t>50</a:t>
            </a:r>
            <a:r>
              <a:rPr lang="zh-CN" altLang="en-US" smtClean="0"/>
              <a:t>），</a:t>
            </a:r>
            <a:r>
              <a:rPr lang="en-US" altLang="zh-CN" smtClean="0"/>
              <a:t>25%</a:t>
            </a:r>
            <a:r>
              <a:rPr lang="zh-CN" altLang="en-US" smtClean="0"/>
              <a:t>为轻度智力缺陷（智商为</a:t>
            </a:r>
            <a:r>
              <a:rPr lang="en-US" altLang="zh-CN" smtClean="0"/>
              <a:t>50</a:t>
            </a:r>
            <a:r>
              <a:rPr lang="zh-CN" altLang="en-US" smtClean="0"/>
              <a:t>～</a:t>
            </a:r>
            <a:r>
              <a:rPr lang="en-US" altLang="zh-CN" smtClean="0"/>
              <a:t>69</a:t>
            </a:r>
            <a:r>
              <a:rPr lang="zh-CN" altLang="en-US" smtClean="0"/>
              <a:t>），</a:t>
            </a:r>
            <a:r>
              <a:rPr lang="en-US" altLang="zh-CN" smtClean="0"/>
              <a:t>25%</a:t>
            </a:r>
            <a:r>
              <a:rPr lang="zh-CN" altLang="en-US" smtClean="0"/>
              <a:t>智力在正常（智商大于</a:t>
            </a:r>
            <a:r>
              <a:rPr lang="en-US" altLang="zh-CN" smtClean="0"/>
              <a:t>70</a:t>
            </a:r>
            <a:r>
              <a:rPr lang="zh-CN" altLang="en-US" smtClean="0"/>
              <a:t>），智力正常的被称为高功能孤独症。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6027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疾病诊断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/>
              <a:t>通过采集全面详细的生长发育史、病史和精神检查，若发现患者在</a:t>
            </a:r>
            <a:r>
              <a:rPr lang="en-US" altLang="zh-CN"/>
              <a:t>3</a:t>
            </a:r>
            <a:r>
              <a:rPr lang="zh-CN" altLang="en-US"/>
              <a:t>岁以前逐渐出现言语发育与社会交往障碍、兴趣范围狭窄和刻板重复的行为方式等典型临床表现，排除儿童精神分裂症、精神发育迟滞、</a:t>
            </a:r>
            <a:r>
              <a:rPr lang="en-US" altLang="zh-CN"/>
              <a:t>Asperger </a:t>
            </a:r>
            <a:r>
              <a:rPr lang="zh-CN" altLang="en-US"/>
              <a:t>综合征、</a:t>
            </a:r>
            <a:r>
              <a:rPr lang="en-US" altLang="zh-CN"/>
              <a:t>Heller </a:t>
            </a:r>
            <a:r>
              <a:rPr lang="zh-CN" altLang="en-US"/>
              <a:t>综合征和</a:t>
            </a:r>
            <a:r>
              <a:rPr lang="en-US" altLang="zh-CN"/>
              <a:t>Rett </a:t>
            </a:r>
            <a:r>
              <a:rPr lang="zh-CN" altLang="en-US"/>
              <a:t>综合征等其他广泛性发育障碍，可做出儿童孤独症的诊断。</a:t>
            </a:r>
          </a:p>
          <a:p>
            <a:pPr lvl="0"/>
            <a:r>
              <a:rPr lang="zh-CN" altLang="en-US"/>
              <a:t>少数患者的临床表现不典型，只能部分满足孤独症症状标准，或发病年龄不典型，例如在</a:t>
            </a:r>
            <a:r>
              <a:rPr lang="en-US" altLang="zh-CN"/>
              <a:t>3</a:t>
            </a:r>
            <a:r>
              <a:rPr lang="zh-CN" altLang="en-US"/>
              <a:t>岁后才出现症状。可将这些患者诊断为非典型孤独症。应当对这类患者继续观察随访，最终做出正确诊断。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79494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疾病治疗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126376417"/>
              </p:ext>
            </p:extLst>
          </p:nvPr>
        </p:nvGraphicFramePr>
        <p:xfrm>
          <a:off x="457200" y="148133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6939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9A2B03-4DA6-470B-B637-C94B5EBBA37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D4DAC8-96B1-448C-94A9-E43B0A8C28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EFF61-B89C-4B7B-9421-40E8896CDA3C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E8C95-BD2B-43D9-AD44-DBB670F312A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E0E32-698A-4196-9FBB-3CF5B52F5D0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37D101-38DD-406A-B016-94948516D01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FE1C8-91BB-46C7-8BD5-960FCC08EF2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B1EEA7-7827-43F0-8EC1-33C83264C39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C75571-F2A8-4445-9298-8EA68371E6D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EA1CD5-ED2D-457D-9BF8-DD48ECCF3D4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D606B5-11FC-4A6A-8F10-79514E97A29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74500-9496-4496-8E46-CE409F0E46AF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42790-B4F0-4AAD-8397-DB443BE78344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1CE92A-4478-456B-9885-E83D25F26522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zh-CN" altLang="en-US" dirty="0"/>
              <a:t>早期预防：加强围生期卫生保健，做到优生优育，防止烟、酒、毒等有害物质的侵害。</a:t>
            </a:r>
          </a:p>
          <a:p>
            <a:pPr lvl="0"/>
            <a:r>
              <a:rPr lang="zh-CN" altLang="en-US" dirty="0"/>
              <a:t>早期干预：若一个</a:t>
            </a:r>
            <a:r>
              <a:rPr lang="en-US" altLang="zh-CN" dirty="0"/>
              <a:t>18</a:t>
            </a:r>
            <a:r>
              <a:rPr lang="zh-CN" altLang="en-US" dirty="0"/>
              <a:t>个月的婴儿具有如下的特征表现，那么在其</a:t>
            </a:r>
            <a:r>
              <a:rPr lang="en-US" altLang="zh-CN" dirty="0"/>
              <a:t>30</a:t>
            </a:r>
            <a:r>
              <a:rPr lang="zh-CN" altLang="en-US" dirty="0"/>
              <a:t>个月时就很可能被诊断为孤独症，应高度重视并予以干预：</a:t>
            </a:r>
          </a:p>
          <a:p>
            <a:pPr lvl="1"/>
            <a:r>
              <a:rPr lang="zh-CN" altLang="en-US" dirty="0"/>
              <a:t>① 无视线对视缺乏面部表情，被拥抱时无相应期待被抱的姿势</a:t>
            </a:r>
            <a:r>
              <a:rPr lang="en-US" altLang="zh-CN" dirty="0"/>
              <a:t>;</a:t>
            </a:r>
            <a:r>
              <a:rPr lang="zh-CN" altLang="en-US" dirty="0"/>
              <a:t>呼唤他们的名字常常无反应。</a:t>
            </a:r>
          </a:p>
          <a:p>
            <a:pPr lvl="1"/>
            <a:r>
              <a:rPr lang="zh-CN" altLang="en-US" dirty="0"/>
              <a:t>② 不关注周围人的面容和表情而过分关注周围的声或光。</a:t>
            </a:r>
          </a:p>
          <a:p>
            <a:pPr lvl="1"/>
            <a:r>
              <a:rPr lang="zh-CN" altLang="en-US" dirty="0"/>
              <a:t>③ 反复模仿别人的言语或自顾自地说话或无原因的反复尖叫、喊叫</a:t>
            </a:r>
            <a:r>
              <a:rPr lang="en-US" altLang="zh-CN" dirty="0"/>
              <a:t>;</a:t>
            </a:r>
            <a:r>
              <a:rPr lang="zh-CN" altLang="en-US" dirty="0"/>
              <a:t>无故大笑或突然发笑</a:t>
            </a:r>
          </a:p>
          <a:p>
            <a:pPr lvl="1"/>
            <a:r>
              <a:rPr lang="zh-CN" altLang="en-US" dirty="0"/>
              <a:t>④ 不理睬周围同龄儿童经常仪式性地摆弄玩具，不许别人改变事物的固定模式。</a:t>
            </a:r>
          </a:p>
          <a:p>
            <a:pPr lvl="1"/>
            <a:r>
              <a:rPr lang="zh-CN" altLang="en-US" dirty="0"/>
              <a:t>⑤ 经常有奇怪的手指活动，或常转圈跑重复蹦跳或有咬手撞头等自伤自残行为。</a:t>
            </a:r>
          </a:p>
          <a:p>
            <a:pPr lvl="1"/>
            <a:r>
              <a:rPr lang="zh-CN" altLang="en-US" dirty="0"/>
              <a:t>⑥ </a:t>
            </a:r>
            <a:r>
              <a:rPr lang="en-US" altLang="zh-CN" dirty="0"/>
              <a:t>1</a:t>
            </a:r>
            <a:r>
              <a:rPr lang="zh-CN" altLang="en-US" dirty="0"/>
              <a:t>岁前就已经会说的有意义言语又逐渐消失。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110706"/>
            <a:ext cx="1905000" cy="1266825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疾病预防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儿童孤独症的干预与治疗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7063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OfficeEval\redacted\\lgi01a20140919190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9149">
            <a:off x="6172239" y="4056468"/>
            <a:ext cx="2355229" cy="2228727"/>
          </a:xfrm>
          <a:prstGeom prst="hear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29712" y="1994358"/>
            <a:ext cx="7141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50" normalizeH="0" baseline="0" noProof="0" dirty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Century Gothic"/>
                <a:ea typeface="微软雅黑" panose="020B0503020204020204" pitchFamily="34" charset="-122"/>
                <a:cs typeface="+mn-cs"/>
              </a:rPr>
              <a:t>谢谢大家，欢迎联系！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9360" y="4098964"/>
            <a:ext cx="5007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联系电话：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88888888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QQ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123456789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Email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 123456789@QQ.COM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5904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聚合1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聚合1" id="{A61A482B-E61A-40C1-94EB-B907A6883703}" vid="{FF86DAA9-488D-4B6E-9795-6241537B471A}"/>
    </a:ext>
  </a:extLst>
</a:theme>
</file>

<file path=ppt/theme/theme2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聚合1</Template>
  <TotalTime>362</TotalTime>
  <Words>1478</Words>
  <Application>Microsoft Office PowerPoint</Application>
  <PresentationFormat>全屏显示(4:3)</PresentationFormat>
  <Paragraphs>104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微软雅黑</vt:lpstr>
      <vt:lpstr>幼圆</vt:lpstr>
      <vt:lpstr>Century Gothic</vt:lpstr>
      <vt:lpstr>Lucida Sans Unicode</vt:lpstr>
      <vt:lpstr>Verdana</vt:lpstr>
      <vt:lpstr>Wingdings 2</vt:lpstr>
      <vt:lpstr>Wingdings 3</vt:lpstr>
      <vt:lpstr>聚合1</vt:lpstr>
      <vt:lpstr>奥斯汀</vt:lpstr>
      <vt:lpstr>儿童孤独症的干预与治疗</vt:lpstr>
      <vt:lpstr>目录</vt:lpstr>
      <vt:lpstr>基本介绍</vt:lpstr>
      <vt:lpstr>患病概率</vt:lpstr>
      <vt:lpstr>病因分析</vt:lpstr>
      <vt:lpstr>临床表现</vt:lpstr>
      <vt:lpstr>临床表现</vt:lpstr>
      <vt:lpstr>临床表现</vt:lpstr>
      <vt:lpstr>临床表现</vt:lpstr>
      <vt:lpstr>疾病诊断</vt:lpstr>
      <vt:lpstr>疾病治疗</vt:lpstr>
      <vt:lpstr>疾病预防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患病概率</dc:title>
  <dc:creator>吉燕</dc:creator>
  <cp:lastModifiedBy>Windows 用户11</cp:lastModifiedBy>
  <cp:revision>20</cp:revision>
  <dcterms:created xsi:type="dcterms:W3CDTF">2016-02-18T11:40:08Z</dcterms:created>
  <dcterms:modified xsi:type="dcterms:W3CDTF">2021-04-14T03:12:19Z</dcterms:modified>
</cp:coreProperties>
</file>