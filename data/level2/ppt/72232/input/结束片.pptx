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44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D2C66-CE37-4968-A0D0-EDBF6C0621C0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A8FECD-89B4-4464-B9C8-B4CF9DBF7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128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752645E3-164D-4608-913A-C2AE4E2E22B0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645E3-164D-4608-913A-C2AE4E2E22B0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752645E3-164D-4608-913A-C2AE4E2E22B0}" type="datetimeFigureOut">
              <a:rPr lang="zh-CN" altLang="en-US" smtClean="0"/>
              <a:t>2020-08-27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3E8A53B9-76D9-4E73-A06F-15EBBBB88F5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OfficeEval\redacted\\lgi01a201409191900[1]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MosiaicBubbl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09149">
            <a:off x="6172239" y="4056468"/>
            <a:ext cx="2355229" cy="2228727"/>
          </a:xfrm>
          <a:prstGeom prst="hear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1029712" y="1994358"/>
            <a:ext cx="7141700" cy="923330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Deflate">
              <a:avLst/>
            </a:prstTxWarp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zh-CN" altLang="en-US" sz="5400" b="1" spc="50" dirty="0">
                <a:ln w="11430"/>
                <a:solidFill>
                  <a:srgbClr val="7030A0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ea typeface="微软雅黑" panose="020B0503020204020204" pitchFamily="34" charset="-122"/>
              </a:rPr>
              <a:t>谢谢大家，欢迎联系！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9360" y="4098964"/>
            <a:ext cx="50072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联系电话：</a:t>
            </a:r>
            <a:r>
              <a:rPr lang="en-US" altLang="zh-CN" dirty="0"/>
              <a:t>88888888    </a:t>
            </a:r>
          </a:p>
          <a:p>
            <a:r>
              <a:rPr lang="en-US" altLang="zh-CN" dirty="0"/>
              <a:t>QQ</a:t>
            </a:r>
            <a:r>
              <a:rPr lang="zh-CN" altLang="en-US" dirty="0"/>
              <a:t>：</a:t>
            </a:r>
            <a:r>
              <a:rPr lang="en-US" altLang="zh-CN" dirty="0"/>
              <a:t>123456789  </a:t>
            </a:r>
          </a:p>
          <a:p>
            <a:r>
              <a:rPr lang="en-US" altLang="zh-CN" dirty="0"/>
              <a:t>Email</a:t>
            </a:r>
            <a:r>
              <a:rPr lang="zh-CN" altLang="en-US" dirty="0"/>
              <a:t>：</a:t>
            </a:r>
            <a:r>
              <a:rPr lang="en-US" altLang="zh-CN" dirty="0"/>
              <a:t> 123456789@QQ.COM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80783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奥斯汀">
  <a:themeElements>
    <a:clrScheme name="奥斯汀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奥斯汀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奥斯汀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14</TotalTime>
  <Words>20</Words>
  <Application>Microsoft Office PowerPoint</Application>
  <PresentationFormat>全屏显示(4:3)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Calibri</vt:lpstr>
      <vt:lpstr>Century Gothic</vt:lpstr>
      <vt:lpstr>Wingdings 2</vt:lpstr>
      <vt:lpstr>奥斯汀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吉燕</dc:creator>
  <cp:lastModifiedBy>吉燕</cp:lastModifiedBy>
  <cp:revision>4</cp:revision>
  <dcterms:created xsi:type="dcterms:W3CDTF">2016-02-18T11:47:17Z</dcterms:created>
  <dcterms:modified xsi:type="dcterms:W3CDTF">2020-08-27T06:22:12Z</dcterms:modified>
</cp:coreProperties>
</file>