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84" r:id="rId20"/>
    <p:sldId id="285" r:id="rId21"/>
    <p:sldId id="287" r:id="rId22"/>
    <p:sldId id="28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简介" id="{A0F0E28B-D698-404E-B41C-74D0E65ADF6D}">
          <p14:sldIdLst>
            <p14:sldId id="256"/>
            <p14:sldId id="258"/>
            <p14:sldId id="259"/>
          </p14:sldIdLst>
        </p14:section>
        <p14:section name="景观" id="{04253600-C93E-413C-A7C0-ECFF17EF2B16}">
          <p14:sldIdLst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管理" id="{AD028828-732A-46F6-ADFA-3AF6736AD436}">
          <p14:sldIdLst>
            <p14:sldId id="274"/>
            <p14:sldId id="275"/>
            <p14:sldId id="284"/>
            <p14:sldId id="285"/>
          </p14:sldIdLst>
        </p14:section>
        <p14:section name="信息" id="{EE80A3C2-117D-41C0-93DD-3D64FF37135F}">
          <p14:sldIdLst>
            <p14:sldId id="287"/>
            <p14:sldId id="2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540" autoAdjust="0"/>
  </p:normalViewPr>
  <p:slideViewPr>
    <p:cSldViewPr snapToGrid="0">
      <p:cViewPr>
        <p:scale>
          <a:sx n="80" d="100"/>
          <a:sy n="80" d="100"/>
        </p:scale>
        <p:origin x="-1092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C5304B-81D7-4BDF-A446-57B593C3CF09}" type="doc">
      <dgm:prSet loTypeId="urn:microsoft.com/office/officeart/2005/8/layout/orgChart1" loCatId="hierarchy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A72470D5-267A-4C84-96F8-E7D01B481F5C}">
      <dgm:prSet custT="1"/>
      <dgm:spPr/>
      <dgm:t>
        <a:bodyPr/>
        <a:lstStyle/>
        <a:p>
          <a:pPr rtl="0"/>
          <a:r>
            <a:rPr lang="zh-CN" altLang="en-US" sz="1000" baseline="0" dirty="0" smtClean="0">
              <a:latin typeface="宋体" panose="02010600030101010101" pitchFamily="2" charset="-122"/>
              <a:ea typeface="宋体" panose="02010600030101010101" pitchFamily="2" charset="-122"/>
            </a:rPr>
            <a:t>组织机构</a:t>
          </a:r>
          <a:endParaRPr lang="zh-CN" altLang="en-US" sz="1000" dirty="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375AF795-7084-46CF-B668-409C68EEDF53}" type="parTrans" cxnId="{427A67E8-C416-467D-B340-DF19FA14762E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C885A21-512A-422C-ADD0-AC990053B4E2}" type="sibTrans" cxnId="{427A67E8-C416-467D-B340-DF19FA14762E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9A787580-B97B-4580-A63E-F166AAD9FEFA}">
      <dgm:prSet custT="1"/>
      <dgm:spPr/>
      <dgm:t>
        <a:bodyPr/>
        <a:lstStyle/>
        <a:p>
          <a:pPr rtl="0"/>
          <a:r>
            <a:rPr lang="zh-CN" altLang="en-US" sz="1000" baseline="0" dirty="0" smtClean="0">
              <a:latin typeface="宋体" panose="02010600030101010101" pitchFamily="2" charset="-122"/>
              <a:ea typeface="宋体" panose="02010600030101010101" pitchFamily="2" charset="-122"/>
            </a:rPr>
            <a:t>基层服务队</a:t>
          </a:r>
          <a:endParaRPr lang="zh-CN" altLang="en-US" sz="1000" dirty="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64CEF598-0F30-4E2A-AFA6-11C77919391B}" type="parTrans" cxnId="{B7B2BAC5-F36D-4258-9A2E-BB5412BDEB00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AC0D0793-5AF1-41F8-9467-46C4937A5656}" type="sibTrans" cxnId="{B7B2BAC5-F36D-4258-9A2E-BB5412BDEB00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4697A399-3891-4AA0-B029-CD3160307762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游船队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AA0CF7EC-B9D8-4EE2-B1F6-44822A0C652E}" type="parTrans" cxnId="{3FED8396-1F2D-48E9-9A88-7157E405169E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D3BBD6A-3EE5-440E-92BA-5688F4418813}" type="sibTrans" cxnId="{3FED8396-1F2D-48E9-9A88-7157E405169E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7D52126-F90E-4FBC-8D4F-6E95FEEF9BD5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殿堂队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F8C13750-3626-4B3B-BB10-D0367D443144}" type="parTrans" cxnId="{92CE0DEE-73F2-45C7-90D7-039BBA750E3A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3975CE53-E9A4-4084-8F84-55BF58490C1E}" type="sibTrans" cxnId="{92CE0DEE-73F2-45C7-90D7-039BBA750E3A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8BAD0721-0390-417D-9227-9C93ADE06BDA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园务队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FA8F9D03-D71C-458C-8A36-848CC2EB919C}" type="parTrans" cxnId="{F057BB1F-34BD-4365-A6A4-F669CECC2ED5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8CF04DAF-528D-4319-83E4-59E5BCA16CA7}" type="sibTrans" cxnId="{F057BB1F-34BD-4365-A6A4-F669CECC2ED5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C4C40ABC-0A45-43AB-8933-5B01926E2233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基建队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857E6929-F271-4C08-85CE-992430FFDD15}" type="parTrans" cxnId="{DBC71F7A-8E67-49B3-BDB7-2F1220557B44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AFFE027F-F290-4F24-9DB6-60150220CA60}" type="sibTrans" cxnId="{DBC71F7A-8E67-49B3-BDB7-2F1220557B44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7D1DEE65-1BDD-41D9-83BD-0C1E08E94430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后勤队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B67F94C-B344-4CEC-8FDA-B9C947C0C1BE}" type="parTrans" cxnId="{9F5DF69D-6334-4070-8CBA-F5F89FDCEF3B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ED1699B8-4E38-4522-A0E2-2A7BC8937622}" type="sibTrans" cxnId="{9F5DF69D-6334-4070-8CBA-F5F89FDCEF3B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8EC61325-88CB-426C-9961-62CEE7624BD1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园艺队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3B3B1AFE-9BC6-4B84-A857-9467FC3F647B}" type="parTrans" cxnId="{37B1439B-DC80-4E06-B637-4ED169B4D514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46DFBC4-B8F4-4F29-B676-6A50FE5E9C16}" type="sibTrans" cxnId="{37B1439B-DC80-4E06-B637-4ED169B4D514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093E6FB-0B6F-46F8-81B8-9F0099D4FEC9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旅游服务队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D383CC8A-380F-4778-919F-1286EF6069D6}" type="parTrans" cxnId="{D9268FA5-F09E-4E7D-A0F2-5F79F424C925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7B728C5E-E3E8-4984-90B5-6374E00095ED}" type="sibTrans" cxnId="{D9268FA5-F09E-4E7D-A0F2-5F79F424C925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897875CA-FCA7-45CF-92EB-4BE91D6D3A48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西区管理队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6C3FF07E-6C70-4C48-B353-A8CFC66D5805}" type="parTrans" cxnId="{8A4C5F04-4548-45F3-8E20-8F87191548D5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6831F858-399C-4225-96D2-8E07471B1A7C}" type="sibTrans" cxnId="{8A4C5F04-4548-45F3-8E20-8F87191548D5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846E2763-18F3-4C19-98EF-88A9AF223F79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苏州街队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CA443778-2C12-4EAC-9C35-900FA3B28660}" type="parTrans" cxnId="{C2A0A41A-36F0-4746-8D0C-4CABB8E24493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464DEF63-428F-492C-B47A-3DC46DC3F8E2}" type="sibTrans" cxnId="{C2A0A41A-36F0-4746-8D0C-4CABB8E24493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AB1EF975-A904-4FFC-A573-1DA24B5B0F97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护园队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CE5BD198-CFA3-427F-8B0E-76DA5A449999}" type="parTrans" cxnId="{F9A07E15-50D2-48F6-B868-6DEDFED7D9F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AEE3D47C-31D1-4B08-809E-CF5EAC6E4E26}" type="sibTrans" cxnId="{F9A07E15-50D2-48F6-B868-6DEDFED7D9F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175A7BD0-8487-4A0A-8044-311D3C747279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社区管理队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65CDED1-2DB3-48E2-AA81-18F97CA82FFE}" type="parTrans" cxnId="{01623A89-D336-4871-B382-46F876AB0F8D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5865DFC0-D6D2-4B0F-A45C-10D4D21B9C05}" type="sibTrans" cxnId="{01623A89-D336-4871-B382-46F876AB0F8D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6AE0664A-15D7-490C-A484-997C9C0D5205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文昌院队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D943D746-D5F5-40EF-BDEF-115C575A1362}" type="parTrans" cxnId="{B34A1557-98C6-41AB-A20E-0F4791391CA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E742A0F8-BEE5-4A0F-9D8D-CC67B925675F}" type="sibTrans" cxnId="{B34A1557-98C6-41AB-A20E-0F4791391CA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5FFB7128-FACA-4EFA-A138-00865ED5122D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园艺研究所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B63A4053-3AA3-4BA7-88B7-FC7D8CFAA304}" type="parTrans" cxnId="{CB1D4206-F1CD-49DF-95BB-FA0A68EBB9DB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00D4DDF-2E22-4208-92F2-D6DD28F59BF2}" type="sibTrans" cxnId="{CB1D4206-F1CD-49DF-95BB-FA0A68EBB9DB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5E40E93-A1EF-4FB7-A256-A773FBFFD76C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导游服务中心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F48D58FB-2BA5-4883-B339-8691EA1E53B7}" type="parTrans" cxnId="{2104B733-CC65-4894-B145-4DA2C0706358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96883170-B12C-449D-8BCB-5A815E2F5C24}" type="sibTrans" cxnId="{2104B733-CC65-4894-B145-4DA2C0706358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503E185A-71CF-43E6-BD0B-0ED1840149FF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综合管理督察队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4E58B1EB-F552-4FA9-949B-5FC0F71BC100}" type="parTrans" cxnId="{29149135-3F30-4251-A11C-7004A6325DDD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7D184174-9254-4202-AACA-7293987B932A}" type="sibTrans" cxnId="{29149135-3F30-4251-A11C-7004A6325DDD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0F8C67B-C863-4DEC-A709-D20A48F95FFF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颐和园商店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0103A1F-AE48-49E4-92C5-592935148980}" type="parTrans" cxnId="{BF483C9F-846B-4436-AEA7-8A537DBE5911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9B22F86E-808F-4BEB-9490-7626D7A307C6}" type="sibTrans" cxnId="{BF483C9F-846B-4436-AEA7-8A537DBE5911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9D3B901D-68AB-4684-8F8D-D1DFC2FF0E90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听鹂馆队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4078A04-CC3B-4EA0-AB4D-B5D88E81A484}" type="parTrans" cxnId="{208A5247-BBD4-4AD6-8109-E89558D03ADA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822DE753-5F39-42B2-8FF3-D5D4249ED95B}" type="sibTrans" cxnId="{208A5247-BBD4-4AD6-8109-E89558D03ADA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1915B1D5-FBAE-462A-876E-853FD96B62F6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耕织图队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6B14F184-C14E-44C6-9CBB-99F392F99B1E}" type="parTrans" cxnId="{9C6328A2-C520-4AFC-A42D-62698EBF7AE0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C8D2556-72A5-48C9-819D-F34086986F7B}" type="sibTrans" cxnId="{9C6328A2-C520-4AFC-A42D-62698EBF7AE0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C737EDEE-3D9E-403C-9B3E-335612CBD5DA}">
      <dgm:prSet custT="1"/>
      <dgm:spPr/>
      <dgm:t>
        <a:bodyPr/>
        <a:lstStyle/>
        <a:p>
          <a:pPr rtl="0"/>
          <a:r>
            <a:rPr lang="zh-CN" altLang="en-US" sz="1000" baseline="0" dirty="0" smtClean="0">
              <a:latin typeface="宋体" panose="02010600030101010101" pitchFamily="2" charset="-122"/>
              <a:ea typeface="宋体" panose="02010600030101010101" pitchFamily="2" charset="-122"/>
            </a:rPr>
            <a:t>管理处机关</a:t>
          </a:r>
          <a:endParaRPr lang="zh-CN" altLang="en-US" sz="1000" dirty="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4DECFD11-7178-436E-8120-00EAA0C67423}" type="parTrans" cxnId="{F48CD5C1-89F1-49F2-9E5E-FA3BD3B0664C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A6A5FE05-C942-42C0-AF18-99549BCA5B14}" type="sibTrans" cxnId="{F48CD5C1-89F1-49F2-9E5E-FA3BD3B0664C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76365F61-1BBE-4531-806D-E3E12EFDABF7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党委工作部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858A5491-6649-4C3E-A522-7EC37AD8994F}" type="parTrans" cxnId="{11E1EF78-0853-4474-9C4B-B6D2A92BC9D5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3476372-5962-42A3-A168-CC2D42AF6764}" type="sibTrans" cxnId="{11E1EF78-0853-4474-9C4B-B6D2A92BC9D5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6ECA1A28-3023-4DFB-A462-652AB62E28CF}">
      <dgm:prSet custT="1"/>
      <dgm:spPr/>
      <dgm:t>
        <a:bodyPr/>
        <a:lstStyle/>
        <a:p>
          <a:pPr rtl="0"/>
          <a:r>
            <a:rPr lang="zh-CN" altLang="en-US" sz="1000" baseline="0" dirty="0" smtClean="0">
              <a:latin typeface="宋体" panose="02010600030101010101" pitchFamily="2" charset="-122"/>
              <a:ea typeface="宋体" panose="02010600030101010101" pitchFamily="2" charset="-122"/>
            </a:rPr>
            <a:t>工会共青团</a:t>
          </a:r>
          <a:endParaRPr lang="zh-CN" altLang="en-US" sz="1000" dirty="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A1D5E49A-2C31-4167-B180-82BC3CBE7E3F}" type="parTrans" cxnId="{FEE5616B-6D74-4F48-9881-2A0C33402E0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F2E2BC8B-913A-4AC3-92E0-42397FCFF5A7}" type="sibTrans" cxnId="{FEE5616B-6D74-4F48-9881-2A0C33402E0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67C5689-AF78-4874-A17F-F887A7006C0C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办公室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C206A130-6144-4223-9A16-3E96D39F9754}" type="parTrans" cxnId="{541FAB29-4007-43FA-9BDF-B3E980143473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EFD39103-EFBD-4B43-BB94-7C178D84353D}" type="sibTrans" cxnId="{541FAB29-4007-43FA-9BDF-B3E980143473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8689FB1D-15BD-4FC6-AE72-DE4228CAF8AB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文物管理部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77B802A-54CD-461D-8030-C55FE90373C9}" type="parTrans" cxnId="{4C9E1EEE-B3E8-43AC-91E4-718E575A052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CC3F4BC2-5635-4F53-BBF0-4C24FA7D5105}" type="sibTrans" cxnId="{4C9E1EEE-B3E8-43AC-91E4-718E575A052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D182F833-0BF7-4966-8BF7-466519848F49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研究室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5C5FBD09-74B8-4B49-A7CC-71026689922D}" type="parTrans" cxnId="{6A8A7D07-D47E-45F3-A313-236E4BEC9E88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D1B2F94-CF6B-4325-A1D3-44E762CE7667}" type="sibTrans" cxnId="{6A8A7D07-D47E-45F3-A313-236E4BEC9E88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729F8604-67E9-4AE7-AC75-307685FD94DB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园林部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7046AD19-35FF-4A93-B9E7-AFE7C3632A6A}" type="parTrans" cxnId="{A79C0549-9841-45E4-AB8B-F3EF904D7054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DF679423-4678-4F6E-8737-8053A25D56D4}" type="sibTrans" cxnId="{A79C0549-9841-45E4-AB8B-F3EF904D7054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1B9FE079-EE77-4B23-BF68-DD65AF277B2D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财务部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86B8CB01-A40F-4AEE-8C92-C7F66CDC36F2}" type="parTrans" cxnId="{636CF61B-B639-4F1C-8093-5272DB8F2EA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D76B3AE4-A82B-4F98-8B7E-688A4855D0DB}" type="sibTrans" cxnId="{636CF61B-B639-4F1C-8093-5272DB8F2EA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CC8BB99F-6CAE-4E6D-A33D-245E61A5FC57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建设部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C2EF023C-57EC-4FCF-81BD-E4EFF01CE0A9}" type="parTrans" cxnId="{4D673CF0-E8A3-4C76-BFEF-8D1CB5644152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38FB495-571B-4767-B7E9-474F1D88EDE5}" type="sibTrans" cxnId="{4D673CF0-E8A3-4C76-BFEF-8D1CB5644152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1CA6B6C-6B23-4703-9BE0-75AEF164456F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管理经营部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71304415-E9FF-4B32-BC2A-1441294323C2}" type="parTrans" cxnId="{32497686-050A-4541-81DB-9723D088F8A9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5B03C058-D03E-4813-89DC-2F52B7BD59AE}" type="sibTrans" cxnId="{32497686-050A-4541-81DB-9723D088F8A9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A6C2A4A5-B3E6-4A95-97A4-65641636C639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劳动部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AE723A42-7F2F-4354-BC24-E204F4B48A2D}" type="parTrans" cxnId="{0EFE4898-B09E-4045-B0D8-BD6F0EB178DC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E3E19BF0-385F-41E2-92D9-6862ACB618CB}" type="sibTrans" cxnId="{0EFE4898-B09E-4045-B0D8-BD6F0EB178DC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11069ED8-7945-4CDD-B335-65E20446615D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保卫部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71AF570D-2869-426E-B162-797E83D5B181}" type="parTrans" cxnId="{6F23BDB6-1241-41BD-820B-3FD3BFAF7C8A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A5A18EBE-A029-4375-BB1C-18A5C904EA6B}" type="sibTrans" cxnId="{6F23BDB6-1241-41BD-820B-3FD3BFAF7C8A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5446F5D5-E266-4071-B2CD-8570A496AFA5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宣教中心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771795CF-E619-4C3C-80C9-B8AFF84E27C6}" type="parTrans" cxnId="{7DE5D7BF-DE13-4A76-8D6A-0DF7D2A0DBC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2747A9D9-35E3-4E09-8691-14388B22C237}" type="sibTrans" cxnId="{7DE5D7BF-DE13-4A76-8D6A-0DF7D2A0DBC6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6C133AC0-856E-4793-B170-19EED784AAF3}">
      <dgm:prSet custT="1"/>
      <dgm:spPr/>
      <dgm:t>
        <a:bodyPr/>
        <a:lstStyle/>
        <a:p>
          <a:pPr rtl="0"/>
          <a:r>
            <a:rPr lang="zh-CN" altLang="en-US" sz="1000" baseline="0" smtClean="0">
              <a:latin typeface="宋体" panose="02010600030101010101" pitchFamily="2" charset="-122"/>
              <a:ea typeface="宋体" panose="02010600030101010101" pitchFamily="2" charset="-122"/>
            </a:rPr>
            <a:t>遗产监测中心</a:t>
          </a:r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D57498D2-1243-406E-8391-1F3F59EDC5BC}" type="parTrans" cxnId="{95F2AFB4-DF5E-4912-BAAC-F63B043A60C1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6BF86D72-C2BC-4135-9522-DDDB05C89035}" type="sibTrans" cxnId="{95F2AFB4-DF5E-4912-BAAC-F63B043A60C1}">
      <dgm:prSet/>
      <dgm:spPr/>
      <dgm:t>
        <a:bodyPr/>
        <a:lstStyle/>
        <a:p>
          <a:endParaRPr lang="zh-CN" altLang="en-US" sz="100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797B58BF-E847-4FAC-8DD7-D031A83384FC}" type="pres">
      <dgm:prSet presAssocID="{C0C5304B-81D7-4BDF-A446-57B593C3CF0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0C1DE10-D384-438A-8AAE-3606511D6A80}" type="pres">
      <dgm:prSet presAssocID="{A72470D5-267A-4C84-96F8-E7D01B481F5C}" presName="hierRoot1" presStyleCnt="0">
        <dgm:presLayoutVars>
          <dgm:hierBranch val="init"/>
        </dgm:presLayoutVars>
      </dgm:prSet>
      <dgm:spPr/>
    </dgm:pt>
    <dgm:pt modelId="{8C843981-7D21-4CBB-ABC0-4C55EDEE2B64}" type="pres">
      <dgm:prSet presAssocID="{A72470D5-267A-4C84-96F8-E7D01B481F5C}" presName="rootComposite1" presStyleCnt="0"/>
      <dgm:spPr/>
    </dgm:pt>
    <dgm:pt modelId="{13979061-5A46-4AB1-8939-27CEB799EFC5}" type="pres">
      <dgm:prSet presAssocID="{A72470D5-267A-4C84-96F8-E7D01B481F5C}" presName="rootText1" presStyleLbl="node0" presStyleIdx="0" presStyleCnt="1" custScaleX="333645" custScaleY="189496">
        <dgm:presLayoutVars>
          <dgm:chPref val="3"/>
        </dgm:presLayoutVars>
      </dgm:prSet>
      <dgm:spPr/>
    </dgm:pt>
    <dgm:pt modelId="{8F95FF9C-0D3F-4542-8138-F3A3D21FF6AF}" type="pres">
      <dgm:prSet presAssocID="{A72470D5-267A-4C84-96F8-E7D01B481F5C}" presName="rootConnector1" presStyleLbl="node1" presStyleIdx="0" presStyleCnt="0"/>
      <dgm:spPr/>
    </dgm:pt>
    <dgm:pt modelId="{123902CF-B9B4-4514-A8B7-0E7F674C51CB}" type="pres">
      <dgm:prSet presAssocID="{A72470D5-267A-4C84-96F8-E7D01B481F5C}" presName="hierChild2" presStyleCnt="0"/>
      <dgm:spPr/>
    </dgm:pt>
    <dgm:pt modelId="{5D93AA9E-1F8D-4243-B75E-C96F49F337D2}" type="pres">
      <dgm:prSet presAssocID="{64CEF598-0F30-4E2A-AFA6-11C77919391B}" presName="Name37" presStyleLbl="parChTrans1D2" presStyleIdx="0" presStyleCnt="2"/>
      <dgm:spPr/>
    </dgm:pt>
    <dgm:pt modelId="{E7EFDF0B-B4A1-4898-A828-3164B9EF0E73}" type="pres">
      <dgm:prSet presAssocID="{9A787580-B97B-4580-A63E-F166AAD9FEFA}" presName="hierRoot2" presStyleCnt="0">
        <dgm:presLayoutVars>
          <dgm:hierBranch val="hang"/>
        </dgm:presLayoutVars>
      </dgm:prSet>
      <dgm:spPr/>
    </dgm:pt>
    <dgm:pt modelId="{E003C96A-891F-46EA-8377-527E67ACC766}" type="pres">
      <dgm:prSet presAssocID="{9A787580-B97B-4580-A63E-F166AAD9FEFA}" presName="rootComposite" presStyleCnt="0"/>
      <dgm:spPr/>
    </dgm:pt>
    <dgm:pt modelId="{1B57B716-1BDD-456C-B046-0C5B54A47AD8}" type="pres">
      <dgm:prSet presAssocID="{9A787580-B97B-4580-A63E-F166AAD9FEFA}" presName="rootText" presStyleLbl="node2" presStyleIdx="0" presStyleCnt="2" custScaleX="333645" custScaleY="189496">
        <dgm:presLayoutVars>
          <dgm:chPref val="3"/>
        </dgm:presLayoutVars>
      </dgm:prSet>
      <dgm:spPr/>
    </dgm:pt>
    <dgm:pt modelId="{E3E6C38E-2E2C-4F8E-9270-54B75D4D8A64}" type="pres">
      <dgm:prSet presAssocID="{9A787580-B97B-4580-A63E-F166AAD9FEFA}" presName="rootConnector" presStyleLbl="node2" presStyleIdx="0" presStyleCnt="2"/>
      <dgm:spPr/>
    </dgm:pt>
    <dgm:pt modelId="{F675AB64-2940-49E6-ACF9-A2360E01B9DA}" type="pres">
      <dgm:prSet presAssocID="{9A787580-B97B-4580-A63E-F166AAD9FEFA}" presName="hierChild4" presStyleCnt="0"/>
      <dgm:spPr/>
    </dgm:pt>
    <dgm:pt modelId="{59199FEC-4F4A-4C51-A996-F658445B9AE4}" type="pres">
      <dgm:prSet presAssocID="{AA0CF7EC-B9D8-4EE2-B1F6-44822A0C652E}" presName="Name48" presStyleLbl="parChTrans1D3" presStyleIdx="0" presStyleCnt="31"/>
      <dgm:spPr/>
    </dgm:pt>
    <dgm:pt modelId="{2F606B3E-CDF3-4A79-9E52-21CE05364F0F}" type="pres">
      <dgm:prSet presAssocID="{4697A399-3891-4AA0-B029-CD3160307762}" presName="hierRoot2" presStyleCnt="0">
        <dgm:presLayoutVars>
          <dgm:hierBranch val="init"/>
        </dgm:presLayoutVars>
      </dgm:prSet>
      <dgm:spPr/>
    </dgm:pt>
    <dgm:pt modelId="{C306B0B2-8773-4006-950B-D98E39B87A0A}" type="pres">
      <dgm:prSet presAssocID="{4697A399-3891-4AA0-B029-CD3160307762}" presName="rootComposite" presStyleCnt="0"/>
      <dgm:spPr/>
    </dgm:pt>
    <dgm:pt modelId="{064B5F5F-533D-4167-9C24-020B17C7A798}" type="pres">
      <dgm:prSet presAssocID="{4697A399-3891-4AA0-B029-CD3160307762}" presName="rootText" presStyleLbl="node3" presStyleIdx="0" presStyleCnt="31" custScaleX="333645" custScaleY="189496">
        <dgm:presLayoutVars>
          <dgm:chPref val="3"/>
        </dgm:presLayoutVars>
      </dgm:prSet>
      <dgm:spPr/>
    </dgm:pt>
    <dgm:pt modelId="{932DB79C-95F7-4418-89DC-E23732C19BC5}" type="pres">
      <dgm:prSet presAssocID="{4697A399-3891-4AA0-B029-CD3160307762}" presName="rootConnector" presStyleLbl="node3" presStyleIdx="0" presStyleCnt="31"/>
      <dgm:spPr/>
    </dgm:pt>
    <dgm:pt modelId="{E77D1FE4-534C-4668-96CE-DFEEA8CE16B4}" type="pres">
      <dgm:prSet presAssocID="{4697A399-3891-4AA0-B029-CD3160307762}" presName="hierChild4" presStyleCnt="0"/>
      <dgm:spPr/>
    </dgm:pt>
    <dgm:pt modelId="{17DD9DB3-D818-4EA7-83D4-3027DD802140}" type="pres">
      <dgm:prSet presAssocID="{4697A399-3891-4AA0-B029-CD3160307762}" presName="hierChild5" presStyleCnt="0"/>
      <dgm:spPr/>
    </dgm:pt>
    <dgm:pt modelId="{D06E8E5F-C385-448B-A679-47E67CE3F5A1}" type="pres">
      <dgm:prSet presAssocID="{F8C13750-3626-4B3B-BB10-D0367D443144}" presName="Name48" presStyleLbl="parChTrans1D3" presStyleIdx="1" presStyleCnt="31"/>
      <dgm:spPr/>
    </dgm:pt>
    <dgm:pt modelId="{6EE2F30C-1B0B-4DF2-AF53-8E8C4647DC2E}" type="pres">
      <dgm:prSet presAssocID="{07D52126-F90E-4FBC-8D4F-6E95FEEF9BD5}" presName="hierRoot2" presStyleCnt="0">
        <dgm:presLayoutVars>
          <dgm:hierBranch val="init"/>
        </dgm:presLayoutVars>
      </dgm:prSet>
      <dgm:spPr/>
    </dgm:pt>
    <dgm:pt modelId="{1C9CE341-441B-4BDB-9143-4DA73598BAB0}" type="pres">
      <dgm:prSet presAssocID="{07D52126-F90E-4FBC-8D4F-6E95FEEF9BD5}" presName="rootComposite" presStyleCnt="0"/>
      <dgm:spPr/>
    </dgm:pt>
    <dgm:pt modelId="{789CCA16-7E72-42AF-AF51-2E7B59BEEF93}" type="pres">
      <dgm:prSet presAssocID="{07D52126-F90E-4FBC-8D4F-6E95FEEF9BD5}" presName="rootText" presStyleLbl="node3" presStyleIdx="1" presStyleCnt="31" custScaleX="333645" custScaleY="189496">
        <dgm:presLayoutVars>
          <dgm:chPref val="3"/>
        </dgm:presLayoutVars>
      </dgm:prSet>
      <dgm:spPr/>
    </dgm:pt>
    <dgm:pt modelId="{89321344-5FC9-4FC7-9FF8-E2EF8F0F4AFD}" type="pres">
      <dgm:prSet presAssocID="{07D52126-F90E-4FBC-8D4F-6E95FEEF9BD5}" presName="rootConnector" presStyleLbl="node3" presStyleIdx="1" presStyleCnt="31"/>
      <dgm:spPr/>
    </dgm:pt>
    <dgm:pt modelId="{BDA84DBC-8960-4230-90CA-1BFDA9FED7FA}" type="pres">
      <dgm:prSet presAssocID="{07D52126-F90E-4FBC-8D4F-6E95FEEF9BD5}" presName="hierChild4" presStyleCnt="0"/>
      <dgm:spPr/>
    </dgm:pt>
    <dgm:pt modelId="{480758E9-E203-4C92-AEAB-5C7941479027}" type="pres">
      <dgm:prSet presAssocID="{07D52126-F90E-4FBC-8D4F-6E95FEEF9BD5}" presName="hierChild5" presStyleCnt="0"/>
      <dgm:spPr/>
    </dgm:pt>
    <dgm:pt modelId="{767926F2-7466-4446-8B4D-564F3E9190DC}" type="pres">
      <dgm:prSet presAssocID="{FA8F9D03-D71C-458C-8A36-848CC2EB919C}" presName="Name48" presStyleLbl="parChTrans1D3" presStyleIdx="2" presStyleCnt="31"/>
      <dgm:spPr/>
    </dgm:pt>
    <dgm:pt modelId="{7794E36D-D12C-40D2-86B4-AF32CF6EF921}" type="pres">
      <dgm:prSet presAssocID="{8BAD0721-0390-417D-9227-9C93ADE06BDA}" presName="hierRoot2" presStyleCnt="0">
        <dgm:presLayoutVars>
          <dgm:hierBranch val="init"/>
        </dgm:presLayoutVars>
      </dgm:prSet>
      <dgm:spPr/>
    </dgm:pt>
    <dgm:pt modelId="{4A551600-E726-46EC-855D-247DB1E8A4C8}" type="pres">
      <dgm:prSet presAssocID="{8BAD0721-0390-417D-9227-9C93ADE06BDA}" presName="rootComposite" presStyleCnt="0"/>
      <dgm:spPr/>
    </dgm:pt>
    <dgm:pt modelId="{84F5D27F-0415-4C05-A26B-93E3BB14B4CF}" type="pres">
      <dgm:prSet presAssocID="{8BAD0721-0390-417D-9227-9C93ADE06BDA}" presName="rootText" presStyleLbl="node3" presStyleIdx="2" presStyleCnt="31" custScaleX="333645" custScaleY="189496">
        <dgm:presLayoutVars>
          <dgm:chPref val="3"/>
        </dgm:presLayoutVars>
      </dgm:prSet>
      <dgm:spPr/>
    </dgm:pt>
    <dgm:pt modelId="{E7BEB57D-1FBC-4573-8386-9D785A2A9067}" type="pres">
      <dgm:prSet presAssocID="{8BAD0721-0390-417D-9227-9C93ADE06BDA}" presName="rootConnector" presStyleLbl="node3" presStyleIdx="2" presStyleCnt="31"/>
      <dgm:spPr/>
    </dgm:pt>
    <dgm:pt modelId="{2EE350E2-78F3-4547-86DA-ADD7B287B728}" type="pres">
      <dgm:prSet presAssocID="{8BAD0721-0390-417D-9227-9C93ADE06BDA}" presName="hierChild4" presStyleCnt="0"/>
      <dgm:spPr/>
    </dgm:pt>
    <dgm:pt modelId="{2D2ED749-EE08-4285-974D-E784C909EF40}" type="pres">
      <dgm:prSet presAssocID="{8BAD0721-0390-417D-9227-9C93ADE06BDA}" presName="hierChild5" presStyleCnt="0"/>
      <dgm:spPr/>
    </dgm:pt>
    <dgm:pt modelId="{DE649199-D488-45E3-96CD-9FF5C934BABB}" type="pres">
      <dgm:prSet presAssocID="{857E6929-F271-4C08-85CE-992430FFDD15}" presName="Name48" presStyleLbl="parChTrans1D3" presStyleIdx="3" presStyleCnt="31"/>
      <dgm:spPr/>
    </dgm:pt>
    <dgm:pt modelId="{F90AA4BC-0334-4F86-960A-9584406F18D9}" type="pres">
      <dgm:prSet presAssocID="{C4C40ABC-0A45-43AB-8933-5B01926E2233}" presName="hierRoot2" presStyleCnt="0">
        <dgm:presLayoutVars>
          <dgm:hierBranch val="init"/>
        </dgm:presLayoutVars>
      </dgm:prSet>
      <dgm:spPr/>
    </dgm:pt>
    <dgm:pt modelId="{03EE6730-C0E0-4C72-9D41-29167740265E}" type="pres">
      <dgm:prSet presAssocID="{C4C40ABC-0A45-43AB-8933-5B01926E2233}" presName="rootComposite" presStyleCnt="0"/>
      <dgm:spPr/>
    </dgm:pt>
    <dgm:pt modelId="{886F5E46-CE3F-435A-9851-70FF1C4C7D89}" type="pres">
      <dgm:prSet presAssocID="{C4C40ABC-0A45-43AB-8933-5B01926E2233}" presName="rootText" presStyleLbl="node3" presStyleIdx="3" presStyleCnt="31" custScaleX="333645" custScaleY="189496">
        <dgm:presLayoutVars>
          <dgm:chPref val="3"/>
        </dgm:presLayoutVars>
      </dgm:prSet>
      <dgm:spPr/>
    </dgm:pt>
    <dgm:pt modelId="{50C3F386-5990-4F6B-A801-163C49473247}" type="pres">
      <dgm:prSet presAssocID="{C4C40ABC-0A45-43AB-8933-5B01926E2233}" presName="rootConnector" presStyleLbl="node3" presStyleIdx="3" presStyleCnt="31"/>
      <dgm:spPr/>
    </dgm:pt>
    <dgm:pt modelId="{C98DFC8D-801C-41AC-9DA9-73DDCE87B160}" type="pres">
      <dgm:prSet presAssocID="{C4C40ABC-0A45-43AB-8933-5B01926E2233}" presName="hierChild4" presStyleCnt="0"/>
      <dgm:spPr/>
    </dgm:pt>
    <dgm:pt modelId="{53A37DA6-0ACF-4C6C-B4F9-60913F43BB0D}" type="pres">
      <dgm:prSet presAssocID="{C4C40ABC-0A45-43AB-8933-5B01926E2233}" presName="hierChild5" presStyleCnt="0"/>
      <dgm:spPr/>
    </dgm:pt>
    <dgm:pt modelId="{974872F3-73C5-41AF-AFC0-E14C701C2E41}" type="pres">
      <dgm:prSet presAssocID="{0B67F94C-B344-4CEC-8FDA-B9C947C0C1BE}" presName="Name48" presStyleLbl="parChTrans1D3" presStyleIdx="4" presStyleCnt="31"/>
      <dgm:spPr/>
    </dgm:pt>
    <dgm:pt modelId="{3B7206B2-1D14-40BF-900B-9E4CF9881691}" type="pres">
      <dgm:prSet presAssocID="{7D1DEE65-1BDD-41D9-83BD-0C1E08E94430}" presName="hierRoot2" presStyleCnt="0">
        <dgm:presLayoutVars>
          <dgm:hierBranch val="init"/>
        </dgm:presLayoutVars>
      </dgm:prSet>
      <dgm:spPr/>
    </dgm:pt>
    <dgm:pt modelId="{60D5EF02-A8B8-4A9A-9DEC-259999E2A02F}" type="pres">
      <dgm:prSet presAssocID="{7D1DEE65-1BDD-41D9-83BD-0C1E08E94430}" presName="rootComposite" presStyleCnt="0"/>
      <dgm:spPr/>
    </dgm:pt>
    <dgm:pt modelId="{0F00A66D-EDB3-4977-8139-91B997727996}" type="pres">
      <dgm:prSet presAssocID="{7D1DEE65-1BDD-41D9-83BD-0C1E08E94430}" presName="rootText" presStyleLbl="node3" presStyleIdx="4" presStyleCnt="31" custScaleX="333645" custScaleY="189496">
        <dgm:presLayoutVars>
          <dgm:chPref val="3"/>
        </dgm:presLayoutVars>
      </dgm:prSet>
      <dgm:spPr/>
    </dgm:pt>
    <dgm:pt modelId="{4F596970-DE1D-455E-B19F-86E31FB20581}" type="pres">
      <dgm:prSet presAssocID="{7D1DEE65-1BDD-41D9-83BD-0C1E08E94430}" presName="rootConnector" presStyleLbl="node3" presStyleIdx="4" presStyleCnt="31"/>
      <dgm:spPr/>
    </dgm:pt>
    <dgm:pt modelId="{E39C5EBC-ABAE-493F-8E82-6115BACD0B91}" type="pres">
      <dgm:prSet presAssocID="{7D1DEE65-1BDD-41D9-83BD-0C1E08E94430}" presName="hierChild4" presStyleCnt="0"/>
      <dgm:spPr/>
    </dgm:pt>
    <dgm:pt modelId="{CEAFF989-66E6-47D7-8356-5F78F090699C}" type="pres">
      <dgm:prSet presAssocID="{7D1DEE65-1BDD-41D9-83BD-0C1E08E94430}" presName="hierChild5" presStyleCnt="0"/>
      <dgm:spPr/>
    </dgm:pt>
    <dgm:pt modelId="{3D045376-D43C-43A3-BF0A-C2D2E3DBA310}" type="pres">
      <dgm:prSet presAssocID="{3B3B1AFE-9BC6-4B84-A857-9467FC3F647B}" presName="Name48" presStyleLbl="parChTrans1D3" presStyleIdx="5" presStyleCnt="31"/>
      <dgm:spPr/>
    </dgm:pt>
    <dgm:pt modelId="{82501189-CA7A-461E-BCD6-B66B32455701}" type="pres">
      <dgm:prSet presAssocID="{8EC61325-88CB-426C-9961-62CEE7624BD1}" presName="hierRoot2" presStyleCnt="0">
        <dgm:presLayoutVars>
          <dgm:hierBranch val="init"/>
        </dgm:presLayoutVars>
      </dgm:prSet>
      <dgm:spPr/>
    </dgm:pt>
    <dgm:pt modelId="{D2E2334D-58FE-497E-B813-9430C77B34BE}" type="pres">
      <dgm:prSet presAssocID="{8EC61325-88CB-426C-9961-62CEE7624BD1}" presName="rootComposite" presStyleCnt="0"/>
      <dgm:spPr/>
    </dgm:pt>
    <dgm:pt modelId="{4974544A-4F61-4FC0-987E-147514F6A8F9}" type="pres">
      <dgm:prSet presAssocID="{8EC61325-88CB-426C-9961-62CEE7624BD1}" presName="rootText" presStyleLbl="node3" presStyleIdx="5" presStyleCnt="31" custScaleX="333645" custScaleY="189496">
        <dgm:presLayoutVars>
          <dgm:chPref val="3"/>
        </dgm:presLayoutVars>
      </dgm:prSet>
      <dgm:spPr/>
    </dgm:pt>
    <dgm:pt modelId="{E7A71725-FBC4-4BFA-A662-461AFD0BCC67}" type="pres">
      <dgm:prSet presAssocID="{8EC61325-88CB-426C-9961-62CEE7624BD1}" presName="rootConnector" presStyleLbl="node3" presStyleIdx="5" presStyleCnt="31"/>
      <dgm:spPr/>
    </dgm:pt>
    <dgm:pt modelId="{AC8A235C-9E59-4B35-93ED-B5F4E755BFF0}" type="pres">
      <dgm:prSet presAssocID="{8EC61325-88CB-426C-9961-62CEE7624BD1}" presName="hierChild4" presStyleCnt="0"/>
      <dgm:spPr/>
    </dgm:pt>
    <dgm:pt modelId="{27E6DB93-F719-47ED-9E26-D27D2F1C446B}" type="pres">
      <dgm:prSet presAssocID="{8EC61325-88CB-426C-9961-62CEE7624BD1}" presName="hierChild5" presStyleCnt="0"/>
      <dgm:spPr/>
    </dgm:pt>
    <dgm:pt modelId="{97D2FE30-0206-4EC7-9598-CC125B829273}" type="pres">
      <dgm:prSet presAssocID="{D383CC8A-380F-4778-919F-1286EF6069D6}" presName="Name48" presStyleLbl="parChTrans1D3" presStyleIdx="6" presStyleCnt="31"/>
      <dgm:spPr/>
    </dgm:pt>
    <dgm:pt modelId="{39F0F2D5-B066-450F-9FB0-3DDB16867522}" type="pres">
      <dgm:prSet presAssocID="{2093E6FB-0B6F-46F8-81B8-9F0099D4FEC9}" presName="hierRoot2" presStyleCnt="0">
        <dgm:presLayoutVars>
          <dgm:hierBranch val="init"/>
        </dgm:presLayoutVars>
      </dgm:prSet>
      <dgm:spPr/>
    </dgm:pt>
    <dgm:pt modelId="{A739BC84-266E-4FFF-A8F8-0216B6EB6743}" type="pres">
      <dgm:prSet presAssocID="{2093E6FB-0B6F-46F8-81B8-9F0099D4FEC9}" presName="rootComposite" presStyleCnt="0"/>
      <dgm:spPr/>
    </dgm:pt>
    <dgm:pt modelId="{84C6CAD8-142A-46D2-A094-7D3829B81DA5}" type="pres">
      <dgm:prSet presAssocID="{2093E6FB-0B6F-46F8-81B8-9F0099D4FEC9}" presName="rootText" presStyleLbl="node3" presStyleIdx="6" presStyleCnt="31" custScaleX="333645" custScaleY="189496">
        <dgm:presLayoutVars>
          <dgm:chPref val="3"/>
        </dgm:presLayoutVars>
      </dgm:prSet>
      <dgm:spPr/>
    </dgm:pt>
    <dgm:pt modelId="{79B02181-70EE-47CE-AB35-8F1917E7A732}" type="pres">
      <dgm:prSet presAssocID="{2093E6FB-0B6F-46F8-81B8-9F0099D4FEC9}" presName="rootConnector" presStyleLbl="node3" presStyleIdx="6" presStyleCnt="31"/>
      <dgm:spPr/>
    </dgm:pt>
    <dgm:pt modelId="{255459DD-142D-4270-BB60-41CF1A68FE42}" type="pres">
      <dgm:prSet presAssocID="{2093E6FB-0B6F-46F8-81B8-9F0099D4FEC9}" presName="hierChild4" presStyleCnt="0"/>
      <dgm:spPr/>
    </dgm:pt>
    <dgm:pt modelId="{9DD3BF77-3FCA-4BEC-84C0-F98F2378A21F}" type="pres">
      <dgm:prSet presAssocID="{2093E6FB-0B6F-46F8-81B8-9F0099D4FEC9}" presName="hierChild5" presStyleCnt="0"/>
      <dgm:spPr/>
    </dgm:pt>
    <dgm:pt modelId="{37D52DC0-C49B-4A82-91A4-2001FBBA92E0}" type="pres">
      <dgm:prSet presAssocID="{6C3FF07E-6C70-4C48-B353-A8CFC66D5805}" presName="Name48" presStyleLbl="parChTrans1D3" presStyleIdx="7" presStyleCnt="31"/>
      <dgm:spPr/>
    </dgm:pt>
    <dgm:pt modelId="{D074D95B-87AB-42E2-B5EB-C3D8BF19DC31}" type="pres">
      <dgm:prSet presAssocID="{897875CA-FCA7-45CF-92EB-4BE91D6D3A48}" presName="hierRoot2" presStyleCnt="0">
        <dgm:presLayoutVars>
          <dgm:hierBranch val="init"/>
        </dgm:presLayoutVars>
      </dgm:prSet>
      <dgm:spPr/>
    </dgm:pt>
    <dgm:pt modelId="{16046206-DC8A-4956-8EB7-B99AE3012BD4}" type="pres">
      <dgm:prSet presAssocID="{897875CA-FCA7-45CF-92EB-4BE91D6D3A48}" presName="rootComposite" presStyleCnt="0"/>
      <dgm:spPr/>
    </dgm:pt>
    <dgm:pt modelId="{700B6743-1289-4EE2-99F4-4D2C0BD895F1}" type="pres">
      <dgm:prSet presAssocID="{897875CA-FCA7-45CF-92EB-4BE91D6D3A48}" presName="rootText" presStyleLbl="node3" presStyleIdx="7" presStyleCnt="31" custScaleX="333645" custScaleY="189496">
        <dgm:presLayoutVars>
          <dgm:chPref val="3"/>
        </dgm:presLayoutVars>
      </dgm:prSet>
      <dgm:spPr/>
    </dgm:pt>
    <dgm:pt modelId="{31332C0E-2F63-42C2-891C-D0B21682B783}" type="pres">
      <dgm:prSet presAssocID="{897875CA-FCA7-45CF-92EB-4BE91D6D3A48}" presName="rootConnector" presStyleLbl="node3" presStyleIdx="7" presStyleCnt="31"/>
      <dgm:spPr/>
    </dgm:pt>
    <dgm:pt modelId="{E9AA3DD0-D61C-47C8-A0EC-D5D2D8812625}" type="pres">
      <dgm:prSet presAssocID="{897875CA-FCA7-45CF-92EB-4BE91D6D3A48}" presName="hierChild4" presStyleCnt="0"/>
      <dgm:spPr/>
    </dgm:pt>
    <dgm:pt modelId="{51C25DEB-31F2-4421-BF49-FEC3F57BADF7}" type="pres">
      <dgm:prSet presAssocID="{897875CA-FCA7-45CF-92EB-4BE91D6D3A48}" presName="hierChild5" presStyleCnt="0"/>
      <dgm:spPr/>
    </dgm:pt>
    <dgm:pt modelId="{2ECEDEA0-C94C-4384-8ACE-BB922B7A8273}" type="pres">
      <dgm:prSet presAssocID="{CA443778-2C12-4EAC-9C35-900FA3B28660}" presName="Name48" presStyleLbl="parChTrans1D3" presStyleIdx="8" presStyleCnt="31"/>
      <dgm:spPr/>
    </dgm:pt>
    <dgm:pt modelId="{113AE855-3D68-4976-BDE1-FC288E341ED9}" type="pres">
      <dgm:prSet presAssocID="{846E2763-18F3-4C19-98EF-88A9AF223F79}" presName="hierRoot2" presStyleCnt="0">
        <dgm:presLayoutVars>
          <dgm:hierBranch val="init"/>
        </dgm:presLayoutVars>
      </dgm:prSet>
      <dgm:spPr/>
    </dgm:pt>
    <dgm:pt modelId="{885EDF4B-A6FC-4E1D-9C2F-8B2CB9E4C66A}" type="pres">
      <dgm:prSet presAssocID="{846E2763-18F3-4C19-98EF-88A9AF223F79}" presName="rootComposite" presStyleCnt="0"/>
      <dgm:spPr/>
    </dgm:pt>
    <dgm:pt modelId="{FA6F5A09-72D7-442C-AE8C-D257F852A0A9}" type="pres">
      <dgm:prSet presAssocID="{846E2763-18F3-4C19-98EF-88A9AF223F79}" presName="rootText" presStyleLbl="node3" presStyleIdx="8" presStyleCnt="31" custScaleX="333645" custScaleY="189496">
        <dgm:presLayoutVars>
          <dgm:chPref val="3"/>
        </dgm:presLayoutVars>
      </dgm:prSet>
      <dgm:spPr/>
    </dgm:pt>
    <dgm:pt modelId="{030BF3C9-8D3C-486E-9B5C-CCD79ABEDC48}" type="pres">
      <dgm:prSet presAssocID="{846E2763-18F3-4C19-98EF-88A9AF223F79}" presName="rootConnector" presStyleLbl="node3" presStyleIdx="8" presStyleCnt="31"/>
      <dgm:spPr/>
    </dgm:pt>
    <dgm:pt modelId="{816025D1-D2CB-45BB-B3D1-6B4EDEE77042}" type="pres">
      <dgm:prSet presAssocID="{846E2763-18F3-4C19-98EF-88A9AF223F79}" presName="hierChild4" presStyleCnt="0"/>
      <dgm:spPr/>
    </dgm:pt>
    <dgm:pt modelId="{0F70FFB4-8D4C-4AE2-BFAC-2BB02E3689BE}" type="pres">
      <dgm:prSet presAssocID="{846E2763-18F3-4C19-98EF-88A9AF223F79}" presName="hierChild5" presStyleCnt="0"/>
      <dgm:spPr/>
    </dgm:pt>
    <dgm:pt modelId="{4F121BDB-055A-43A5-B0DA-0BCDC34616B1}" type="pres">
      <dgm:prSet presAssocID="{CE5BD198-CFA3-427F-8B0E-76DA5A449999}" presName="Name48" presStyleLbl="parChTrans1D3" presStyleIdx="9" presStyleCnt="31"/>
      <dgm:spPr/>
    </dgm:pt>
    <dgm:pt modelId="{C1C960FE-4EC3-4714-99AC-8E9F55B22FA4}" type="pres">
      <dgm:prSet presAssocID="{AB1EF975-A904-4FFC-A573-1DA24B5B0F97}" presName="hierRoot2" presStyleCnt="0">
        <dgm:presLayoutVars>
          <dgm:hierBranch val="init"/>
        </dgm:presLayoutVars>
      </dgm:prSet>
      <dgm:spPr/>
    </dgm:pt>
    <dgm:pt modelId="{AE7662CB-E60E-4A0B-8CC5-C2F2A070C749}" type="pres">
      <dgm:prSet presAssocID="{AB1EF975-A904-4FFC-A573-1DA24B5B0F97}" presName="rootComposite" presStyleCnt="0"/>
      <dgm:spPr/>
    </dgm:pt>
    <dgm:pt modelId="{4445AB48-94CD-4801-A13C-05864EFFB165}" type="pres">
      <dgm:prSet presAssocID="{AB1EF975-A904-4FFC-A573-1DA24B5B0F97}" presName="rootText" presStyleLbl="node3" presStyleIdx="9" presStyleCnt="31" custScaleX="333645" custScaleY="189496">
        <dgm:presLayoutVars>
          <dgm:chPref val="3"/>
        </dgm:presLayoutVars>
      </dgm:prSet>
      <dgm:spPr/>
    </dgm:pt>
    <dgm:pt modelId="{6BC9E59C-4940-453E-B848-2B8016E30338}" type="pres">
      <dgm:prSet presAssocID="{AB1EF975-A904-4FFC-A573-1DA24B5B0F97}" presName="rootConnector" presStyleLbl="node3" presStyleIdx="9" presStyleCnt="31"/>
      <dgm:spPr/>
    </dgm:pt>
    <dgm:pt modelId="{5A4CDD38-91D9-4302-9DDD-46833D90FE74}" type="pres">
      <dgm:prSet presAssocID="{AB1EF975-A904-4FFC-A573-1DA24B5B0F97}" presName="hierChild4" presStyleCnt="0"/>
      <dgm:spPr/>
    </dgm:pt>
    <dgm:pt modelId="{B375E39B-646A-4083-BCF1-E9098495E8A6}" type="pres">
      <dgm:prSet presAssocID="{AB1EF975-A904-4FFC-A573-1DA24B5B0F97}" presName="hierChild5" presStyleCnt="0"/>
      <dgm:spPr/>
    </dgm:pt>
    <dgm:pt modelId="{AC1B2063-F23D-46D0-AF4F-C57DA02FB743}" type="pres">
      <dgm:prSet presAssocID="{265CDED1-2DB3-48E2-AA81-18F97CA82FFE}" presName="Name48" presStyleLbl="parChTrans1D3" presStyleIdx="10" presStyleCnt="31"/>
      <dgm:spPr/>
    </dgm:pt>
    <dgm:pt modelId="{C7C57865-DFFD-4591-87B0-4E5A4DA358DB}" type="pres">
      <dgm:prSet presAssocID="{175A7BD0-8487-4A0A-8044-311D3C747279}" presName="hierRoot2" presStyleCnt="0">
        <dgm:presLayoutVars>
          <dgm:hierBranch val="init"/>
        </dgm:presLayoutVars>
      </dgm:prSet>
      <dgm:spPr/>
    </dgm:pt>
    <dgm:pt modelId="{0C2B4F3E-4798-4CF3-9D1C-3B6F824CE02C}" type="pres">
      <dgm:prSet presAssocID="{175A7BD0-8487-4A0A-8044-311D3C747279}" presName="rootComposite" presStyleCnt="0"/>
      <dgm:spPr/>
    </dgm:pt>
    <dgm:pt modelId="{2A58D7F8-B2A6-45BC-A640-D81668393C7E}" type="pres">
      <dgm:prSet presAssocID="{175A7BD0-8487-4A0A-8044-311D3C747279}" presName="rootText" presStyleLbl="node3" presStyleIdx="10" presStyleCnt="31" custScaleX="333645" custScaleY="189496">
        <dgm:presLayoutVars>
          <dgm:chPref val="3"/>
        </dgm:presLayoutVars>
      </dgm:prSet>
      <dgm:spPr/>
    </dgm:pt>
    <dgm:pt modelId="{6D08B215-84E9-4EFE-863E-6C49C9564FE0}" type="pres">
      <dgm:prSet presAssocID="{175A7BD0-8487-4A0A-8044-311D3C747279}" presName="rootConnector" presStyleLbl="node3" presStyleIdx="10" presStyleCnt="31"/>
      <dgm:spPr/>
    </dgm:pt>
    <dgm:pt modelId="{05303F1D-A934-434D-B30C-A5B421D3656F}" type="pres">
      <dgm:prSet presAssocID="{175A7BD0-8487-4A0A-8044-311D3C747279}" presName="hierChild4" presStyleCnt="0"/>
      <dgm:spPr/>
    </dgm:pt>
    <dgm:pt modelId="{F409FA83-4560-4EDD-93FB-4DAF9FF626DD}" type="pres">
      <dgm:prSet presAssocID="{175A7BD0-8487-4A0A-8044-311D3C747279}" presName="hierChild5" presStyleCnt="0"/>
      <dgm:spPr/>
    </dgm:pt>
    <dgm:pt modelId="{D4A674DA-DFAC-4D55-BE15-24F12AFFC29F}" type="pres">
      <dgm:prSet presAssocID="{D943D746-D5F5-40EF-BDEF-115C575A1362}" presName="Name48" presStyleLbl="parChTrans1D3" presStyleIdx="11" presStyleCnt="31"/>
      <dgm:spPr/>
    </dgm:pt>
    <dgm:pt modelId="{8FED486C-BBF7-41F5-98E7-66ABF693D4BC}" type="pres">
      <dgm:prSet presAssocID="{6AE0664A-15D7-490C-A484-997C9C0D5205}" presName="hierRoot2" presStyleCnt="0">
        <dgm:presLayoutVars>
          <dgm:hierBranch val="init"/>
        </dgm:presLayoutVars>
      </dgm:prSet>
      <dgm:spPr/>
    </dgm:pt>
    <dgm:pt modelId="{57EC9E06-0E10-40E7-8083-6824330C7F52}" type="pres">
      <dgm:prSet presAssocID="{6AE0664A-15D7-490C-A484-997C9C0D5205}" presName="rootComposite" presStyleCnt="0"/>
      <dgm:spPr/>
    </dgm:pt>
    <dgm:pt modelId="{EB29BADA-BFA9-4AE8-A3C8-42E32750148A}" type="pres">
      <dgm:prSet presAssocID="{6AE0664A-15D7-490C-A484-997C9C0D5205}" presName="rootText" presStyleLbl="node3" presStyleIdx="11" presStyleCnt="31" custScaleX="333645" custScaleY="189496">
        <dgm:presLayoutVars>
          <dgm:chPref val="3"/>
        </dgm:presLayoutVars>
      </dgm:prSet>
      <dgm:spPr/>
    </dgm:pt>
    <dgm:pt modelId="{9B22653F-EB82-45FF-95FF-1B0B15B07C80}" type="pres">
      <dgm:prSet presAssocID="{6AE0664A-15D7-490C-A484-997C9C0D5205}" presName="rootConnector" presStyleLbl="node3" presStyleIdx="11" presStyleCnt="31"/>
      <dgm:spPr/>
    </dgm:pt>
    <dgm:pt modelId="{CC7CFFFB-184D-4940-98E1-F5D78B915679}" type="pres">
      <dgm:prSet presAssocID="{6AE0664A-15D7-490C-A484-997C9C0D5205}" presName="hierChild4" presStyleCnt="0"/>
      <dgm:spPr/>
    </dgm:pt>
    <dgm:pt modelId="{1BF17FFF-F6D6-456B-8732-A23E00213D91}" type="pres">
      <dgm:prSet presAssocID="{6AE0664A-15D7-490C-A484-997C9C0D5205}" presName="hierChild5" presStyleCnt="0"/>
      <dgm:spPr/>
    </dgm:pt>
    <dgm:pt modelId="{B85E2A83-A7C3-4BA2-AABA-E1066E8DB54B}" type="pres">
      <dgm:prSet presAssocID="{B63A4053-3AA3-4BA7-88B7-FC7D8CFAA304}" presName="Name48" presStyleLbl="parChTrans1D3" presStyleIdx="12" presStyleCnt="31"/>
      <dgm:spPr/>
    </dgm:pt>
    <dgm:pt modelId="{588506EC-B8A2-4C90-8C22-D46567DDB286}" type="pres">
      <dgm:prSet presAssocID="{5FFB7128-FACA-4EFA-A138-00865ED5122D}" presName="hierRoot2" presStyleCnt="0">
        <dgm:presLayoutVars>
          <dgm:hierBranch val="init"/>
        </dgm:presLayoutVars>
      </dgm:prSet>
      <dgm:spPr/>
    </dgm:pt>
    <dgm:pt modelId="{9B5C4257-4C8E-4A4E-82A1-15F2520EAA27}" type="pres">
      <dgm:prSet presAssocID="{5FFB7128-FACA-4EFA-A138-00865ED5122D}" presName="rootComposite" presStyleCnt="0"/>
      <dgm:spPr/>
    </dgm:pt>
    <dgm:pt modelId="{02436C0C-E2D5-4D68-8E81-D781626DC7D9}" type="pres">
      <dgm:prSet presAssocID="{5FFB7128-FACA-4EFA-A138-00865ED5122D}" presName="rootText" presStyleLbl="node3" presStyleIdx="12" presStyleCnt="31" custScaleX="333645" custScaleY="189496">
        <dgm:presLayoutVars>
          <dgm:chPref val="3"/>
        </dgm:presLayoutVars>
      </dgm:prSet>
      <dgm:spPr/>
    </dgm:pt>
    <dgm:pt modelId="{0B54DD95-A8B7-40C1-B159-6C5A9A464089}" type="pres">
      <dgm:prSet presAssocID="{5FFB7128-FACA-4EFA-A138-00865ED5122D}" presName="rootConnector" presStyleLbl="node3" presStyleIdx="12" presStyleCnt="31"/>
      <dgm:spPr/>
    </dgm:pt>
    <dgm:pt modelId="{FDACA7C4-FA26-4451-9C1B-DFFB12B27C9E}" type="pres">
      <dgm:prSet presAssocID="{5FFB7128-FACA-4EFA-A138-00865ED5122D}" presName="hierChild4" presStyleCnt="0"/>
      <dgm:spPr/>
    </dgm:pt>
    <dgm:pt modelId="{CA01803C-EAF3-4034-B356-4EE00ABE6E42}" type="pres">
      <dgm:prSet presAssocID="{5FFB7128-FACA-4EFA-A138-00865ED5122D}" presName="hierChild5" presStyleCnt="0"/>
      <dgm:spPr/>
    </dgm:pt>
    <dgm:pt modelId="{3BF65806-F99C-42FE-A4DE-DEB16E52714D}" type="pres">
      <dgm:prSet presAssocID="{F48D58FB-2BA5-4883-B339-8691EA1E53B7}" presName="Name48" presStyleLbl="parChTrans1D3" presStyleIdx="13" presStyleCnt="31"/>
      <dgm:spPr/>
    </dgm:pt>
    <dgm:pt modelId="{E77F5EBB-CFA4-4734-9E0F-FF09C620D835}" type="pres">
      <dgm:prSet presAssocID="{25E40E93-A1EF-4FB7-A256-A773FBFFD76C}" presName="hierRoot2" presStyleCnt="0">
        <dgm:presLayoutVars>
          <dgm:hierBranch val="init"/>
        </dgm:presLayoutVars>
      </dgm:prSet>
      <dgm:spPr/>
    </dgm:pt>
    <dgm:pt modelId="{7312F060-17BC-4B63-ACD3-87A00EEBA4AC}" type="pres">
      <dgm:prSet presAssocID="{25E40E93-A1EF-4FB7-A256-A773FBFFD76C}" presName="rootComposite" presStyleCnt="0"/>
      <dgm:spPr/>
    </dgm:pt>
    <dgm:pt modelId="{E5730C8E-9190-4CA5-99B9-7BE1D51F4413}" type="pres">
      <dgm:prSet presAssocID="{25E40E93-A1EF-4FB7-A256-A773FBFFD76C}" presName="rootText" presStyleLbl="node3" presStyleIdx="13" presStyleCnt="31" custScaleX="333645" custScaleY="189496">
        <dgm:presLayoutVars>
          <dgm:chPref val="3"/>
        </dgm:presLayoutVars>
      </dgm:prSet>
      <dgm:spPr/>
    </dgm:pt>
    <dgm:pt modelId="{0FCA6DE8-A018-4385-BE4D-FEC615FA39AD}" type="pres">
      <dgm:prSet presAssocID="{25E40E93-A1EF-4FB7-A256-A773FBFFD76C}" presName="rootConnector" presStyleLbl="node3" presStyleIdx="13" presStyleCnt="31"/>
      <dgm:spPr/>
    </dgm:pt>
    <dgm:pt modelId="{FA741A0F-18F7-4757-9874-A5BBD36EC3BC}" type="pres">
      <dgm:prSet presAssocID="{25E40E93-A1EF-4FB7-A256-A773FBFFD76C}" presName="hierChild4" presStyleCnt="0"/>
      <dgm:spPr/>
    </dgm:pt>
    <dgm:pt modelId="{9DE1B10E-D8C4-4F1E-811C-88DF69799B49}" type="pres">
      <dgm:prSet presAssocID="{25E40E93-A1EF-4FB7-A256-A773FBFFD76C}" presName="hierChild5" presStyleCnt="0"/>
      <dgm:spPr/>
    </dgm:pt>
    <dgm:pt modelId="{67972E81-BFB3-4208-BACD-C55AB2DF54A3}" type="pres">
      <dgm:prSet presAssocID="{4E58B1EB-F552-4FA9-949B-5FC0F71BC100}" presName="Name48" presStyleLbl="parChTrans1D3" presStyleIdx="14" presStyleCnt="31"/>
      <dgm:spPr/>
    </dgm:pt>
    <dgm:pt modelId="{B1738E05-A6C5-4A7B-A972-4E130DACEE36}" type="pres">
      <dgm:prSet presAssocID="{503E185A-71CF-43E6-BD0B-0ED1840149FF}" presName="hierRoot2" presStyleCnt="0">
        <dgm:presLayoutVars>
          <dgm:hierBranch val="init"/>
        </dgm:presLayoutVars>
      </dgm:prSet>
      <dgm:spPr/>
    </dgm:pt>
    <dgm:pt modelId="{20465B78-07CA-4440-8AA9-B0C537F80004}" type="pres">
      <dgm:prSet presAssocID="{503E185A-71CF-43E6-BD0B-0ED1840149FF}" presName="rootComposite" presStyleCnt="0"/>
      <dgm:spPr/>
    </dgm:pt>
    <dgm:pt modelId="{F6751460-89D0-479D-84B5-9EF97782F420}" type="pres">
      <dgm:prSet presAssocID="{503E185A-71CF-43E6-BD0B-0ED1840149FF}" presName="rootText" presStyleLbl="node3" presStyleIdx="14" presStyleCnt="31" custScaleX="333645" custScaleY="189496">
        <dgm:presLayoutVars>
          <dgm:chPref val="3"/>
        </dgm:presLayoutVars>
      </dgm:prSet>
      <dgm:spPr/>
    </dgm:pt>
    <dgm:pt modelId="{026400CB-0CFC-4701-BE3B-0C5662437052}" type="pres">
      <dgm:prSet presAssocID="{503E185A-71CF-43E6-BD0B-0ED1840149FF}" presName="rootConnector" presStyleLbl="node3" presStyleIdx="14" presStyleCnt="31"/>
      <dgm:spPr/>
    </dgm:pt>
    <dgm:pt modelId="{34ED9E4E-174F-4956-924D-7444DF65F5F6}" type="pres">
      <dgm:prSet presAssocID="{503E185A-71CF-43E6-BD0B-0ED1840149FF}" presName="hierChild4" presStyleCnt="0"/>
      <dgm:spPr/>
    </dgm:pt>
    <dgm:pt modelId="{4486FE31-2BAE-4767-AB36-73A266E4AE11}" type="pres">
      <dgm:prSet presAssocID="{503E185A-71CF-43E6-BD0B-0ED1840149FF}" presName="hierChild5" presStyleCnt="0"/>
      <dgm:spPr/>
    </dgm:pt>
    <dgm:pt modelId="{0B2CC6DE-6340-4CBF-BC94-5C907621E621}" type="pres">
      <dgm:prSet presAssocID="{20103A1F-AE48-49E4-92C5-592935148980}" presName="Name48" presStyleLbl="parChTrans1D3" presStyleIdx="15" presStyleCnt="31"/>
      <dgm:spPr/>
    </dgm:pt>
    <dgm:pt modelId="{5DECEFB2-EE37-4F12-A427-024D93B4A597}" type="pres">
      <dgm:prSet presAssocID="{20F8C67B-C863-4DEC-A709-D20A48F95FFF}" presName="hierRoot2" presStyleCnt="0">
        <dgm:presLayoutVars>
          <dgm:hierBranch val="init"/>
        </dgm:presLayoutVars>
      </dgm:prSet>
      <dgm:spPr/>
    </dgm:pt>
    <dgm:pt modelId="{13E08A67-F2DE-4AB7-9B09-16EF57A7C04E}" type="pres">
      <dgm:prSet presAssocID="{20F8C67B-C863-4DEC-A709-D20A48F95FFF}" presName="rootComposite" presStyleCnt="0"/>
      <dgm:spPr/>
    </dgm:pt>
    <dgm:pt modelId="{A2C87D10-5E0D-4D4F-8B61-3EEECC003D41}" type="pres">
      <dgm:prSet presAssocID="{20F8C67B-C863-4DEC-A709-D20A48F95FFF}" presName="rootText" presStyleLbl="node3" presStyleIdx="15" presStyleCnt="31" custScaleX="333645" custScaleY="189496">
        <dgm:presLayoutVars>
          <dgm:chPref val="3"/>
        </dgm:presLayoutVars>
      </dgm:prSet>
      <dgm:spPr/>
    </dgm:pt>
    <dgm:pt modelId="{F8C0AE7B-2C25-4390-82E1-9E40A2CF6698}" type="pres">
      <dgm:prSet presAssocID="{20F8C67B-C863-4DEC-A709-D20A48F95FFF}" presName="rootConnector" presStyleLbl="node3" presStyleIdx="15" presStyleCnt="31"/>
      <dgm:spPr/>
    </dgm:pt>
    <dgm:pt modelId="{C0529D03-563D-4C2A-AC50-9681FC1755C6}" type="pres">
      <dgm:prSet presAssocID="{20F8C67B-C863-4DEC-A709-D20A48F95FFF}" presName="hierChild4" presStyleCnt="0"/>
      <dgm:spPr/>
    </dgm:pt>
    <dgm:pt modelId="{FDCCA2C9-3481-4418-8DE4-41F7551711E7}" type="pres">
      <dgm:prSet presAssocID="{20F8C67B-C863-4DEC-A709-D20A48F95FFF}" presName="hierChild5" presStyleCnt="0"/>
      <dgm:spPr/>
    </dgm:pt>
    <dgm:pt modelId="{A1C17A7B-0193-4203-9419-E6CDF5C9D126}" type="pres">
      <dgm:prSet presAssocID="{24078A04-CC3B-4EA0-AB4D-B5D88E81A484}" presName="Name48" presStyleLbl="parChTrans1D3" presStyleIdx="16" presStyleCnt="31"/>
      <dgm:spPr/>
    </dgm:pt>
    <dgm:pt modelId="{0F7DE5F4-D0EC-42ED-987C-FA12A581B06F}" type="pres">
      <dgm:prSet presAssocID="{9D3B901D-68AB-4684-8F8D-D1DFC2FF0E90}" presName="hierRoot2" presStyleCnt="0">
        <dgm:presLayoutVars>
          <dgm:hierBranch val="init"/>
        </dgm:presLayoutVars>
      </dgm:prSet>
      <dgm:spPr/>
    </dgm:pt>
    <dgm:pt modelId="{BC53B963-CDE8-4332-93C3-D04718E75C43}" type="pres">
      <dgm:prSet presAssocID="{9D3B901D-68AB-4684-8F8D-D1DFC2FF0E90}" presName="rootComposite" presStyleCnt="0"/>
      <dgm:spPr/>
    </dgm:pt>
    <dgm:pt modelId="{88557621-4946-4C74-B8AA-EB58F1CB84E7}" type="pres">
      <dgm:prSet presAssocID="{9D3B901D-68AB-4684-8F8D-D1DFC2FF0E90}" presName="rootText" presStyleLbl="node3" presStyleIdx="16" presStyleCnt="31" custScaleX="333645" custScaleY="189496">
        <dgm:presLayoutVars>
          <dgm:chPref val="3"/>
        </dgm:presLayoutVars>
      </dgm:prSet>
      <dgm:spPr/>
    </dgm:pt>
    <dgm:pt modelId="{B895E71F-364B-4752-8966-D5F2459B1CAC}" type="pres">
      <dgm:prSet presAssocID="{9D3B901D-68AB-4684-8F8D-D1DFC2FF0E90}" presName="rootConnector" presStyleLbl="node3" presStyleIdx="16" presStyleCnt="31"/>
      <dgm:spPr/>
    </dgm:pt>
    <dgm:pt modelId="{2BB80C2C-47AB-4ADF-B2A0-55DCE0B49804}" type="pres">
      <dgm:prSet presAssocID="{9D3B901D-68AB-4684-8F8D-D1DFC2FF0E90}" presName="hierChild4" presStyleCnt="0"/>
      <dgm:spPr/>
    </dgm:pt>
    <dgm:pt modelId="{3E76A11C-F6AD-41F3-BAC7-A02905E82B68}" type="pres">
      <dgm:prSet presAssocID="{9D3B901D-68AB-4684-8F8D-D1DFC2FF0E90}" presName="hierChild5" presStyleCnt="0"/>
      <dgm:spPr/>
    </dgm:pt>
    <dgm:pt modelId="{4BC22F04-F359-48D3-819A-AF0F00F9C3B1}" type="pres">
      <dgm:prSet presAssocID="{6B14F184-C14E-44C6-9CBB-99F392F99B1E}" presName="Name48" presStyleLbl="parChTrans1D3" presStyleIdx="17" presStyleCnt="31"/>
      <dgm:spPr/>
    </dgm:pt>
    <dgm:pt modelId="{6B385657-5FAE-4728-A59E-2315EEA7334A}" type="pres">
      <dgm:prSet presAssocID="{1915B1D5-FBAE-462A-876E-853FD96B62F6}" presName="hierRoot2" presStyleCnt="0">
        <dgm:presLayoutVars>
          <dgm:hierBranch val="init"/>
        </dgm:presLayoutVars>
      </dgm:prSet>
      <dgm:spPr/>
    </dgm:pt>
    <dgm:pt modelId="{6941E1E0-E332-433F-9178-B563490B9666}" type="pres">
      <dgm:prSet presAssocID="{1915B1D5-FBAE-462A-876E-853FD96B62F6}" presName="rootComposite" presStyleCnt="0"/>
      <dgm:spPr/>
    </dgm:pt>
    <dgm:pt modelId="{36C64DF3-05F6-4EB3-8794-A0DF9F2C4840}" type="pres">
      <dgm:prSet presAssocID="{1915B1D5-FBAE-462A-876E-853FD96B62F6}" presName="rootText" presStyleLbl="node3" presStyleIdx="17" presStyleCnt="31" custScaleX="333645" custScaleY="189496">
        <dgm:presLayoutVars>
          <dgm:chPref val="3"/>
        </dgm:presLayoutVars>
      </dgm:prSet>
      <dgm:spPr/>
    </dgm:pt>
    <dgm:pt modelId="{2720CE41-EA27-49FC-95FF-7BAAC5A45CF0}" type="pres">
      <dgm:prSet presAssocID="{1915B1D5-FBAE-462A-876E-853FD96B62F6}" presName="rootConnector" presStyleLbl="node3" presStyleIdx="17" presStyleCnt="31"/>
      <dgm:spPr/>
    </dgm:pt>
    <dgm:pt modelId="{F71454B4-1B99-4507-B565-3F41EA729FCB}" type="pres">
      <dgm:prSet presAssocID="{1915B1D5-FBAE-462A-876E-853FD96B62F6}" presName="hierChild4" presStyleCnt="0"/>
      <dgm:spPr/>
    </dgm:pt>
    <dgm:pt modelId="{5C60FFE4-6853-4015-8A4F-B1695DD12231}" type="pres">
      <dgm:prSet presAssocID="{1915B1D5-FBAE-462A-876E-853FD96B62F6}" presName="hierChild5" presStyleCnt="0"/>
      <dgm:spPr/>
    </dgm:pt>
    <dgm:pt modelId="{AA226142-0C0D-4CE0-BEDB-FB33DF050B4E}" type="pres">
      <dgm:prSet presAssocID="{9A787580-B97B-4580-A63E-F166AAD9FEFA}" presName="hierChild5" presStyleCnt="0"/>
      <dgm:spPr/>
    </dgm:pt>
    <dgm:pt modelId="{CD4D62E4-4EBB-4D99-94B8-77BD50CC4025}" type="pres">
      <dgm:prSet presAssocID="{4DECFD11-7178-436E-8120-00EAA0C67423}" presName="Name37" presStyleLbl="parChTrans1D2" presStyleIdx="1" presStyleCnt="2"/>
      <dgm:spPr/>
    </dgm:pt>
    <dgm:pt modelId="{6ACD135F-AE2F-4DA1-AE1C-447C888AA96F}" type="pres">
      <dgm:prSet presAssocID="{C737EDEE-3D9E-403C-9B3E-335612CBD5DA}" presName="hierRoot2" presStyleCnt="0">
        <dgm:presLayoutVars>
          <dgm:hierBranch val="hang"/>
        </dgm:presLayoutVars>
      </dgm:prSet>
      <dgm:spPr/>
    </dgm:pt>
    <dgm:pt modelId="{B6BB68F4-E65F-49BF-910D-4A30A42B710F}" type="pres">
      <dgm:prSet presAssocID="{C737EDEE-3D9E-403C-9B3E-335612CBD5DA}" presName="rootComposite" presStyleCnt="0"/>
      <dgm:spPr/>
    </dgm:pt>
    <dgm:pt modelId="{15A6E800-A848-4A46-BDE9-D698AD9634C6}" type="pres">
      <dgm:prSet presAssocID="{C737EDEE-3D9E-403C-9B3E-335612CBD5DA}" presName="rootText" presStyleLbl="node2" presStyleIdx="1" presStyleCnt="2" custScaleX="333645" custScaleY="189496">
        <dgm:presLayoutVars>
          <dgm:chPref val="3"/>
        </dgm:presLayoutVars>
      </dgm:prSet>
      <dgm:spPr/>
    </dgm:pt>
    <dgm:pt modelId="{B84E5BFC-6EEB-4184-B96D-5A5BA475B1C9}" type="pres">
      <dgm:prSet presAssocID="{C737EDEE-3D9E-403C-9B3E-335612CBD5DA}" presName="rootConnector" presStyleLbl="node2" presStyleIdx="1" presStyleCnt="2"/>
      <dgm:spPr/>
    </dgm:pt>
    <dgm:pt modelId="{3127FFC4-4583-47A6-9AEB-7475DCFA491B}" type="pres">
      <dgm:prSet presAssocID="{C737EDEE-3D9E-403C-9B3E-335612CBD5DA}" presName="hierChild4" presStyleCnt="0"/>
      <dgm:spPr/>
    </dgm:pt>
    <dgm:pt modelId="{5E9A0231-4606-469B-A67F-A0CE23136F9D}" type="pres">
      <dgm:prSet presAssocID="{858A5491-6649-4C3E-A522-7EC37AD8994F}" presName="Name48" presStyleLbl="parChTrans1D3" presStyleIdx="18" presStyleCnt="31"/>
      <dgm:spPr/>
    </dgm:pt>
    <dgm:pt modelId="{AC62767B-FFC7-4118-A138-3F6B47F5AD59}" type="pres">
      <dgm:prSet presAssocID="{76365F61-1BBE-4531-806D-E3E12EFDABF7}" presName="hierRoot2" presStyleCnt="0">
        <dgm:presLayoutVars>
          <dgm:hierBranch val="init"/>
        </dgm:presLayoutVars>
      </dgm:prSet>
      <dgm:spPr/>
    </dgm:pt>
    <dgm:pt modelId="{7C754BC6-5E97-4E87-975B-42DA15F2A661}" type="pres">
      <dgm:prSet presAssocID="{76365F61-1BBE-4531-806D-E3E12EFDABF7}" presName="rootComposite" presStyleCnt="0"/>
      <dgm:spPr/>
    </dgm:pt>
    <dgm:pt modelId="{8740D671-B32D-40F6-B10F-418D5DC51BAA}" type="pres">
      <dgm:prSet presAssocID="{76365F61-1BBE-4531-806D-E3E12EFDABF7}" presName="rootText" presStyleLbl="node3" presStyleIdx="18" presStyleCnt="31" custScaleX="333645" custScaleY="189496">
        <dgm:presLayoutVars>
          <dgm:chPref val="3"/>
        </dgm:presLayoutVars>
      </dgm:prSet>
      <dgm:spPr/>
    </dgm:pt>
    <dgm:pt modelId="{3F0039BA-29CA-4C33-847F-175F75F163C1}" type="pres">
      <dgm:prSet presAssocID="{76365F61-1BBE-4531-806D-E3E12EFDABF7}" presName="rootConnector" presStyleLbl="node3" presStyleIdx="18" presStyleCnt="31"/>
      <dgm:spPr/>
    </dgm:pt>
    <dgm:pt modelId="{94E40167-4F58-4FDC-AB11-4F47E4AE07C9}" type="pres">
      <dgm:prSet presAssocID="{76365F61-1BBE-4531-806D-E3E12EFDABF7}" presName="hierChild4" presStyleCnt="0"/>
      <dgm:spPr/>
    </dgm:pt>
    <dgm:pt modelId="{1AFAF593-FAC0-4AD9-A1CD-AAE2F815512B}" type="pres">
      <dgm:prSet presAssocID="{76365F61-1BBE-4531-806D-E3E12EFDABF7}" presName="hierChild5" presStyleCnt="0"/>
      <dgm:spPr/>
    </dgm:pt>
    <dgm:pt modelId="{41DB8E73-E4FB-4340-BA55-3AD9E3F9B1D3}" type="pres">
      <dgm:prSet presAssocID="{A1D5E49A-2C31-4167-B180-82BC3CBE7E3F}" presName="Name48" presStyleLbl="parChTrans1D3" presStyleIdx="19" presStyleCnt="31"/>
      <dgm:spPr/>
    </dgm:pt>
    <dgm:pt modelId="{E6E783E0-8ED5-4180-AE6B-4A9E0F7E783B}" type="pres">
      <dgm:prSet presAssocID="{6ECA1A28-3023-4DFB-A462-652AB62E28CF}" presName="hierRoot2" presStyleCnt="0">
        <dgm:presLayoutVars>
          <dgm:hierBranch val="init"/>
        </dgm:presLayoutVars>
      </dgm:prSet>
      <dgm:spPr/>
    </dgm:pt>
    <dgm:pt modelId="{AEDF3F3C-DC1C-424A-A9B0-0D3CFFA21360}" type="pres">
      <dgm:prSet presAssocID="{6ECA1A28-3023-4DFB-A462-652AB62E28CF}" presName="rootComposite" presStyleCnt="0"/>
      <dgm:spPr/>
    </dgm:pt>
    <dgm:pt modelId="{625FE7DD-6C8B-40DB-BF47-960C2163635A}" type="pres">
      <dgm:prSet presAssocID="{6ECA1A28-3023-4DFB-A462-652AB62E28CF}" presName="rootText" presStyleLbl="node3" presStyleIdx="19" presStyleCnt="31" custScaleX="333645" custScaleY="189496">
        <dgm:presLayoutVars>
          <dgm:chPref val="3"/>
        </dgm:presLayoutVars>
      </dgm:prSet>
      <dgm:spPr/>
    </dgm:pt>
    <dgm:pt modelId="{5D15B727-128F-4A97-B92A-97EC7246C602}" type="pres">
      <dgm:prSet presAssocID="{6ECA1A28-3023-4DFB-A462-652AB62E28CF}" presName="rootConnector" presStyleLbl="node3" presStyleIdx="19" presStyleCnt="31"/>
      <dgm:spPr/>
    </dgm:pt>
    <dgm:pt modelId="{C05E8AB9-9AFC-4E45-8BB4-5F49E0D87B8D}" type="pres">
      <dgm:prSet presAssocID="{6ECA1A28-3023-4DFB-A462-652AB62E28CF}" presName="hierChild4" presStyleCnt="0"/>
      <dgm:spPr/>
    </dgm:pt>
    <dgm:pt modelId="{13E86906-C488-45A9-8E79-3063ADDE2278}" type="pres">
      <dgm:prSet presAssocID="{6ECA1A28-3023-4DFB-A462-652AB62E28CF}" presName="hierChild5" presStyleCnt="0"/>
      <dgm:spPr/>
    </dgm:pt>
    <dgm:pt modelId="{E122AF28-1BE9-4620-8D13-19EB3F8AC6D1}" type="pres">
      <dgm:prSet presAssocID="{C206A130-6144-4223-9A16-3E96D39F9754}" presName="Name48" presStyleLbl="parChTrans1D3" presStyleIdx="20" presStyleCnt="31"/>
      <dgm:spPr/>
    </dgm:pt>
    <dgm:pt modelId="{10719B6B-AA20-4888-A108-1A189485B775}" type="pres">
      <dgm:prSet presAssocID="{267C5689-AF78-4874-A17F-F887A7006C0C}" presName="hierRoot2" presStyleCnt="0">
        <dgm:presLayoutVars>
          <dgm:hierBranch val="init"/>
        </dgm:presLayoutVars>
      </dgm:prSet>
      <dgm:spPr/>
    </dgm:pt>
    <dgm:pt modelId="{AFBAA77C-48F6-4D79-B5AA-17E0D5AE6F47}" type="pres">
      <dgm:prSet presAssocID="{267C5689-AF78-4874-A17F-F887A7006C0C}" presName="rootComposite" presStyleCnt="0"/>
      <dgm:spPr/>
    </dgm:pt>
    <dgm:pt modelId="{68BD857C-44FD-4597-BDED-CC247010756A}" type="pres">
      <dgm:prSet presAssocID="{267C5689-AF78-4874-A17F-F887A7006C0C}" presName="rootText" presStyleLbl="node3" presStyleIdx="20" presStyleCnt="31" custScaleX="333645" custScaleY="189496">
        <dgm:presLayoutVars>
          <dgm:chPref val="3"/>
        </dgm:presLayoutVars>
      </dgm:prSet>
      <dgm:spPr/>
    </dgm:pt>
    <dgm:pt modelId="{8DD30FE9-362D-4EFF-9D1A-2407408F4599}" type="pres">
      <dgm:prSet presAssocID="{267C5689-AF78-4874-A17F-F887A7006C0C}" presName="rootConnector" presStyleLbl="node3" presStyleIdx="20" presStyleCnt="31"/>
      <dgm:spPr/>
    </dgm:pt>
    <dgm:pt modelId="{AE51D3C1-3399-4CCA-B072-0322627980E4}" type="pres">
      <dgm:prSet presAssocID="{267C5689-AF78-4874-A17F-F887A7006C0C}" presName="hierChild4" presStyleCnt="0"/>
      <dgm:spPr/>
    </dgm:pt>
    <dgm:pt modelId="{2BE408D3-DFAC-48E7-BF0F-E6501AF40965}" type="pres">
      <dgm:prSet presAssocID="{267C5689-AF78-4874-A17F-F887A7006C0C}" presName="hierChild5" presStyleCnt="0"/>
      <dgm:spPr/>
    </dgm:pt>
    <dgm:pt modelId="{C0E23A3F-4A60-45B5-B1E5-73BEA9E946EE}" type="pres">
      <dgm:prSet presAssocID="{277B802A-54CD-461D-8030-C55FE90373C9}" presName="Name48" presStyleLbl="parChTrans1D3" presStyleIdx="21" presStyleCnt="31"/>
      <dgm:spPr/>
    </dgm:pt>
    <dgm:pt modelId="{DC88A8A7-B203-4B9F-8064-46A49C9803DE}" type="pres">
      <dgm:prSet presAssocID="{8689FB1D-15BD-4FC6-AE72-DE4228CAF8AB}" presName="hierRoot2" presStyleCnt="0">
        <dgm:presLayoutVars>
          <dgm:hierBranch val="init"/>
        </dgm:presLayoutVars>
      </dgm:prSet>
      <dgm:spPr/>
    </dgm:pt>
    <dgm:pt modelId="{80AFB174-2726-401F-937B-1827E6B86C3A}" type="pres">
      <dgm:prSet presAssocID="{8689FB1D-15BD-4FC6-AE72-DE4228CAF8AB}" presName="rootComposite" presStyleCnt="0"/>
      <dgm:spPr/>
    </dgm:pt>
    <dgm:pt modelId="{E68F6FBF-B78F-44C1-8209-2AD50AC1C688}" type="pres">
      <dgm:prSet presAssocID="{8689FB1D-15BD-4FC6-AE72-DE4228CAF8AB}" presName="rootText" presStyleLbl="node3" presStyleIdx="21" presStyleCnt="31" custScaleX="333645" custScaleY="189496">
        <dgm:presLayoutVars>
          <dgm:chPref val="3"/>
        </dgm:presLayoutVars>
      </dgm:prSet>
      <dgm:spPr/>
    </dgm:pt>
    <dgm:pt modelId="{1A28D90E-B7DC-4DAE-BEB5-D907A61FC4DD}" type="pres">
      <dgm:prSet presAssocID="{8689FB1D-15BD-4FC6-AE72-DE4228CAF8AB}" presName="rootConnector" presStyleLbl="node3" presStyleIdx="21" presStyleCnt="31"/>
      <dgm:spPr/>
    </dgm:pt>
    <dgm:pt modelId="{9AA50C72-1B13-4DD2-A05F-4B258AD627EE}" type="pres">
      <dgm:prSet presAssocID="{8689FB1D-15BD-4FC6-AE72-DE4228CAF8AB}" presName="hierChild4" presStyleCnt="0"/>
      <dgm:spPr/>
    </dgm:pt>
    <dgm:pt modelId="{FF538E04-9295-44C4-98BB-84508CAAAFBD}" type="pres">
      <dgm:prSet presAssocID="{8689FB1D-15BD-4FC6-AE72-DE4228CAF8AB}" presName="hierChild5" presStyleCnt="0"/>
      <dgm:spPr/>
    </dgm:pt>
    <dgm:pt modelId="{E355313A-E98A-485A-A5FE-F050E9A0DA43}" type="pres">
      <dgm:prSet presAssocID="{5C5FBD09-74B8-4B49-A7CC-71026689922D}" presName="Name48" presStyleLbl="parChTrans1D3" presStyleIdx="22" presStyleCnt="31"/>
      <dgm:spPr/>
    </dgm:pt>
    <dgm:pt modelId="{BD414E9B-D0A8-46CC-99A3-F5FC3245300C}" type="pres">
      <dgm:prSet presAssocID="{D182F833-0BF7-4966-8BF7-466519848F49}" presName="hierRoot2" presStyleCnt="0">
        <dgm:presLayoutVars>
          <dgm:hierBranch val="init"/>
        </dgm:presLayoutVars>
      </dgm:prSet>
      <dgm:spPr/>
    </dgm:pt>
    <dgm:pt modelId="{B7D60A17-5126-469E-A954-78734D32730B}" type="pres">
      <dgm:prSet presAssocID="{D182F833-0BF7-4966-8BF7-466519848F49}" presName="rootComposite" presStyleCnt="0"/>
      <dgm:spPr/>
    </dgm:pt>
    <dgm:pt modelId="{57B6EB3A-B212-4B0D-AF27-C8B3EF8156F9}" type="pres">
      <dgm:prSet presAssocID="{D182F833-0BF7-4966-8BF7-466519848F49}" presName="rootText" presStyleLbl="node3" presStyleIdx="22" presStyleCnt="31" custScaleX="333645" custScaleY="189496">
        <dgm:presLayoutVars>
          <dgm:chPref val="3"/>
        </dgm:presLayoutVars>
      </dgm:prSet>
      <dgm:spPr/>
    </dgm:pt>
    <dgm:pt modelId="{09FDA657-032F-461B-8C3C-456F6A27CADE}" type="pres">
      <dgm:prSet presAssocID="{D182F833-0BF7-4966-8BF7-466519848F49}" presName="rootConnector" presStyleLbl="node3" presStyleIdx="22" presStyleCnt="31"/>
      <dgm:spPr/>
    </dgm:pt>
    <dgm:pt modelId="{92016490-76B8-456B-AF3B-98B345DF3B1B}" type="pres">
      <dgm:prSet presAssocID="{D182F833-0BF7-4966-8BF7-466519848F49}" presName="hierChild4" presStyleCnt="0"/>
      <dgm:spPr/>
    </dgm:pt>
    <dgm:pt modelId="{418CA663-7C49-4C29-979F-203A3E26FDC5}" type="pres">
      <dgm:prSet presAssocID="{D182F833-0BF7-4966-8BF7-466519848F49}" presName="hierChild5" presStyleCnt="0"/>
      <dgm:spPr/>
    </dgm:pt>
    <dgm:pt modelId="{55E1AA2F-5A60-47BE-AE32-DEFC480931C0}" type="pres">
      <dgm:prSet presAssocID="{7046AD19-35FF-4A93-B9E7-AFE7C3632A6A}" presName="Name48" presStyleLbl="parChTrans1D3" presStyleIdx="23" presStyleCnt="31"/>
      <dgm:spPr/>
    </dgm:pt>
    <dgm:pt modelId="{E8D5B4E9-A4BD-4019-9501-24C0E6DB8D9A}" type="pres">
      <dgm:prSet presAssocID="{729F8604-67E9-4AE7-AC75-307685FD94DB}" presName="hierRoot2" presStyleCnt="0">
        <dgm:presLayoutVars>
          <dgm:hierBranch val="init"/>
        </dgm:presLayoutVars>
      </dgm:prSet>
      <dgm:spPr/>
    </dgm:pt>
    <dgm:pt modelId="{FA60DABD-4ED8-48DD-A0A4-03D9305F3F41}" type="pres">
      <dgm:prSet presAssocID="{729F8604-67E9-4AE7-AC75-307685FD94DB}" presName="rootComposite" presStyleCnt="0"/>
      <dgm:spPr/>
    </dgm:pt>
    <dgm:pt modelId="{2082503B-0DA1-44B3-815B-3CB1F5F84AA5}" type="pres">
      <dgm:prSet presAssocID="{729F8604-67E9-4AE7-AC75-307685FD94DB}" presName="rootText" presStyleLbl="node3" presStyleIdx="23" presStyleCnt="31" custScaleX="333645" custScaleY="189496">
        <dgm:presLayoutVars>
          <dgm:chPref val="3"/>
        </dgm:presLayoutVars>
      </dgm:prSet>
      <dgm:spPr/>
    </dgm:pt>
    <dgm:pt modelId="{0B5B200B-5926-475A-8F9C-8076B4EBD6D9}" type="pres">
      <dgm:prSet presAssocID="{729F8604-67E9-4AE7-AC75-307685FD94DB}" presName="rootConnector" presStyleLbl="node3" presStyleIdx="23" presStyleCnt="31"/>
      <dgm:spPr/>
    </dgm:pt>
    <dgm:pt modelId="{7E7F1BD8-1012-4043-BB19-2044A00BF837}" type="pres">
      <dgm:prSet presAssocID="{729F8604-67E9-4AE7-AC75-307685FD94DB}" presName="hierChild4" presStyleCnt="0"/>
      <dgm:spPr/>
    </dgm:pt>
    <dgm:pt modelId="{348BFA5E-7CAB-4418-98A0-F3CC38FBDDC8}" type="pres">
      <dgm:prSet presAssocID="{729F8604-67E9-4AE7-AC75-307685FD94DB}" presName="hierChild5" presStyleCnt="0"/>
      <dgm:spPr/>
    </dgm:pt>
    <dgm:pt modelId="{DAE64178-0F72-4DE3-BA4F-9B68ADC00107}" type="pres">
      <dgm:prSet presAssocID="{86B8CB01-A40F-4AEE-8C92-C7F66CDC36F2}" presName="Name48" presStyleLbl="parChTrans1D3" presStyleIdx="24" presStyleCnt="31"/>
      <dgm:spPr/>
    </dgm:pt>
    <dgm:pt modelId="{F3DF48A2-4DA4-4725-A4AF-3B5980B40665}" type="pres">
      <dgm:prSet presAssocID="{1B9FE079-EE77-4B23-BF68-DD65AF277B2D}" presName="hierRoot2" presStyleCnt="0">
        <dgm:presLayoutVars>
          <dgm:hierBranch val="init"/>
        </dgm:presLayoutVars>
      </dgm:prSet>
      <dgm:spPr/>
    </dgm:pt>
    <dgm:pt modelId="{2FF81F3E-5C6B-4B8C-9666-A701A05AC304}" type="pres">
      <dgm:prSet presAssocID="{1B9FE079-EE77-4B23-BF68-DD65AF277B2D}" presName="rootComposite" presStyleCnt="0"/>
      <dgm:spPr/>
    </dgm:pt>
    <dgm:pt modelId="{33459094-9246-4203-A173-B65DB045116E}" type="pres">
      <dgm:prSet presAssocID="{1B9FE079-EE77-4B23-BF68-DD65AF277B2D}" presName="rootText" presStyleLbl="node3" presStyleIdx="24" presStyleCnt="31" custScaleX="333645" custScaleY="189496">
        <dgm:presLayoutVars>
          <dgm:chPref val="3"/>
        </dgm:presLayoutVars>
      </dgm:prSet>
      <dgm:spPr/>
    </dgm:pt>
    <dgm:pt modelId="{44DBEEC2-D6D6-427D-B6B7-B4469A9FCE01}" type="pres">
      <dgm:prSet presAssocID="{1B9FE079-EE77-4B23-BF68-DD65AF277B2D}" presName="rootConnector" presStyleLbl="node3" presStyleIdx="24" presStyleCnt="31"/>
      <dgm:spPr/>
    </dgm:pt>
    <dgm:pt modelId="{8E2D2970-7377-4872-9723-3B044DD63503}" type="pres">
      <dgm:prSet presAssocID="{1B9FE079-EE77-4B23-BF68-DD65AF277B2D}" presName="hierChild4" presStyleCnt="0"/>
      <dgm:spPr/>
    </dgm:pt>
    <dgm:pt modelId="{E2D357E3-34EC-4E72-A96A-BFBB89177DDB}" type="pres">
      <dgm:prSet presAssocID="{1B9FE079-EE77-4B23-BF68-DD65AF277B2D}" presName="hierChild5" presStyleCnt="0"/>
      <dgm:spPr/>
    </dgm:pt>
    <dgm:pt modelId="{53035B17-C1CB-4E60-80B5-6B84B623FA33}" type="pres">
      <dgm:prSet presAssocID="{C2EF023C-57EC-4FCF-81BD-E4EFF01CE0A9}" presName="Name48" presStyleLbl="parChTrans1D3" presStyleIdx="25" presStyleCnt="31"/>
      <dgm:spPr/>
    </dgm:pt>
    <dgm:pt modelId="{DE077E31-1BBB-42E0-BF58-E8E83AE40025}" type="pres">
      <dgm:prSet presAssocID="{CC8BB99F-6CAE-4E6D-A33D-245E61A5FC57}" presName="hierRoot2" presStyleCnt="0">
        <dgm:presLayoutVars>
          <dgm:hierBranch val="init"/>
        </dgm:presLayoutVars>
      </dgm:prSet>
      <dgm:spPr/>
    </dgm:pt>
    <dgm:pt modelId="{49659531-5DB7-4EC7-A7A1-C327FC8751E0}" type="pres">
      <dgm:prSet presAssocID="{CC8BB99F-6CAE-4E6D-A33D-245E61A5FC57}" presName="rootComposite" presStyleCnt="0"/>
      <dgm:spPr/>
    </dgm:pt>
    <dgm:pt modelId="{A0B11325-E9C8-41FE-8C25-D2405A988CE8}" type="pres">
      <dgm:prSet presAssocID="{CC8BB99F-6CAE-4E6D-A33D-245E61A5FC57}" presName="rootText" presStyleLbl="node3" presStyleIdx="25" presStyleCnt="31" custScaleX="333645" custScaleY="189496">
        <dgm:presLayoutVars>
          <dgm:chPref val="3"/>
        </dgm:presLayoutVars>
      </dgm:prSet>
      <dgm:spPr/>
    </dgm:pt>
    <dgm:pt modelId="{5DF2361D-562E-42CC-A559-4E602D83F680}" type="pres">
      <dgm:prSet presAssocID="{CC8BB99F-6CAE-4E6D-A33D-245E61A5FC57}" presName="rootConnector" presStyleLbl="node3" presStyleIdx="25" presStyleCnt="31"/>
      <dgm:spPr/>
    </dgm:pt>
    <dgm:pt modelId="{5FFD0463-2466-4892-9D68-50EF3D43ABEA}" type="pres">
      <dgm:prSet presAssocID="{CC8BB99F-6CAE-4E6D-A33D-245E61A5FC57}" presName="hierChild4" presStyleCnt="0"/>
      <dgm:spPr/>
    </dgm:pt>
    <dgm:pt modelId="{C0C91AD4-0871-471D-8A40-1C3A5FA78C5C}" type="pres">
      <dgm:prSet presAssocID="{CC8BB99F-6CAE-4E6D-A33D-245E61A5FC57}" presName="hierChild5" presStyleCnt="0"/>
      <dgm:spPr/>
    </dgm:pt>
    <dgm:pt modelId="{4ABA1891-0032-44CC-891D-FC62B24C0C1E}" type="pres">
      <dgm:prSet presAssocID="{71304415-E9FF-4B32-BC2A-1441294323C2}" presName="Name48" presStyleLbl="parChTrans1D3" presStyleIdx="26" presStyleCnt="31"/>
      <dgm:spPr/>
    </dgm:pt>
    <dgm:pt modelId="{F6BC87CD-71DF-4981-B082-A16CF8085FCD}" type="pres">
      <dgm:prSet presAssocID="{01CA6B6C-6B23-4703-9BE0-75AEF164456F}" presName="hierRoot2" presStyleCnt="0">
        <dgm:presLayoutVars>
          <dgm:hierBranch val="init"/>
        </dgm:presLayoutVars>
      </dgm:prSet>
      <dgm:spPr/>
    </dgm:pt>
    <dgm:pt modelId="{BBE9BA22-808F-4E74-A252-329CF147641D}" type="pres">
      <dgm:prSet presAssocID="{01CA6B6C-6B23-4703-9BE0-75AEF164456F}" presName="rootComposite" presStyleCnt="0"/>
      <dgm:spPr/>
    </dgm:pt>
    <dgm:pt modelId="{186C75A8-C719-4F24-AB84-0B08209DF80A}" type="pres">
      <dgm:prSet presAssocID="{01CA6B6C-6B23-4703-9BE0-75AEF164456F}" presName="rootText" presStyleLbl="node3" presStyleIdx="26" presStyleCnt="31" custScaleX="333645" custScaleY="189496">
        <dgm:presLayoutVars>
          <dgm:chPref val="3"/>
        </dgm:presLayoutVars>
      </dgm:prSet>
      <dgm:spPr/>
    </dgm:pt>
    <dgm:pt modelId="{735E05F0-244A-4B22-90AA-9F71426AFECA}" type="pres">
      <dgm:prSet presAssocID="{01CA6B6C-6B23-4703-9BE0-75AEF164456F}" presName="rootConnector" presStyleLbl="node3" presStyleIdx="26" presStyleCnt="31"/>
      <dgm:spPr/>
    </dgm:pt>
    <dgm:pt modelId="{9E7F1C61-B7A7-405E-B751-89D20CF213E8}" type="pres">
      <dgm:prSet presAssocID="{01CA6B6C-6B23-4703-9BE0-75AEF164456F}" presName="hierChild4" presStyleCnt="0"/>
      <dgm:spPr/>
    </dgm:pt>
    <dgm:pt modelId="{E45C0AC8-9CB6-495A-93CE-FE907C1DFD4C}" type="pres">
      <dgm:prSet presAssocID="{01CA6B6C-6B23-4703-9BE0-75AEF164456F}" presName="hierChild5" presStyleCnt="0"/>
      <dgm:spPr/>
    </dgm:pt>
    <dgm:pt modelId="{187B8C0C-F8C7-473D-8851-F5F234F28B9D}" type="pres">
      <dgm:prSet presAssocID="{AE723A42-7F2F-4354-BC24-E204F4B48A2D}" presName="Name48" presStyleLbl="parChTrans1D3" presStyleIdx="27" presStyleCnt="31"/>
      <dgm:spPr/>
    </dgm:pt>
    <dgm:pt modelId="{502F3457-BD3D-460B-B5CA-76E6720D5E86}" type="pres">
      <dgm:prSet presAssocID="{A6C2A4A5-B3E6-4A95-97A4-65641636C639}" presName="hierRoot2" presStyleCnt="0">
        <dgm:presLayoutVars>
          <dgm:hierBranch val="init"/>
        </dgm:presLayoutVars>
      </dgm:prSet>
      <dgm:spPr/>
    </dgm:pt>
    <dgm:pt modelId="{246E0674-8330-4491-9ABB-DD85BD6BD21D}" type="pres">
      <dgm:prSet presAssocID="{A6C2A4A5-B3E6-4A95-97A4-65641636C639}" presName="rootComposite" presStyleCnt="0"/>
      <dgm:spPr/>
    </dgm:pt>
    <dgm:pt modelId="{8301A2AB-259A-4C02-BD87-66724B89416E}" type="pres">
      <dgm:prSet presAssocID="{A6C2A4A5-B3E6-4A95-97A4-65641636C639}" presName="rootText" presStyleLbl="node3" presStyleIdx="27" presStyleCnt="31" custScaleX="333645" custScaleY="18949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D14E920-BB44-40C8-A2CF-55415CCA0F85}" type="pres">
      <dgm:prSet presAssocID="{A6C2A4A5-B3E6-4A95-97A4-65641636C639}" presName="rootConnector" presStyleLbl="node3" presStyleIdx="27" presStyleCnt="31"/>
      <dgm:spPr/>
    </dgm:pt>
    <dgm:pt modelId="{C1707E02-8CC3-4DCC-A255-34310379C572}" type="pres">
      <dgm:prSet presAssocID="{A6C2A4A5-B3E6-4A95-97A4-65641636C639}" presName="hierChild4" presStyleCnt="0"/>
      <dgm:spPr/>
    </dgm:pt>
    <dgm:pt modelId="{3C95F113-DE67-4F8E-808B-5C67A32B54E0}" type="pres">
      <dgm:prSet presAssocID="{A6C2A4A5-B3E6-4A95-97A4-65641636C639}" presName="hierChild5" presStyleCnt="0"/>
      <dgm:spPr/>
    </dgm:pt>
    <dgm:pt modelId="{B7B6BCC6-FE14-4CBD-9ECE-B628D89D1E21}" type="pres">
      <dgm:prSet presAssocID="{71AF570D-2869-426E-B162-797E83D5B181}" presName="Name48" presStyleLbl="parChTrans1D3" presStyleIdx="28" presStyleCnt="31"/>
      <dgm:spPr/>
    </dgm:pt>
    <dgm:pt modelId="{825B3540-FF5D-40C5-BDA5-350FC88BC54D}" type="pres">
      <dgm:prSet presAssocID="{11069ED8-7945-4CDD-B335-65E20446615D}" presName="hierRoot2" presStyleCnt="0">
        <dgm:presLayoutVars>
          <dgm:hierBranch val="init"/>
        </dgm:presLayoutVars>
      </dgm:prSet>
      <dgm:spPr/>
    </dgm:pt>
    <dgm:pt modelId="{60F290A6-9F3A-43ED-A661-66029FE9F2B8}" type="pres">
      <dgm:prSet presAssocID="{11069ED8-7945-4CDD-B335-65E20446615D}" presName="rootComposite" presStyleCnt="0"/>
      <dgm:spPr/>
    </dgm:pt>
    <dgm:pt modelId="{0D47F709-3A4A-4A19-A0D3-5A8C94F68B67}" type="pres">
      <dgm:prSet presAssocID="{11069ED8-7945-4CDD-B335-65E20446615D}" presName="rootText" presStyleLbl="node3" presStyleIdx="28" presStyleCnt="31" custScaleX="333645" custScaleY="189496">
        <dgm:presLayoutVars>
          <dgm:chPref val="3"/>
        </dgm:presLayoutVars>
      </dgm:prSet>
      <dgm:spPr/>
    </dgm:pt>
    <dgm:pt modelId="{C1122FF1-0719-491F-94FC-8EC3045D0F86}" type="pres">
      <dgm:prSet presAssocID="{11069ED8-7945-4CDD-B335-65E20446615D}" presName="rootConnector" presStyleLbl="node3" presStyleIdx="28" presStyleCnt="31"/>
      <dgm:spPr/>
    </dgm:pt>
    <dgm:pt modelId="{7047D1C8-6E4F-4EBC-9B7F-EDC1B8EA0027}" type="pres">
      <dgm:prSet presAssocID="{11069ED8-7945-4CDD-B335-65E20446615D}" presName="hierChild4" presStyleCnt="0"/>
      <dgm:spPr/>
    </dgm:pt>
    <dgm:pt modelId="{6D715615-CE19-4D86-ADFA-61BA5E790E7A}" type="pres">
      <dgm:prSet presAssocID="{11069ED8-7945-4CDD-B335-65E20446615D}" presName="hierChild5" presStyleCnt="0"/>
      <dgm:spPr/>
    </dgm:pt>
    <dgm:pt modelId="{60480622-AD5A-4DE7-AF8C-3C83ED1EC706}" type="pres">
      <dgm:prSet presAssocID="{771795CF-E619-4C3C-80C9-B8AFF84E27C6}" presName="Name48" presStyleLbl="parChTrans1D3" presStyleIdx="29" presStyleCnt="31"/>
      <dgm:spPr/>
    </dgm:pt>
    <dgm:pt modelId="{A458516E-0D4C-41E0-82A7-77AE5C94D6C4}" type="pres">
      <dgm:prSet presAssocID="{5446F5D5-E266-4071-B2CD-8570A496AFA5}" presName="hierRoot2" presStyleCnt="0">
        <dgm:presLayoutVars>
          <dgm:hierBranch val="init"/>
        </dgm:presLayoutVars>
      </dgm:prSet>
      <dgm:spPr/>
    </dgm:pt>
    <dgm:pt modelId="{E126D5C4-B80F-446D-974D-2D373CBDE1AB}" type="pres">
      <dgm:prSet presAssocID="{5446F5D5-E266-4071-B2CD-8570A496AFA5}" presName="rootComposite" presStyleCnt="0"/>
      <dgm:spPr/>
    </dgm:pt>
    <dgm:pt modelId="{592F601E-EB5D-48D6-A559-48B1EBCE631D}" type="pres">
      <dgm:prSet presAssocID="{5446F5D5-E266-4071-B2CD-8570A496AFA5}" presName="rootText" presStyleLbl="node3" presStyleIdx="29" presStyleCnt="31" custScaleX="333645" custScaleY="189496">
        <dgm:presLayoutVars>
          <dgm:chPref val="3"/>
        </dgm:presLayoutVars>
      </dgm:prSet>
      <dgm:spPr/>
    </dgm:pt>
    <dgm:pt modelId="{C8436DCE-0FEE-4946-9639-EF54570874A0}" type="pres">
      <dgm:prSet presAssocID="{5446F5D5-E266-4071-B2CD-8570A496AFA5}" presName="rootConnector" presStyleLbl="node3" presStyleIdx="29" presStyleCnt="31"/>
      <dgm:spPr/>
    </dgm:pt>
    <dgm:pt modelId="{9EFBD469-1C13-47E4-BB79-EA659838A58D}" type="pres">
      <dgm:prSet presAssocID="{5446F5D5-E266-4071-B2CD-8570A496AFA5}" presName="hierChild4" presStyleCnt="0"/>
      <dgm:spPr/>
    </dgm:pt>
    <dgm:pt modelId="{4B366330-72A3-45C9-9E1F-64F066A55965}" type="pres">
      <dgm:prSet presAssocID="{5446F5D5-E266-4071-B2CD-8570A496AFA5}" presName="hierChild5" presStyleCnt="0"/>
      <dgm:spPr/>
    </dgm:pt>
    <dgm:pt modelId="{13A6FF6E-5488-4A90-BE3F-5907391D80B9}" type="pres">
      <dgm:prSet presAssocID="{D57498D2-1243-406E-8391-1F3F59EDC5BC}" presName="Name48" presStyleLbl="parChTrans1D3" presStyleIdx="30" presStyleCnt="31"/>
      <dgm:spPr/>
    </dgm:pt>
    <dgm:pt modelId="{0662EAF4-6300-4695-95CF-5723B83AA02A}" type="pres">
      <dgm:prSet presAssocID="{6C133AC0-856E-4793-B170-19EED784AAF3}" presName="hierRoot2" presStyleCnt="0">
        <dgm:presLayoutVars>
          <dgm:hierBranch val="init"/>
        </dgm:presLayoutVars>
      </dgm:prSet>
      <dgm:spPr/>
    </dgm:pt>
    <dgm:pt modelId="{8FD6771A-5874-48C9-92F3-89444BE422CF}" type="pres">
      <dgm:prSet presAssocID="{6C133AC0-856E-4793-B170-19EED784AAF3}" presName="rootComposite" presStyleCnt="0"/>
      <dgm:spPr/>
    </dgm:pt>
    <dgm:pt modelId="{48D000EC-D642-44A5-89D1-858C0831A65A}" type="pres">
      <dgm:prSet presAssocID="{6C133AC0-856E-4793-B170-19EED784AAF3}" presName="rootText" presStyleLbl="node3" presStyleIdx="30" presStyleCnt="31" custScaleX="333645" custScaleY="189496">
        <dgm:presLayoutVars>
          <dgm:chPref val="3"/>
        </dgm:presLayoutVars>
      </dgm:prSet>
      <dgm:spPr/>
    </dgm:pt>
    <dgm:pt modelId="{81E328EC-7CC5-464D-BEFD-D200E9C27BEF}" type="pres">
      <dgm:prSet presAssocID="{6C133AC0-856E-4793-B170-19EED784AAF3}" presName="rootConnector" presStyleLbl="node3" presStyleIdx="30" presStyleCnt="31"/>
      <dgm:spPr/>
    </dgm:pt>
    <dgm:pt modelId="{C3DE155A-7EF9-4572-9F54-2E39169C79B5}" type="pres">
      <dgm:prSet presAssocID="{6C133AC0-856E-4793-B170-19EED784AAF3}" presName="hierChild4" presStyleCnt="0"/>
      <dgm:spPr/>
    </dgm:pt>
    <dgm:pt modelId="{5F322DAB-E1E2-4448-8C02-AC6B71127C6A}" type="pres">
      <dgm:prSet presAssocID="{6C133AC0-856E-4793-B170-19EED784AAF3}" presName="hierChild5" presStyleCnt="0"/>
      <dgm:spPr/>
    </dgm:pt>
    <dgm:pt modelId="{FFF83D2C-280F-49A6-98E8-F165C87BF463}" type="pres">
      <dgm:prSet presAssocID="{C737EDEE-3D9E-403C-9B3E-335612CBD5DA}" presName="hierChild5" presStyleCnt="0"/>
      <dgm:spPr/>
    </dgm:pt>
    <dgm:pt modelId="{29C86D5A-46EB-40CB-9EC3-A13D1B9DCE4E}" type="pres">
      <dgm:prSet presAssocID="{A72470D5-267A-4C84-96F8-E7D01B481F5C}" presName="hierChild3" presStyleCnt="0"/>
      <dgm:spPr/>
    </dgm:pt>
  </dgm:ptLst>
  <dgm:cxnLst>
    <dgm:cxn modelId="{19B4CAA8-9704-4541-9D53-A271DC57A465}" type="presOf" srcId="{07D52126-F90E-4FBC-8D4F-6E95FEEF9BD5}" destId="{789CCA16-7E72-42AF-AF51-2E7B59BEEF93}" srcOrd="0" destOrd="0" presId="urn:microsoft.com/office/officeart/2005/8/layout/orgChart1"/>
    <dgm:cxn modelId="{EFE86616-7870-4B4D-B4C2-38D17EFE4634}" type="presOf" srcId="{F8C13750-3626-4B3B-BB10-D0367D443144}" destId="{D06E8E5F-C385-448B-A679-47E67CE3F5A1}" srcOrd="0" destOrd="0" presId="urn:microsoft.com/office/officeart/2005/8/layout/orgChart1"/>
    <dgm:cxn modelId="{CBEB2523-796E-4263-BD19-D180751023F4}" type="presOf" srcId="{8BAD0721-0390-417D-9227-9C93ADE06BDA}" destId="{E7BEB57D-1FBC-4573-8386-9D785A2A9067}" srcOrd="1" destOrd="0" presId="urn:microsoft.com/office/officeart/2005/8/layout/orgChart1"/>
    <dgm:cxn modelId="{160AD1B2-8437-4A12-995B-325E58F053A9}" type="presOf" srcId="{25E40E93-A1EF-4FB7-A256-A773FBFFD76C}" destId="{0FCA6DE8-A018-4385-BE4D-FEC615FA39AD}" srcOrd="1" destOrd="0" presId="urn:microsoft.com/office/officeart/2005/8/layout/orgChart1"/>
    <dgm:cxn modelId="{405F4ACC-FB3A-47A1-BFFE-BF075F9EAB9D}" type="presOf" srcId="{6ECA1A28-3023-4DFB-A462-652AB62E28CF}" destId="{5D15B727-128F-4A97-B92A-97EC7246C602}" srcOrd="1" destOrd="0" presId="urn:microsoft.com/office/officeart/2005/8/layout/orgChart1"/>
    <dgm:cxn modelId="{EE558513-C74C-4B01-B6A2-9D1F86751635}" type="presOf" srcId="{7D1DEE65-1BDD-41D9-83BD-0C1E08E94430}" destId="{4F596970-DE1D-455E-B19F-86E31FB20581}" srcOrd="1" destOrd="0" presId="urn:microsoft.com/office/officeart/2005/8/layout/orgChart1"/>
    <dgm:cxn modelId="{2CA7EF83-9D77-418F-9ECA-08D51509D934}" type="presOf" srcId="{C2EF023C-57EC-4FCF-81BD-E4EFF01CE0A9}" destId="{53035B17-C1CB-4E60-80B5-6B84B623FA33}" srcOrd="0" destOrd="0" presId="urn:microsoft.com/office/officeart/2005/8/layout/orgChart1"/>
    <dgm:cxn modelId="{C2A0A41A-36F0-4746-8D0C-4CABB8E24493}" srcId="{9A787580-B97B-4580-A63E-F166AAD9FEFA}" destId="{846E2763-18F3-4C19-98EF-88A9AF223F79}" srcOrd="8" destOrd="0" parTransId="{CA443778-2C12-4EAC-9C35-900FA3B28660}" sibTransId="{464DEF63-428F-492C-B47A-3DC46DC3F8E2}"/>
    <dgm:cxn modelId="{B3297FF5-2027-426C-B927-A7EF9B52D3C6}" type="presOf" srcId="{86B8CB01-A40F-4AEE-8C92-C7F66CDC36F2}" destId="{DAE64178-0F72-4DE3-BA4F-9B68ADC00107}" srcOrd="0" destOrd="0" presId="urn:microsoft.com/office/officeart/2005/8/layout/orgChart1"/>
    <dgm:cxn modelId="{11E1EF78-0853-4474-9C4B-B6D2A92BC9D5}" srcId="{C737EDEE-3D9E-403C-9B3E-335612CBD5DA}" destId="{76365F61-1BBE-4531-806D-E3E12EFDABF7}" srcOrd="0" destOrd="0" parTransId="{858A5491-6649-4C3E-A522-7EC37AD8994F}" sibTransId="{03476372-5962-42A3-A168-CC2D42AF6764}"/>
    <dgm:cxn modelId="{B7B2BAC5-F36D-4258-9A2E-BB5412BDEB00}" srcId="{A72470D5-267A-4C84-96F8-E7D01B481F5C}" destId="{9A787580-B97B-4580-A63E-F166AAD9FEFA}" srcOrd="0" destOrd="0" parTransId="{64CEF598-0F30-4E2A-AFA6-11C77919391B}" sibTransId="{AC0D0793-5AF1-41F8-9467-46C4937A5656}"/>
    <dgm:cxn modelId="{C348B718-2499-4B20-9DF0-F3758D800538}" type="presOf" srcId="{25E40E93-A1EF-4FB7-A256-A773FBFFD76C}" destId="{E5730C8E-9190-4CA5-99B9-7BE1D51F4413}" srcOrd="0" destOrd="0" presId="urn:microsoft.com/office/officeart/2005/8/layout/orgChart1"/>
    <dgm:cxn modelId="{CD317183-AE54-4D44-B7CA-493C840202AB}" type="presOf" srcId="{A72470D5-267A-4C84-96F8-E7D01B481F5C}" destId="{8F95FF9C-0D3F-4542-8138-F3A3D21FF6AF}" srcOrd="1" destOrd="0" presId="urn:microsoft.com/office/officeart/2005/8/layout/orgChart1"/>
    <dgm:cxn modelId="{042A5BFD-2A57-4E20-A7D8-BB7070EACF5C}" type="presOf" srcId="{267C5689-AF78-4874-A17F-F887A7006C0C}" destId="{8DD30FE9-362D-4EFF-9D1A-2407408F4599}" srcOrd="1" destOrd="0" presId="urn:microsoft.com/office/officeart/2005/8/layout/orgChart1"/>
    <dgm:cxn modelId="{F0F8BA4F-7C12-417E-A723-083977865F41}" type="presOf" srcId="{20F8C67B-C863-4DEC-A709-D20A48F95FFF}" destId="{F8C0AE7B-2C25-4390-82E1-9E40A2CF6698}" srcOrd="1" destOrd="0" presId="urn:microsoft.com/office/officeart/2005/8/layout/orgChart1"/>
    <dgm:cxn modelId="{9C6328A2-C520-4AFC-A42D-62698EBF7AE0}" srcId="{9A787580-B97B-4580-A63E-F166AAD9FEFA}" destId="{1915B1D5-FBAE-462A-876E-853FD96B62F6}" srcOrd="17" destOrd="0" parTransId="{6B14F184-C14E-44C6-9CBB-99F392F99B1E}" sibTransId="{0C8D2556-72A5-48C9-819D-F34086986F7B}"/>
    <dgm:cxn modelId="{D295BDD0-471A-4787-B81A-BBE57D52EB48}" type="presOf" srcId="{9A787580-B97B-4580-A63E-F166AAD9FEFA}" destId="{1B57B716-1BDD-456C-B046-0C5B54A47AD8}" srcOrd="0" destOrd="0" presId="urn:microsoft.com/office/officeart/2005/8/layout/orgChart1"/>
    <dgm:cxn modelId="{A0B8E3E9-2ABD-4EEA-8427-A827CF223659}" type="presOf" srcId="{858A5491-6649-4C3E-A522-7EC37AD8994F}" destId="{5E9A0231-4606-469B-A67F-A0CE23136F9D}" srcOrd="0" destOrd="0" presId="urn:microsoft.com/office/officeart/2005/8/layout/orgChart1"/>
    <dgm:cxn modelId="{88D3EE4A-C281-4CBF-9158-7AB57135C304}" type="presOf" srcId="{1915B1D5-FBAE-462A-876E-853FD96B62F6}" destId="{2720CE41-EA27-49FC-95FF-7BAAC5A45CF0}" srcOrd="1" destOrd="0" presId="urn:microsoft.com/office/officeart/2005/8/layout/orgChart1"/>
    <dgm:cxn modelId="{1D4412AF-A946-4F01-9581-23B0738AFEF4}" type="presOf" srcId="{2093E6FB-0B6F-46F8-81B8-9F0099D4FEC9}" destId="{84C6CAD8-142A-46D2-A094-7D3829B81DA5}" srcOrd="0" destOrd="0" presId="urn:microsoft.com/office/officeart/2005/8/layout/orgChart1"/>
    <dgm:cxn modelId="{D9268FA5-F09E-4E7D-A0F2-5F79F424C925}" srcId="{9A787580-B97B-4580-A63E-F166AAD9FEFA}" destId="{2093E6FB-0B6F-46F8-81B8-9F0099D4FEC9}" srcOrd="6" destOrd="0" parTransId="{D383CC8A-380F-4778-919F-1286EF6069D6}" sibTransId="{7B728C5E-E3E8-4984-90B5-6374E00095ED}"/>
    <dgm:cxn modelId="{40574908-CF7C-4B40-9716-49FEF79A6216}" type="presOf" srcId="{8689FB1D-15BD-4FC6-AE72-DE4228CAF8AB}" destId="{1A28D90E-B7DC-4DAE-BEB5-D907A61FC4DD}" srcOrd="1" destOrd="0" presId="urn:microsoft.com/office/officeart/2005/8/layout/orgChart1"/>
    <dgm:cxn modelId="{208A5247-BBD4-4AD6-8109-E89558D03ADA}" srcId="{9A787580-B97B-4580-A63E-F166AAD9FEFA}" destId="{9D3B901D-68AB-4684-8F8D-D1DFC2FF0E90}" srcOrd="16" destOrd="0" parTransId="{24078A04-CC3B-4EA0-AB4D-B5D88E81A484}" sibTransId="{822DE753-5F39-42B2-8FF3-D5D4249ED95B}"/>
    <dgm:cxn modelId="{6F23BDB6-1241-41BD-820B-3FD3BFAF7C8A}" srcId="{C737EDEE-3D9E-403C-9B3E-335612CBD5DA}" destId="{11069ED8-7945-4CDD-B335-65E20446615D}" srcOrd="10" destOrd="0" parTransId="{71AF570D-2869-426E-B162-797E83D5B181}" sibTransId="{A5A18EBE-A029-4375-BB1C-18A5C904EA6B}"/>
    <dgm:cxn modelId="{EDA5E373-666C-4E8E-812D-9BC228F99270}" type="presOf" srcId="{8BAD0721-0390-417D-9227-9C93ADE06BDA}" destId="{84F5D27F-0415-4C05-A26B-93E3BB14B4CF}" srcOrd="0" destOrd="0" presId="urn:microsoft.com/office/officeart/2005/8/layout/orgChart1"/>
    <dgm:cxn modelId="{C32A7B6A-9A65-4469-9445-23A2DDCAFC74}" type="presOf" srcId="{3B3B1AFE-9BC6-4B84-A857-9467FC3F647B}" destId="{3D045376-D43C-43A3-BF0A-C2D2E3DBA310}" srcOrd="0" destOrd="0" presId="urn:microsoft.com/office/officeart/2005/8/layout/orgChart1"/>
    <dgm:cxn modelId="{29149135-3F30-4251-A11C-7004A6325DDD}" srcId="{9A787580-B97B-4580-A63E-F166AAD9FEFA}" destId="{503E185A-71CF-43E6-BD0B-0ED1840149FF}" srcOrd="14" destOrd="0" parTransId="{4E58B1EB-F552-4FA9-949B-5FC0F71BC100}" sibTransId="{7D184174-9254-4202-AACA-7293987B932A}"/>
    <dgm:cxn modelId="{EF677C18-14C7-4B67-8A91-8F0585E9539F}" type="presOf" srcId="{A6C2A4A5-B3E6-4A95-97A4-65641636C639}" destId="{8301A2AB-259A-4C02-BD87-66724B89416E}" srcOrd="0" destOrd="0" presId="urn:microsoft.com/office/officeart/2005/8/layout/orgChart1"/>
    <dgm:cxn modelId="{57F672F2-2107-4CA7-AB35-D32CB659FDC1}" type="presOf" srcId="{AB1EF975-A904-4FFC-A573-1DA24B5B0F97}" destId="{6BC9E59C-4940-453E-B848-2B8016E30338}" srcOrd="1" destOrd="0" presId="urn:microsoft.com/office/officeart/2005/8/layout/orgChart1"/>
    <dgm:cxn modelId="{0D6096C8-8282-4DE1-9D19-446CEAF082AF}" type="presOf" srcId="{C737EDEE-3D9E-403C-9B3E-335612CBD5DA}" destId="{15A6E800-A848-4A46-BDE9-D698AD9634C6}" srcOrd="0" destOrd="0" presId="urn:microsoft.com/office/officeart/2005/8/layout/orgChart1"/>
    <dgm:cxn modelId="{F48CD5C1-89F1-49F2-9E5E-FA3BD3B0664C}" srcId="{A72470D5-267A-4C84-96F8-E7D01B481F5C}" destId="{C737EDEE-3D9E-403C-9B3E-335612CBD5DA}" srcOrd="1" destOrd="0" parTransId="{4DECFD11-7178-436E-8120-00EAA0C67423}" sibTransId="{A6A5FE05-C942-42C0-AF18-99549BCA5B14}"/>
    <dgm:cxn modelId="{25818A23-AB23-4FB2-AF03-DB050122CD48}" type="presOf" srcId="{24078A04-CC3B-4EA0-AB4D-B5D88E81A484}" destId="{A1C17A7B-0193-4203-9419-E6CDF5C9D126}" srcOrd="0" destOrd="0" presId="urn:microsoft.com/office/officeart/2005/8/layout/orgChart1"/>
    <dgm:cxn modelId="{EA3E8C8A-3676-4F14-BE02-F0FCEBEBECF7}" type="presOf" srcId="{76365F61-1BBE-4531-806D-E3E12EFDABF7}" destId="{3F0039BA-29CA-4C33-847F-175F75F163C1}" srcOrd="1" destOrd="0" presId="urn:microsoft.com/office/officeart/2005/8/layout/orgChart1"/>
    <dgm:cxn modelId="{0AB9991B-179E-48C4-94BC-6719A33C3EF3}" type="presOf" srcId="{07D52126-F90E-4FBC-8D4F-6E95FEEF9BD5}" destId="{89321344-5FC9-4FC7-9FF8-E2EF8F0F4AFD}" srcOrd="1" destOrd="0" presId="urn:microsoft.com/office/officeart/2005/8/layout/orgChart1"/>
    <dgm:cxn modelId="{4D673CF0-E8A3-4C76-BFEF-8D1CB5644152}" srcId="{C737EDEE-3D9E-403C-9B3E-335612CBD5DA}" destId="{CC8BB99F-6CAE-4E6D-A33D-245E61A5FC57}" srcOrd="7" destOrd="0" parTransId="{C2EF023C-57EC-4FCF-81BD-E4EFF01CE0A9}" sibTransId="{238FB495-571B-4767-B7E9-474F1D88EDE5}"/>
    <dgm:cxn modelId="{988C8995-D4E2-49DD-94EF-A3110752AB32}" type="presOf" srcId="{7D1DEE65-1BDD-41D9-83BD-0C1E08E94430}" destId="{0F00A66D-EDB3-4977-8139-91B997727996}" srcOrd="0" destOrd="0" presId="urn:microsoft.com/office/officeart/2005/8/layout/orgChart1"/>
    <dgm:cxn modelId="{C2BA0A8A-BEC8-4759-9C5D-B9B1CFA61BBB}" type="presOf" srcId="{9D3B901D-68AB-4684-8F8D-D1DFC2FF0E90}" destId="{B895E71F-364B-4752-8966-D5F2459B1CAC}" srcOrd="1" destOrd="0" presId="urn:microsoft.com/office/officeart/2005/8/layout/orgChart1"/>
    <dgm:cxn modelId="{D48C720D-FF3B-4C66-96EB-D63878A22CDA}" type="presOf" srcId="{729F8604-67E9-4AE7-AC75-307685FD94DB}" destId="{2082503B-0DA1-44B3-815B-3CB1F5F84AA5}" srcOrd="0" destOrd="0" presId="urn:microsoft.com/office/officeart/2005/8/layout/orgChart1"/>
    <dgm:cxn modelId="{0A722F34-B640-460D-92A1-E16B746EE09C}" type="presOf" srcId="{1B9FE079-EE77-4B23-BF68-DD65AF277B2D}" destId="{44DBEEC2-D6D6-427D-B6B7-B4469A9FCE01}" srcOrd="1" destOrd="0" presId="urn:microsoft.com/office/officeart/2005/8/layout/orgChart1"/>
    <dgm:cxn modelId="{636CF61B-B639-4F1C-8093-5272DB8F2EA6}" srcId="{C737EDEE-3D9E-403C-9B3E-335612CBD5DA}" destId="{1B9FE079-EE77-4B23-BF68-DD65AF277B2D}" srcOrd="6" destOrd="0" parTransId="{86B8CB01-A40F-4AEE-8C92-C7F66CDC36F2}" sibTransId="{D76B3AE4-A82B-4F98-8B7E-688A4855D0DB}"/>
    <dgm:cxn modelId="{D5A426FC-3968-4404-874F-6D08943C4F0C}" type="presOf" srcId="{11069ED8-7945-4CDD-B335-65E20446615D}" destId="{C1122FF1-0719-491F-94FC-8EC3045D0F86}" srcOrd="1" destOrd="0" presId="urn:microsoft.com/office/officeart/2005/8/layout/orgChart1"/>
    <dgm:cxn modelId="{95F2AFB4-DF5E-4912-BAAC-F63B043A60C1}" srcId="{C737EDEE-3D9E-403C-9B3E-335612CBD5DA}" destId="{6C133AC0-856E-4793-B170-19EED784AAF3}" srcOrd="12" destOrd="0" parTransId="{D57498D2-1243-406E-8391-1F3F59EDC5BC}" sibTransId="{6BF86D72-C2BC-4135-9522-DDDB05C89035}"/>
    <dgm:cxn modelId="{D2FCEFC8-BDE8-4D7E-A6A5-79A28630434C}" type="presOf" srcId="{20103A1F-AE48-49E4-92C5-592935148980}" destId="{0B2CC6DE-6340-4CBF-BC94-5C907621E621}" srcOrd="0" destOrd="0" presId="urn:microsoft.com/office/officeart/2005/8/layout/orgChart1"/>
    <dgm:cxn modelId="{81AC54AD-12DD-4520-BA5A-E386BD6D66B8}" type="presOf" srcId="{4E58B1EB-F552-4FA9-949B-5FC0F71BC100}" destId="{67972E81-BFB3-4208-BACD-C55AB2DF54A3}" srcOrd="0" destOrd="0" presId="urn:microsoft.com/office/officeart/2005/8/layout/orgChart1"/>
    <dgm:cxn modelId="{6A8A7D07-D47E-45F3-A313-236E4BEC9E88}" srcId="{C737EDEE-3D9E-403C-9B3E-335612CBD5DA}" destId="{D182F833-0BF7-4966-8BF7-466519848F49}" srcOrd="4" destOrd="0" parTransId="{5C5FBD09-74B8-4B49-A7CC-71026689922D}" sibTransId="{0D1B2F94-CF6B-4325-A1D3-44E762CE7667}"/>
    <dgm:cxn modelId="{C20A1842-A323-4EB4-A1C7-B5C9757F7863}" type="presOf" srcId="{D383CC8A-380F-4778-919F-1286EF6069D6}" destId="{97D2FE30-0206-4EC7-9598-CC125B829273}" srcOrd="0" destOrd="0" presId="urn:microsoft.com/office/officeart/2005/8/layout/orgChart1"/>
    <dgm:cxn modelId="{3FED8396-1F2D-48E9-9A88-7157E405169E}" srcId="{9A787580-B97B-4580-A63E-F166AAD9FEFA}" destId="{4697A399-3891-4AA0-B029-CD3160307762}" srcOrd="0" destOrd="0" parTransId="{AA0CF7EC-B9D8-4EE2-B1F6-44822A0C652E}" sibTransId="{2D3BBD6A-3EE5-440E-92BA-5688F4418813}"/>
    <dgm:cxn modelId="{017D269D-9526-4011-A932-C801E1BF490E}" type="presOf" srcId="{76365F61-1BBE-4531-806D-E3E12EFDABF7}" destId="{8740D671-B32D-40F6-B10F-418D5DC51BAA}" srcOrd="0" destOrd="0" presId="urn:microsoft.com/office/officeart/2005/8/layout/orgChart1"/>
    <dgm:cxn modelId="{13A7CFCA-0C36-45F5-A5D1-73D01A7FA451}" type="presOf" srcId="{771795CF-E619-4C3C-80C9-B8AFF84E27C6}" destId="{60480622-AD5A-4DE7-AF8C-3C83ED1EC706}" srcOrd="0" destOrd="0" presId="urn:microsoft.com/office/officeart/2005/8/layout/orgChart1"/>
    <dgm:cxn modelId="{3D97C05A-FCEB-41D9-A25C-9A48F1739756}" type="presOf" srcId="{897875CA-FCA7-45CF-92EB-4BE91D6D3A48}" destId="{700B6743-1289-4EE2-99F4-4D2C0BD895F1}" srcOrd="0" destOrd="0" presId="urn:microsoft.com/office/officeart/2005/8/layout/orgChart1"/>
    <dgm:cxn modelId="{8A4C5F04-4548-45F3-8E20-8F87191548D5}" srcId="{9A787580-B97B-4580-A63E-F166AAD9FEFA}" destId="{897875CA-FCA7-45CF-92EB-4BE91D6D3A48}" srcOrd="7" destOrd="0" parTransId="{6C3FF07E-6C70-4C48-B353-A8CFC66D5805}" sibTransId="{6831F858-399C-4225-96D2-8E07471B1A7C}"/>
    <dgm:cxn modelId="{427A67E8-C416-467D-B340-DF19FA14762E}" srcId="{C0C5304B-81D7-4BDF-A446-57B593C3CF09}" destId="{A72470D5-267A-4C84-96F8-E7D01B481F5C}" srcOrd="0" destOrd="0" parTransId="{375AF795-7084-46CF-B668-409C68EEDF53}" sibTransId="{2C885A21-512A-422C-ADD0-AC990053B4E2}"/>
    <dgm:cxn modelId="{35A24F97-59DB-4602-BA00-6D2838446B52}" type="presOf" srcId="{11069ED8-7945-4CDD-B335-65E20446615D}" destId="{0D47F709-3A4A-4A19-A0D3-5A8C94F68B67}" srcOrd="0" destOrd="0" presId="urn:microsoft.com/office/officeart/2005/8/layout/orgChart1"/>
    <dgm:cxn modelId="{A0885C42-8AA6-4AFB-88CB-0FCE25152732}" type="presOf" srcId="{C4C40ABC-0A45-43AB-8933-5B01926E2233}" destId="{50C3F386-5990-4F6B-A801-163C49473247}" srcOrd="1" destOrd="0" presId="urn:microsoft.com/office/officeart/2005/8/layout/orgChart1"/>
    <dgm:cxn modelId="{B24D7B37-444F-4E96-A33A-5BA5A01E6DBC}" type="presOf" srcId="{897875CA-FCA7-45CF-92EB-4BE91D6D3A48}" destId="{31332C0E-2F63-42C2-891C-D0B21682B783}" srcOrd="1" destOrd="0" presId="urn:microsoft.com/office/officeart/2005/8/layout/orgChart1"/>
    <dgm:cxn modelId="{9949A4A8-2C4D-4924-8C0B-8BA721F457AE}" type="presOf" srcId="{4697A399-3891-4AA0-B029-CD3160307762}" destId="{932DB79C-95F7-4418-89DC-E23732C19BC5}" srcOrd="1" destOrd="0" presId="urn:microsoft.com/office/officeart/2005/8/layout/orgChart1"/>
    <dgm:cxn modelId="{79ECF7DA-C391-4B60-835C-B6049E5FE10E}" type="presOf" srcId="{4697A399-3891-4AA0-B029-CD3160307762}" destId="{064B5F5F-533D-4167-9C24-020B17C7A798}" srcOrd="0" destOrd="0" presId="urn:microsoft.com/office/officeart/2005/8/layout/orgChart1"/>
    <dgm:cxn modelId="{3BA43D5A-6DFD-41B0-A175-D1C15B916430}" type="presOf" srcId="{AA0CF7EC-B9D8-4EE2-B1F6-44822A0C652E}" destId="{59199FEC-4F4A-4C51-A996-F658445B9AE4}" srcOrd="0" destOrd="0" presId="urn:microsoft.com/office/officeart/2005/8/layout/orgChart1"/>
    <dgm:cxn modelId="{967DB228-5090-47DF-8C0A-96DB0A313228}" type="presOf" srcId="{01CA6B6C-6B23-4703-9BE0-75AEF164456F}" destId="{735E05F0-244A-4B22-90AA-9F71426AFECA}" srcOrd="1" destOrd="0" presId="urn:microsoft.com/office/officeart/2005/8/layout/orgChart1"/>
    <dgm:cxn modelId="{5D145E51-C2AD-48D7-88AD-1CEB6C14A531}" type="presOf" srcId="{20F8C67B-C863-4DEC-A709-D20A48F95FFF}" destId="{A2C87D10-5E0D-4D4F-8B61-3EEECC003D41}" srcOrd="0" destOrd="0" presId="urn:microsoft.com/office/officeart/2005/8/layout/orgChart1"/>
    <dgm:cxn modelId="{E724370D-0909-4EFB-8FD4-0B607C2AF8E6}" type="presOf" srcId="{D57498D2-1243-406E-8391-1F3F59EDC5BC}" destId="{13A6FF6E-5488-4A90-BE3F-5907391D80B9}" srcOrd="0" destOrd="0" presId="urn:microsoft.com/office/officeart/2005/8/layout/orgChart1"/>
    <dgm:cxn modelId="{28076EA0-757E-4DD4-BA37-22509DF4371B}" type="presOf" srcId="{503E185A-71CF-43E6-BD0B-0ED1840149FF}" destId="{F6751460-89D0-479D-84B5-9EF97782F420}" srcOrd="0" destOrd="0" presId="urn:microsoft.com/office/officeart/2005/8/layout/orgChart1"/>
    <dgm:cxn modelId="{7358DC1C-9474-41F1-8B2C-A31D93C3486B}" type="presOf" srcId="{A6C2A4A5-B3E6-4A95-97A4-65641636C639}" destId="{1D14E920-BB44-40C8-A2CF-55415CCA0F85}" srcOrd="1" destOrd="0" presId="urn:microsoft.com/office/officeart/2005/8/layout/orgChart1"/>
    <dgm:cxn modelId="{F970BB5B-011A-4E2F-A579-3A1F1FDE3E7F}" type="presOf" srcId="{5446F5D5-E266-4071-B2CD-8570A496AFA5}" destId="{592F601E-EB5D-48D6-A559-48B1EBCE631D}" srcOrd="0" destOrd="0" presId="urn:microsoft.com/office/officeart/2005/8/layout/orgChart1"/>
    <dgm:cxn modelId="{D5BD4D02-23D9-4DEA-9020-2E930C7DFC5D}" type="presOf" srcId="{846E2763-18F3-4C19-98EF-88A9AF223F79}" destId="{030BF3C9-8D3C-486E-9B5C-CCD79ABEDC48}" srcOrd="1" destOrd="0" presId="urn:microsoft.com/office/officeart/2005/8/layout/orgChart1"/>
    <dgm:cxn modelId="{F04830E0-FC2F-4A74-A1E0-BD8D0F8C1CAD}" type="presOf" srcId="{8689FB1D-15BD-4FC6-AE72-DE4228CAF8AB}" destId="{E68F6FBF-B78F-44C1-8209-2AD50AC1C688}" srcOrd="0" destOrd="0" presId="urn:microsoft.com/office/officeart/2005/8/layout/orgChart1"/>
    <dgm:cxn modelId="{D566C76B-F61D-433C-AA77-D0CF776EFF28}" type="presOf" srcId="{A72470D5-267A-4C84-96F8-E7D01B481F5C}" destId="{13979061-5A46-4AB1-8939-27CEB799EFC5}" srcOrd="0" destOrd="0" presId="urn:microsoft.com/office/officeart/2005/8/layout/orgChart1"/>
    <dgm:cxn modelId="{92D72F27-7991-48D2-8BB1-EEF57F2CD1C1}" type="presOf" srcId="{CE5BD198-CFA3-427F-8B0E-76DA5A449999}" destId="{4F121BDB-055A-43A5-B0DA-0BCDC34616B1}" srcOrd="0" destOrd="0" presId="urn:microsoft.com/office/officeart/2005/8/layout/orgChart1"/>
    <dgm:cxn modelId="{7DE5D7BF-DE13-4A76-8D6A-0DF7D2A0DBC6}" srcId="{C737EDEE-3D9E-403C-9B3E-335612CBD5DA}" destId="{5446F5D5-E266-4071-B2CD-8570A496AFA5}" srcOrd="11" destOrd="0" parTransId="{771795CF-E619-4C3C-80C9-B8AFF84E27C6}" sibTransId="{2747A9D9-35E3-4E09-8691-14388B22C237}"/>
    <dgm:cxn modelId="{0A492AFF-DC56-4434-805D-3B45167DBCE8}" type="presOf" srcId="{6AE0664A-15D7-490C-A484-997C9C0D5205}" destId="{9B22653F-EB82-45FF-95FF-1B0B15B07C80}" srcOrd="1" destOrd="0" presId="urn:microsoft.com/office/officeart/2005/8/layout/orgChart1"/>
    <dgm:cxn modelId="{2104B733-CC65-4894-B145-4DA2C0706358}" srcId="{9A787580-B97B-4580-A63E-F166AAD9FEFA}" destId="{25E40E93-A1EF-4FB7-A256-A773FBFFD76C}" srcOrd="13" destOrd="0" parTransId="{F48D58FB-2BA5-4883-B339-8691EA1E53B7}" sibTransId="{96883170-B12C-449D-8BCB-5A815E2F5C24}"/>
    <dgm:cxn modelId="{B34A1557-98C6-41AB-A20E-0F4791391CA6}" srcId="{9A787580-B97B-4580-A63E-F166AAD9FEFA}" destId="{6AE0664A-15D7-490C-A484-997C9C0D5205}" srcOrd="11" destOrd="0" parTransId="{D943D746-D5F5-40EF-BDEF-115C575A1362}" sibTransId="{E742A0F8-BEE5-4A0F-9D8D-CC67B925675F}"/>
    <dgm:cxn modelId="{490BBD48-8498-4F08-9597-B898B9BF3139}" type="presOf" srcId="{C4C40ABC-0A45-43AB-8933-5B01926E2233}" destId="{886F5E46-CE3F-435A-9851-70FF1C4C7D89}" srcOrd="0" destOrd="0" presId="urn:microsoft.com/office/officeart/2005/8/layout/orgChart1"/>
    <dgm:cxn modelId="{B0150E18-4056-4415-BA2B-C919E1DEF4A0}" type="presOf" srcId="{1915B1D5-FBAE-462A-876E-853FD96B62F6}" destId="{36C64DF3-05F6-4EB3-8794-A0DF9F2C4840}" srcOrd="0" destOrd="0" presId="urn:microsoft.com/office/officeart/2005/8/layout/orgChart1"/>
    <dgm:cxn modelId="{F057BB1F-34BD-4365-A6A4-F669CECC2ED5}" srcId="{9A787580-B97B-4580-A63E-F166AAD9FEFA}" destId="{8BAD0721-0390-417D-9227-9C93ADE06BDA}" srcOrd="2" destOrd="0" parTransId="{FA8F9D03-D71C-458C-8A36-848CC2EB919C}" sibTransId="{8CF04DAF-528D-4319-83E4-59E5BCA16CA7}"/>
    <dgm:cxn modelId="{BCFF4038-9F4D-43E9-B73B-3B9FBE024BA4}" type="presOf" srcId="{4DECFD11-7178-436E-8120-00EAA0C67423}" destId="{CD4D62E4-4EBB-4D99-94B8-77BD50CC4025}" srcOrd="0" destOrd="0" presId="urn:microsoft.com/office/officeart/2005/8/layout/orgChart1"/>
    <dgm:cxn modelId="{A79C0549-9841-45E4-AB8B-F3EF904D7054}" srcId="{C737EDEE-3D9E-403C-9B3E-335612CBD5DA}" destId="{729F8604-67E9-4AE7-AC75-307685FD94DB}" srcOrd="5" destOrd="0" parTransId="{7046AD19-35FF-4A93-B9E7-AFE7C3632A6A}" sibTransId="{DF679423-4678-4F6E-8737-8053A25D56D4}"/>
    <dgm:cxn modelId="{0EFE4898-B09E-4045-B0D8-BD6F0EB178DC}" srcId="{C737EDEE-3D9E-403C-9B3E-335612CBD5DA}" destId="{A6C2A4A5-B3E6-4A95-97A4-65641636C639}" srcOrd="9" destOrd="0" parTransId="{AE723A42-7F2F-4354-BC24-E204F4B48A2D}" sibTransId="{E3E19BF0-385F-41E2-92D9-6862ACB618CB}"/>
    <dgm:cxn modelId="{57408BFF-9CE6-4351-B720-2B40AE4326F1}" type="presOf" srcId="{6B14F184-C14E-44C6-9CBB-99F392F99B1E}" destId="{4BC22F04-F359-48D3-819A-AF0F00F9C3B1}" srcOrd="0" destOrd="0" presId="urn:microsoft.com/office/officeart/2005/8/layout/orgChart1"/>
    <dgm:cxn modelId="{6EBB2AC9-5EA0-4E4E-9918-D4FADD0DCD5F}" type="presOf" srcId="{01CA6B6C-6B23-4703-9BE0-75AEF164456F}" destId="{186C75A8-C719-4F24-AB84-0B08209DF80A}" srcOrd="0" destOrd="0" presId="urn:microsoft.com/office/officeart/2005/8/layout/orgChart1"/>
    <dgm:cxn modelId="{50EEC63D-E4D8-4AEB-A6E5-E5991670FFAD}" type="presOf" srcId="{AB1EF975-A904-4FFC-A573-1DA24B5B0F97}" destId="{4445AB48-94CD-4801-A13C-05864EFFB165}" srcOrd="0" destOrd="0" presId="urn:microsoft.com/office/officeart/2005/8/layout/orgChart1"/>
    <dgm:cxn modelId="{541FAB29-4007-43FA-9BDF-B3E980143473}" srcId="{C737EDEE-3D9E-403C-9B3E-335612CBD5DA}" destId="{267C5689-AF78-4874-A17F-F887A7006C0C}" srcOrd="2" destOrd="0" parTransId="{C206A130-6144-4223-9A16-3E96D39F9754}" sibTransId="{EFD39103-EFBD-4B43-BB94-7C178D84353D}"/>
    <dgm:cxn modelId="{A56BEA69-9355-4013-AD68-F189CCD85690}" type="presOf" srcId="{F48D58FB-2BA5-4883-B339-8691EA1E53B7}" destId="{3BF65806-F99C-42FE-A4DE-DEB16E52714D}" srcOrd="0" destOrd="0" presId="urn:microsoft.com/office/officeart/2005/8/layout/orgChart1"/>
    <dgm:cxn modelId="{4C9E1EEE-B3E8-43AC-91E4-718E575A0526}" srcId="{C737EDEE-3D9E-403C-9B3E-335612CBD5DA}" destId="{8689FB1D-15BD-4FC6-AE72-DE4228CAF8AB}" srcOrd="3" destOrd="0" parTransId="{277B802A-54CD-461D-8030-C55FE90373C9}" sibTransId="{CC3F4BC2-5635-4F53-BBF0-4C24FA7D5105}"/>
    <dgm:cxn modelId="{0C6FC898-D246-420B-925A-DF0C914D7907}" type="presOf" srcId="{CA443778-2C12-4EAC-9C35-900FA3B28660}" destId="{2ECEDEA0-C94C-4384-8ACE-BB922B7A8273}" srcOrd="0" destOrd="0" presId="urn:microsoft.com/office/officeart/2005/8/layout/orgChart1"/>
    <dgm:cxn modelId="{F9A07E15-50D2-48F6-B868-6DEDFED7D9F6}" srcId="{9A787580-B97B-4580-A63E-F166AAD9FEFA}" destId="{AB1EF975-A904-4FFC-A573-1DA24B5B0F97}" srcOrd="9" destOrd="0" parTransId="{CE5BD198-CFA3-427F-8B0E-76DA5A449999}" sibTransId="{AEE3D47C-31D1-4B08-809E-CF5EAC6E4E26}"/>
    <dgm:cxn modelId="{FAEA1D89-52E2-48B4-B23D-90004631210B}" type="presOf" srcId="{C0C5304B-81D7-4BDF-A446-57B593C3CF09}" destId="{797B58BF-E847-4FAC-8DD7-D031A83384FC}" srcOrd="0" destOrd="0" presId="urn:microsoft.com/office/officeart/2005/8/layout/orgChart1"/>
    <dgm:cxn modelId="{37B1439B-DC80-4E06-B637-4ED169B4D514}" srcId="{9A787580-B97B-4580-A63E-F166AAD9FEFA}" destId="{8EC61325-88CB-426C-9961-62CEE7624BD1}" srcOrd="5" destOrd="0" parTransId="{3B3B1AFE-9BC6-4B84-A857-9467FC3F647B}" sibTransId="{046DFBC4-B8F4-4F29-B676-6A50FE5E9C16}"/>
    <dgm:cxn modelId="{496AA80A-DCBB-4C02-BDA1-27C6026FDF20}" type="presOf" srcId="{6C3FF07E-6C70-4C48-B353-A8CFC66D5805}" destId="{37D52DC0-C49B-4A82-91A4-2001FBBA92E0}" srcOrd="0" destOrd="0" presId="urn:microsoft.com/office/officeart/2005/8/layout/orgChart1"/>
    <dgm:cxn modelId="{9A7F50F9-590B-4A48-8B89-330C6C602BCF}" type="presOf" srcId="{B63A4053-3AA3-4BA7-88B7-FC7D8CFAA304}" destId="{B85E2A83-A7C3-4BA2-AABA-E1066E8DB54B}" srcOrd="0" destOrd="0" presId="urn:microsoft.com/office/officeart/2005/8/layout/orgChart1"/>
    <dgm:cxn modelId="{75855172-9513-4A48-AC68-F1FD9E63EA02}" type="presOf" srcId="{8EC61325-88CB-426C-9961-62CEE7624BD1}" destId="{4974544A-4F61-4FC0-987E-147514F6A8F9}" srcOrd="0" destOrd="0" presId="urn:microsoft.com/office/officeart/2005/8/layout/orgChart1"/>
    <dgm:cxn modelId="{1900A2B7-CB16-4412-A4C3-0BEEB7251D38}" type="presOf" srcId="{71AF570D-2869-426E-B162-797E83D5B181}" destId="{B7B6BCC6-FE14-4CBD-9ECE-B628D89D1E21}" srcOrd="0" destOrd="0" presId="urn:microsoft.com/office/officeart/2005/8/layout/orgChart1"/>
    <dgm:cxn modelId="{92CE0DEE-73F2-45C7-90D7-039BBA750E3A}" srcId="{9A787580-B97B-4580-A63E-F166AAD9FEFA}" destId="{07D52126-F90E-4FBC-8D4F-6E95FEEF9BD5}" srcOrd="1" destOrd="0" parTransId="{F8C13750-3626-4B3B-BB10-D0367D443144}" sibTransId="{3975CE53-E9A4-4084-8F84-55BF58490C1E}"/>
    <dgm:cxn modelId="{38DCBE4F-A696-4E9D-AC11-7521630EC71D}" type="presOf" srcId="{64CEF598-0F30-4E2A-AFA6-11C77919391B}" destId="{5D93AA9E-1F8D-4243-B75E-C96F49F337D2}" srcOrd="0" destOrd="0" presId="urn:microsoft.com/office/officeart/2005/8/layout/orgChart1"/>
    <dgm:cxn modelId="{37F7C0B6-A3B9-496C-AEE8-935C6D4C8C4A}" type="presOf" srcId="{5C5FBD09-74B8-4B49-A7CC-71026689922D}" destId="{E355313A-E98A-485A-A5FE-F050E9A0DA43}" srcOrd="0" destOrd="0" presId="urn:microsoft.com/office/officeart/2005/8/layout/orgChart1"/>
    <dgm:cxn modelId="{DDE84EEE-231E-4CAC-93DE-64A1572CC410}" type="presOf" srcId="{71304415-E9FF-4B32-BC2A-1441294323C2}" destId="{4ABA1891-0032-44CC-891D-FC62B24C0C1E}" srcOrd="0" destOrd="0" presId="urn:microsoft.com/office/officeart/2005/8/layout/orgChart1"/>
    <dgm:cxn modelId="{CB1D4206-F1CD-49DF-95BB-FA0A68EBB9DB}" srcId="{9A787580-B97B-4580-A63E-F166AAD9FEFA}" destId="{5FFB7128-FACA-4EFA-A138-00865ED5122D}" srcOrd="12" destOrd="0" parTransId="{B63A4053-3AA3-4BA7-88B7-FC7D8CFAA304}" sibTransId="{000D4DDF-2E22-4208-92F2-D6DD28F59BF2}"/>
    <dgm:cxn modelId="{48DFB859-CF83-4B7B-8495-B7BAF16FDE4C}" type="presOf" srcId="{277B802A-54CD-461D-8030-C55FE90373C9}" destId="{C0E23A3F-4A60-45B5-B1E5-73BEA9E946EE}" srcOrd="0" destOrd="0" presId="urn:microsoft.com/office/officeart/2005/8/layout/orgChart1"/>
    <dgm:cxn modelId="{1C082930-15D6-4BE7-9C08-FDE7998AE736}" type="presOf" srcId="{0B67F94C-B344-4CEC-8FDA-B9C947C0C1BE}" destId="{974872F3-73C5-41AF-AFC0-E14C701C2E41}" srcOrd="0" destOrd="0" presId="urn:microsoft.com/office/officeart/2005/8/layout/orgChart1"/>
    <dgm:cxn modelId="{A64A2166-F0EA-4163-B77E-5A728A27783D}" type="presOf" srcId="{CC8BB99F-6CAE-4E6D-A33D-245E61A5FC57}" destId="{5DF2361D-562E-42CC-A559-4E602D83F680}" srcOrd="1" destOrd="0" presId="urn:microsoft.com/office/officeart/2005/8/layout/orgChart1"/>
    <dgm:cxn modelId="{6CD120FB-5063-4E1D-A678-7914B9354F3E}" type="presOf" srcId="{8EC61325-88CB-426C-9961-62CEE7624BD1}" destId="{E7A71725-FBC4-4BFA-A662-461AFD0BCC67}" srcOrd="1" destOrd="0" presId="urn:microsoft.com/office/officeart/2005/8/layout/orgChart1"/>
    <dgm:cxn modelId="{306823E4-8983-4C12-BBCE-D8A849026E42}" type="presOf" srcId="{6AE0664A-15D7-490C-A484-997C9C0D5205}" destId="{EB29BADA-BFA9-4AE8-A3C8-42E32750148A}" srcOrd="0" destOrd="0" presId="urn:microsoft.com/office/officeart/2005/8/layout/orgChart1"/>
    <dgm:cxn modelId="{FEE5616B-6D74-4F48-9881-2A0C33402E06}" srcId="{C737EDEE-3D9E-403C-9B3E-335612CBD5DA}" destId="{6ECA1A28-3023-4DFB-A462-652AB62E28CF}" srcOrd="1" destOrd="0" parTransId="{A1D5E49A-2C31-4167-B180-82BC3CBE7E3F}" sibTransId="{F2E2BC8B-913A-4AC3-92E0-42397FCFF5A7}"/>
    <dgm:cxn modelId="{DC97051C-D36E-4698-980F-D306BA09BF8B}" type="presOf" srcId="{6C133AC0-856E-4793-B170-19EED784AAF3}" destId="{81E328EC-7CC5-464D-BEFD-D200E9C27BEF}" srcOrd="1" destOrd="0" presId="urn:microsoft.com/office/officeart/2005/8/layout/orgChart1"/>
    <dgm:cxn modelId="{FA25E4E3-737D-4C0F-B7A7-FF75154F1983}" type="presOf" srcId="{D182F833-0BF7-4966-8BF7-466519848F49}" destId="{09FDA657-032F-461B-8C3C-456F6A27CADE}" srcOrd="1" destOrd="0" presId="urn:microsoft.com/office/officeart/2005/8/layout/orgChart1"/>
    <dgm:cxn modelId="{24B6019B-262D-4D21-9025-F984500C43CC}" type="presOf" srcId="{AE723A42-7F2F-4354-BC24-E204F4B48A2D}" destId="{187B8C0C-F8C7-473D-8851-F5F234F28B9D}" srcOrd="0" destOrd="0" presId="urn:microsoft.com/office/officeart/2005/8/layout/orgChart1"/>
    <dgm:cxn modelId="{9F5DF69D-6334-4070-8CBA-F5F89FDCEF3B}" srcId="{9A787580-B97B-4580-A63E-F166AAD9FEFA}" destId="{7D1DEE65-1BDD-41D9-83BD-0C1E08E94430}" srcOrd="4" destOrd="0" parTransId="{0B67F94C-B344-4CEC-8FDA-B9C947C0C1BE}" sibTransId="{ED1699B8-4E38-4522-A0E2-2A7BC8937622}"/>
    <dgm:cxn modelId="{BA2C7E28-EB2A-482D-8C4B-89DDAB002DF6}" type="presOf" srcId="{6ECA1A28-3023-4DFB-A462-652AB62E28CF}" destId="{625FE7DD-6C8B-40DB-BF47-960C2163635A}" srcOrd="0" destOrd="0" presId="urn:microsoft.com/office/officeart/2005/8/layout/orgChart1"/>
    <dgm:cxn modelId="{DBC71F7A-8E67-49B3-BDB7-2F1220557B44}" srcId="{9A787580-B97B-4580-A63E-F166AAD9FEFA}" destId="{C4C40ABC-0A45-43AB-8933-5B01926E2233}" srcOrd="3" destOrd="0" parTransId="{857E6929-F271-4C08-85CE-992430FFDD15}" sibTransId="{AFFE027F-F290-4F24-9DB6-60150220CA60}"/>
    <dgm:cxn modelId="{33613910-8CC4-472E-9967-877807E37D3C}" type="presOf" srcId="{1B9FE079-EE77-4B23-BF68-DD65AF277B2D}" destId="{33459094-9246-4203-A173-B65DB045116E}" srcOrd="0" destOrd="0" presId="urn:microsoft.com/office/officeart/2005/8/layout/orgChart1"/>
    <dgm:cxn modelId="{2CA17648-D097-413C-88F1-B72D6497AC07}" type="presOf" srcId="{175A7BD0-8487-4A0A-8044-311D3C747279}" destId="{6D08B215-84E9-4EFE-863E-6C49C9564FE0}" srcOrd="1" destOrd="0" presId="urn:microsoft.com/office/officeart/2005/8/layout/orgChart1"/>
    <dgm:cxn modelId="{BC97876E-F555-4A79-AFCA-16E2ED2A5BE6}" type="presOf" srcId="{C737EDEE-3D9E-403C-9B3E-335612CBD5DA}" destId="{B84E5BFC-6EEB-4184-B96D-5A5BA475B1C9}" srcOrd="1" destOrd="0" presId="urn:microsoft.com/office/officeart/2005/8/layout/orgChart1"/>
    <dgm:cxn modelId="{01623A89-D336-4871-B382-46F876AB0F8D}" srcId="{9A787580-B97B-4580-A63E-F166AAD9FEFA}" destId="{175A7BD0-8487-4A0A-8044-311D3C747279}" srcOrd="10" destOrd="0" parTransId="{265CDED1-2DB3-48E2-AA81-18F97CA82FFE}" sibTransId="{5865DFC0-D6D2-4B0F-A45C-10D4D21B9C05}"/>
    <dgm:cxn modelId="{095781F6-2153-42DC-8EF8-548FD6ED9100}" type="presOf" srcId="{5446F5D5-E266-4071-B2CD-8570A496AFA5}" destId="{C8436DCE-0FEE-4946-9639-EF54570874A0}" srcOrd="1" destOrd="0" presId="urn:microsoft.com/office/officeart/2005/8/layout/orgChart1"/>
    <dgm:cxn modelId="{7AE63ABD-3F95-41DF-91E1-FBA060DC1BF2}" type="presOf" srcId="{9A787580-B97B-4580-A63E-F166AAD9FEFA}" destId="{E3E6C38E-2E2C-4F8E-9270-54B75D4D8A64}" srcOrd="1" destOrd="0" presId="urn:microsoft.com/office/officeart/2005/8/layout/orgChart1"/>
    <dgm:cxn modelId="{F5D36F4B-E554-4ABF-BD29-524420BFD17D}" type="presOf" srcId="{265CDED1-2DB3-48E2-AA81-18F97CA82FFE}" destId="{AC1B2063-F23D-46D0-AF4F-C57DA02FB743}" srcOrd="0" destOrd="0" presId="urn:microsoft.com/office/officeart/2005/8/layout/orgChart1"/>
    <dgm:cxn modelId="{6453DCC8-91AC-445D-9CC2-7585D1802801}" type="presOf" srcId="{267C5689-AF78-4874-A17F-F887A7006C0C}" destId="{68BD857C-44FD-4597-BDED-CC247010756A}" srcOrd="0" destOrd="0" presId="urn:microsoft.com/office/officeart/2005/8/layout/orgChart1"/>
    <dgm:cxn modelId="{0E75E929-985B-4A67-A252-875A030F1F3A}" type="presOf" srcId="{D182F833-0BF7-4966-8BF7-466519848F49}" destId="{57B6EB3A-B212-4B0D-AF27-C8B3EF8156F9}" srcOrd="0" destOrd="0" presId="urn:microsoft.com/office/officeart/2005/8/layout/orgChart1"/>
    <dgm:cxn modelId="{32497686-050A-4541-81DB-9723D088F8A9}" srcId="{C737EDEE-3D9E-403C-9B3E-335612CBD5DA}" destId="{01CA6B6C-6B23-4703-9BE0-75AEF164456F}" srcOrd="8" destOrd="0" parTransId="{71304415-E9FF-4B32-BC2A-1441294323C2}" sibTransId="{5B03C058-D03E-4813-89DC-2F52B7BD59AE}"/>
    <dgm:cxn modelId="{4D340882-B162-466B-AA38-E31F8760335B}" type="presOf" srcId="{C206A130-6144-4223-9A16-3E96D39F9754}" destId="{E122AF28-1BE9-4620-8D13-19EB3F8AC6D1}" srcOrd="0" destOrd="0" presId="urn:microsoft.com/office/officeart/2005/8/layout/orgChart1"/>
    <dgm:cxn modelId="{2C31C6AD-D9B8-4D0F-87E9-E28E6E9F3DD5}" type="presOf" srcId="{FA8F9D03-D71C-458C-8A36-848CC2EB919C}" destId="{767926F2-7466-4446-8B4D-564F3E9190DC}" srcOrd="0" destOrd="0" presId="urn:microsoft.com/office/officeart/2005/8/layout/orgChart1"/>
    <dgm:cxn modelId="{871AEEF2-97D8-40DD-AD11-4BD32E507505}" type="presOf" srcId="{D943D746-D5F5-40EF-BDEF-115C575A1362}" destId="{D4A674DA-DFAC-4D55-BE15-24F12AFFC29F}" srcOrd="0" destOrd="0" presId="urn:microsoft.com/office/officeart/2005/8/layout/orgChart1"/>
    <dgm:cxn modelId="{F3CBCF1D-9910-478C-8998-777AAFE9B37D}" type="presOf" srcId="{503E185A-71CF-43E6-BD0B-0ED1840149FF}" destId="{026400CB-0CFC-4701-BE3B-0C5662437052}" srcOrd="1" destOrd="0" presId="urn:microsoft.com/office/officeart/2005/8/layout/orgChart1"/>
    <dgm:cxn modelId="{581A0700-DB52-497C-AE38-35DF0AE9D7CF}" type="presOf" srcId="{846E2763-18F3-4C19-98EF-88A9AF223F79}" destId="{FA6F5A09-72D7-442C-AE8C-D257F852A0A9}" srcOrd="0" destOrd="0" presId="urn:microsoft.com/office/officeart/2005/8/layout/orgChart1"/>
    <dgm:cxn modelId="{D36A96AC-BC27-4F93-BF03-269FB3A50E5D}" type="presOf" srcId="{7046AD19-35FF-4A93-B9E7-AFE7C3632A6A}" destId="{55E1AA2F-5A60-47BE-AE32-DEFC480931C0}" srcOrd="0" destOrd="0" presId="urn:microsoft.com/office/officeart/2005/8/layout/orgChart1"/>
    <dgm:cxn modelId="{7EFD51B5-8352-4FB6-9343-C85865FAEBB8}" type="presOf" srcId="{729F8604-67E9-4AE7-AC75-307685FD94DB}" destId="{0B5B200B-5926-475A-8F9C-8076B4EBD6D9}" srcOrd="1" destOrd="0" presId="urn:microsoft.com/office/officeart/2005/8/layout/orgChart1"/>
    <dgm:cxn modelId="{4F71296D-39D8-41C0-92AD-1CBA8E88A712}" type="presOf" srcId="{5FFB7128-FACA-4EFA-A138-00865ED5122D}" destId="{0B54DD95-A8B7-40C1-B159-6C5A9A464089}" srcOrd="1" destOrd="0" presId="urn:microsoft.com/office/officeart/2005/8/layout/orgChart1"/>
    <dgm:cxn modelId="{C776DD3A-EA2C-4CE7-9CA4-4D94F4F015AB}" type="presOf" srcId="{175A7BD0-8487-4A0A-8044-311D3C747279}" destId="{2A58D7F8-B2A6-45BC-A640-D81668393C7E}" srcOrd="0" destOrd="0" presId="urn:microsoft.com/office/officeart/2005/8/layout/orgChart1"/>
    <dgm:cxn modelId="{D0D5D9E2-E301-4CDB-B7FE-E2E23DA98D5D}" type="presOf" srcId="{9D3B901D-68AB-4684-8F8D-D1DFC2FF0E90}" destId="{88557621-4946-4C74-B8AA-EB58F1CB84E7}" srcOrd="0" destOrd="0" presId="urn:microsoft.com/office/officeart/2005/8/layout/orgChart1"/>
    <dgm:cxn modelId="{1D1FCE8C-C109-40A7-8D5B-2BB469303564}" type="presOf" srcId="{CC8BB99F-6CAE-4E6D-A33D-245E61A5FC57}" destId="{A0B11325-E9C8-41FE-8C25-D2405A988CE8}" srcOrd="0" destOrd="0" presId="urn:microsoft.com/office/officeart/2005/8/layout/orgChart1"/>
    <dgm:cxn modelId="{BF483C9F-846B-4436-AEA7-8A537DBE5911}" srcId="{9A787580-B97B-4580-A63E-F166AAD9FEFA}" destId="{20F8C67B-C863-4DEC-A709-D20A48F95FFF}" srcOrd="15" destOrd="0" parTransId="{20103A1F-AE48-49E4-92C5-592935148980}" sibTransId="{9B22F86E-808F-4BEB-9490-7626D7A307C6}"/>
    <dgm:cxn modelId="{1E85D23D-ABB5-4871-A475-932629DF274E}" type="presOf" srcId="{A1D5E49A-2C31-4167-B180-82BC3CBE7E3F}" destId="{41DB8E73-E4FB-4340-BA55-3AD9E3F9B1D3}" srcOrd="0" destOrd="0" presId="urn:microsoft.com/office/officeart/2005/8/layout/orgChart1"/>
    <dgm:cxn modelId="{AB6D4355-DB46-4960-8246-FB9A6447D87F}" type="presOf" srcId="{2093E6FB-0B6F-46F8-81B8-9F0099D4FEC9}" destId="{79B02181-70EE-47CE-AB35-8F1917E7A732}" srcOrd="1" destOrd="0" presId="urn:microsoft.com/office/officeart/2005/8/layout/orgChart1"/>
    <dgm:cxn modelId="{8A5BF164-C30E-46EA-905A-056222AF639B}" type="presOf" srcId="{6C133AC0-856E-4793-B170-19EED784AAF3}" destId="{48D000EC-D642-44A5-89D1-858C0831A65A}" srcOrd="0" destOrd="0" presId="urn:microsoft.com/office/officeart/2005/8/layout/orgChart1"/>
    <dgm:cxn modelId="{3CA0A5CF-C295-439F-81A5-9E2A23209E52}" type="presOf" srcId="{5FFB7128-FACA-4EFA-A138-00865ED5122D}" destId="{02436C0C-E2D5-4D68-8E81-D781626DC7D9}" srcOrd="0" destOrd="0" presId="urn:microsoft.com/office/officeart/2005/8/layout/orgChart1"/>
    <dgm:cxn modelId="{588F574F-42B1-41BC-A126-10BC66F2EB8A}" type="presOf" srcId="{857E6929-F271-4C08-85CE-992430FFDD15}" destId="{DE649199-D488-45E3-96CD-9FF5C934BABB}" srcOrd="0" destOrd="0" presId="urn:microsoft.com/office/officeart/2005/8/layout/orgChart1"/>
    <dgm:cxn modelId="{BB306409-D749-451D-822C-1F9941BA71BF}" type="presParOf" srcId="{797B58BF-E847-4FAC-8DD7-D031A83384FC}" destId="{F0C1DE10-D384-438A-8AAE-3606511D6A80}" srcOrd="0" destOrd="0" presId="urn:microsoft.com/office/officeart/2005/8/layout/orgChart1"/>
    <dgm:cxn modelId="{C4BCAFED-66A9-4111-A473-34604ADEF150}" type="presParOf" srcId="{F0C1DE10-D384-438A-8AAE-3606511D6A80}" destId="{8C843981-7D21-4CBB-ABC0-4C55EDEE2B64}" srcOrd="0" destOrd="0" presId="urn:microsoft.com/office/officeart/2005/8/layout/orgChart1"/>
    <dgm:cxn modelId="{AC15779C-8B9C-4D52-9D31-919E48FE3270}" type="presParOf" srcId="{8C843981-7D21-4CBB-ABC0-4C55EDEE2B64}" destId="{13979061-5A46-4AB1-8939-27CEB799EFC5}" srcOrd="0" destOrd="0" presId="urn:microsoft.com/office/officeart/2005/8/layout/orgChart1"/>
    <dgm:cxn modelId="{85135BD3-F9D1-4CDB-A40D-030633D759CE}" type="presParOf" srcId="{8C843981-7D21-4CBB-ABC0-4C55EDEE2B64}" destId="{8F95FF9C-0D3F-4542-8138-F3A3D21FF6AF}" srcOrd="1" destOrd="0" presId="urn:microsoft.com/office/officeart/2005/8/layout/orgChart1"/>
    <dgm:cxn modelId="{B659C3E5-9141-4740-857D-F644084771AB}" type="presParOf" srcId="{F0C1DE10-D384-438A-8AAE-3606511D6A80}" destId="{123902CF-B9B4-4514-A8B7-0E7F674C51CB}" srcOrd="1" destOrd="0" presId="urn:microsoft.com/office/officeart/2005/8/layout/orgChart1"/>
    <dgm:cxn modelId="{2D0BE6B9-8261-4227-ADCF-D2D7818CA692}" type="presParOf" srcId="{123902CF-B9B4-4514-A8B7-0E7F674C51CB}" destId="{5D93AA9E-1F8D-4243-B75E-C96F49F337D2}" srcOrd="0" destOrd="0" presId="urn:microsoft.com/office/officeart/2005/8/layout/orgChart1"/>
    <dgm:cxn modelId="{33F41FFE-1F64-4278-8BF5-365F9A1F10D0}" type="presParOf" srcId="{123902CF-B9B4-4514-A8B7-0E7F674C51CB}" destId="{E7EFDF0B-B4A1-4898-A828-3164B9EF0E73}" srcOrd="1" destOrd="0" presId="urn:microsoft.com/office/officeart/2005/8/layout/orgChart1"/>
    <dgm:cxn modelId="{EDC5B144-7436-4D24-A688-6F0C9CD70279}" type="presParOf" srcId="{E7EFDF0B-B4A1-4898-A828-3164B9EF0E73}" destId="{E003C96A-891F-46EA-8377-527E67ACC766}" srcOrd="0" destOrd="0" presId="urn:microsoft.com/office/officeart/2005/8/layout/orgChart1"/>
    <dgm:cxn modelId="{83875CC7-182E-4EF2-BA3B-70986A756A0C}" type="presParOf" srcId="{E003C96A-891F-46EA-8377-527E67ACC766}" destId="{1B57B716-1BDD-456C-B046-0C5B54A47AD8}" srcOrd="0" destOrd="0" presId="urn:microsoft.com/office/officeart/2005/8/layout/orgChart1"/>
    <dgm:cxn modelId="{BCD94C58-5C70-4D82-A42F-12966D85C763}" type="presParOf" srcId="{E003C96A-891F-46EA-8377-527E67ACC766}" destId="{E3E6C38E-2E2C-4F8E-9270-54B75D4D8A64}" srcOrd="1" destOrd="0" presId="urn:microsoft.com/office/officeart/2005/8/layout/orgChart1"/>
    <dgm:cxn modelId="{3DBA7B45-3323-48F7-ACB1-5053DF7DCE32}" type="presParOf" srcId="{E7EFDF0B-B4A1-4898-A828-3164B9EF0E73}" destId="{F675AB64-2940-49E6-ACF9-A2360E01B9DA}" srcOrd="1" destOrd="0" presId="urn:microsoft.com/office/officeart/2005/8/layout/orgChart1"/>
    <dgm:cxn modelId="{AC4B2202-10CB-4442-8A6C-1BF4C14F8A0A}" type="presParOf" srcId="{F675AB64-2940-49E6-ACF9-A2360E01B9DA}" destId="{59199FEC-4F4A-4C51-A996-F658445B9AE4}" srcOrd="0" destOrd="0" presId="urn:microsoft.com/office/officeart/2005/8/layout/orgChart1"/>
    <dgm:cxn modelId="{35A20BD1-4BAC-47E3-AE11-67D7760A4E43}" type="presParOf" srcId="{F675AB64-2940-49E6-ACF9-A2360E01B9DA}" destId="{2F606B3E-CDF3-4A79-9E52-21CE05364F0F}" srcOrd="1" destOrd="0" presId="urn:microsoft.com/office/officeart/2005/8/layout/orgChart1"/>
    <dgm:cxn modelId="{7F04E9EA-4455-487E-8C89-2472B3AC6102}" type="presParOf" srcId="{2F606B3E-CDF3-4A79-9E52-21CE05364F0F}" destId="{C306B0B2-8773-4006-950B-D98E39B87A0A}" srcOrd="0" destOrd="0" presId="urn:microsoft.com/office/officeart/2005/8/layout/orgChart1"/>
    <dgm:cxn modelId="{B259261F-C026-4D0C-B226-C0BC6136E5C2}" type="presParOf" srcId="{C306B0B2-8773-4006-950B-D98E39B87A0A}" destId="{064B5F5F-533D-4167-9C24-020B17C7A798}" srcOrd="0" destOrd="0" presId="urn:microsoft.com/office/officeart/2005/8/layout/orgChart1"/>
    <dgm:cxn modelId="{ED6B287F-EEAE-4058-AD34-B19603B32022}" type="presParOf" srcId="{C306B0B2-8773-4006-950B-D98E39B87A0A}" destId="{932DB79C-95F7-4418-89DC-E23732C19BC5}" srcOrd="1" destOrd="0" presId="urn:microsoft.com/office/officeart/2005/8/layout/orgChart1"/>
    <dgm:cxn modelId="{CD9C4BF2-50FF-46A9-8507-16B038314726}" type="presParOf" srcId="{2F606B3E-CDF3-4A79-9E52-21CE05364F0F}" destId="{E77D1FE4-534C-4668-96CE-DFEEA8CE16B4}" srcOrd="1" destOrd="0" presId="urn:microsoft.com/office/officeart/2005/8/layout/orgChart1"/>
    <dgm:cxn modelId="{1AAEA548-182A-419B-B7E1-E6AFF8E54E53}" type="presParOf" srcId="{2F606B3E-CDF3-4A79-9E52-21CE05364F0F}" destId="{17DD9DB3-D818-4EA7-83D4-3027DD802140}" srcOrd="2" destOrd="0" presId="urn:microsoft.com/office/officeart/2005/8/layout/orgChart1"/>
    <dgm:cxn modelId="{2C4C62C7-19C3-4084-8A03-56C2F271E59B}" type="presParOf" srcId="{F675AB64-2940-49E6-ACF9-A2360E01B9DA}" destId="{D06E8E5F-C385-448B-A679-47E67CE3F5A1}" srcOrd="2" destOrd="0" presId="urn:microsoft.com/office/officeart/2005/8/layout/orgChart1"/>
    <dgm:cxn modelId="{9C0EE2AA-4DE7-4F53-A82E-8FA397E9FCEC}" type="presParOf" srcId="{F675AB64-2940-49E6-ACF9-A2360E01B9DA}" destId="{6EE2F30C-1B0B-4DF2-AF53-8E8C4647DC2E}" srcOrd="3" destOrd="0" presId="urn:microsoft.com/office/officeart/2005/8/layout/orgChart1"/>
    <dgm:cxn modelId="{71663EF0-9F70-4144-94E6-39CF5C7311E6}" type="presParOf" srcId="{6EE2F30C-1B0B-4DF2-AF53-8E8C4647DC2E}" destId="{1C9CE341-441B-4BDB-9143-4DA73598BAB0}" srcOrd="0" destOrd="0" presId="urn:microsoft.com/office/officeart/2005/8/layout/orgChart1"/>
    <dgm:cxn modelId="{D051AF58-8929-4877-9C9E-D98B38965842}" type="presParOf" srcId="{1C9CE341-441B-4BDB-9143-4DA73598BAB0}" destId="{789CCA16-7E72-42AF-AF51-2E7B59BEEF93}" srcOrd="0" destOrd="0" presId="urn:microsoft.com/office/officeart/2005/8/layout/orgChart1"/>
    <dgm:cxn modelId="{477020F4-38E3-4832-8259-7F9DCEBF6508}" type="presParOf" srcId="{1C9CE341-441B-4BDB-9143-4DA73598BAB0}" destId="{89321344-5FC9-4FC7-9FF8-E2EF8F0F4AFD}" srcOrd="1" destOrd="0" presId="urn:microsoft.com/office/officeart/2005/8/layout/orgChart1"/>
    <dgm:cxn modelId="{8097CE05-DDA9-4AF1-ADCB-109D2FED55AB}" type="presParOf" srcId="{6EE2F30C-1B0B-4DF2-AF53-8E8C4647DC2E}" destId="{BDA84DBC-8960-4230-90CA-1BFDA9FED7FA}" srcOrd="1" destOrd="0" presId="urn:microsoft.com/office/officeart/2005/8/layout/orgChart1"/>
    <dgm:cxn modelId="{A930B358-FB21-4640-8D8E-25543D787D79}" type="presParOf" srcId="{6EE2F30C-1B0B-4DF2-AF53-8E8C4647DC2E}" destId="{480758E9-E203-4C92-AEAB-5C7941479027}" srcOrd="2" destOrd="0" presId="urn:microsoft.com/office/officeart/2005/8/layout/orgChart1"/>
    <dgm:cxn modelId="{035C0C89-AD9F-4C35-ACCC-8D9C2FC1298F}" type="presParOf" srcId="{F675AB64-2940-49E6-ACF9-A2360E01B9DA}" destId="{767926F2-7466-4446-8B4D-564F3E9190DC}" srcOrd="4" destOrd="0" presId="urn:microsoft.com/office/officeart/2005/8/layout/orgChart1"/>
    <dgm:cxn modelId="{08E880CF-A27B-4DC7-BB2D-2673AD2DE32F}" type="presParOf" srcId="{F675AB64-2940-49E6-ACF9-A2360E01B9DA}" destId="{7794E36D-D12C-40D2-86B4-AF32CF6EF921}" srcOrd="5" destOrd="0" presId="urn:microsoft.com/office/officeart/2005/8/layout/orgChart1"/>
    <dgm:cxn modelId="{C241E942-B111-4D75-A8A3-EC375674B486}" type="presParOf" srcId="{7794E36D-D12C-40D2-86B4-AF32CF6EF921}" destId="{4A551600-E726-46EC-855D-247DB1E8A4C8}" srcOrd="0" destOrd="0" presId="urn:microsoft.com/office/officeart/2005/8/layout/orgChart1"/>
    <dgm:cxn modelId="{0A978E54-89C3-47F4-989E-A23480D0DD2D}" type="presParOf" srcId="{4A551600-E726-46EC-855D-247DB1E8A4C8}" destId="{84F5D27F-0415-4C05-A26B-93E3BB14B4CF}" srcOrd="0" destOrd="0" presId="urn:microsoft.com/office/officeart/2005/8/layout/orgChart1"/>
    <dgm:cxn modelId="{55995384-4F13-4BCD-BD22-4B4B13596FCE}" type="presParOf" srcId="{4A551600-E726-46EC-855D-247DB1E8A4C8}" destId="{E7BEB57D-1FBC-4573-8386-9D785A2A9067}" srcOrd="1" destOrd="0" presId="urn:microsoft.com/office/officeart/2005/8/layout/orgChart1"/>
    <dgm:cxn modelId="{873219FD-809B-49AC-AF21-6710CA9D5D79}" type="presParOf" srcId="{7794E36D-D12C-40D2-86B4-AF32CF6EF921}" destId="{2EE350E2-78F3-4547-86DA-ADD7B287B728}" srcOrd="1" destOrd="0" presId="urn:microsoft.com/office/officeart/2005/8/layout/orgChart1"/>
    <dgm:cxn modelId="{4DC537E7-A9F5-40AB-8E16-7ABFA45E3DC4}" type="presParOf" srcId="{7794E36D-D12C-40D2-86B4-AF32CF6EF921}" destId="{2D2ED749-EE08-4285-974D-E784C909EF40}" srcOrd="2" destOrd="0" presId="urn:microsoft.com/office/officeart/2005/8/layout/orgChart1"/>
    <dgm:cxn modelId="{70E95BA4-C306-4E91-9BC8-83C84E5681B0}" type="presParOf" srcId="{F675AB64-2940-49E6-ACF9-A2360E01B9DA}" destId="{DE649199-D488-45E3-96CD-9FF5C934BABB}" srcOrd="6" destOrd="0" presId="urn:microsoft.com/office/officeart/2005/8/layout/orgChart1"/>
    <dgm:cxn modelId="{7C979E1A-74D6-4A9B-81AF-5BB804FE5C6F}" type="presParOf" srcId="{F675AB64-2940-49E6-ACF9-A2360E01B9DA}" destId="{F90AA4BC-0334-4F86-960A-9584406F18D9}" srcOrd="7" destOrd="0" presId="urn:microsoft.com/office/officeart/2005/8/layout/orgChart1"/>
    <dgm:cxn modelId="{FA1B9F59-FEA7-45A6-9FFD-0A5420572CA2}" type="presParOf" srcId="{F90AA4BC-0334-4F86-960A-9584406F18D9}" destId="{03EE6730-C0E0-4C72-9D41-29167740265E}" srcOrd="0" destOrd="0" presId="urn:microsoft.com/office/officeart/2005/8/layout/orgChart1"/>
    <dgm:cxn modelId="{B4566691-6826-419C-9EF8-43A2971AEAA6}" type="presParOf" srcId="{03EE6730-C0E0-4C72-9D41-29167740265E}" destId="{886F5E46-CE3F-435A-9851-70FF1C4C7D89}" srcOrd="0" destOrd="0" presId="urn:microsoft.com/office/officeart/2005/8/layout/orgChart1"/>
    <dgm:cxn modelId="{74DCBFF3-EDDB-4FBD-898B-AD63A02B8625}" type="presParOf" srcId="{03EE6730-C0E0-4C72-9D41-29167740265E}" destId="{50C3F386-5990-4F6B-A801-163C49473247}" srcOrd="1" destOrd="0" presId="urn:microsoft.com/office/officeart/2005/8/layout/orgChart1"/>
    <dgm:cxn modelId="{3E0A0185-063C-41F9-A3F8-4FA5309C45F7}" type="presParOf" srcId="{F90AA4BC-0334-4F86-960A-9584406F18D9}" destId="{C98DFC8D-801C-41AC-9DA9-73DDCE87B160}" srcOrd="1" destOrd="0" presId="urn:microsoft.com/office/officeart/2005/8/layout/orgChart1"/>
    <dgm:cxn modelId="{CB092538-4464-45FD-964C-319335F2CC0A}" type="presParOf" srcId="{F90AA4BC-0334-4F86-960A-9584406F18D9}" destId="{53A37DA6-0ACF-4C6C-B4F9-60913F43BB0D}" srcOrd="2" destOrd="0" presId="urn:microsoft.com/office/officeart/2005/8/layout/orgChart1"/>
    <dgm:cxn modelId="{93316078-E510-451E-BEAB-BD90B244B218}" type="presParOf" srcId="{F675AB64-2940-49E6-ACF9-A2360E01B9DA}" destId="{974872F3-73C5-41AF-AFC0-E14C701C2E41}" srcOrd="8" destOrd="0" presId="urn:microsoft.com/office/officeart/2005/8/layout/orgChart1"/>
    <dgm:cxn modelId="{014FA881-D491-4B73-AF43-CAD2D6E292EA}" type="presParOf" srcId="{F675AB64-2940-49E6-ACF9-A2360E01B9DA}" destId="{3B7206B2-1D14-40BF-900B-9E4CF9881691}" srcOrd="9" destOrd="0" presId="urn:microsoft.com/office/officeart/2005/8/layout/orgChart1"/>
    <dgm:cxn modelId="{04204817-9CE7-44A9-A9CD-27FF6B5611DD}" type="presParOf" srcId="{3B7206B2-1D14-40BF-900B-9E4CF9881691}" destId="{60D5EF02-A8B8-4A9A-9DEC-259999E2A02F}" srcOrd="0" destOrd="0" presId="urn:microsoft.com/office/officeart/2005/8/layout/orgChart1"/>
    <dgm:cxn modelId="{FBD7749A-395D-491A-8046-B91BB2D6B024}" type="presParOf" srcId="{60D5EF02-A8B8-4A9A-9DEC-259999E2A02F}" destId="{0F00A66D-EDB3-4977-8139-91B997727996}" srcOrd="0" destOrd="0" presId="urn:microsoft.com/office/officeart/2005/8/layout/orgChart1"/>
    <dgm:cxn modelId="{21A13C08-4FA9-41CF-97E3-8E471ABAE9FF}" type="presParOf" srcId="{60D5EF02-A8B8-4A9A-9DEC-259999E2A02F}" destId="{4F596970-DE1D-455E-B19F-86E31FB20581}" srcOrd="1" destOrd="0" presId="urn:microsoft.com/office/officeart/2005/8/layout/orgChart1"/>
    <dgm:cxn modelId="{662A23F4-4642-4FA6-9C73-ACB34BC7404E}" type="presParOf" srcId="{3B7206B2-1D14-40BF-900B-9E4CF9881691}" destId="{E39C5EBC-ABAE-493F-8E82-6115BACD0B91}" srcOrd="1" destOrd="0" presId="urn:microsoft.com/office/officeart/2005/8/layout/orgChart1"/>
    <dgm:cxn modelId="{3C9CBC6F-3793-4BA4-85E6-6E44DC5A90F2}" type="presParOf" srcId="{3B7206B2-1D14-40BF-900B-9E4CF9881691}" destId="{CEAFF989-66E6-47D7-8356-5F78F090699C}" srcOrd="2" destOrd="0" presId="urn:microsoft.com/office/officeart/2005/8/layout/orgChart1"/>
    <dgm:cxn modelId="{AFD922AC-727B-4AE4-BC70-0D1B956C7400}" type="presParOf" srcId="{F675AB64-2940-49E6-ACF9-A2360E01B9DA}" destId="{3D045376-D43C-43A3-BF0A-C2D2E3DBA310}" srcOrd="10" destOrd="0" presId="urn:microsoft.com/office/officeart/2005/8/layout/orgChart1"/>
    <dgm:cxn modelId="{995F7593-3FD8-4F4E-8DE4-98D5AA572B10}" type="presParOf" srcId="{F675AB64-2940-49E6-ACF9-A2360E01B9DA}" destId="{82501189-CA7A-461E-BCD6-B66B32455701}" srcOrd="11" destOrd="0" presId="urn:microsoft.com/office/officeart/2005/8/layout/orgChart1"/>
    <dgm:cxn modelId="{3DCF00BF-B71F-4FD6-867C-034046A8BE75}" type="presParOf" srcId="{82501189-CA7A-461E-BCD6-B66B32455701}" destId="{D2E2334D-58FE-497E-B813-9430C77B34BE}" srcOrd="0" destOrd="0" presId="urn:microsoft.com/office/officeart/2005/8/layout/orgChart1"/>
    <dgm:cxn modelId="{C4DEB4CB-C349-43AB-A7D6-4ACF6413218C}" type="presParOf" srcId="{D2E2334D-58FE-497E-B813-9430C77B34BE}" destId="{4974544A-4F61-4FC0-987E-147514F6A8F9}" srcOrd="0" destOrd="0" presId="urn:microsoft.com/office/officeart/2005/8/layout/orgChart1"/>
    <dgm:cxn modelId="{DE1D7C3F-ACFA-4D44-A2E6-BD93477310FA}" type="presParOf" srcId="{D2E2334D-58FE-497E-B813-9430C77B34BE}" destId="{E7A71725-FBC4-4BFA-A662-461AFD0BCC67}" srcOrd="1" destOrd="0" presId="urn:microsoft.com/office/officeart/2005/8/layout/orgChart1"/>
    <dgm:cxn modelId="{10642B69-3B71-4DC1-B885-139A38418FE8}" type="presParOf" srcId="{82501189-CA7A-461E-BCD6-B66B32455701}" destId="{AC8A235C-9E59-4B35-93ED-B5F4E755BFF0}" srcOrd="1" destOrd="0" presId="urn:microsoft.com/office/officeart/2005/8/layout/orgChart1"/>
    <dgm:cxn modelId="{9E30E82D-EA0D-4DA1-B90C-480E8A691B5D}" type="presParOf" srcId="{82501189-CA7A-461E-BCD6-B66B32455701}" destId="{27E6DB93-F719-47ED-9E26-D27D2F1C446B}" srcOrd="2" destOrd="0" presId="urn:microsoft.com/office/officeart/2005/8/layout/orgChart1"/>
    <dgm:cxn modelId="{31732C48-0CFB-4EB7-B7E5-2228C857FA49}" type="presParOf" srcId="{F675AB64-2940-49E6-ACF9-A2360E01B9DA}" destId="{97D2FE30-0206-4EC7-9598-CC125B829273}" srcOrd="12" destOrd="0" presId="urn:microsoft.com/office/officeart/2005/8/layout/orgChart1"/>
    <dgm:cxn modelId="{3ED37CDC-62B4-4064-8AD8-428EF65F5A52}" type="presParOf" srcId="{F675AB64-2940-49E6-ACF9-A2360E01B9DA}" destId="{39F0F2D5-B066-450F-9FB0-3DDB16867522}" srcOrd="13" destOrd="0" presId="urn:microsoft.com/office/officeart/2005/8/layout/orgChart1"/>
    <dgm:cxn modelId="{F8141890-5665-4968-BD1A-FBFFF58487D9}" type="presParOf" srcId="{39F0F2D5-B066-450F-9FB0-3DDB16867522}" destId="{A739BC84-266E-4FFF-A8F8-0216B6EB6743}" srcOrd="0" destOrd="0" presId="urn:microsoft.com/office/officeart/2005/8/layout/orgChart1"/>
    <dgm:cxn modelId="{B29AEEFF-FAAC-4E8B-BA5D-9C785437B158}" type="presParOf" srcId="{A739BC84-266E-4FFF-A8F8-0216B6EB6743}" destId="{84C6CAD8-142A-46D2-A094-7D3829B81DA5}" srcOrd="0" destOrd="0" presId="urn:microsoft.com/office/officeart/2005/8/layout/orgChart1"/>
    <dgm:cxn modelId="{20047001-FF84-4738-8943-42D7BF2F9A54}" type="presParOf" srcId="{A739BC84-266E-4FFF-A8F8-0216B6EB6743}" destId="{79B02181-70EE-47CE-AB35-8F1917E7A732}" srcOrd="1" destOrd="0" presId="urn:microsoft.com/office/officeart/2005/8/layout/orgChart1"/>
    <dgm:cxn modelId="{8517B439-A9F7-41B5-AAB4-196A2D72DB36}" type="presParOf" srcId="{39F0F2D5-B066-450F-9FB0-3DDB16867522}" destId="{255459DD-142D-4270-BB60-41CF1A68FE42}" srcOrd="1" destOrd="0" presId="urn:microsoft.com/office/officeart/2005/8/layout/orgChart1"/>
    <dgm:cxn modelId="{9D419A8C-C73D-4E85-B07C-A03A2C72F921}" type="presParOf" srcId="{39F0F2D5-B066-450F-9FB0-3DDB16867522}" destId="{9DD3BF77-3FCA-4BEC-84C0-F98F2378A21F}" srcOrd="2" destOrd="0" presId="urn:microsoft.com/office/officeart/2005/8/layout/orgChart1"/>
    <dgm:cxn modelId="{E610F3BA-00A1-4BB4-B89C-9EF416701A65}" type="presParOf" srcId="{F675AB64-2940-49E6-ACF9-A2360E01B9DA}" destId="{37D52DC0-C49B-4A82-91A4-2001FBBA92E0}" srcOrd="14" destOrd="0" presId="urn:microsoft.com/office/officeart/2005/8/layout/orgChart1"/>
    <dgm:cxn modelId="{694CBD50-F5C3-4A62-A19A-5A36D383509F}" type="presParOf" srcId="{F675AB64-2940-49E6-ACF9-A2360E01B9DA}" destId="{D074D95B-87AB-42E2-B5EB-C3D8BF19DC31}" srcOrd="15" destOrd="0" presId="urn:microsoft.com/office/officeart/2005/8/layout/orgChart1"/>
    <dgm:cxn modelId="{63579B27-9D18-4E93-96C3-3A87CE852E09}" type="presParOf" srcId="{D074D95B-87AB-42E2-B5EB-C3D8BF19DC31}" destId="{16046206-DC8A-4956-8EB7-B99AE3012BD4}" srcOrd="0" destOrd="0" presId="urn:microsoft.com/office/officeart/2005/8/layout/orgChart1"/>
    <dgm:cxn modelId="{196F913B-C2FB-4758-9A54-3D6A7D1E973C}" type="presParOf" srcId="{16046206-DC8A-4956-8EB7-B99AE3012BD4}" destId="{700B6743-1289-4EE2-99F4-4D2C0BD895F1}" srcOrd="0" destOrd="0" presId="urn:microsoft.com/office/officeart/2005/8/layout/orgChart1"/>
    <dgm:cxn modelId="{3AA7DF70-9565-414D-9EC7-C4EE15AD7D30}" type="presParOf" srcId="{16046206-DC8A-4956-8EB7-B99AE3012BD4}" destId="{31332C0E-2F63-42C2-891C-D0B21682B783}" srcOrd="1" destOrd="0" presId="urn:microsoft.com/office/officeart/2005/8/layout/orgChart1"/>
    <dgm:cxn modelId="{3BAA9D6A-10F1-4919-8F54-F3C4CD763DC6}" type="presParOf" srcId="{D074D95B-87AB-42E2-B5EB-C3D8BF19DC31}" destId="{E9AA3DD0-D61C-47C8-A0EC-D5D2D8812625}" srcOrd="1" destOrd="0" presId="urn:microsoft.com/office/officeart/2005/8/layout/orgChart1"/>
    <dgm:cxn modelId="{9CA9E7CD-E2F3-4341-8417-16FEFEE55567}" type="presParOf" srcId="{D074D95B-87AB-42E2-B5EB-C3D8BF19DC31}" destId="{51C25DEB-31F2-4421-BF49-FEC3F57BADF7}" srcOrd="2" destOrd="0" presId="urn:microsoft.com/office/officeart/2005/8/layout/orgChart1"/>
    <dgm:cxn modelId="{1C7B3D03-5397-4056-B68F-FAB39DB8E3C8}" type="presParOf" srcId="{F675AB64-2940-49E6-ACF9-A2360E01B9DA}" destId="{2ECEDEA0-C94C-4384-8ACE-BB922B7A8273}" srcOrd="16" destOrd="0" presId="urn:microsoft.com/office/officeart/2005/8/layout/orgChart1"/>
    <dgm:cxn modelId="{2823516C-5545-48C5-A312-67CD3A4FE5AC}" type="presParOf" srcId="{F675AB64-2940-49E6-ACF9-A2360E01B9DA}" destId="{113AE855-3D68-4976-BDE1-FC288E341ED9}" srcOrd="17" destOrd="0" presId="urn:microsoft.com/office/officeart/2005/8/layout/orgChart1"/>
    <dgm:cxn modelId="{5840C0B0-662C-4C5F-A331-AD4E6FCF9EF2}" type="presParOf" srcId="{113AE855-3D68-4976-BDE1-FC288E341ED9}" destId="{885EDF4B-A6FC-4E1D-9C2F-8B2CB9E4C66A}" srcOrd="0" destOrd="0" presId="urn:microsoft.com/office/officeart/2005/8/layout/orgChart1"/>
    <dgm:cxn modelId="{5DD4BC48-9D8C-4EE9-8012-DA2C9285553B}" type="presParOf" srcId="{885EDF4B-A6FC-4E1D-9C2F-8B2CB9E4C66A}" destId="{FA6F5A09-72D7-442C-AE8C-D257F852A0A9}" srcOrd="0" destOrd="0" presId="urn:microsoft.com/office/officeart/2005/8/layout/orgChart1"/>
    <dgm:cxn modelId="{E34221D1-B414-4057-B39C-4DE7D637FD68}" type="presParOf" srcId="{885EDF4B-A6FC-4E1D-9C2F-8B2CB9E4C66A}" destId="{030BF3C9-8D3C-486E-9B5C-CCD79ABEDC48}" srcOrd="1" destOrd="0" presId="urn:microsoft.com/office/officeart/2005/8/layout/orgChart1"/>
    <dgm:cxn modelId="{9E9162D0-1BF3-40C4-BAEC-6BAED66324BE}" type="presParOf" srcId="{113AE855-3D68-4976-BDE1-FC288E341ED9}" destId="{816025D1-D2CB-45BB-B3D1-6B4EDEE77042}" srcOrd="1" destOrd="0" presId="urn:microsoft.com/office/officeart/2005/8/layout/orgChart1"/>
    <dgm:cxn modelId="{B11DA373-7D7E-43CA-B769-59322E1876B7}" type="presParOf" srcId="{113AE855-3D68-4976-BDE1-FC288E341ED9}" destId="{0F70FFB4-8D4C-4AE2-BFAC-2BB02E3689BE}" srcOrd="2" destOrd="0" presId="urn:microsoft.com/office/officeart/2005/8/layout/orgChart1"/>
    <dgm:cxn modelId="{13DAA889-BB16-4439-B772-F70906EFB10F}" type="presParOf" srcId="{F675AB64-2940-49E6-ACF9-A2360E01B9DA}" destId="{4F121BDB-055A-43A5-B0DA-0BCDC34616B1}" srcOrd="18" destOrd="0" presId="urn:microsoft.com/office/officeart/2005/8/layout/orgChart1"/>
    <dgm:cxn modelId="{00F7B7AA-E49C-4E99-BF75-8068B648BACD}" type="presParOf" srcId="{F675AB64-2940-49E6-ACF9-A2360E01B9DA}" destId="{C1C960FE-4EC3-4714-99AC-8E9F55B22FA4}" srcOrd="19" destOrd="0" presId="urn:microsoft.com/office/officeart/2005/8/layout/orgChart1"/>
    <dgm:cxn modelId="{75A917EF-5DE7-44E8-9DF0-8D4CD1171D7F}" type="presParOf" srcId="{C1C960FE-4EC3-4714-99AC-8E9F55B22FA4}" destId="{AE7662CB-E60E-4A0B-8CC5-C2F2A070C749}" srcOrd="0" destOrd="0" presId="urn:microsoft.com/office/officeart/2005/8/layout/orgChart1"/>
    <dgm:cxn modelId="{A412CBA7-F203-4979-878C-3442818E9DD4}" type="presParOf" srcId="{AE7662CB-E60E-4A0B-8CC5-C2F2A070C749}" destId="{4445AB48-94CD-4801-A13C-05864EFFB165}" srcOrd="0" destOrd="0" presId="urn:microsoft.com/office/officeart/2005/8/layout/orgChart1"/>
    <dgm:cxn modelId="{A858DFAE-E1AC-4185-8426-0CF156922E12}" type="presParOf" srcId="{AE7662CB-E60E-4A0B-8CC5-C2F2A070C749}" destId="{6BC9E59C-4940-453E-B848-2B8016E30338}" srcOrd="1" destOrd="0" presId="urn:microsoft.com/office/officeart/2005/8/layout/orgChart1"/>
    <dgm:cxn modelId="{4BABA652-18EE-4DBE-88E9-D19A68B92F7E}" type="presParOf" srcId="{C1C960FE-4EC3-4714-99AC-8E9F55B22FA4}" destId="{5A4CDD38-91D9-4302-9DDD-46833D90FE74}" srcOrd="1" destOrd="0" presId="urn:microsoft.com/office/officeart/2005/8/layout/orgChart1"/>
    <dgm:cxn modelId="{67F0D24E-8E66-4DB6-98A8-325348294171}" type="presParOf" srcId="{C1C960FE-4EC3-4714-99AC-8E9F55B22FA4}" destId="{B375E39B-646A-4083-BCF1-E9098495E8A6}" srcOrd="2" destOrd="0" presId="urn:microsoft.com/office/officeart/2005/8/layout/orgChart1"/>
    <dgm:cxn modelId="{A6D563AE-3ED4-4973-8749-774ED106B346}" type="presParOf" srcId="{F675AB64-2940-49E6-ACF9-A2360E01B9DA}" destId="{AC1B2063-F23D-46D0-AF4F-C57DA02FB743}" srcOrd="20" destOrd="0" presId="urn:microsoft.com/office/officeart/2005/8/layout/orgChart1"/>
    <dgm:cxn modelId="{17D23E3A-4F40-49BA-80A4-E71A080A941B}" type="presParOf" srcId="{F675AB64-2940-49E6-ACF9-A2360E01B9DA}" destId="{C7C57865-DFFD-4591-87B0-4E5A4DA358DB}" srcOrd="21" destOrd="0" presId="urn:microsoft.com/office/officeart/2005/8/layout/orgChart1"/>
    <dgm:cxn modelId="{865FF790-39D4-4222-80E4-C8087EC21ACA}" type="presParOf" srcId="{C7C57865-DFFD-4591-87B0-4E5A4DA358DB}" destId="{0C2B4F3E-4798-4CF3-9D1C-3B6F824CE02C}" srcOrd="0" destOrd="0" presId="urn:microsoft.com/office/officeart/2005/8/layout/orgChart1"/>
    <dgm:cxn modelId="{1EF499E0-FED9-4993-8C12-7A0703008F04}" type="presParOf" srcId="{0C2B4F3E-4798-4CF3-9D1C-3B6F824CE02C}" destId="{2A58D7F8-B2A6-45BC-A640-D81668393C7E}" srcOrd="0" destOrd="0" presId="urn:microsoft.com/office/officeart/2005/8/layout/orgChart1"/>
    <dgm:cxn modelId="{873D5194-445A-498C-B51F-0FDBC563B270}" type="presParOf" srcId="{0C2B4F3E-4798-4CF3-9D1C-3B6F824CE02C}" destId="{6D08B215-84E9-4EFE-863E-6C49C9564FE0}" srcOrd="1" destOrd="0" presId="urn:microsoft.com/office/officeart/2005/8/layout/orgChart1"/>
    <dgm:cxn modelId="{6DCC320C-132E-4476-94A5-7C9D2788F916}" type="presParOf" srcId="{C7C57865-DFFD-4591-87B0-4E5A4DA358DB}" destId="{05303F1D-A934-434D-B30C-A5B421D3656F}" srcOrd="1" destOrd="0" presId="urn:microsoft.com/office/officeart/2005/8/layout/orgChart1"/>
    <dgm:cxn modelId="{BC763678-4573-4CDD-9E96-630537680F08}" type="presParOf" srcId="{C7C57865-DFFD-4591-87B0-4E5A4DA358DB}" destId="{F409FA83-4560-4EDD-93FB-4DAF9FF626DD}" srcOrd="2" destOrd="0" presId="urn:microsoft.com/office/officeart/2005/8/layout/orgChart1"/>
    <dgm:cxn modelId="{CCCE5592-ED87-4DB8-A1F4-E6CF19A36268}" type="presParOf" srcId="{F675AB64-2940-49E6-ACF9-A2360E01B9DA}" destId="{D4A674DA-DFAC-4D55-BE15-24F12AFFC29F}" srcOrd="22" destOrd="0" presId="urn:microsoft.com/office/officeart/2005/8/layout/orgChart1"/>
    <dgm:cxn modelId="{013CBEBD-2466-48C0-8204-1A793D176F75}" type="presParOf" srcId="{F675AB64-2940-49E6-ACF9-A2360E01B9DA}" destId="{8FED486C-BBF7-41F5-98E7-66ABF693D4BC}" srcOrd="23" destOrd="0" presId="urn:microsoft.com/office/officeart/2005/8/layout/orgChart1"/>
    <dgm:cxn modelId="{580F7A84-2C40-420A-A65E-F4B8BD7C70BC}" type="presParOf" srcId="{8FED486C-BBF7-41F5-98E7-66ABF693D4BC}" destId="{57EC9E06-0E10-40E7-8083-6824330C7F52}" srcOrd="0" destOrd="0" presId="urn:microsoft.com/office/officeart/2005/8/layout/orgChart1"/>
    <dgm:cxn modelId="{D162BCFB-2E62-448A-A3F2-A869AF2638D2}" type="presParOf" srcId="{57EC9E06-0E10-40E7-8083-6824330C7F52}" destId="{EB29BADA-BFA9-4AE8-A3C8-42E32750148A}" srcOrd="0" destOrd="0" presId="urn:microsoft.com/office/officeart/2005/8/layout/orgChart1"/>
    <dgm:cxn modelId="{98983C72-904A-475F-B482-D5BF50C7E42E}" type="presParOf" srcId="{57EC9E06-0E10-40E7-8083-6824330C7F52}" destId="{9B22653F-EB82-45FF-95FF-1B0B15B07C80}" srcOrd="1" destOrd="0" presId="urn:microsoft.com/office/officeart/2005/8/layout/orgChart1"/>
    <dgm:cxn modelId="{4114D98F-9314-4D79-84C8-DE4C61990974}" type="presParOf" srcId="{8FED486C-BBF7-41F5-98E7-66ABF693D4BC}" destId="{CC7CFFFB-184D-4940-98E1-F5D78B915679}" srcOrd="1" destOrd="0" presId="urn:microsoft.com/office/officeart/2005/8/layout/orgChart1"/>
    <dgm:cxn modelId="{2F9A48FB-610B-4516-B6AF-6B0B95DE8B67}" type="presParOf" srcId="{8FED486C-BBF7-41F5-98E7-66ABF693D4BC}" destId="{1BF17FFF-F6D6-456B-8732-A23E00213D91}" srcOrd="2" destOrd="0" presId="urn:microsoft.com/office/officeart/2005/8/layout/orgChart1"/>
    <dgm:cxn modelId="{E15DD3D0-7851-43F5-B8E0-70D34FB2ACFD}" type="presParOf" srcId="{F675AB64-2940-49E6-ACF9-A2360E01B9DA}" destId="{B85E2A83-A7C3-4BA2-AABA-E1066E8DB54B}" srcOrd="24" destOrd="0" presId="urn:microsoft.com/office/officeart/2005/8/layout/orgChart1"/>
    <dgm:cxn modelId="{D07C96EE-1AFB-49E8-BC6C-8C488740E887}" type="presParOf" srcId="{F675AB64-2940-49E6-ACF9-A2360E01B9DA}" destId="{588506EC-B8A2-4C90-8C22-D46567DDB286}" srcOrd="25" destOrd="0" presId="urn:microsoft.com/office/officeart/2005/8/layout/orgChart1"/>
    <dgm:cxn modelId="{0854CCDE-8B7D-4F75-886A-43E98D97FEFA}" type="presParOf" srcId="{588506EC-B8A2-4C90-8C22-D46567DDB286}" destId="{9B5C4257-4C8E-4A4E-82A1-15F2520EAA27}" srcOrd="0" destOrd="0" presId="urn:microsoft.com/office/officeart/2005/8/layout/orgChart1"/>
    <dgm:cxn modelId="{5098F682-B411-40F5-B325-061880B7E6AB}" type="presParOf" srcId="{9B5C4257-4C8E-4A4E-82A1-15F2520EAA27}" destId="{02436C0C-E2D5-4D68-8E81-D781626DC7D9}" srcOrd="0" destOrd="0" presId="urn:microsoft.com/office/officeart/2005/8/layout/orgChart1"/>
    <dgm:cxn modelId="{C8584AE6-1DCB-497F-B5BF-761E40E73040}" type="presParOf" srcId="{9B5C4257-4C8E-4A4E-82A1-15F2520EAA27}" destId="{0B54DD95-A8B7-40C1-B159-6C5A9A464089}" srcOrd="1" destOrd="0" presId="urn:microsoft.com/office/officeart/2005/8/layout/orgChart1"/>
    <dgm:cxn modelId="{049B4D79-A2D9-4247-B68C-CAA00259C003}" type="presParOf" srcId="{588506EC-B8A2-4C90-8C22-D46567DDB286}" destId="{FDACA7C4-FA26-4451-9C1B-DFFB12B27C9E}" srcOrd="1" destOrd="0" presId="urn:microsoft.com/office/officeart/2005/8/layout/orgChart1"/>
    <dgm:cxn modelId="{FBB30641-F66F-43DC-A0DA-9C0C2F86F2FB}" type="presParOf" srcId="{588506EC-B8A2-4C90-8C22-D46567DDB286}" destId="{CA01803C-EAF3-4034-B356-4EE00ABE6E42}" srcOrd="2" destOrd="0" presId="urn:microsoft.com/office/officeart/2005/8/layout/orgChart1"/>
    <dgm:cxn modelId="{994CE406-141A-45DD-BD14-CBA766E69CF0}" type="presParOf" srcId="{F675AB64-2940-49E6-ACF9-A2360E01B9DA}" destId="{3BF65806-F99C-42FE-A4DE-DEB16E52714D}" srcOrd="26" destOrd="0" presId="urn:microsoft.com/office/officeart/2005/8/layout/orgChart1"/>
    <dgm:cxn modelId="{B9A9636D-DDD9-497A-896D-5AD448882D52}" type="presParOf" srcId="{F675AB64-2940-49E6-ACF9-A2360E01B9DA}" destId="{E77F5EBB-CFA4-4734-9E0F-FF09C620D835}" srcOrd="27" destOrd="0" presId="urn:microsoft.com/office/officeart/2005/8/layout/orgChart1"/>
    <dgm:cxn modelId="{FC2C0FFF-FDCF-46A5-9DA7-FD3E30BABE4A}" type="presParOf" srcId="{E77F5EBB-CFA4-4734-9E0F-FF09C620D835}" destId="{7312F060-17BC-4B63-ACD3-87A00EEBA4AC}" srcOrd="0" destOrd="0" presId="urn:microsoft.com/office/officeart/2005/8/layout/orgChart1"/>
    <dgm:cxn modelId="{F22E2CAF-1127-4E7D-8989-146989DFF861}" type="presParOf" srcId="{7312F060-17BC-4B63-ACD3-87A00EEBA4AC}" destId="{E5730C8E-9190-4CA5-99B9-7BE1D51F4413}" srcOrd="0" destOrd="0" presId="urn:microsoft.com/office/officeart/2005/8/layout/orgChart1"/>
    <dgm:cxn modelId="{D1D6E6F7-9DB7-46BC-B2EF-F468A37EED8B}" type="presParOf" srcId="{7312F060-17BC-4B63-ACD3-87A00EEBA4AC}" destId="{0FCA6DE8-A018-4385-BE4D-FEC615FA39AD}" srcOrd="1" destOrd="0" presId="urn:microsoft.com/office/officeart/2005/8/layout/orgChart1"/>
    <dgm:cxn modelId="{681C0FCE-CE78-454C-A850-FEE28D80E697}" type="presParOf" srcId="{E77F5EBB-CFA4-4734-9E0F-FF09C620D835}" destId="{FA741A0F-18F7-4757-9874-A5BBD36EC3BC}" srcOrd="1" destOrd="0" presId="urn:microsoft.com/office/officeart/2005/8/layout/orgChart1"/>
    <dgm:cxn modelId="{C5E5C8C7-A16B-4FF1-856D-97C3DC228810}" type="presParOf" srcId="{E77F5EBB-CFA4-4734-9E0F-FF09C620D835}" destId="{9DE1B10E-D8C4-4F1E-811C-88DF69799B49}" srcOrd="2" destOrd="0" presId="urn:microsoft.com/office/officeart/2005/8/layout/orgChart1"/>
    <dgm:cxn modelId="{64C9D6FF-4ACB-4DD7-9F8D-DDA2EA9B8F2A}" type="presParOf" srcId="{F675AB64-2940-49E6-ACF9-A2360E01B9DA}" destId="{67972E81-BFB3-4208-BACD-C55AB2DF54A3}" srcOrd="28" destOrd="0" presId="urn:microsoft.com/office/officeart/2005/8/layout/orgChart1"/>
    <dgm:cxn modelId="{B2248EF9-31E6-4F18-AF96-1051659EEA47}" type="presParOf" srcId="{F675AB64-2940-49E6-ACF9-A2360E01B9DA}" destId="{B1738E05-A6C5-4A7B-A972-4E130DACEE36}" srcOrd="29" destOrd="0" presId="urn:microsoft.com/office/officeart/2005/8/layout/orgChart1"/>
    <dgm:cxn modelId="{2959A795-1F5B-4B8B-A768-24441EE25EFB}" type="presParOf" srcId="{B1738E05-A6C5-4A7B-A972-4E130DACEE36}" destId="{20465B78-07CA-4440-8AA9-B0C537F80004}" srcOrd="0" destOrd="0" presId="urn:microsoft.com/office/officeart/2005/8/layout/orgChart1"/>
    <dgm:cxn modelId="{0CB2B913-74AC-4A6D-8E45-53A55241E38D}" type="presParOf" srcId="{20465B78-07CA-4440-8AA9-B0C537F80004}" destId="{F6751460-89D0-479D-84B5-9EF97782F420}" srcOrd="0" destOrd="0" presId="urn:microsoft.com/office/officeart/2005/8/layout/orgChart1"/>
    <dgm:cxn modelId="{EC7BF713-D600-45C2-8A60-E28DF77CBF9D}" type="presParOf" srcId="{20465B78-07CA-4440-8AA9-B0C537F80004}" destId="{026400CB-0CFC-4701-BE3B-0C5662437052}" srcOrd="1" destOrd="0" presId="urn:microsoft.com/office/officeart/2005/8/layout/orgChart1"/>
    <dgm:cxn modelId="{D0C0EBDE-8365-416B-96CC-C9D1507F1BA1}" type="presParOf" srcId="{B1738E05-A6C5-4A7B-A972-4E130DACEE36}" destId="{34ED9E4E-174F-4956-924D-7444DF65F5F6}" srcOrd="1" destOrd="0" presId="urn:microsoft.com/office/officeart/2005/8/layout/orgChart1"/>
    <dgm:cxn modelId="{29C0F065-F6F0-4D8F-B170-A4E5A0ADF25A}" type="presParOf" srcId="{B1738E05-A6C5-4A7B-A972-4E130DACEE36}" destId="{4486FE31-2BAE-4767-AB36-73A266E4AE11}" srcOrd="2" destOrd="0" presId="urn:microsoft.com/office/officeart/2005/8/layout/orgChart1"/>
    <dgm:cxn modelId="{D7EDD5E7-128C-4173-ACA5-C078E5E14624}" type="presParOf" srcId="{F675AB64-2940-49E6-ACF9-A2360E01B9DA}" destId="{0B2CC6DE-6340-4CBF-BC94-5C907621E621}" srcOrd="30" destOrd="0" presId="urn:microsoft.com/office/officeart/2005/8/layout/orgChart1"/>
    <dgm:cxn modelId="{D6840B64-D240-427C-8820-5EAAE9177E65}" type="presParOf" srcId="{F675AB64-2940-49E6-ACF9-A2360E01B9DA}" destId="{5DECEFB2-EE37-4F12-A427-024D93B4A597}" srcOrd="31" destOrd="0" presId="urn:microsoft.com/office/officeart/2005/8/layout/orgChart1"/>
    <dgm:cxn modelId="{191A3FD0-0CF5-4D9A-99A1-44B9EB5E47AB}" type="presParOf" srcId="{5DECEFB2-EE37-4F12-A427-024D93B4A597}" destId="{13E08A67-F2DE-4AB7-9B09-16EF57A7C04E}" srcOrd="0" destOrd="0" presId="urn:microsoft.com/office/officeart/2005/8/layout/orgChart1"/>
    <dgm:cxn modelId="{0BDC2F07-44F9-4273-9CF7-3A7EB542E452}" type="presParOf" srcId="{13E08A67-F2DE-4AB7-9B09-16EF57A7C04E}" destId="{A2C87D10-5E0D-4D4F-8B61-3EEECC003D41}" srcOrd="0" destOrd="0" presId="urn:microsoft.com/office/officeart/2005/8/layout/orgChart1"/>
    <dgm:cxn modelId="{E2F4041A-7419-42DF-92F4-CBAF1694F521}" type="presParOf" srcId="{13E08A67-F2DE-4AB7-9B09-16EF57A7C04E}" destId="{F8C0AE7B-2C25-4390-82E1-9E40A2CF6698}" srcOrd="1" destOrd="0" presId="urn:microsoft.com/office/officeart/2005/8/layout/orgChart1"/>
    <dgm:cxn modelId="{6CAF7735-2EAF-4885-B1D2-7C0293E2F673}" type="presParOf" srcId="{5DECEFB2-EE37-4F12-A427-024D93B4A597}" destId="{C0529D03-563D-4C2A-AC50-9681FC1755C6}" srcOrd="1" destOrd="0" presId="urn:microsoft.com/office/officeart/2005/8/layout/orgChart1"/>
    <dgm:cxn modelId="{A6EE3459-FD02-4916-8420-EF06DF181026}" type="presParOf" srcId="{5DECEFB2-EE37-4F12-A427-024D93B4A597}" destId="{FDCCA2C9-3481-4418-8DE4-41F7551711E7}" srcOrd="2" destOrd="0" presId="urn:microsoft.com/office/officeart/2005/8/layout/orgChart1"/>
    <dgm:cxn modelId="{753DD0E9-0FF6-48DB-B46F-4E3B75BED22A}" type="presParOf" srcId="{F675AB64-2940-49E6-ACF9-A2360E01B9DA}" destId="{A1C17A7B-0193-4203-9419-E6CDF5C9D126}" srcOrd="32" destOrd="0" presId="urn:microsoft.com/office/officeart/2005/8/layout/orgChart1"/>
    <dgm:cxn modelId="{970CD34C-DFAC-4508-B8A8-92217D3A1B63}" type="presParOf" srcId="{F675AB64-2940-49E6-ACF9-A2360E01B9DA}" destId="{0F7DE5F4-D0EC-42ED-987C-FA12A581B06F}" srcOrd="33" destOrd="0" presId="urn:microsoft.com/office/officeart/2005/8/layout/orgChart1"/>
    <dgm:cxn modelId="{51363735-5078-4C8F-9BAA-F87E5944D603}" type="presParOf" srcId="{0F7DE5F4-D0EC-42ED-987C-FA12A581B06F}" destId="{BC53B963-CDE8-4332-93C3-D04718E75C43}" srcOrd="0" destOrd="0" presId="urn:microsoft.com/office/officeart/2005/8/layout/orgChart1"/>
    <dgm:cxn modelId="{21B550B5-B11B-4B8B-A9F0-0537206E1B85}" type="presParOf" srcId="{BC53B963-CDE8-4332-93C3-D04718E75C43}" destId="{88557621-4946-4C74-B8AA-EB58F1CB84E7}" srcOrd="0" destOrd="0" presId="urn:microsoft.com/office/officeart/2005/8/layout/orgChart1"/>
    <dgm:cxn modelId="{E57E9DEB-FD5C-409C-B96C-121D9EFE7551}" type="presParOf" srcId="{BC53B963-CDE8-4332-93C3-D04718E75C43}" destId="{B895E71F-364B-4752-8966-D5F2459B1CAC}" srcOrd="1" destOrd="0" presId="urn:microsoft.com/office/officeart/2005/8/layout/orgChart1"/>
    <dgm:cxn modelId="{D32F995D-2C73-4F26-BC84-E641E7722B33}" type="presParOf" srcId="{0F7DE5F4-D0EC-42ED-987C-FA12A581B06F}" destId="{2BB80C2C-47AB-4ADF-B2A0-55DCE0B49804}" srcOrd="1" destOrd="0" presId="urn:microsoft.com/office/officeart/2005/8/layout/orgChart1"/>
    <dgm:cxn modelId="{FEB64DE0-9AF1-44F1-A2B3-7B116F9CF7EA}" type="presParOf" srcId="{0F7DE5F4-D0EC-42ED-987C-FA12A581B06F}" destId="{3E76A11C-F6AD-41F3-BAC7-A02905E82B68}" srcOrd="2" destOrd="0" presId="urn:microsoft.com/office/officeart/2005/8/layout/orgChart1"/>
    <dgm:cxn modelId="{E77E9751-7D9E-4C96-9737-1724AEE091F7}" type="presParOf" srcId="{F675AB64-2940-49E6-ACF9-A2360E01B9DA}" destId="{4BC22F04-F359-48D3-819A-AF0F00F9C3B1}" srcOrd="34" destOrd="0" presId="urn:microsoft.com/office/officeart/2005/8/layout/orgChart1"/>
    <dgm:cxn modelId="{B2E151D1-D728-4640-BE2C-14E2D102113C}" type="presParOf" srcId="{F675AB64-2940-49E6-ACF9-A2360E01B9DA}" destId="{6B385657-5FAE-4728-A59E-2315EEA7334A}" srcOrd="35" destOrd="0" presId="urn:microsoft.com/office/officeart/2005/8/layout/orgChart1"/>
    <dgm:cxn modelId="{42CC479F-3211-46CA-8C92-3BC67D1C0B28}" type="presParOf" srcId="{6B385657-5FAE-4728-A59E-2315EEA7334A}" destId="{6941E1E0-E332-433F-9178-B563490B9666}" srcOrd="0" destOrd="0" presId="urn:microsoft.com/office/officeart/2005/8/layout/orgChart1"/>
    <dgm:cxn modelId="{492D578A-0DBF-462F-87C1-DF1B86C008B5}" type="presParOf" srcId="{6941E1E0-E332-433F-9178-B563490B9666}" destId="{36C64DF3-05F6-4EB3-8794-A0DF9F2C4840}" srcOrd="0" destOrd="0" presId="urn:microsoft.com/office/officeart/2005/8/layout/orgChart1"/>
    <dgm:cxn modelId="{6D67CDF0-9C39-49DE-A8B7-5132260E2FA0}" type="presParOf" srcId="{6941E1E0-E332-433F-9178-B563490B9666}" destId="{2720CE41-EA27-49FC-95FF-7BAAC5A45CF0}" srcOrd="1" destOrd="0" presId="urn:microsoft.com/office/officeart/2005/8/layout/orgChart1"/>
    <dgm:cxn modelId="{BC1FE902-ECD0-48ED-8DCD-1B1D5B8D94B8}" type="presParOf" srcId="{6B385657-5FAE-4728-A59E-2315EEA7334A}" destId="{F71454B4-1B99-4507-B565-3F41EA729FCB}" srcOrd="1" destOrd="0" presId="urn:microsoft.com/office/officeart/2005/8/layout/orgChart1"/>
    <dgm:cxn modelId="{F6E08F13-50FD-47E7-AB7A-A9AFE5F38AF3}" type="presParOf" srcId="{6B385657-5FAE-4728-A59E-2315EEA7334A}" destId="{5C60FFE4-6853-4015-8A4F-B1695DD12231}" srcOrd="2" destOrd="0" presId="urn:microsoft.com/office/officeart/2005/8/layout/orgChart1"/>
    <dgm:cxn modelId="{D8F222F7-E1C8-4349-8A09-7F73C25D8F42}" type="presParOf" srcId="{E7EFDF0B-B4A1-4898-A828-3164B9EF0E73}" destId="{AA226142-0C0D-4CE0-BEDB-FB33DF050B4E}" srcOrd="2" destOrd="0" presId="urn:microsoft.com/office/officeart/2005/8/layout/orgChart1"/>
    <dgm:cxn modelId="{91B825E1-BE8A-41C5-9042-998372D99507}" type="presParOf" srcId="{123902CF-B9B4-4514-A8B7-0E7F674C51CB}" destId="{CD4D62E4-4EBB-4D99-94B8-77BD50CC4025}" srcOrd="2" destOrd="0" presId="urn:microsoft.com/office/officeart/2005/8/layout/orgChart1"/>
    <dgm:cxn modelId="{36CAB0E0-DC08-4443-81F9-37FC6348FC3F}" type="presParOf" srcId="{123902CF-B9B4-4514-A8B7-0E7F674C51CB}" destId="{6ACD135F-AE2F-4DA1-AE1C-447C888AA96F}" srcOrd="3" destOrd="0" presId="urn:microsoft.com/office/officeart/2005/8/layout/orgChart1"/>
    <dgm:cxn modelId="{2C247384-6183-41A1-AF15-CC132E876A30}" type="presParOf" srcId="{6ACD135F-AE2F-4DA1-AE1C-447C888AA96F}" destId="{B6BB68F4-E65F-49BF-910D-4A30A42B710F}" srcOrd="0" destOrd="0" presId="urn:microsoft.com/office/officeart/2005/8/layout/orgChart1"/>
    <dgm:cxn modelId="{9B579F8B-DA3E-4A57-9759-11AA34DE9CCF}" type="presParOf" srcId="{B6BB68F4-E65F-49BF-910D-4A30A42B710F}" destId="{15A6E800-A848-4A46-BDE9-D698AD9634C6}" srcOrd="0" destOrd="0" presId="urn:microsoft.com/office/officeart/2005/8/layout/orgChart1"/>
    <dgm:cxn modelId="{B49A99B8-0CA2-439A-B9FB-E4A48C2AE478}" type="presParOf" srcId="{B6BB68F4-E65F-49BF-910D-4A30A42B710F}" destId="{B84E5BFC-6EEB-4184-B96D-5A5BA475B1C9}" srcOrd="1" destOrd="0" presId="urn:microsoft.com/office/officeart/2005/8/layout/orgChart1"/>
    <dgm:cxn modelId="{E06F211D-DDD2-425E-9145-8409544B7407}" type="presParOf" srcId="{6ACD135F-AE2F-4DA1-AE1C-447C888AA96F}" destId="{3127FFC4-4583-47A6-9AEB-7475DCFA491B}" srcOrd="1" destOrd="0" presId="urn:microsoft.com/office/officeart/2005/8/layout/orgChart1"/>
    <dgm:cxn modelId="{6B834E2E-468F-49D8-AAE6-ACC6EC703B29}" type="presParOf" srcId="{3127FFC4-4583-47A6-9AEB-7475DCFA491B}" destId="{5E9A0231-4606-469B-A67F-A0CE23136F9D}" srcOrd="0" destOrd="0" presId="urn:microsoft.com/office/officeart/2005/8/layout/orgChart1"/>
    <dgm:cxn modelId="{11B375B8-7533-41B9-A050-F92A78974F7B}" type="presParOf" srcId="{3127FFC4-4583-47A6-9AEB-7475DCFA491B}" destId="{AC62767B-FFC7-4118-A138-3F6B47F5AD59}" srcOrd="1" destOrd="0" presId="urn:microsoft.com/office/officeart/2005/8/layout/orgChart1"/>
    <dgm:cxn modelId="{BE15297D-6D8F-4C96-BC8D-B5DAE3B89864}" type="presParOf" srcId="{AC62767B-FFC7-4118-A138-3F6B47F5AD59}" destId="{7C754BC6-5E97-4E87-975B-42DA15F2A661}" srcOrd="0" destOrd="0" presId="urn:microsoft.com/office/officeart/2005/8/layout/orgChart1"/>
    <dgm:cxn modelId="{5D872598-33D9-4B0B-AFBB-3E762FC87EB6}" type="presParOf" srcId="{7C754BC6-5E97-4E87-975B-42DA15F2A661}" destId="{8740D671-B32D-40F6-B10F-418D5DC51BAA}" srcOrd="0" destOrd="0" presId="urn:microsoft.com/office/officeart/2005/8/layout/orgChart1"/>
    <dgm:cxn modelId="{AF33AB82-88F3-4C37-8F9E-3A0037A97FE0}" type="presParOf" srcId="{7C754BC6-5E97-4E87-975B-42DA15F2A661}" destId="{3F0039BA-29CA-4C33-847F-175F75F163C1}" srcOrd="1" destOrd="0" presId="urn:microsoft.com/office/officeart/2005/8/layout/orgChart1"/>
    <dgm:cxn modelId="{FEAA557E-1916-4954-A323-1995183E412C}" type="presParOf" srcId="{AC62767B-FFC7-4118-A138-3F6B47F5AD59}" destId="{94E40167-4F58-4FDC-AB11-4F47E4AE07C9}" srcOrd="1" destOrd="0" presId="urn:microsoft.com/office/officeart/2005/8/layout/orgChart1"/>
    <dgm:cxn modelId="{78A91AC4-AC20-42D4-99FA-101DAAB60022}" type="presParOf" srcId="{AC62767B-FFC7-4118-A138-3F6B47F5AD59}" destId="{1AFAF593-FAC0-4AD9-A1CD-AAE2F815512B}" srcOrd="2" destOrd="0" presId="urn:microsoft.com/office/officeart/2005/8/layout/orgChart1"/>
    <dgm:cxn modelId="{D4254E50-94A3-406D-954B-6247F7BECE91}" type="presParOf" srcId="{3127FFC4-4583-47A6-9AEB-7475DCFA491B}" destId="{41DB8E73-E4FB-4340-BA55-3AD9E3F9B1D3}" srcOrd="2" destOrd="0" presId="urn:microsoft.com/office/officeart/2005/8/layout/orgChart1"/>
    <dgm:cxn modelId="{1F2F18E5-1767-45B9-9116-41DA3B663B30}" type="presParOf" srcId="{3127FFC4-4583-47A6-9AEB-7475DCFA491B}" destId="{E6E783E0-8ED5-4180-AE6B-4A9E0F7E783B}" srcOrd="3" destOrd="0" presId="urn:microsoft.com/office/officeart/2005/8/layout/orgChart1"/>
    <dgm:cxn modelId="{0833AB45-FEB3-4B5A-BE23-F7A064563F2D}" type="presParOf" srcId="{E6E783E0-8ED5-4180-AE6B-4A9E0F7E783B}" destId="{AEDF3F3C-DC1C-424A-A9B0-0D3CFFA21360}" srcOrd="0" destOrd="0" presId="urn:microsoft.com/office/officeart/2005/8/layout/orgChart1"/>
    <dgm:cxn modelId="{12A3ED56-621C-4BCD-AF7F-3EBD63C7EA4F}" type="presParOf" srcId="{AEDF3F3C-DC1C-424A-A9B0-0D3CFFA21360}" destId="{625FE7DD-6C8B-40DB-BF47-960C2163635A}" srcOrd="0" destOrd="0" presId="urn:microsoft.com/office/officeart/2005/8/layout/orgChart1"/>
    <dgm:cxn modelId="{B37C53BE-3088-4CEA-84A4-9D53E35E97DC}" type="presParOf" srcId="{AEDF3F3C-DC1C-424A-A9B0-0D3CFFA21360}" destId="{5D15B727-128F-4A97-B92A-97EC7246C602}" srcOrd="1" destOrd="0" presId="urn:microsoft.com/office/officeart/2005/8/layout/orgChart1"/>
    <dgm:cxn modelId="{CCC19F40-2BBC-4710-9925-4BA96A4837EE}" type="presParOf" srcId="{E6E783E0-8ED5-4180-AE6B-4A9E0F7E783B}" destId="{C05E8AB9-9AFC-4E45-8BB4-5F49E0D87B8D}" srcOrd="1" destOrd="0" presId="urn:microsoft.com/office/officeart/2005/8/layout/orgChart1"/>
    <dgm:cxn modelId="{D126BC44-2701-4F42-A16D-FA88D45B33D1}" type="presParOf" srcId="{E6E783E0-8ED5-4180-AE6B-4A9E0F7E783B}" destId="{13E86906-C488-45A9-8E79-3063ADDE2278}" srcOrd="2" destOrd="0" presId="urn:microsoft.com/office/officeart/2005/8/layout/orgChart1"/>
    <dgm:cxn modelId="{A54981A4-CEA1-430A-826D-28C42F51EB6C}" type="presParOf" srcId="{3127FFC4-4583-47A6-9AEB-7475DCFA491B}" destId="{E122AF28-1BE9-4620-8D13-19EB3F8AC6D1}" srcOrd="4" destOrd="0" presId="urn:microsoft.com/office/officeart/2005/8/layout/orgChart1"/>
    <dgm:cxn modelId="{8B63FA68-A013-45FD-B2C5-38FE5B048BBE}" type="presParOf" srcId="{3127FFC4-4583-47A6-9AEB-7475DCFA491B}" destId="{10719B6B-AA20-4888-A108-1A189485B775}" srcOrd="5" destOrd="0" presId="urn:microsoft.com/office/officeart/2005/8/layout/orgChart1"/>
    <dgm:cxn modelId="{090D5929-A7BA-41E6-A15E-F63354182715}" type="presParOf" srcId="{10719B6B-AA20-4888-A108-1A189485B775}" destId="{AFBAA77C-48F6-4D79-B5AA-17E0D5AE6F47}" srcOrd="0" destOrd="0" presId="urn:microsoft.com/office/officeart/2005/8/layout/orgChart1"/>
    <dgm:cxn modelId="{5841FE8D-43AD-454A-BE91-3401401213BC}" type="presParOf" srcId="{AFBAA77C-48F6-4D79-B5AA-17E0D5AE6F47}" destId="{68BD857C-44FD-4597-BDED-CC247010756A}" srcOrd="0" destOrd="0" presId="urn:microsoft.com/office/officeart/2005/8/layout/orgChart1"/>
    <dgm:cxn modelId="{48F42CBD-49F9-4E69-9606-EAD0BC016065}" type="presParOf" srcId="{AFBAA77C-48F6-4D79-B5AA-17E0D5AE6F47}" destId="{8DD30FE9-362D-4EFF-9D1A-2407408F4599}" srcOrd="1" destOrd="0" presId="urn:microsoft.com/office/officeart/2005/8/layout/orgChart1"/>
    <dgm:cxn modelId="{A86ABF4C-C4F7-4450-85C2-396E106BD4E1}" type="presParOf" srcId="{10719B6B-AA20-4888-A108-1A189485B775}" destId="{AE51D3C1-3399-4CCA-B072-0322627980E4}" srcOrd="1" destOrd="0" presId="urn:microsoft.com/office/officeart/2005/8/layout/orgChart1"/>
    <dgm:cxn modelId="{96545154-AE73-4FF3-9A60-91C5E086C44B}" type="presParOf" srcId="{10719B6B-AA20-4888-A108-1A189485B775}" destId="{2BE408D3-DFAC-48E7-BF0F-E6501AF40965}" srcOrd="2" destOrd="0" presId="urn:microsoft.com/office/officeart/2005/8/layout/orgChart1"/>
    <dgm:cxn modelId="{83038922-8A90-4741-820D-5809F66BEF00}" type="presParOf" srcId="{3127FFC4-4583-47A6-9AEB-7475DCFA491B}" destId="{C0E23A3F-4A60-45B5-B1E5-73BEA9E946EE}" srcOrd="6" destOrd="0" presId="urn:microsoft.com/office/officeart/2005/8/layout/orgChart1"/>
    <dgm:cxn modelId="{482446B0-77AA-495E-BB21-43B97ED97060}" type="presParOf" srcId="{3127FFC4-4583-47A6-9AEB-7475DCFA491B}" destId="{DC88A8A7-B203-4B9F-8064-46A49C9803DE}" srcOrd="7" destOrd="0" presId="urn:microsoft.com/office/officeart/2005/8/layout/orgChart1"/>
    <dgm:cxn modelId="{CDF29BEE-9068-47D8-8429-3CC8E2136304}" type="presParOf" srcId="{DC88A8A7-B203-4B9F-8064-46A49C9803DE}" destId="{80AFB174-2726-401F-937B-1827E6B86C3A}" srcOrd="0" destOrd="0" presId="urn:microsoft.com/office/officeart/2005/8/layout/orgChart1"/>
    <dgm:cxn modelId="{011DEFE3-8F45-4B25-AD64-561C88250BD2}" type="presParOf" srcId="{80AFB174-2726-401F-937B-1827E6B86C3A}" destId="{E68F6FBF-B78F-44C1-8209-2AD50AC1C688}" srcOrd="0" destOrd="0" presId="urn:microsoft.com/office/officeart/2005/8/layout/orgChart1"/>
    <dgm:cxn modelId="{678D5A32-05B6-4549-B7DE-AD3D43B437E1}" type="presParOf" srcId="{80AFB174-2726-401F-937B-1827E6B86C3A}" destId="{1A28D90E-B7DC-4DAE-BEB5-D907A61FC4DD}" srcOrd="1" destOrd="0" presId="urn:microsoft.com/office/officeart/2005/8/layout/orgChart1"/>
    <dgm:cxn modelId="{024BFC11-3DA5-4919-B12D-F3707CC72CC3}" type="presParOf" srcId="{DC88A8A7-B203-4B9F-8064-46A49C9803DE}" destId="{9AA50C72-1B13-4DD2-A05F-4B258AD627EE}" srcOrd="1" destOrd="0" presId="urn:microsoft.com/office/officeart/2005/8/layout/orgChart1"/>
    <dgm:cxn modelId="{980374B6-28B8-424D-97D2-778EE67AAFCA}" type="presParOf" srcId="{DC88A8A7-B203-4B9F-8064-46A49C9803DE}" destId="{FF538E04-9295-44C4-98BB-84508CAAAFBD}" srcOrd="2" destOrd="0" presId="urn:microsoft.com/office/officeart/2005/8/layout/orgChart1"/>
    <dgm:cxn modelId="{DA5C87D8-8368-4477-9337-0837533D73DC}" type="presParOf" srcId="{3127FFC4-4583-47A6-9AEB-7475DCFA491B}" destId="{E355313A-E98A-485A-A5FE-F050E9A0DA43}" srcOrd="8" destOrd="0" presId="urn:microsoft.com/office/officeart/2005/8/layout/orgChart1"/>
    <dgm:cxn modelId="{B5B2AF4F-9FEF-4E6B-86DE-B322D685D157}" type="presParOf" srcId="{3127FFC4-4583-47A6-9AEB-7475DCFA491B}" destId="{BD414E9B-D0A8-46CC-99A3-F5FC3245300C}" srcOrd="9" destOrd="0" presId="urn:microsoft.com/office/officeart/2005/8/layout/orgChart1"/>
    <dgm:cxn modelId="{FCBA03E1-A30C-432F-8932-6BF4A3DCD420}" type="presParOf" srcId="{BD414E9B-D0A8-46CC-99A3-F5FC3245300C}" destId="{B7D60A17-5126-469E-A954-78734D32730B}" srcOrd="0" destOrd="0" presId="urn:microsoft.com/office/officeart/2005/8/layout/orgChart1"/>
    <dgm:cxn modelId="{915E955E-848D-45E1-9701-D1EDDDE1BE96}" type="presParOf" srcId="{B7D60A17-5126-469E-A954-78734D32730B}" destId="{57B6EB3A-B212-4B0D-AF27-C8B3EF8156F9}" srcOrd="0" destOrd="0" presId="urn:microsoft.com/office/officeart/2005/8/layout/orgChart1"/>
    <dgm:cxn modelId="{8A3D55BD-4746-4CF4-A8F7-33CD92F44EAC}" type="presParOf" srcId="{B7D60A17-5126-469E-A954-78734D32730B}" destId="{09FDA657-032F-461B-8C3C-456F6A27CADE}" srcOrd="1" destOrd="0" presId="urn:microsoft.com/office/officeart/2005/8/layout/orgChart1"/>
    <dgm:cxn modelId="{D8EF5985-C805-4D68-BA95-71A4B33C63D1}" type="presParOf" srcId="{BD414E9B-D0A8-46CC-99A3-F5FC3245300C}" destId="{92016490-76B8-456B-AF3B-98B345DF3B1B}" srcOrd="1" destOrd="0" presId="urn:microsoft.com/office/officeart/2005/8/layout/orgChart1"/>
    <dgm:cxn modelId="{D692F835-5801-46B4-95C2-695A32E7C079}" type="presParOf" srcId="{BD414E9B-D0A8-46CC-99A3-F5FC3245300C}" destId="{418CA663-7C49-4C29-979F-203A3E26FDC5}" srcOrd="2" destOrd="0" presId="urn:microsoft.com/office/officeart/2005/8/layout/orgChart1"/>
    <dgm:cxn modelId="{E07CD5D2-5BF9-4709-A43E-790DFDA4BA26}" type="presParOf" srcId="{3127FFC4-4583-47A6-9AEB-7475DCFA491B}" destId="{55E1AA2F-5A60-47BE-AE32-DEFC480931C0}" srcOrd="10" destOrd="0" presId="urn:microsoft.com/office/officeart/2005/8/layout/orgChart1"/>
    <dgm:cxn modelId="{9389F379-9D88-4EE8-85BA-AF625BA4E07F}" type="presParOf" srcId="{3127FFC4-4583-47A6-9AEB-7475DCFA491B}" destId="{E8D5B4E9-A4BD-4019-9501-24C0E6DB8D9A}" srcOrd="11" destOrd="0" presId="urn:microsoft.com/office/officeart/2005/8/layout/orgChart1"/>
    <dgm:cxn modelId="{F1281C86-38EB-4E33-9019-3CE7FE601315}" type="presParOf" srcId="{E8D5B4E9-A4BD-4019-9501-24C0E6DB8D9A}" destId="{FA60DABD-4ED8-48DD-A0A4-03D9305F3F41}" srcOrd="0" destOrd="0" presId="urn:microsoft.com/office/officeart/2005/8/layout/orgChart1"/>
    <dgm:cxn modelId="{3AA9B785-BE99-430E-BBB6-B9E0C7E4B4B4}" type="presParOf" srcId="{FA60DABD-4ED8-48DD-A0A4-03D9305F3F41}" destId="{2082503B-0DA1-44B3-815B-3CB1F5F84AA5}" srcOrd="0" destOrd="0" presId="urn:microsoft.com/office/officeart/2005/8/layout/orgChart1"/>
    <dgm:cxn modelId="{6DC306A8-E6A5-44F8-B0A0-A80152060EB4}" type="presParOf" srcId="{FA60DABD-4ED8-48DD-A0A4-03D9305F3F41}" destId="{0B5B200B-5926-475A-8F9C-8076B4EBD6D9}" srcOrd="1" destOrd="0" presId="urn:microsoft.com/office/officeart/2005/8/layout/orgChart1"/>
    <dgm:cxn modelId="{B21EB6B0-F0F1-44B1-AA96-E68532FA52B5}" type="presParOf" srcId="{E8D5B4E9-A4BD-4019-9501-24C0E6DB8D9A}" destId="{7E7F1BD8-1012-4043-BB19-2044A00BF837}" srcOrd="1" destOrd="0" presId="urn:microsoft.com/office/officeart/2005/8/layout/orgChart1"/>
    <dgm:cxn modelId="{BCE95A81-C681-441D-8BD0-364FE1CE5DEE}" type="presParOf" srcId="{E8D5B4E9-A4BD-4019-9501-24C0E6DB8D9A}" destId="{348BFA5E-7CAB-4418-98A0-F3CC38FBDDC8}" srcOrd="2" destOrd="0" presId="urn:microsoft.com/office/officeart/2005/8/layout/orgChart1"/>
    <dgm:cxn modelId="{642A47FB-0601-43B4-AB57-31281D309805}" type="presParOf" srcId="{3127FFC4-4583-47A6-9AEB-7475DCFA491B}" destId="{DAE64178-0F72-4DE3-BA4F-9B68ADC00107}" srcOrd="12" destOrd="0" presId="urn:microsoft.com/office/officeart/2005/8/layout/orgChart1"/>
    <dgm:cxn modelId="{C58EDFF3-B21F-49A7-AC93-520AD9192EC5}" type="presParOf" srcId="{3127FFC4-4583-47A6-9AEB-7475DCFA491B}" destId="{F3DF48A2-4DA4-4725-A4AF-3B5980B40665}" srcOrd="13" destOrd="0" presId="urn:microsoft.com/office/officeart/2005/8/layout/orgChart1"/>
    <dgm:cxn modelId="{994C1274-D40E-4CA1-AB6A-3C06B0231AFA}" type="presParOf" srcId="{F3DF48A2-4DA4-4725-A4AF-3B5980B40665}" destId="{2FF81F3E-5C6B-4B8C-9666-A701A05AC304}" srcOrd="0" destOrd="0" presId="urn:microsoft.com/office/officeart/2005/8/layout/orgChart1"/>
    <dgm:cxn modelId="{C6823A29-1EF3-44E8-951F-3B5502C66639}" type="presParOf" srcId="{2FF81F3E-5C6B-4B8C-9666-A701A05AC304}" destId="{33459094-9246-4203-A173-B65DB045116E}" srcOrd="0" destOrd="0" presId="urn:microsoft.com/office/officeart/2005/8/layout/orgChart1"/>
    <dgm:cxn modelId="{60D4E384-4A7B-4498-B799-6FD027574451}" type="presParOf" srcId="{2FF81F3E-5C6B-4B8C-9666-A701A05AC304}" destId="{44DBEEC2-D6D6-427D-B6B7-B4469A9FCE01}" srcOrd="1" destOrd="0" presId="urn:microsoft.com/office/officeart/2005/8/layout/orgChart1"/>
    <dgm:cxn modelId="{20DA57B7-A3D2-48AF-8110-C281F9135849}" type="presParOf" srcId="{F3DF48A2-4DA4-4725-A4AF-3B5980B40665}" destId="{8E2D2970-7377-4872-9723-3B044DD63503}" srcOrd="1" destOrd="0" presId="urn:microsoft.com/office/officeart/2005/8/layout/orgChart1"/>
    <dgm:cxn modelId="{1B7E5D4D-76A6-461B-947E-50A6B48CB062}" type="presParOf" srcId="{F3DF48A2-4DA4-4725-A4AF-3B5980B40665}" destId="{E2D357E3-34EC-4E72-A96A-BFBB89177DDB}" srcOrd="2" destOrd="0" presId="urn:microsoft.com/office/officeart/2005/8/layout/orgChart1"/>
    <dgm:cxn modelId="{A5545FF0-F3C3-47A1-83E8-F610FA804CA1}" type="presParOf" srcId="{3127FFC4-4583-47A6-9AEB-7475DCFA491B}" destId="{53035B17-C1CB-4E60-80B5-6B84B623FA33}" srcOrd="14" destOrd="0" presId="urn:microsoft.com/office/officeart/2005/8/layout/orgChart1"/>
    <dgm:cxn modelId="{17F4655C-0171-4B96-8101-554E728AE445}" type="presParOf" srcId="{3127FFC4-4583-47A6-9AEB-7475DCFA491B}" destId="{DE077E31-1BBB-42E0-BF58-E8E83AE40025}" srcOrd="15" destOrd="0" presId="urn:microsoft.com/office/officeart/2005/8/layout/orgChart1"/>
    <dgm:cxn modelId="{90021ADE-DB4E-4015-BAC8-13C27536B7A8}" type="presParOf" srcId="{DE077E31-1BBB-42E0-BF58-E8E83AE40025}" destId="{49659531-5DB7-4EC7-A7A1-C327FC8751E0}" srcOrd="0" destOrd="0" presId="urn:microsoft.com/office/officeart/2005/8/layout/orgChart1"/>
    <dgm:cxn modelId="{CB60453E-BD9B-43C8-A4A9-213113E4E9F0}" type="presParOf" srcId="{49659531-5DB7-4EC7-A7A1-C327FC8751E0}" destId="{A0B11325-E9C8-41FE-8C25-D2405A988CE8}" srcOrd="0" destOrd="0" presId="urn:microsoft.com/office/officeart/2005/8/layout/orgChart1"/>
    <dgm:cxn modelId="{050066E3-7D1E-40CF-93A7-5252166B3774}" type="presParOf" srcId="{49659531-5DB7-4EC7-A7A1-C327FC8751E0}" destId="{5DF2361D-562E-42CC-A559-4E602D83F680}" srcOrd="1" destOrd="0" presId="urn:microsoft.com/office/officeart/2005/8/layout/orgChart1"/>
    <dgm:cxn modelId="{0CA118A5-0AAF-408E-88F5-A3C732BAD3C0}" type="presParOf" srcId="{DE077E31-1BBB-42E0-BF58-E8E83AE40025}" destId="{5FFD0463-2466-4892-9D68-50EF3D43ABEA}" srcOrd="1" destOrd="0" presId="urn:microsoft.com/office/officeart/2005/8/layout/orgChart1"/>
    <dgm:cxn modelId="{7EB0644A-60B4-42CC-BC81-A3F6CFAB91F0}" type="presParOf" srcId="{DE077E31-1BBB-42E0-BF58-E8E83AE40025}" destId="{C0C91AD4-0871-471D-8A40-1C3A5FA78C5C}" srcOrd="2" destOrd="0" presId="urn:microsoft.com/office/officeart/2005/8/layout/orgChart1"/>
    <dgm:cxn modelId="{AF29BA33-21DF-4A59-BCC1-E780E269C21A}" type="presParOf" srcId="{3127FFC4-4583-47A6-9AEB-7475DCFA491B}" destId="{4ABA1891-0032-44CC-891D-FC62B24C0C1E}" srcOrd="16" destOrd="0" presId="urn:microsoft.com/office/officeart/2005/8/layout/orgChart1"/>
    <dgm:cxn modelId="{49459FAF-0A1C-47BA-8135-F1E7102B18EA}" type="presParOf" srcId="{3127FFC4-4583-47A6-9AEB-7475DCFA491B}" destId="{F6BC87CD-71DF-4981-B082-A16CF8085FCD}" srcOrd="17" destOrd="0" presId="urn:microsoft.com/office/officeart/2005/8/layout/orgChart1"/>
    <dgm:cxn modelId="{AE686788-7DC2-421D-B0F8-7463A16CF499}" type="presParOf" srcId="{F6BC87CD-71DF-4981-B082-A16CF8085FCD}" destId="{BBE9BA22-808F-4E74-A252-329CF147641D}" srcOrd="0" destOrd="0" presId="urn:microsoft.com/office/officeart/2005/8/layout/orgChart1"/>
    <dgm:cxn modelId="{873068F2-EB59-4418-892B-AC7E75FE8A9F}" type="presParOf" srcId="{BBE9BA22-808F-4E74-A252-329CF147641D}" destId="{186C75A8-C719-4F24-AB84-0B08209DF80A}" srcOrd="0" destOrd="0" presId="urn:microsoft.com/office/officeart/2005/8/layout/orgChart1"/>
    <dgm:cxn modelId="{BA9EBB6A-6894-423B-8BE1-B1F2CF5A1382}" type="presParOf" srcId="{BBE9BA22-808F-4E74-A252-329CF147641D}" destId="{735E05F0-244A-4B22-90AA-9F71426AFECA}" srcOrd="1" destOrd="0" presId="urn:microsoft.com/office/officeart/2005/8/layout/orgChart1"/>
    <dgm:cxn modelId="{5EDAED7C-966E-4DAE-B7A2-8DBC23FF72EC}" type="presParOf" srcId="{F6BC87CD-71DF-4981-B082-A16CF8085FCD}" destId="{9E7F1C61-B7A7-405E-B751-89D20CF213E8}" srcOrd="1" destOrd="0" presId="urn:microsoft.com/office/officeart/2005/8/layout/orgChart1"/>
    <dgm:cxn modelId="{0ED58D01-2C02-4765-A170-DE240CF2CB7A}" type="presParOf" srcId="{F6BC87CD-71DF-4981-B082-A16CF8085FCD}" destId="{E45C0AC8-9CB6-495A-93CE-FE907C1DFD4C}" srcOrd="2" destOrd="0" presId="urn:microsoft.com/office/officeart/2005/8/layout/orgChart1"/>
    <dgm:cxn modelId="{E2A87924-8D06-4CEE-900B-B7AC37A2B79A}" type="presParOf" srcId="{3127FFC4-4583-47A6-9AEB-7475DCFA491B}" destId="{187B8C0C-F8C7-473D-8851-F5F234F28B9D}" srcOrd="18" destOrd="0" presId="urn:microsoft.com/office/officeart/2005/8/layout/orgChart1"/>
    <dgm:cxn modelId="{2740C420-BAE5-4D42-B3DD-D0A2CB6157E4}" type="presParOf" srcId="{3127FFC4-4583-47A6-9AEB-7475DCFA491B}" destId="{502F3457-BD3D-460B-B5CA-76E6720D5E86}" srcOrd="19" destOrd="0" presId="urn:microsoft.com/office/officeart/2005/8/layout/orgChart1"/>
    <dgm:cxn modelId="{E6A746AA-E9A7-4830-809D-166FB616C371}" type="presParOf" srcId="{502F3457-BD3D-460B-B5CA-76E6720D5E86}" destId="{246E0674-8330-4491-9ABB-DD85BD6BD21D}" srcOrd="0" destOrd="0" presId="urn:microsoft.com/office/officeart/2005/8/layout/orgChart1"/>
    <dgm:cxn modelId="{2EA2B9E6-5CDB-4B13-981B-62676BF59649}" type="presParOf" srcId="{246E0674-8330-4491-9ABB-DD85BD6BD21D}" destId="{8301A2AB-259A-4C02-BD87-66724B89416E}" srcOrd="0" destOrd="0" presId="urn:microsoft.com/office/officeart/2005/8/layout/orgChart1"/>
    <dgm:cxn modelId="{A0A043B9-5101-47D1-AB7C-9436146121B3}" type="presParOf" srcId="{246E0674-8330-4491-9ABB-DD85BD6BD21D}" destId="{1D14E920-BB44-40C8-A2CF-55415CCA0F85}" srcOrd="1" destOrd="0" presId="urn:microsoft.com/office/officeart/2005/8/layout/orgChart1"/>
    <dgm:cxn modelId="{ECCF12F1-FE3E-4E7E-A234-67E3710C450B}" type="presParOf" srcId="{502F3457-BD3D-460B-B5CA-76E6720D5E86}" destId="{C1707E02-8CC3-4DCC-A255-34310379C572}" srcOrd="1" destOrd="0" presId="urn:microsoft.com/office/officeart/2005/8/layout/orgChart1"/>
    <dgm:cxn modelId="{3B7348A8-2E19-4A1D-A808-A2A0285E0C92}" type="presParOf" srcId="{502F3457-BD3D-460B-B5CA-76E6720D5E86}" destId="{3C95F113-DE67-4F8E-808B-5C67A32B54E0}" srcOrd="2" destOrd="0" presId="urn:microsoft.com/office/officeart/2005/8/layout/orgChart1"/>
    <dgm:cxn modelId="{FE3D46BA-B6AE-4D3A-84DF-A7D38E540163}" type="presParOf" srcId="{3127FFC4-4583-47A6-9AEB-7475DCFA491B}" destId="{B7B6BCC6-FE14-4CBD-9ECE-B628D89D1E21}" srcOrd="20" destOrd="0" presId="urn:microsoft.com/office/officeart/2005/8/layout/orgChart1"/>
    <dgm:cxn modelId="{921FA863-F6E3-4646-800C-06AAA112533F}" type="presParOf" srcId="{3127FFC4-4583-47A6-9AEB-7475DCFA491B}" destId="{825B3540-FF5D-40C5-BDA5-350FC88BC54D}" srcOrd="21" destOrd="0" presId="urn:microsoft.com/office/officeart/2005/8/layout/orgChart1"/>
    <dgm:cxn modelId="{BF503774-0CD0-49D2-900D-73428538F8E7}" type="presParOf" srcId="{825B3540-FF5D-40C5-BDA5-350FC88BC54D}" destId="{60F290A6-9F3A-43ED-A661-66029FE9F2B8}" srcOrd="0" destOrd="0" presId="urn:microsoft.com/office/officeart/2005/8/layout/orgChart1"/>
    <dgm:cxn modelId="{284F16DA-1B59-4AFA-9336-28A59ADDB993}" type="presParOf" srcId="{60F290A6-9F3A-43ED-A661-66029FE9F2B8}" destId="{0D47F709-3A4A-4A19-A0D3-5A8C94F68B67}" srcOrd="0" destOrd="0" presId="urn:microsoft.com/office/officeart/2005/8/layout/orgChart1"/>
    <dgm:cxn modelId="{B8B01D89-7F09-4487-B072-56EC5A87D2E3}" type="presParOf" srcId="{60F290A6-9F3A-43ED-A661-66029FE9F2B8}" destId="{C1122FF1-0719-491F-94FC-8EC3045D0F86}" srcOrd="1" destOrd="0" presId="urn:microsoft.com/office/officeart/2005/8/layout/orgChart1"/>
    <dgm:cxn modelId="{00DF65B7-87B5-495D-BB53-0F4692614E8C}" type="presParOf" srcId="{825B3540-FF5D-40C5-BDA5-350FC88BC54D}" destId="{7047D1C8-6E4F-4EBC-9B7F-EDC1B8EA0027}" srcOrd="1" destOrd="0" presId="urn:microsoft.com/office/officeart/2005/8/layout/orgChart1"/>
    <dgm:cxn modelId="{85369863-CEC0-42BB-9AEF-680E27B4EB92}" type="presParOf" srcId="{825B3540-FF5D-40C5-BDA5-350FC88BC54D}" destId="{6D715615-CE19-4D86-ADFA-61BA5E790E7A}" srcOrd="2" destOrd="0" presId="urn:microsoft.com/office/officeart/2005/8/layout/orgChart1"/>
    <dgm:cxn modelId="{67AFE1A0-6758-4EC0-9712-30578E2488AE}" type="presParOf" srcId="{3127FFC4-4583-47A6-9AEB-7475DCFA491B}" destId="{60480622-AD5A-4DE7-AF8C-3C83ED1EC706}" srcOrd="22" destOrd="0" presId="urn:microsoft.com/office/officeart/2005/8/layout/orgChart1"/>
    <dgm:cxn modelId="{BD96D4C8-AE2B-4A1E-BC0D-8A22C94798A5}" type="presParOf" srcId="{3127FFC4-4583-47A6-9AEB-7475DCFA491B}" destId="{A458516E-0D4C-41E0-82A7-77AE5C94D6C4}" srcOrd="23" destOrd="0" presId="urn:microsoft.com/office/officeart/2005/8/layout/orgChart1"/>
    <dgm:cxn modelId="{1739A8F5-27DE-4B3A-A379-FA98AC300262}" type="presParOf" srcId="{A458516E-0D4C-41E0-82A7-77AE5C94D6C4}" destId="{E126D5C4-B80F-446D-974D-2D373CBDE1AB}" srcOrd="0" destOrd="0" presId="urn:microsoft.com/office/officeart/2005/8/layout/orgChart1"/>
    <dgm:cxn modelId="{38E2C12A-5A1F-4E3B-AF03-6274EA22B7F4}" type="presParOf" srcId="{E126D5C4-B80F-446D-974D-2D373CBDE1AB}" destId="{592F601E-EB5D-48D6-A559-48B1EBCE631D}" srcOrd="0" destOrd="0" presId="urn:microsoft.com/office/officeart/2005/8/layout/orgChart1"/>
    <dgm:cxn modelId="{C1514BDD-E787-4347-A6CD-F70CF2C67203}" type="presParOf" srcId="{E126D5C4-B80F-446D-974D-2D373CBDE1AB}" destId="{C8436DCE-0FEE-4946-9639-EF54570874A0}" srcOrd="1" destOrd="0" presId="urn:microsoft.com/office/officeart/2005/8/layout/orgChart1"/>
    <dgm:cxn modelId="{5D937D35-6FC3-4C3C-BB14-71DA818CABDD}" type="presParOf" srcId="{A458516E-0D4C-41E0-82A7-77AE5C94D6C4}" destId="{9EFBD469-1C13-47E4-BB79-EA659838A58D}" srcOrd="1" destOrd="0" presId="urn:microsoft.com/office/officeart/2005/8/layout/orgChart1"/>
    <dgm:cxn modelId="{3E72126F-A7E6-4F75-9EBE-9EF95CDBDF67}" type="presParOf" srcId="{A458516E-0D4C-41E0-82A7-77AE5C94D6C4}" destId="{4B366330-72A3-45C9-9E1F-64F066A55965}" srcOrd="2" destOrd="0" presId="urn:microsoft.com/office/officeart/2005/8/layout/orgChart1"/>
    <dgm:cxn modelId="{1078F71F-AFC4-4DD0-824E-B7F528E1093C}" type="presParOf" srcId="{3127FFC4-4583-47A6-9AEB-7475DCFA491B}" destId="{13A6FF6E-5488-4A90-BE3F-5907391D80B9}" srcOrd="24" destOrd="0" presId="urn:microsoft.com/office/officeart/2005/8/layout/orgChart1"/>
    <dgm:cxn modelId="{26448844-0FFF-484C-A114-DCD8FFCDA9EF}" type="presParOf" srcId="{3127FFC4-4583-47A6-9AEB-7475DCFA491B}" destId="{0662EAF4-6300-4695-95CF-5723B83AA02A}" srcOrd="25" destOrd="0" presId="urn:microsoft.com/office/officeart/2005/8/layout/orgChart1"/>
    <dgm:cxn modelId="{EEFF7DE2-D371-458D-8810-AC2AF6999490}" type="presParOf" srcId="{0662EAF4-6300-4695-95CF-5723B83AA02A}" destId="{8FD6771A-5874-48C9-92F3-89444BE422CF}" srcOrd="0" destOrd="0" presId="urn:microsoft.com/office/officeart/2005/8/layout/orgChart1"/>
    <dgm:cxn modelId="{FDA0055B-1627-4A60-B7E2-6F510D8C0927}" type="presParOf" srcId="{8FD6771A-5874-48C9-92F3-89444BE422CF}" destId="{48D000EC-D642-44A5-89D1-858C0831A65A}" srcOrd="0" destOrd="0" presId="urn:microsoft.com/office/officeart/2005/8/layout/orgChart1"/>
    <dgm:cxn modelId="{44708774-A4AA-4D4F-AD7E-AAB71AB572E4}" type="presParOf" srcId="{8FD6771A-5874-48C9-92F3-89444BE422CF}" destId="{81E328EC-7CC5-464D-BEFD-D200E9C27BEF}" srcOrd="1" destOrd="0" presId="urn:microsoft.com/office/officeart/2005/8/layout/orgChart1"/>
    <dgm:cxn modelId="{4F6A3348-EE2A-473A-9D02-20E9BFB587E7}" type="presParOf" srcId="{0662EAF4-6300-4695-95CF-5723B83AA02A}" destId="{C3DE155A-7EF9-4572-9F54-2E39169C79B5}" srcOrd="1" destOrd="0" presId="urn:microsoft.com/office/officeart/2005/8/layout/orgChart1"/>
    <dgm:cxn modelId="{45E6886B-85F0-4CF4-B81E-2402095693E3}" type="presParOf" srcId="{0662EAF4-6300-4695-95CF-5723B83AA02A}" destId="{5F322DAB-E1E2-4448-8C02-AC6B71127C6A}" srcOrd="2" destOrd="0" presId="urn:microsoft.com/office/officeart/2005/8/layout/orgChart1"/>
    <dgm:cxn modelId="{3925A0AC-A05D-47AF-97C3-73DBAAD509DB}" type="presParOf" srcId="{6ACD135F-AE2F-4DA1-AE1C-447C888AA96F}" destId="{FFF83D2C-280F-49A6-98E8-F165C87BF463}" srcOrd="2" destOrd="0" presId="urn:microsoft.com/office/officeart/2005/8/layout/orgChart1"/>
    <dgm:cxn modelId="{96B693F8-BFB4-4671-A609-9DB92EBB87CB}" type="presParOf" srcId="{F0C1DE10-D384-438A-8AAE-3606511D6A80}" destId="{29C86D5A-46EB-40CB-9EC3-A13D1B9DCE4E}" srcOrd="2" destOrd="0" presId="urn:microsoft.com/office/officeart/2005/8/layout/orgChart1"/>
  </dgm:cxnLst>
  <dgm:bg>
    <a:blipFill>
      <a:blip xmlns:r="http://schemas.openxmlformats.org/officeDocument/2006/relationships" r:embed="rId1"/>
      <a:tile tx="0" ty="0" sx="100000" sy="100000" flip="none" algn="tl"/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A6FF6E-5488-4A90-BE3F-5907391D80B9}">
      <dsp:nvSpPr>
        <dsp:cNvPr id="0" name=""/>
        <dsp:cNvSpPr/>
      </dsp:nvSpPr>
      <dsp:spPr>
        <a:xfrm>
          <a:off x="6160286" y="977104"/>
          <a:ext cx="91440" cy="3528737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3528737"/>
              </a:lnTo>
              <a:lnTo>
                <a:pt x="45720" y="352873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480622-AD5A-4DE7-AF8C-3C83ED1EC706}">
      <dsp:nvSpPr>
        <dsp:cNvPr id="0" name=""/>
        <dsp:cNvSpPr/>
      </dsp:nvSpPr>
      <dsp:spPr>
        <a:xfrm>
          <a:off x="6208855" y="977104"/>
          <a:ext cx="91440" cy="29933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93327"/>
              </a:lnTo>
              <a:lnTo>
                <a:pt x="94289" y="299332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B6BCC6-FE14-4CBD-9ECE-B628D89D1E21}">
      <dsp:nvSpPr>
        <dsp:cNvPr id="0" name=""/>
        <dsp:cNvSpPr/>
      </dsp:nvSpPr>
      <dsp:spPr>
        <a:xfrm>
          <a:off x="6160286" y="977104"/>
          <a:ext cx="91440" cy="2993327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2993327"/>
              </a:lnTo>
              <a:lnTo>
                <a:pt x="45720" y="299332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7B8C0C-F8C7-473D-8851-F5F234F28B9D}">
      <dsp:nvSpPr>
        <dsp:cNvPr id="0" name=""/>
        <dsp:cNvSpPr/>
      </dsp:nvSpPr>
      <dsp:spPr>
        <a:xfrm>
          <a:off x="6208855" y="977104"/>
          <a:ext cx="91440" cy="24579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57916"/>
              </a:lnTo>
              <a:lnTo>
                <a:pt x="94289" y="245791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BA1891-0032-44CC-891D-FC62B24C0C1E}">
      <dsp:nvSpPr>
        <dsp:cNvPr id="0" name=""/>
        <dsp:cNvSpPr/>
      </dsp:nvSpPr>
      <dsp:spPr>
        <a:xfrm>
          <a:off x="6160286" y="977104"/>
          <a:ext cx="91440" cy="2457916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2457916"/>
              </a:lnTo>
              <a:lnTo>
                <a:pt x="45720" y="245791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35B17-C1CB-4E60-80B5-6B84B623FA33}">
      <dsp:nvSpPr>
        <dsp:cNvPr id="0" name=""/>
        <dsp:cNvSpPr/>
      </dsp:nvSpPr>
      <dsp:spPr>
        <a:xfrm>
          <a:off x="6208855" y="977104"/>
          <a:ext cx="91440" cy="19225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22506"/>
              </a:lnTo>
              <a:lnTo>
                <a:pt x="94289" y="192250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E64178-0F72-4DE3-BA4F-9B68ADC00107}">
      <dsp:nvSpPr>
        <dsp:cNvPr id="0" name=""/>
        <dsp:cNvSpPr/>
      </dsp:nvSpPr>
      <dsp:spPr>
        <a:xfrm>
          <a:off x="6160286" y="977104"/>
          <a:ext cx="91440" cy="1922506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1922506"/>
              </a:lnTo>
              <a:lnTo>
                <a:pt x="45720" y="192250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E1AA2F-5A60-47BE-AE32-DEFC480931C0}">
      <dsp:nvSpPr>
        <dsp:cNvPr id="0" name=""/>
        <dsp:cNvSpPr/>
      </dsp:nvSpPr>
      <dsp:spPr>
        <a:xfrm>
          <a:off x="6208855" y="977104"/>
          <a:ext cx="91440" cy="138709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87095"/>
              </a:lnTo>
              <a:lnTo>
                <a:pt x="94289" y="1387095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55313A-E98A-485A-A5FE-F050E9A0DA43}">
      <dsp:nvSpPr>
        <dsp:cNvPr id="0" name=""/>
        <dsp:cNvSpPr/>
      </dsp:nvSpPr>
      <dsp:spPr>
        <a:xfrm>
          <a:off x="6160286" y="977104"/>
          <a:ext cx="91440" cy="1387095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1387095"/>
              </a:lnTo>
              <a:lnTo>
                <a:pt x="45720" y="1387095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E23A3F-4A60-45B5-B1E5-73BEA9E946EE}">
      <dsp:nvSpPr>
        <dsp:cNvPr id="0" name=""/>
        <dsp:cNvSpPr/>
      </dsp:nvSpPr>
      <dsp:spPr>
        <a:xfrm>
          <a:off x="6208855" y="977104"/>
          <a:ext cx="91440" cy="8516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1685"/>
              </a:lnTo>
              <a:lnTo>
                <a:pt x="94289" y="851685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22AF28-1BE9-4620-8D13-19EB3F8AC6D1}">
      <dsp:nvSpPr>
        <dsp:cNvPr id="0" name=""/>
        <dsp:cNvSpPr/>
      </dsp:nvSpPr>
      <dsp:spPr>
        <a:xfrm>
          <a:off x="6160286" y="977104"/>
          <a:ext cx="91440" cy="851685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851685"/>
              </a:lnTo>
              <a:lnTo>
                <a:pt x="45720" y="851685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DB8E73-E4FB-4340-BA55-3AD9E3F9B1D3}">
      <dsp:nvSpPr>
        <dsp:cNvPr id="0" name=""/>
        <dsp:cNvSpPr/>
      </dsp:nvSpPr>
      <dsp:spPr>
        <a:xfrm>
          <a:off x="6208855" y="977104"/>
          <a:ext cx="91440" cy="31627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274"/>
              </a:lnTo>
              <a:lnTo>
                <a:pt x="94289" y="316274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9A0231-4606-469B-A67F-A0CE23136F9D}">
      <dsp:nvSpPr>
        <dsp:cNvPr id="0" name=""/>
        <dsp:cNvSpPr/>
      </dsp:nvSpPr>
      <dsp:spPr>
        <a:xfrm>
          <a:off x="6160286" y="977104"/>
          <a:ext cx="91440" cy="316274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316274"/>
              </a:lnTo>
              <a:lnTo>
                <a:pt x="45720" y="316274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4D62E4-4EBB-4D99-94B8-77BD50CC4025}">
      <dsp:nvSpPr>
        <dsp:cNvPr id="0" name=""/>
        <dsp:cNvSpPr/>
      </dsp:nvSpPr>
      <dsp:spPr>
        <a:xfrm>
          <a:off x="4614110" y="441693"/>
          <a:ext cx="1640465" cy="971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69"/>
              </a:lnTo>
              <a:lnTo>
                <a:pt x="1640465" y="48569"/>
              </a:lnTo>
              <a:lnTo>
                <a:pt x="1640465" y="97138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C22F04-F359-48D3-819A-AF0F00F9C3B1}">
      <dsp:nvSpPr>
        <dsp:cNvPr id="0" name=""/>
        <dsp:cNvSpPr/>
      </dsp:nvSpPr>
      <dsp:spPr>
        <a:xfrm>
          <a:off x="2927924" y="977104"/>
          <a:ext cx="91440" cy="45995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99558"/>
              </a:lnTo>
              <a:lnTo>
                <a:pt x="94289" y="4599558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C17A7B-0193-4203-9419-E6CDF5C9D126}">
      <dsp:nvSpPr>
        <dsp:cNvPr id="0" name=""/>
        <dsp:cNvSpPr/>
      </dsp:nvSpPr>
      <dsp:spPr>
        <a:xfrm>
          <a:off x="2879354" y="977104"/>
          <a:ext cx="91440" cy="4599558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4599558"/>
              </a:lnTo>
              <a:lnTo>
                <a:pt x="45720" y="4599558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2CC6DE-6340-4CBF-BC94-5C907621E621}">
      <dsp:nvSpPr>
        <dsp:cNvPr id="0" name=""/>
        <dsp:cNvSpPr/>
      </dsp:nvSpPr>
      <dsp:spPr>
        <a:xfrm>
          <a:off x="2927924" y="977104"/>
          <a:ext cx="91440" cy="40641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64148"/>
              </a:lnTo>
              <a:lnTo>
                <a:pt x="94289" y="4064148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972E81-BFB3-4208-BACD-C55AB2DF54A3}">
      <dsp:nvSpPr>
        <dsp:cNvPr id="0" name=""/>
        <dsp:cNvSpPr/>
      </dsp:nvSpPr>
      <dsp:spPr>
        <a:xfrm>
          <a:off x="2879354" y="977104"/>
          <a:ext cx="91440" cy="4064148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4064148"/>
              </a:lnTo>
              <a:lnTo>
                <a:pt x="45720" y="4064148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F65806-F99C-42FE-A4DE-DEB16E52714D}">
      <dsp:nvSpPr>
        <dsp:cNvPr id="0" name=""/>
        <dsp:cNvSpPr/>
      </dsp:nvSpPr>
      <dsp:spPr>
        <a:xfrm>
          <a:off x="2927924" y="977104"/>
          <a:ext cx="91440" cy="352873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28737"/>
              </a:lnTo>
              <a:lnTo>
                <a:pt x="94289" y="352873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5E2A83-A7C3-4BA2-AABA-E1066E8DB54B}">
      <dsp:nvSpPr>
        <dsp:cNvPr id="0" name=""/>
        <dsp:cNvSpPr/>
      </dsp:nvSpPr>
      <dsp:spPr>
        <a:xfrm>
          <a:off x="2879354" y="977104"/>
          <a:ext cx="91440" cy="3528737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3528737"/>
              </a:lnTo>
              <a:lnTo>
                <a:pt x="45720" y="352873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A674DA-DFAC-4D55-BE15-24F12AFFC29F}">
      <dsp:nvSpPr>
        <dsp:cNvPr id="0" name=""/>
        <dsp:cNvSpPr/>
      </dsp:nvSpPr>
      <dsp:spPr>
        <a:xfrm>
          <a:off x="2927924" y="977104"/>
          <a:ext cx="91440" cy="29933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93327"/>
              </a:lnTo>
              <a:lnTo>
                <a:pt x="94289" y="299332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1B2063-F23D-46D0-AF4F-C57DA02FB743}">
      <dsp:nvSpPr>
        <dsp:cNvPr id="0" name=""/>
        <dsp:cNvSpPr/>
      </dsp:nvSpPr>
      <dsp:spPr>
        <a:xfrm>
          <a:off x="2879354" y="977104"/>
          <a:ext cx="91440" cy="2993327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2993327"/>
              </a:lnTo>
              <a:lnTo>
                <a:pt x="45720" y="2993327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121BDB-055A-43A5-B0DA-0BCDC34616B1}">
      <dsp:nvSpPr>
        <dsp:cNvPr id="0" name=""/>
        <dsp:cNvSpPr/>
      </dsp:nvSpPr>
      <dsp:spPr>
        <a:xfrm>
          <a:off x="2927924" y="977104"/>
          <a:ext cx="91440" cy="245791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57916"/>
              </a:lnTo>
              <a:lnTo>
                <a:pt x="94289" y="245791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CEDEA0-C94C-4384-8ACE-BB922B7A8273}">
      <dsp:nvSpPr>
        <dsp:cNvPr id="0" name=""/>
        <dsp:cNvSpPr/>
      </dsp:nvSpPr>
      <dsp:spPr>
        <a:xfrm>
          <a:off x="2879354" y="977104"/>
          <a:ext cx="91440" cy="2457916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2457916"/>
              </a:lnTo>
              <a:lnTo>
                <a:pt x="45720" y="245791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D52DC0-C49B-4A82-91A4-2001FBBA92E0}">
      <dsp:nvSpPr>
        <dsp:cNvPr id="0" name=""/>
        <dsp:cNvSpPr/>
      </dsp:nvSpPr>
      <dsp:spPr>
        <a:xfrm>
          <a:off x="2927924" y="977104"/>
          <a:ext cx="91440" cy="19225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22506"/>
              </a:lnTo>
              <a:lnTo>
                <a:pt x="94289" y="192250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D2FE30-0206-4EC7-9598-CC125B829273}">
      <dsp:nvSpPr>
        <dsp:cNvPr id="0" name=""/>
        <dsp:cNvSpPr/>
      </dsp:nvSpPr>
      <dsp:spPr>
        <a:xfrm>
          <a:off x="2879354" y="977104"/>
          <a:ext cx="91440" cy="1922506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1922506"/>
              </a:lnTo>
              <a:lnTo>
                <a:pt x="45720" y="1922506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045376-D43C-43A3-BF0A-C2D2E3DBA310}">
      <dsp:nvSpPr>
        <dsp:cNvPr id="0" name=""/>
        <dsp:cNvSpPr/>
      </dsp:nvSpPr>
      <dsp:spPr>
        <a:xfrm>
          <a:off x="2927924" y="977104"/>
          <a:ext cx="91440" cy="138709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87095"/>
              </a:lnTo>
              <a:lnTo>
                <a:pt x="94289" y="1387095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872F3-73C5-41AF-AFC0-E14C701C2E41}">
      <dsp:nvSpPr>
        <dsp:cNvPr id="0" name=""/>
        <dsp:cNvSpPr/>
      </dsp:nvSpPr>
      <dsp:spPr>
        <a:xfrm>
          <a:off x="2879354" y="977104"/>
          <a:ext cx="91440" cy="1387095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1387095"/>
              </a:lnTo>
              <a:lnTo>
                <a:pt x="45720" y="1387095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649199-D488-45E3-96CD-9FF5C934BABB}">
      <dsp:nvSpPr>
        <dsp:cNvPr id="0" name=""/>
        <dsp:cNvSpPr/>
      </dsp:nvSpPr>
      <dsp:spPr>
        <a:xfrm>
          <a:off x="2927924" y="977104"/>
          <a:ext cx="91440" cy="8516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51685"/>
              </a:lnTo>
              <a:lnTo>
                <a:pt x="94289" y="851685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7926F2-7466-4446-8B4D-564F3E9190DC}">
      <dsp:nvSpPr>
        <dsp:cNvPr id="0" name=""/>
        <dsp:cNvSpPr/>
      </dsp:nvSpPr>
      <dsp:spPr>
        <a:xfrm>
          <a:off x="2879354" y="977104"/>
          <a:ext cx="91440" cy="851685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851685"/>
              </a:lnTo>
              <a:lnTo>
                <a:pt x="45720" y="851685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6E8E5F-C385-448B-A679-47E67CE3F5A1}">
      <dsp:nvSpPr>
        <dsp:cNvPr id="0" name=""/>
        <dsp:cNvSpPr/>
      </dsp:nvSpPr>
      <dsp:spPr>
        <a:xfrm>
          <a:off x="2927924" y="977104"/>
          <a:ext cx="91440" cy="31627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274"/>
              </a:lnTo>
              <a:lnTo>
                <a:pt x="94289" y="316274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199FEC-4F4A-4C51-A996-F658445B9AE4}">
      <dsp:nvSpPr>
        <dsp:cNvPr id="0" name=""/>
        <dsp:cNvSpPr/>
      </dsp:nvSpPr>
      <dsp:spPr>
        <a:xfrm>
          <a:off x="2879354" y="977104"/>
          <a:ext cx="91440" cy="316274"/>
        </a:xfrm>
        <a:custGeom>
          <a:avLst/>
          <a:gdLst/>
          <a:ahLst/>
          <a:cxnLst/>
          <a:rect l="0" t="0" r="0" b="0"/>
          <a:pathLst>
            <a:path>
              <a:moveTo>
                <a:pt x="94289" y="0"/>
              </a:moveTo>
              <a:lnTo>
                <a:pt x="94289" y="316274"/>
              </a:lnTo>
              <a:lnTo>
                <a:pt x="45720" y="316274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93AA9E-1F8D-4243-B75E-C96F49F337D2}">
      <dsp:nvSpPr>
        <dsp:cNvPr id="0" name=""/>
        <dsp:cNvSpPr/>
      </dsp:nvSpPr>
      <dsp:spPr>
        <a:xfrm>
          <a:off x="2973644" y="441693"/>
          <a:ext cx="1640465" cy="97138"/>
        </a:xfrm>
        <a:custGeom>
          <a:avLst/>
          <a:gdLst/>
          <a:ahLst/>
          <a:cxnLst/>
          <a:rect l="0" t="0" r="0" b="0"/>
          <a:pathLst>
            <a:path>
              <a:moveTo>
                <a:pt x="1640465" y="0"/>
              </a:moveTo>
              <a:lnTo>
                <a:pt x="1640465" y="48569"/>
              </a:lnTo>
              <a:lnTo>
                <a:pt x="0" y="48569"/>
              </a:lnTo>
              <a:lnTo>
                <a:pt x="0" y="97138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979061-5A46-4AB1-8939-27CEB799EFC5}">
      <dsp:nvSpPr>
        <dsp:cNvPr id="0" name=""/>
        <dsp:cNvSpPr/>
      </dsp:nvSpPr>
      <dsp:spPr>
        <a:xfrm>
          <a:off x="3842446" y="3422"/>
          <a:ext cx="1543327" cy="43827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dirty="0" smtClean="0">
              <a:latin typeface="宋体" panose="02010600030101010101" pitchFamily="2" charset="-122"/>
              <a:ea typeface="宋体" panose="02010600030101010101" pitchFamily="2" charset="-122"/>
            </a:rPr>
            <a:t>组织机构</a:t>
          </a:r>
          <a:endParaRPr lang="zh-CN" altLang="en-US" sz="1000" kern="1200" dirty="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3842446" y="3422"/>
        <a:ext cx="1543327" cy="438271"/>
      </dsp:txXfrm>
    </dsp:sp>
    <dsp:sp modelId="{1B57B716-1BDD-456C-B046-0C5B54A47AD8}">
      <dsp:nvSpPr>
        <dsp:cNvPr id="0" name=""/>
        <dsp:cNvSpPr/>
      </dsp:nvSpPr>
      <dsp:spPr>
        <a:xfrm>
          <a:off x="2201980" y="538832"/>
          <a:ext cx="1543327" cy="43827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3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dirty="0" smtClean="0">
              <a:latin typeface="宋体" panose="02010600030101010101" pitchFamily="2" charset="-122"/>
              <a:ea typeface="宋体" panose="02010600030101010101" pitchFamily="2" charset="-122"/>
            </a:rPr>
            <a:t>基层服务队</a:t>
          </a:r>
          <a:endParaRPr lang="zh-CN" altLang="en-US" sz="1000" kern="1200" dirty="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2201980" y="538832"/>
        <a:ext cx="1543327" cy="438271"/>
      </dsp:txXfrm>
    </dsp:sp>
    <dsp:sp modelId="{064B5F5F-533D-4167-9C24-020B17C7A798}">
      <dsp:nvSpPr>
        <dsp:cNvPr id="0" name=""/>
        <dsp:cNvSpPr/>
      </dsp:nvSpPr>
      <dsp:spPr>
        <a:xfrm>
          <a:off x="1381747" y="1074243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游船队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381747" y="1074243"/>
        <a:ext cx="1543327" cy="438271"/>
      </dsp:txXfrm>
    </dsp:sp>
    <dsp:sp modelId="{789CCA16-7E72-42AF-AF51-2E7B59BEEF93}">
      <dsp:nvSpPr>
        <dsp:cNvPr id="0" name=""/>
        <dsp:cNvSpPr/>
      </dsp:nvSpPr>
      <dsp:spPr>
        <a:xfrm>
          <a:off x="3022213" y="1074243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殿堂队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3022213" y="1074243"/>
        <a:ext cx="1543327" cy="438271"/>
      </dsp:txXfrm>
    </dsp:sp>
    <dsp:sp modelId="{84F5D27F-0415-4C05-A26B-93E3BB14B4CF}">
      <dsp:nvSpPr>
        <dsp:cNvPr id="0" name=""/>
        <dsp:cNvSpPr/>
      </dsp:nvSpPr>
      <dsp:spPr>
        <a:xfrm>
          <a:off x="1381747" y="1609653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园务队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381747" y="1609653"/>
        <a:ext cx="1543327" cy="438271"/>
      </dsp:txXfrm>
    </dsp:sp>
    <dsp:sp modelId="{886F5E46-CE3F-435A-9851-70FF1C4C7D89}">
      <dsp:nvSpPr>
        <dsp:cNvPr id="0" name=""/>
        <dsp:cNvSpPr/>
      </dsp:nvSpPr>
      <dsp:spPr>
        <a:xfrm>
          <a:off x="3022213" y="1609653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基建队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3022213" y="1609653"/>
        <a:ext cx="1543327" cy="438271"/>
      </dsp:txXfrm>
    </dsp:sp>
    <dsp:sp modelId="{0F00A66D-EDB3-4977-8139-91B997727996}">
      <dsp:nvSpPr>
        <dsp:cNvPr id="0" name=""/>
        <dsp:cNvSpPr/>
      </dsp:nvSpPr>
      <dsp:spPr>
        <a:xfrm>
          <a:off x="1381747" y="2145064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后勤队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381747" y="2145064"/>
        <a:ext cx="1543327" cy="438271"/>
      </dsp:txXfrm>
    </dsp:sp>
    <dsp:sp modelId="{4974544A-4F61-4FC0-987E-147514F6A8F9}">
      <dsp:nvSpPr>
        <dsp:cNvPr id="0" name=""/>
        <dsp:cNvSpPr/>
      </dsp:nvSpPr>
      <dsp:spPr>
        <a:xfrm>
          <a:off x="3022213" y="2145064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园艺队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3022213" y="2145064"/>
        <a:ext cx="1543327" cy="438271"/>
      </dsp:txXfrm>
    </dsp:sp>
    <dsp:sp modelId="{84C6CAD8-142A-46D2-A094-7D3829B81DA5}">
      <dsp:nvSpPr>
        <dsp:cNvPr id="0" name=""/>
        <dsp:cNvSpPr/>
      </dsp:nvSpPr>
      <dsp:spPr>
        <a:xfrm>
          <a:off x="1381747" y="2680474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旅游服务队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381747" y="2680474"/>
        <a:ext cx="1543327" cy="438271"/>
      </dsp:txXfrm>
    </dsp:sp>
    <dsp:sp modelId="{700B6743-1289-4EE2-99F4-4D2C0BD895F1}">
      <dsp:nvSpPr>
        <dsp:cNvPr id="0" name=""/>
        <dsp:cNvSpPr/>
      </dsp:nvSpPr>
      <dsp:spPr>
        <a:xfrm>
          <a:off x="3022213" y="2680474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西区管理队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3022213" y="2680474"/>
        <a:ext cx="1543327" cy="438271"/>
      </dsp:txXfrm>
    </dsp:sp>
    <dsp:sp modelId="{FA6F5A09-72D7-442C-AE8C-D257F852A0A9}">
      <dsp:nvSpPr>
        <dsp:cNvPr id="0" name=""/>
        <dsp:cNvSpPr/>
      </dsp:nvSpPr>
      <dsp:spPr>
        <a:xfrm>
          <a:off x="1381747" y="3215885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苏州街队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381747" y="3215885"/>
        <a:ext cx="1543327" cy="438271"/>
      </dsp:txXfrm>
    </dsp:sp>
    <dsp:sp modelId="{4445AB48-94CD-4801-A13C-05864EFFB165}">
      <dsp:nvSpPr>
        <dsp:cNvPr id="0" name=""/>
        <dsp:cNvSpPr/>
      </dsp:nvSpPr>
      <dsp:spPr>
        <a:xfrm>
          <a:off x="3022213" y="3215885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护园队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3022213" y="3215885"/>
        <a:ext cx="1543327" cy="438271"/>
      </dsp:txXfrm>
    </dsp:sp>
    <dsp:sp modelId="{2A58D7F8-B2A6-45BC-A640-D81668393C7E}">
      <dsp:nvSpPr>
        <dsp:cNvPr id="0" name=""/>
        <dsp:cNvSpPr/>
      </dsp:nvSpPr>
      <dsp:spPr>
        <a:xfrm>
          <a:off x="1381747" y="3751295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社区管理队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381747" y="3751295"/>
        <a:ext cx="1543327" cy="438271"/>
      </dsp:txXfrm>
    </dsp:sp>
    <dsp:sp modelId="{EB29BADA-BFA9-4AE8-A3C8-42E32750148A}">
      <dsp:nvSpPr>
        <dsp:cNvPr id="0" name=""/>
        <dsp:cNvSpPr/>
      </dsp:nvSpPr>
      <dsp:spPr>
        <a:xfrm>
          <a:off x="3022213" y="3751295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文昌院队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3022213" y="3751295"/>
        <a:ext cx="1543327" cy="438271"/>
      </dsp:txXfrm>
    </dsp:sp>
    <dsp:sp modelId="{02436C0C-E2D5-4D68-8E81-D781626DC7D9}">
      <dsp:nvSpPr>
        <dsp:cNvPr id="0" name=""/>
        <dsp:cNvSpPr/>
      </dsp:nvSpPr>
      <dsp:spPr>
        <a:xfrm>
          <a:off x="1381747" y="4286706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园艺研究所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381747" y="4286706"/>
        <a:ext cx="1543327" cy="438271"/>
      </dsp:txXfrm>
    </dsp:sp>
    <dsp:sp modelId="{E5730C8E-9190-4CA5-99B9-7BE1D51F4413}">
      <dsp:nvSpPr>
        <dsp:cNvPr id="0" name=""/>
        <dsp:cNvSpPr/>
      </dsp:nvSpPr>
      <dsp:spPr>
        <a:xfrm>
          <a:off x="3022213" y="4286706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导游服务中心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3022213" y="4286706"/>
        <a:ext cx="1543327" cy="438271"/>
      </dsp:txXfrm>
    </dsp:sp>
    <dsp:sp modelId="{F6751460-89D0-479D-84B5-9EF97782F420}">
      <dsp:nvSpPr>
        <dsp:cNvPr id="0" name=""/>
        <dsp:cNvSpPr/>
      </dsp:nvSpPr>
      <dsp:spPr>
        <a:xfrm>
          <a:off x="1381747" y="4822116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综合管理督察队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381747" y="4822116"/>
        <a:ext cx="1543327" cy="438271"/>
      </dsp:txXfrm>
    </dsp:sp>
    <dsp:sp modelId="{A2C87D10-5E0D-4D4F-8B61-3EEECC003D41}">
      <dsp:nvSpPr>
        <dsp:cNvPr id="0" name=""/>
        <dsp:cNvSpPr/>
      </dsp:nvSpPr>
      <dsp:spPr>
        <a:xfrm>
          <a:off x="3022213" y="4822116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颐和园商店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3022213" y="4822116"/>
        <a:ext cx="1543327" cy="438271"/>
      </dsp:txXfrm>
    </dsp:sp>
    <dsp:sp modelId="{88557621-4946-4C74-B8AA-EB58F1CB84E7}">
      <dsp:nvSpPr>
        <dsp:cNvPr id="0" name=""/>
        <dsp:cNvSpPr/>
      </dsp:nvSpPr>
      <dsp:spPr>
        <a:xfrm>
          <a:off x="1381747" y="5357527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听鹂馆队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381747" y="5357527"/>
        <a:ext cx="1543327" cy="438271"/>
      </dsp:txXfrm>
    </dsp:sp>
    <dsp:sp modelId="{36C64DF3-05F6-4EB3-8794-A0DF9F2C4840}">
      <dsp:nvSpPr>
        <dsp:cNvPr id="0" name=""/>
        <dsp:cNvSpPr/>
      </dsp:nvSpPr>
      <dsp:spPr>
        <a:xfrm>
          <a:off x="3022213" y="5357527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耕织图队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3022213" y="5357527"/>
        <a:ext cx="1543327" cy="438271"/>
      </dsp:txXfrm>
    </dsp:sp>
    <dsp:sp modelId="{15A6E800-A848-4A46-BDE9-D698AD9634C6}">
      <dsp:nvSpPr>
        <dsp:cNvPr id="0" name=""/>
        <dsp:cNvSpPr/>
      </dsp:nvSpPr>
      <dsp:spPr>
        <a:xfrm>
          <a:off x="5482912" y="538832"/>
          <a:ext cx="1543327" cy="43827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3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dirty="0" smtClean="0">
              <a:latin typeface="宋体" panose="02010600030101010101" pitchFamily="2" charset="-122"/>
              <a:ea typeface="宋体" panose="02010600030101010101" pitchFamily="2" charset="-122"/>
            </a:rPr>
            <a:t>管理处机关</a:t>
          </a:r>
          <a:endParaRPr lang="zh-CN" altLang="en-US" sz="1000" kern="1200" dirty="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5482912" y="538832"/>
        <a:ext cx="1543327" cy="438271"/>
      </dsp:txXfrm>
    </dsp:sp>
    <dsp:sp modelId="{8740D671-B32D-40F6-B10F-418D5DC51BAA}">
      <dsp:nvSpPr>
        <dsp:cNvPr id="0" name=""/>
        <dsp:cNvSpPr/>
      </dsp:nvSpPr>
      <dsp:spPr>
        <a:xfrm>
          <a:off x="4662679" y="1074243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党委工作部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4662679" y="1074243"/>
        <a:ext cx="1543327" cy="438271"/>
      </dsp:txXfrm>
    </dsp:sp>
    <dsp:sp modelId="{625FE7DD-6C8B-40DB-BF47-960C2163635A}">
      <dsp:nvSpPr>
        <dsp:cNvPr id="0" name=""/>
        <dsp:cNvSpPr/>
      </dsp:nvSpPr>
      <dsp:spPr>
        <a:xfrm>
          <a:off x="6303145" y="1074243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dirty="0" smtClean="0">
              <a:latin typeface="宋体" panose="02010600030101010101" pitchFamily="2" charset="-122"/>
              <a:ea typeface="宋体" panose="02010600030101010101" pitchFamily="2" charset="-122"/>
            </a:rPr>
            <a:t>工会共青团</a:t>
          </a:r>
          <a:endParaRPr lang="zh-CN" altLang="en-US" sz="1000" kern="1200" dirty="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6303145" y="1074243"/>
        <a:ext cx="1543327" cy="438271"/>
      </dsp:txXfrm>
    </dsp:sp>
    <dsp:sp modelId="{68BD857C-44FD-4597-BDED-CC247010756A}">
      <dsp:nvSpPr>
        <dsp:cNvPr id="0" name=""/>
        <dsp:cNvSpPr/>
      </dsp:nvSpPr>
      <dsp:spPr>
        <a:xfrm>
          <a:off x="4662679" y="1609653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办公室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4662679" y="1609653"/>
        <a:ext cx="1543327" cy="438271"/>
      </dsp:txXfrm>
    </dsp:sp>
    <dsp:sp modelId="{E68F6FBF-B78F-44C1-8209-2AD50AC1C688}">
      <dsp:nvSpPr>
        <dsp:cNvPr id="0" name=""/>
        <dsp:cNvSpPr/>
      </dsp:nvSpPr>
      <dsp:spPr>
        <a:xfrm>
          <a:off x="6303145" y="1609653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文物管理部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6303145" y="1609653"/>
        <a:ext cx="1543327" cy="438271"/>
      </dsp:txXfrm>
    </dsp:sp>
    <dsp:sp modelId="{57B6EB3A-B212-4B0D-AF27-C8B3EF8156F9}">
      <dsp:nvSpPr>
        <dsp:cNvPr id="0" name=""/>
        <dsp:cNvSpPr/>
      </dsp:nvSpPr>
      <dsp:spPr>
        <a:xfrm>
          <a:off x="4662679" y="2145064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研究室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4662679" y="2145064"/>
        <a:ext cx="1543327" cy="438271"/>
      </dsp:txXfrm>
    </dsp:sp>
    <dsp:sp modelId="{2082503B-0DA1-44B3-815B-3CB1F5F84AA5}">
      <dsp:nvSpPr>
        <dsp:cNvPr id="0" name=""/>
        <dsp:cNvSpPr/>
      </dsp:nvSpPr>
      <dsp:spPr>
        <a:xfrm>
          <a:off x="6303145" y="2145064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园林部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6303145" y="2145064"/>
        <a:ext cx="1543327" cy="438271"/>
      </dsp:txXfrm>
    </dsp:sp>
    <dsp:sp modelId="{33459094-9246-4203-A173-B65DB045116E}">
      <dsp:nvSpPr>
        <dsp:cNvPr id="0" name=""/>
        <dsp:cNvSpPr/>
      </dsp:nvSpPr>
      <dsp:spPr>
        <a:xfrm>
          <a:off x="4662679" y="2680474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财务部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4662679" y="2680474"/>
        <a:ext cx="1543327" cy="438271"/>
      </dsp:txXfrm>
    </dsp:sp>
    <dsp:sp modelId="{A0B11325-E9C8-41FE-8C25-D2405A988CE8}">
      <dsp:nvSpPr>
        <dsp:cNvPr id="0" name=""/>
        <dsp:cNvSpPr/>
      </dsp:nvSpPr>
      <dsp:spPr>
        <a:xfrm>
          <a:off x="6303145" y="2680474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建设部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6303145" y="2680474"/>
        <a:ext cx="1543327" cy="438271"/>
      </dsp:txXfrm>
    </dsp:sp>
    <dsp:sp modelId="{186C75A8-C719-4F24-AB84-0B08209DF80A}">
      <dsp:nvSpPr>
        <dsp:cNvPr id="0" name=""/>
        <dsp:cNvSpPr/>
      </dsp:nvSpPr>
      <dsp:spPr>
        <a:xfrm>
          <a:off x="4662679" y="3215885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管理经营部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4662679" y="3215885"/>
        <a:ext cx="1543327" cy="438271"/>
      </dsp:txXfrm>
    </dsp:sp>
    <dsp:sp modelId="{8301A2AB-259A-4C02-BD87-66724B89416E}">
      <dsp:nvSpPr>
        <dsp:cNvPr id="0" name=""/>
        <dsp:cNvSpPr/>
      </dsp:nvSpPr>
      <dsp:spPr>
        <a:xfrm>
          <a:off x="6303145" y="3215885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劳动部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6303145" y="3215885"/>
        <a:ext cx="1543327" cy="438271"/>
      </dsp:txXfrm>
    </dsp:sp>
    <dsp:sp modelId="{0D47F709-3A4A-4A19-A0D3-5A8C94F68B67}">
      <dsp:nvSpPr>
        <dsp:cNvPr id="0" name=""/>
        <dsp:cNvSpPr/>
      </dsp:nvSpPr>
      <dsp:spPr>
        <a:xfrm>
          <a:off x="4662679" y="3751295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保卫部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4662679" y="3751295"/>
        <a:ext cx="1543327" cy="438271"/>
      </dsp:txXfrm>
    </dsp:sp>
    <dsp:sp modelId="{592F601E-EB5D-48D6-A559-48B1EBCE631D}">
      <dsp:nvSpPr>
        <dsp:cNvPr id="0" name=""/>
        <dsp:cNvSpPr/>
      </dsp:nvSpPr>
      <dsp:spPr>
        <a:xfrm>
          <a:off x="6303145" y="3751295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宣教中心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6303145" y="3751295"/>
        <a:ext cx="1543327" cy="438271"/>
      </dsp:txXfrm>
    </dsp:sp>
    <dsp:sp modelId="{48D000EC-D642-44A5-89D1-858C0831A65A}">
      <dsp:nvSpPr>
        <dsp:cNvPr id="0" name=""/>
        <dsp:cNvSpPr/>
      </dsp:nvSpPr>
      <dsp:spPr>
        <a:xfrm>
          <a:off x="4662679" y="4286706"/>
          <a:ext cx="1543327" cy="43827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4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00" kern="1200" baseline="0" smtClean="0">
              <a:latin typeface="宋体" panose="02010600030101010101" pitchFamily="2" charset="-122"/>
              <a:ea typeface="宋体" panose="02010600030101010101" pitchFamily="2" charset="-122"/>
            </a:rPr>
            <a:t>遗产监测中心</a:t>
          </a:r>
          <a:endParaRPr lang="zh-CN" altLang="en-US" sz="1000" kern="120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4662679" y="4286706"/>
        <a:ext cx="1543327" cy="4382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8C742-66A0-44A3-95BD-06504E46E9E8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53235-00FD-40F3-8BC3-9D4666CA4E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8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截至</a:t>
            </a:r>
            <a:r>
              <a:rPr lang="en-US" altLang="zh-CN" dirty="0" smtClean="0"/>
              <a:t>2005</a:t>
            </a:r>
            <a:r>
              <a:rPr lang="zh-CN" altLang="en-US" dirty="0" smtClean="0"/>
              <a:t>年，颐和园参与局级、中心级课题多项，其中</a:t>
            </a:r>
            <a:r>
              <a:rPr lang="en-US" altLang="zh-CN" dirty="0" smtClean="0"/>
              <a:t>7</a:t>
            </a:r>
            <a:r>
              <a:rPr lang="zh-CN" altLang="en-US" dirty="0" smtClean="0"/>
              <a:t>项获得局科技进步一等奖，</a:t>
            </a:r>
            <a:r>
              <a:rPr lang="en-US" altLang="zh-CN" dirty="0" smtClean="0"/>
              <a:t>《</a:t>
            </a:r>
            <a:r>
              <a:rPr lang="zh-CN" altLang="en-US" dirty="0" smtClean="0"/>
              <a:t>皇家园林建筑装饰纹样的研究（包括砖雕纹样、彩画纹样、石雕、木雕、木装修）</a:t>
            </a:r>
            <a:r>
              <a:rPr lang="en-US" altLang="zh-CN" dirty="0" smtClean="0"/>
              <a:t>》</a:t>
            </a:r>
            <a:r>
              <a:rPr lang="zh-CN" altLang="en-US" dirty="0" smtClean="0"/>
              <a:t>课题，砖雕纹样</a:t>
            </a:r>
            <a:r>
              <a:rPr lang="en-US" altLang="zh-CN" dirty="0" smtClean="0"/>
              <a:t>1999</a:t>
            </a:r>
            <a:r>
              <a:rPr lang="zh-CN" altLang="en-US" dirty="0" smtClean="0"/>
              <a:t>年获园林局科技进步一等奖，</a:t>
            </a:r>
            <a:r>
              <a:rPr lang="en-US" altLang="zh-CN" dirty="0" smtClean="0"/>
              <a:t>2000</a:t>
            </a:r>
            <a:r>
              <a:rPr lang="zh-CN" altLang="en-US" dirty="0" smtClean="0"/>
              <a:t>年获市科技进步一等奖，课题成果出版图书</a:t>
            </a:r>
            <a:r>
              <a:rPr lang="en-US" altLang="zh-CN" dirty="0" smtClean="0"/>
              <a:t>《</a:t>
            </a:r>
            <a:r>
              <a:rPr lang="zh-CN" altLang="en-US" dirty="0" smtClean="0"/>
              <a:t>颐和园砖雕艺术</a:t>
            </a:r>
            <a:r>
              <a:rPr lang="en-US" altLang="zh-CN" dirty="0" smtClean="0"/>
              <a:t>》</a:t>
            </a:r>
            <a:r>
              <a:rPr lang="zh-CN" altLang="en-US" dirty="0" smtClean="0"/>
              <a:t>，</a:t>
            </a:r>
            <a:r>
              <a:rPr lang="en-US" altLang="zh-CN" dirty="0" smtClean="0"/>
              <a:t>《</a:t>
            </a:r>
            <a:r>
              <a:rPr lang="zh-CN" altLang="en-US" dirty="0" smtClean="0"/>
              <a:t>颐和园建筑彩画历史信息的研究与保护</a:t>
            </a:r>
            <a:r>
              <a:rPr lang="en-US" altLang="zh-CN" dirty="0" smtClean="0"/>
              <a:t>》</a:t>
            </a:r>
            <a:r>
              <a:rPr lang="zh-CN" altLang="en-US" dirty="0" smtClean="0"/>
              <a:t>课题成果出版图书</a:t>
            </a:r>
            <a:r>
              <a:rPr lang="en-US" altLang="zh-CN" dirty="0" smtClean="0"/>
              <a:t>《</a:t>
            </a:r>
            <a:r>
              <a:rPr lang="zh-CN" altLang="en-US" dirty="0" smtClean="0"/>
              <a:t>颐和园建筑彩画艺术</a:t>
            </a:r>
            <a:r>
              <a:rPr lang="en-US" altLang="zh-CN" dirty="0" smtClean="0"/>
              <a:t>》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E53235-00FD-40F3-8BC3-9D4666CA4EA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973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12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81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numCol="2" anchor="t" anchorCtr="0">
            <a:normAutofit/>
          </a:bodyPr>
          <a:lstStyle>
            <a:lvl1pPr marL="0" indent="0">
              <a:lnSpc>
                <a:spcPct val="150000"/>
              </a:lnSpc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5945959" y="324433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 smtClean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"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43625"/>
            <a:ext cx="11430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2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42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165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38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43625"/>
            <a:ext cx="11430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3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43625"/>
            <a:ext cx="11430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43625"/>
            <a:ext cx="11430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20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97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43625"/>
            <a:ext cx="11430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97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B7B7-659B-4635-A72C-0A34559BBF7A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C227-F840-471D-B543-51C9A2A9D3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9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D8E53A7-8D35-4A45-86FB-B38D331C31AF}" type="datetimeFigureOut">
              <a:rPr lang="zh-CN" altLang="en-US" smtClean="0"/>
              <a:t>2021/4/10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93E7F4E-845B-41F4-9D2D-66943D5B6B3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143625"/>
            <a:ext cx="11430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5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(使用中文字体)"/>
          <a:ea typeface="微软雅黑" panose="020B0503020204020204" pitchFamily="34" charset="-122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 baseline="0">
          <a:solidFill>
            <a:schemeClr val="tx1">
              <a:lumMod val="75000"/>
              <a:lumOff val="25000"/>
            </a:schemeClr>
          </a:solidFill>
          <a:latin typeface="(使用中文字体)"/>
          <a:ea typeface="微软雅黑" panose="020B0503020204020204" pitchFamily="34" charset="-122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 baseline="0">
          <a:solidFill>
            <a:schemeClr val="tx1">
              <a:lumMod val="75000"/>
              <a:lumOff val="25000"/>
            </a:schemeClr>
          </a:solidFill>
          <a:latin typeface="(使用中文字体)"/>
          <a:ea typeface="微软雅黑" panose="020B0503020204020204" pitchFamily="34" charset="-122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 baseline="0">
          <a:solidFill>
            <a:schemeClr val="tx1">
              <a:lumMod val="75000"/>
              <a:lumOff val="25000"/>
            </a:schemeClr>
          </a:solidFill>
          <a:latin typeface="(使用中文字体)"/>
          <a:ea typeface="微软雅黑" panose="020B0503020204020204" pitchFamily="34" charset="-122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 baseline="0">
          <a:solidFill>
            <a:schemeClr val="tx1">
              <a:lumMod val="75000"/>
              <a:lumOff val="25000"/>
            </a:schemeClr>
          </a:solidFill>
          <a:latin typeface="(使用中文字体)"/>
          <a:ea typeface="微软雅黑" panose="020B0503020204020204" pitchFamily="34" charset="-122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 baseline="0">
          <a:solidFill>
            <a:schemeClr val="tx1">
              <a:lumMod val="75000"/>
              <a:lumOff val="25000"/>
            </a:schemeClr>
          </a:solidFill>
          <a:latin typeface="(使用中文字体)"/>
          <a:ea typeface="微软雅黑" panose="020B0503020204020204" pitchFamily="34" charset="-122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2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1.xml"/><Relationship Id="rId5" Type="http://schemas.openxmlformats.org/officeDocument/2006/relationships/slide" Target="slide17.xml"/><Relationship Id="rId4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FF00"/>
                </a:solidFill>
              </a:rPr>
              <a:t>颐　和　园</a:t>
            </a:r>
            <a:endParaRPr lang="zh-CN" altLang="en-US" dirty="0" smtClean="0">
              <a:solidFill>
                <a:srgbClr val="FFFF0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altLang="zh-CN" dirty="0" smtClean="0">
                <a:solidFill>
                  <a:srgbClr val="FFFF00"/>
                </a:solidFill>
              </a:rPr>
              <a:t>——</a:t>
            </a:r>
            <a:r>
              <a:rPr lang="zh-CN" altLang="en-US" dirty="0" smtClean="0">
                <a:solidFill>
                  <a:srgbClr val="FFFF00"/>
                </a:solidFill>
              </a:rPr>
              <a:t>中国现存最大的皇家园林</a:t>
            </a:r>
          </a:p>
          <a:p>
            <a:pPr lvl="0"/>
            <a:r>
              <a:rPr lang="zh-CN" altLang="en-US" dirty="0" smtClean="0">
                <a:solidFill>
                  <a:srgbClr val="FFFF00"/>
                </a:solidFill>
              </a:rPr>
              <a:t>北京市颐和园管理处</a:t>
            </a:r>
            <a:endParaRPr lang="zh-CN" altLang="en-US" dirty="0" smtClean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338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目　录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lvl="0"/>
            <a:r>
              <a:rPr lang="en-US" altLang="zh-CN" dirty="0" smtClean="0">
                <a:hlinkClick r:id="rId2" action="ppaction://hlinksldjump"/>
              </a:rPr>
              <a:t>1 </a:t>
            </a:r>
            <a:r>
              <a:rPr lang="zh-CN" altLang="en-US" dirty="0" smtClean="0">
                <a:hlinkClick r:id="rId2" action="ppaction://hlinksldjump"/>
              </a:rPr>
              <a:t>建制沿革</a:t>
            </a:r>
            <a:endParaRPr lang="zh-CN" altLang="en-US" dirty="0" smtClean="0"/>
          </a:p>
          <a:p>
            <a:pPr lvl="0"/>
            <a:r>
              <a:rPr lang="en-US" altLang="zh-CN" dirty="0" smtClean="0">
                <a:hlinkClick r:id="rId3" action="ppaction://hlinksldjump"/>
              </a:rPr>
              <a:t>2 </a:t>
            </a:r>
            <a:r>
              <a:rPr lang="zh-CN" altLang="en-US" dirty="0" smtClean="0">
                <a:hlinkClick r:id="rId3" action="ppaction://hlinksldjump"/>
              </a:rPr>
              <a:t>颐和景观</a:t>
            </a:r>
            <a:endParaRPr lang="zh-CN" altLang="en-US" dirty="0" smtClean="0"/>
          </a:p>
          <a:p>
            <a:pPr lvl="0"/>
            <a:r>
              <a:rPr lang="en-US" altLang="zh-CN" dirty="0" smtClean="0">
                <a:hlinkClick r:id="rId4" action="ppaction://hlinksldjump"/>
              </a:rPr>
              <a:t>3 </a:t>
            </a:r>
            <a:r>
              <a:rPr lang="zh-CN" altLang="en-US" dirty="0" smtClean="0">
                <a:hlinkClick r:id="rId4" action="ppaction://hlinksldjump"/>
              </a:rPr>
              <a:t>园藏精品</a:t>
            </a:r>
            <a:endParaRPr lang="zh-CN" altLang="en-US" dirty="0" smtClean="0"/>
          </a:p>
          <a:p>
            <a:pPr lvl="0"/>
            <a:r>
              <a:rPr lang="en-US" altLang="zh-CN" dirty="0" smtClean="0">
                <a:hlinkClick r:id="rId5" action="ppaction://hlinksldjump"/>
              </a:rPr>
              <a:t>4 </a:t>
            </a:r>
            <a:r>
              <a:rPr lang="zh-CN" altLang="en-US" dirty="0" smtClean="0">
                <a:hlinkClick r:id="rId5" action="ppaction://hlinksldjump"/>
              </a:rPr>
              <a:t>公园管理</a:t>
            </a:r>
            <a:endParaRPr lang="zh-CN" altLang="en-US" dirty="0" smtClean="0"/>
          </a:p>
          <a:p>
            <a:pPr lvl="0"/>
            <a:r>
              <a:rPr lang="en-US" altLang="zh-CN" dirty="0" smtClean="0">
                <a:hlinkClick r:id="rId6" action="ppaction://hlinksldjump"/>
              </a:rPr>
              <a:t>5 </a:t>
            </a:r>
            <a:r>
              <a:rPr lang="zh-CN" altLang="en-US" dirty="0" smtClean="0">
                <a:hlinkClick r:id="rId6" action="ppaction://hlinksldjump"/>
              </a:rPr>
              <a:t>颐和美图</a:t>
            </a:r>
            <a:endParaRPr lang="zh-CN" altLang="en-US" dirty="0" smtClean="0"/>
          </a:p>
          <a:p>
            <a:pPr lvl="0"/>
            <a:r>
              <a:rPr lang="en-US" altLang="zh-CN" dirty="0" smtClean="0">
                <a:hlinkClick r:id="rId7" action="ppaction://hlinksldjump"/>
              </a:rPr>
              <a:t>6 </a:t>
            </a:r>
            <a:r>
              <a:rPr lang="zh-CN" altLang="en-US" dirty="0" smtClean="0">
                <a:hlinkClick r:id="rId7" action="ppaction://hlinksldjump"/>
              </a:rPr>
              <a:t>旅游信息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4087194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建制沿革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金明时期</a:t>
            </a:r>
          </a:p>
          <a:p>
            <a:pPr lvl="0"/>
            <a:r>
              <a:rPr lang="zh-CN" altLang="en-US" smtClean="0"/>
              <a:t>选址造园</a:t>
            </a:r>
          </a:p>
          <a:p>
            <a:pPr lvl="0"/>
            <a:r>
              <a:rPr lang="zh-CN" altLang="en-US" smtClean="0"/>
              <a:t>鼎盛时期</a:t>
            </a:r>
          </a:p>
          <a:p>
            <a:pPr lvl="0"/>
            <a:r>
              <a:rPr lang="zh-CN" altLang="en-US" smtClean="0"/>
              <a:t>破坏与重建</a:t>
            </a:r>
          </a:p>
          <a:p>
            <a:pPr lvl="1"/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09358372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颐和景观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zh-CN" altLang="en-US" smtClean="0"/>
              <a:t>万寿山西部景区</a:t>
            </a:r>
          </a:p>
          <a:p>
            <a:pPr lvl="1"/>
            <a:r>
              <a:rPr lang="zh-CN" altLang="en-US" smtClean="0"/>
              <a:t>万寿山点景区</a:t>
            </a:r>
          </a:p>
          <a:p>
            <a:pPr lvl="1"/>
            <a:r>
              <a:rPr lang="zh-CN" altLang="en-US" smtClean="0"/>
              <a:t>万寿山前山景区</a:t>
            </a:r>
          </a:p>
          <a:p>
            <a:pPr lvl="1"/>
            <a:r>
              <a:rPr lang="zh-CN" altLang="en-US" smtClean="0"/>
              <a:t>昆明湖区</a:t>
            </a:r>
          </a:p>
          <a:p>
            <a:pPr lvl="1"/>
            <a:r>
              <a:rPr lang="zh-CN" altLang="en-US" smtClean="0"/>
              <a:t>万寿山后湖景区</a:t>
            </a:r>
          </a:p>
          <a:p>
            <a:pPr lvl="1"/>
            <a:r>
              <a:rPr lang="zh-CN" altLang="en-US" smtClean="0"/>
              <a:t>万寿山后山景区</a:t>
            </a:r>
          </a:p>
          <a:p>
            <a:pPr lvl="1"/>
            <a:r>
              <a:rPr lang="zh-CN" altLang="en-US" smtClean="0"/>
              <a:t>长廊一线风景区</a:t>
            </a:r>
          </a:p>
          <a:p>
            <a:pPr lvl="1"/>
            <a:r>
              <a:rPr lang="zh-CN" altLang="en-US" smtClean="0"/>
              <a:t>宫廷与生活区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3422923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万寿山西部景区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宿云檐城关</a:t>
            </a:r>
          </a:p>
          <a:p>
            <a:pPr lvl="1"/>
            <a:r>
              <a:rPr lang="zh-CN" altLang="en-US" smtClean="0"/>
              <a:t>始建于乾隆年间，又称贝阙。城上原有楼，内供关羽银铸塑像，一八六〇年被英法联军掠走。光绪年间重修颐和园时改为亭式建筑，内供关帝牌位。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6610017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万寿山点景区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画中游</a:t>
            </a:r>
          </a:p>
          <a:p>
            <a:pPr lvl="1"/>
            <a:r>
              <a:rPr lang="zh-CN" altLang="en-US" smtClean="0"/>
              <a:t>始建于乾隆年间，一八六〇年被英法联军烧毁，光绪年间重建，是万寿山西部重要的点景建筑，中为八角两层楼阁，东西配置两亭两楼，后有白石牌坊和一座三间小殿，各有爬山廊沟通。由于建筑倚山而筑，视野开阔，循廊观景，仿佛置身画中，故名“画中游”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55155091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万寿山前山景区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 smtClean="0"/>
              <a:t>佛香阁</a:t>
            </a: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031" y="2582863"/>
            <a:ext cx="4522576" cy="3378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文本占位符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/>
            <a:r>
              <a:rPr lang="zh-CN" altLang="en-US" dirty="0"/>
              <a:t>五方</a:t>
            </a:r>
            <a:r>
              <a:rPr lang="zh-CN" altLang="en-US" dirty="0" smtClean="0"/>
              <a:t>阁</a:t>
            </a:r>
            <a:endParaRPr lang="zh-CN" altLang="en-US" dirty="0"/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597" y="2582863"/>
            <a:ext cx="4516407" cy="3378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078601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昆明湖区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十七孔桥</a:t>
            </a:r>
          </a:p>
          <a:p>
            <a:pPr lvl="1"/>
            <a:r>
              <a:rPr lang="zh-CN" altLang="en-US" smtClean="0"/>
              <a:t>始建于清乾隆十五年（</a:t>
            </a:r>
            <a:r>
              <a:rPr lang="en-US" altLang="zh-CN" smtClean="0"/>
              <a:t>1750</a:t>
            </a:r>
            <a:r>
              <a:rPr lang="zh-CN" altLang="en-US" smtClean="0"/>
              <a:t>），东接东堤，西连南湖岛，全长一百五十多米，是我国皇家园林中现存的最长的桥，因有十七个桥券洞而得名。桥头及桥栏望柱上雕有五百多只形态各异的石狮。桥栏的两端有四只石雕的异兽，威猛雄健，当属清代石雕艺术品中的杰作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12085963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昆明湖区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西堤</a:t>
            </a:r>
          </a:p>
          <a:p>
            <a:pPr lvl="1"/>
            <a:r>
              <a:rPr lang="zh-CN" altLang="en-US" smtClean="0"/>
              <a:t>西堤是仿杭州西湖苏堤而建，从北向南依次筑有界湖桥、豳风桥、玉带桥、镜桥、练桥、柳桥六座式样各异的桥亭，称为“西堤六桥”；</a:t>
            </a:r>
          </a:p>
          <a:p>
            <a:pPr lvl="1"/>
            <a:r>
              <a:rPr lang="zh-CN" altLang="en-US" smtClean="0"/>
              <a:t>在柳桥和练桥之间为取范仲淹</a:t>
            </a:r>
            <a:r>
              <a:rPr lang="en-US" altLang="zh-CN" smtClean="0"/>
              <a:t>《</a:t>
            </a:r>
            <a:r>
              <a:rPr lang="zh-CN" altLang="en-US" smtClean="0"/>
              <a:t>岳阳楼记</a:t>
            </a:r>
            <a:r>
              <a:rPr lang="en-US" altLang="zh-CN" smtClean="0"/>
              <a:t>》</a:t>
            </a:r>
            <a:r>
              <a:rPr lang="zh-CN" altLang="en-US" smtClean="0"/>
              <a:t>中“春和景明，波澜不惊”之句命名的景明楼。</a:t>
            </a:r>
          </a:p>
          <a:p>
            <a:pPr lvl="1"/>
            <a:r>
              <a:rPr lang="zh-CN" altLang="en-US" smtClean="0"/>
              <a:t>沿堤遍植桃柳，春来柳绿桃红，有“北国江南”之称。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56878108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万寿山后湖景区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苏州街</a:t>
            </a:r>
          </a:p>
          <a:p>
            <a:pPr lvl="1"/>
            <a:r>
              <a:rPr lang="zh-CN" altLang="en-US" smtClean="0"/>
              <a:t>原称买卖街，乾隆时仿江南水乡而建，是专供清代帝后逛市游览的的一条水街，一八六〇被英法联军焚毁，一九九〇年在遗址上复建。街全长三百余米，以水当街，以岸作市，沿岸设有茶馆、酒楼、药房、钱庄、帽店、手饰铺、点心铺等六十多个铺面，集中展现了十八世纪中国江南的商业文化氛围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08994408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万寿山后山景区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谐趣园</a:t>
            </a:r>
          </a:p>
          <a:p>
            <a:pPr lvl="1"/>
            <a:r>
              <a:rPr lang="zh-CN" altLang="en-US" smtClean="0"/>
              <a:t>乾隆十六年（</a:t>
            </a:r>
            <a:r>
              <a:rPr lang="en-US" altLang="zh-CN" smtClean="0"/>
              <a:t>1751</a:t>
            </a:r>
            <a:r>
              <a:rPr lang="zh-CN" altLang="en-US" smtClean="0"/>
              <a:t>）仿江南名园无锡惠山的寄畅园而建，取名惠山园。嘉庆十六年（</a:t>
            </a:r>
            <a:r>
              <a:rPr lang="en-US" altLang="zh-CN" smtClean="0"/>
              <a:t>1811</a:t>
            </a:r>
            <a:r>
              <a:rPr lang="zh-CN" altLang="en-US" smtClean="0"/>
              <a:t>）重修，改名谐趣园。一八六〇年被英法联军烧毁，光绪十八年（</a:t>
            </a:r>
            <a:r>
              <a:rPr lang="en-US" altLang="zh-CN" smtClean="0"/>
              <a:t>1892</a:t>
            </a:r>
            <a:r>
              <a:rPr lang="zh-CN" altLang="en-US" smtClean="0"/>
              <a:t>）重建。方塘数亩，沿池建有楼、亭、堂、斋、桥、榭等园林建筑，并由三步一回，五步一折的百间游廊相连接，错落相间，步步有景，是中国最负盛名的“园中之园”。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42910354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长廊一线风景区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长廊</a:t>
            </a:r>
          </a:p>
          <a:p>
            <a:pPr lvl="1"/>
            <a:r>
              <a:rPr lang="zh-CN" altLang="en-US" smtClean="0"/>
              <a:t>始建于乾隆十五年（</a:t>
            </a:r>
            <a:r>
              <a:rPr lang="en-US" altLang="zh-CN" smtClean="0"/>
              <a:t>1750</a:t>
            </a:r>
            <a:r>
              <a:rPr lang="zh-CN" altLang="en-US" smtClean="0"/>
              <a:t>），后被英法联军烧毁，光绪十二年（</a:t>
            </a:r>
            <a:r>
              <a:rPr lang="en-US" altLang="zh-CN" smtClean="0"/>
              <a:t>1886</a:t>
            </a:r>
            <a:r>
              <a:rPr lang="zh-CN" altLang="en-US" smtClean="0"/>
              <a:t>）重建。长廊东起邀月门，西至石丈亭，共二百七十三间，全长七百二十八米，枋梁上还绘有人物、山水、花鸟等各种彩画八千多幅，是中国古典园林中最长的游廊。长廊中间建有留佳、寄澜、秋水、清遥四座八角重檐的亭子，依山临水，以排云殿为中心，向东西两边对称地展开，将分布在万寿山前的建筑连成一气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11232215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宫廷与生活区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文昌阁</a:t>
            </a:r>
          </a:p>
          <a:p>
            <a:pPr lvl="1"/>
            <a:r>
              <a:rPr lang="zh-CN" altLang="en-US" smtClean="0"/>
              <a:t>颐和园内六座城关</a:t>
            </a:r>
            <a:r>
              <a:rPr lang="en-US" altLang="zh-CN" smtClean="0"/>
              <a:t>(</a:t>
            </a:r>
            <a:r>
              <a:rPr lang="zh-CN" altLang="en-US" smtClean="0"/>
              <a:t>紫气东来城关、宿云檐城关、寅辉城关、通云城关、千峰彩翠城关、文昌阁城关</a:t>
            </a:r>
            <a:r>
              <a:rPr lang="en-US" altLang="zh-CN" smtClean="0"/>
              <a:t>)</a:t>
            </a:r>
            <a:r>
              <a:rPr lang="zh-CN" altLang="en-US" smtClean="0"/>
              <a:t>建筑中最大的一座，始建于乾隆十五年（</a:t>
            </a:r>
            <a:r>
              <a:rPr lang="en-US" altLang="zh-CN" smtClean="0"/>
              <a:t>1750</a:t>
            </a:r>
            <a:r>
              <a:rPr lang="zh-CN" altLang="en-US" smtClean="0"/>
              <a:t>），一八六〇年被英法联军烧毁，光绪时重建。主阁两层，内供铜铸文昌帝君和仙童、铜特。文昌阁与昆明湖西供武圣的宿云檐象征“文武辅弼”。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359162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宫廷与生活区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德和园</a:t>
            </a:r>
          </a:p>
          <a:p>
            <a:pPr lvl="1"/>
            <a:r>
              <a:rPr lang="zh-CN" altLang="en-US" smtClean="0"/>
              <a:t>位于仁寿殿北侧，兴建于清光绪十七年（</a:t>
            </a:r>
            <a:r>
              <a:rPr lang="en-US" altLang="zh-CN" smtClean="0"/>
              <a:t>1891</a:t>
            </a:r>
            <a:r>
              <a:rPr lang="zh-CN" altLang="en-US" smtClean="0"/>
              <a:t>），历时五年建成，是专供慈禧太后看戏的地方。其主要建筑为大戏楼、颐乐殿和庆善堂。园内的三层戏台是中国规模最大、保存最完好的木结构古戏台，其建筑设计精巧、气势宏伟，极富科学和艺术价值。</a:t>
            </a:r>
          </a:p>
          <a:p>
            <a:pPr lvl="1"/>
            <a:r>
              <a:rPr lang="zh-CN" altLang="en-US" smtClean="0"/>
              <a:t>游客在园中可以直观地感受慈禧当年看戏的场景，并可目睹到大量珍贵的帝后生活用品及外国馈赠清室的礼物。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75241506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宫廷与生活区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知春亭</a:t>
            </a:r>
          </a:p>
          <a:p>
            <a:pPr lvl="1"/>
            <a:r>
              <a:rPr lang="zh-CN" altLang="en-US" smtClean="0"/>
              <a:t>建于昆明湖东岸边、玉澜堂前的小岛上，北有山为屏，南面朝阳，得春较早，因此为名。此处是饱览万寿山、昆明湖全景和玉泉山、西山借景最好的观景点。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8679851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园藏精品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历史沉浮</a:t>
            </a:r>
          </a:p>
          <a:p>
            <a:pPr lvl="0"/>
            <a:r>
              <a:rPr lang="zh-CN" altLang="en-US" smtClean="0"/>
              <a:t>文物分类</a:t>
            </a:r>
          </a:p>
          <a:p>
            <a:pPr lvl="1"/>
            <a:r>
              <a:rPr lang="zh-CN" altLang="en-US" smtClean="0"/>
              <a:t>玉器 </a:t>
            </a:r>
          </a:p>
          <a:p>
            <a:pPr lvl="1"/>
            <a:r>
              <a:rPr lang="zh-CN" altLang="en-US" smtClean="0"/>
              <a:t>青铜器</a:t>
            </a:r>
          </a:p>
          <a:p>
            <a:pPr lvl="1"/>
            <a:r>
              <a:rPr lang="zh-CN" altLang="en-US" smtClean="0"/>
              <a:t>瓷器</a:t>
            </a:r>
          </a:p>
          <a:p>
            <a:pPr lvl="1"/>
            <a:r>
              <a:rPr lang="zh-CN" altLang="en-US" smtClean="0"/>
              <a:t>家具</a:t>
            </a:r>
          </a:p>
          <a:p>
            <a:pPr lvl="1"/>
            <a:r>
              <a:rPr lang="zh-CN" altLang="en-US" smtClean="0"/>
              <a:t>杂项</a:t>
            </a:r>
          </a:p>
          <a:p>
            <a:pPr lvl="1"/>
            <a:r>
              <a:rPr lang="zh-CN" altLang="en-US" smtClean="0"/>
              <a:t>露天陈设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124773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公园管理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altLang="zh-CN" smtClean="0"/>
              <a:t>1 </a:t>
            </a:r>
            <a:r>
              <a:rPr lang="zh-CN" altLang="en-US" smtClean="0"/>
              <a:t>科研科技</a:t>
            </a:r>
          </a:p>
          <a:p>
            <a:pPr lvl="0"/>
            <a:r>
              <a:rPr lang="en-US" altLang="zh-CN" smtClean="0"/>
              <a:t>2 </a:t>
            </a:r>
            <a:r>
              <a:rPr lang="zh-CN" altLang="en-US" smtClean="0"/>
              <a:t>遗产保护</a:t>
            </a:r>
          </a:p>
          <a:p>
            <a:pPr lvl="0"/>
            <a:r>
              <a:rPr lang="en-US" altLang="zh-CN" smtClean="0"/>
              <a:t>3 </a:t>
            </a:r>
            <a:r>
              <a:rPr lang="zh-CN" altLang="en-US" smtClean="0"/>
              <a:t>组织机构</a:t>
            </a:r>
          </a:p>
          <a:p>
            <a:pPr lvl="1"/>
            <a:r>
              <a:rPr lang="zh-CN" altLang="en-US" smtClean="0"/>
              <a:t>基层服务队</a:t>
            </a:r>
          </a:p>
          <a:p>
            <a:pPr lvl="1"/>
            <a:r>
              <a:rPr lang="zh-CN" altLang="en-US" smtClean="0"/>
              <a:t>管理处机关</a:t>
            </a:r>
          </a:p>
          <a:p>
            <a:pPr lvl="1"/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8073805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科研科技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zh-CN" altLang="en-US" dirty="0" smtClean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73823"/>
              </p:ext>
            </p:extLst>
          </p:nvPr>
        </p:nvGraphicFramePr>
        <p:xfrm>
          <a:off x="1097279" y="1845736"/>
          <a:ext cx="10058400" cy="3867181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56351455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6537304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3146105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04653558"/>
                    </a:ext>
                  </a:extLst>
                </a:gridCol>
              </a:tblGrid>
              <a:tr h="3462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课题名称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主持单位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课题名称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主持单位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0642752"/>
                  </a:ext>
                </a:extLst>
              </a:tr>
              <a:tr h="6924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颐和园建筑彩画历史信息的研究与保护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颐和园设计室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中关村海淀科学城建设中的世界遗产——颐和园保护问题研究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颐和园供配电及煤改电工程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8416321"/>
                  </a:ext>
                </a:extLst>
              </a:tr>
              <a:tr h="3462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城市绿地地被植物开发应用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颐和园管理处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古柳新型树体保护和修补技术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颐和园园林部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9993621"/>
                  </a:ext>
                </a:extLst>
              </a:tr>
              <a:tr h="3462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特殊条件下大规格苗木栽植及养护技术的探讨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颐和园园林部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世界文化遗产——颐和园保护的研究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颐和园文物部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1964625"/>
                  </a:ext>
                </a:extLst>
              </a:tr>
              <a:tr h="6924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颐和园德和园大戏楼与听鹂馆戏台声学测量及分析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清华大学建筑学院、颐和园文物部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皇家园林建筑装饰纹样的研究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6121723"/>
                  </a:ext>
                </a:extLst>
              </a:tr>
              <a:tr h="3462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颐和园冷季型草坪建植管理模式研究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关于恢复清漪园时期绿化布局的探讨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5637033"/>
                  </a:ext>
                </a:extLst>
              </a:tr>
              <a:tr h="3462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关于古树濒危原因的初探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颐和园计算机网络与图文信息管理系统的研究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颐和园办公室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2881700"/>
                  </a:ext>
                </a:extLst>
              </a:tr>
              <a:tr h="6924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北京地区桂花露地越冬的研究</a:t>
                      </a:r>
                      <a:endParaRPr lang="zh-CN" sz="1600" kern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颐和园园林部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以昆明湖底沉积物探讨北京西山地区气候变化和环境变迁</a:t>
                      </a:r>
                      <a:endParaRPr lang="zh-CN" sz="1600" kern="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中国地矿部、颐和园管理处</a:t>
                      </a:r>
                      <a:endParaRPr lang="zh-CN" sz="1600" kern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0148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8589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遗产保护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mtClean="0"/>
              <a:t>颐和园于</a:t>
            </a:r>
            <a:r>
              <a:rPr lang="en-US" altLang="zh-CN" smtClean="0"/>
              <a:t>1987</a:t>
            </a:r>
            <a:r>
              <a:rPr lang="zh-CN" altLang="en-US" smtClean="0"/>
              <a:t>年被批准为世界文化遗产。</a:t>
            </a:r>
          </a:p>
          <a:p>
            <a:pPr lvl="1"/>
            <a:r>
              <a:rPr lang="en-US" altLang="zh-CN" smtClean="0"/>
              <a:t>1998</a:t>
            </a:r>
            <a:r>
              <a:rPr lang="zh-CN" altLang="en-US" smtClean="0"/>
              <a:t>年</a:t>
            </a:r>
            <a:r>
              <a:rPr lang="en-US" altLang="zh-CN" smtClean="0"/>
              <a:t>12</a:t>
            </a:r>
            <a:r>
              <a:rPr lang="zh-CN" altLang="en-US" smtClean="0"/>
              <a:t>月</a:t>
            </a:r>
            <a:r>
              <a:rPr lang="en-US" altLang="zh-CN" smtClean="0"/>
              <a:t>2</a:t>
            </a:r>
            <a:r>
              <a:rPr lang="zh-CN" altLang="en-US" smtClean="0"/>
              <a:t>日，颐和园以其丰厚的历史文化积淀，优美的自然环境景观，卓越的保护管理工作被联合国教科文组织列入</a:t>
            </a:r>
            <a:r>
              <a:rPr lang="en-US" altLang="zh-CN" smtClean="0"/>
              <a:t>《</a:t>
            </a:r>
            <a:r>
              <a:rPr lang="zh-CN" altLang="en-US" smtClean="0"/>
              <a:t>世界遗产名录</a:t>
            </a:r>
            <a:r>
              <a:rPr lang="en-US" altLang="zh-CN" smtClean="0"/>
              <a:t>》</a:t>
            </a:r>
            <a:r>
              <a:rPr lang="zh-CN" altLang="en-US" smtClean="0"/>
              <a:t>，誉为世界几大文明之一的有力象征。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745277970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1665307278"/>
              </p:ext>
            </p:extLst>
          </p:nvPr>
        </p:nvGraphicFramePr>
        <p:xfrm>
          <a:off x="1624264" y="300789"/>
          <a:ext cx="9228220" cy="5799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66898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3979061-5A46-4AB1-8939-27CEB799EF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13979061-5A46-4AB1-8939-27CEB799EF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13979061-5A46-4AB1-8939-27CEB799EF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B57B716-1BDD-456C-B046-0C5B54A47A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1B57B716-1BDD-456C-B046-0C5B54A47A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1B57B716-1BDD-456C-B046-0C5B54A47A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5A6E800-A848-4A46-BDE9-D698AD963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graphicEl>
                                              <a:dgm id="{15A6E800-A848-4A46-BDE9-D698AD963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graphicEl>
                                              <a:dgm id="{15A6E800-A848-4A46-BDE9-D698AD963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64B5F5F-533D-4167-9C24-020B17C7A7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dgm id="{064B5F5F-533D-4167-9C24-020B17C7A7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graphicEl>
                                              <a:dgm id="{064B5F5F-533D-4167-9C24-020B17C7A7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89CCA16-7E72-42AF-AF51-2E7B59BEEF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graphicEl>
                                              <a:dgm id="{789CCA16-7E72-42AF-AF51-2E7B59BEEF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graphicEl>
                                              <a:dgm id="{789CCA16-7E72-42AF-AF51-2E7B59BEEF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4F5D27F-0415-4C05-A26B-93E3BB14B4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84F5D27F-0415-4C05-A26B-93E3BB14B4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84F5D27F-0415-4C05-A26B-93E3BB14B4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86F5E46-CE3F-435A-9851-70FF1C4C7D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886F5E46-CE3F-435A-9851-70FF1C4C7D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886F5E46-CE3F-435A-9851-70FF1C4C7D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F00A66D-EDB3-4977-8139-91B9977279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graphicEl>
                                              <a:dgm id="{0F00A66D-EDB3-4977-8139-91B9977279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graphicEl>
                                              <a:dgm id="{0F00A66D-EDB3-4977-8139-91B9977279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974544A-4F61-4FC0-987E-147514F6A8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graphicEl>
                                              <a:dgm id="{4974544A-4F61-4FC0-987E-147514F6A8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graphicEl>
                                              <a:dgm id="{4974544A-4F61-4FC0-987E-147514F6A8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4C6CAD8-142A-46D2-A094-7D3829B81D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graphicEl>
                                              <a:dgm id="{84C6CAD8-142A-46D2-A094-7D3829B81D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graphicEl>
                                              <a:dgm id="{84C6CAD8-142A-46D2-A094-7D3829B81D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00B6743-1289-4EE2-99F4-4D2C0BD895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graphicEl>
                                              <a:dgm id="{700B6743-1289-4EE2-99F4-4D2C0BD895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graphicEl>
                                              <a:dgm id="{700B6743-1289-4EE2-99F4-4D2C0BD895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A6F5A09-72D7-442C-AE8C-D257F852A0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graphicEl>
                                              <a:dgm id="{FA6F5A09-72D7-442C-AE8C-D257F852A0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graphicEl>
                                              <a:dgm id="{FA6F5A09-72D7-442C-AE8C-D257F852A0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445AB48-94CD-4801-A13C-05864EFFB1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graphicEl>
                                              <a:dgm id="{4445AB48-94CD-4801-A13C-05864EFFB1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graphicEl>
                                              <a:dgm id="{4445AB48-94CD-4801-A13C-05864EFFB1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A58D7F8-B2A6-45BC-A640-D81668393C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graphicEl>
                                              <a:dgm id="{2A58D7F8-B2A6-45BC-A640-D81668393C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graphicEl>
                                              <a:dgm id="{2A58D7F8-B2A6-45BC-A640-D81668393C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B29BADA-BFA9-4AE8-A3C8-42E327501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graphicEl>
                                              <a:dgm id="{EB29BADA-BFA9-4AE8-A3C8-42E327501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graphicEl>
                                              <a:dgm id="{EB29BADA-BFA9-4AE8-A3C8-42E327501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2436C0C-E2D5-4D68-8E81-D781626DC7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">
                                            <p:graphicEl>
                                              <a:dgm id="{02436C0C-E2D5-4D68-8E81-D781626DC7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>
                                            <p:graphicEl>
                                              <a:dgm id="{02436C0C-E2D5-4D68-8E81-D781626DC7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5730C8E-9190-4CA5-99B9-7BE1D51F44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graphicEl>
                                              <a:dgm id="{E5730C8E-9190-4CA5-99B9-7BE1D51F44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graphicEl>
                                              <a:dgm id="{E5730C8E-9190-4CA5-99B9-7BE1D51F44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6751460-89D0-479D-84B5-9EF97782F4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">
                                            <p:graphicEl>
                                              <a:dgm id="{F6751460-89D0-479D-84B5-9EF97782F4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">
                                            <p:graphicEl>
                                              <a:dgm id="{F6751460-89D0-479D-84B5-9EF97782F4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2C87D10-5E0D-4D4F-8B61-3EEECC003D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>
                                            <p:graphicEl>
                                              <a:dgm id="{A2C87D10-5E0D-4D4F-8B61-3EEECC003D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>
                                            <p:graphicEl>
                                              <a:dgm id="{A2C87D10-5E0D-4D4F-8B61-3EEECC003D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8557621-4946-4C74-B8AA-EB58F1CB84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>
                                            <p:graphicEl>
                                              <a:dgm id="{88557621-4946-4C74-B8AA-EB58F1CB84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>
                                            <p:graphicEl>
                                              <a:dgm id="{88557621-4946-4C74-B8AA-EB58F1CB84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6C64DF3-05F6-4EB3-8794-A0DF9F2C48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">
                                            <p:graphicEl>
                                              <a:dgm id="{36C64DF3-05F6-4EB3-8794-A0DF9F2C48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">
                                            <p:graphicEl>
                                              <a:dgm id="{36C64DF3-05F6-4EB3-8794-A0DF9F2C48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740D671-B32D-40F6-B10F-418D5DC51B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">
                                            <p:graphicEl>
                                              <a:dgm id="{8740D671-B32D-40F6-B10F-418D5DC51B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">
                                            <p:graphicEl>
                                              <a:dgm id="{8740D671-B32D-40F6-B10F-418D5DC51B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25FE7DD-6C8B-40DB-BF47-960C216363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>
                                            <p:graphicEl>
                                              <a:dgm id="{625FE7DD-6C8B-40DB-BF47-960C216363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>
                                            <p:graphicEl>
                                              <a:dgm id="{625FE7DD-6C8B-40DB-BF47-960C216363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8BD857C-44FD-4597-BDED-CC24701075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">
                                            <p:graphicEl>
                                              <a:dgm id="{68BD857C-44FD-4597-BDED-CC24701075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">
                                            <p:graphicEl>
                                              <a:dgm id="{68BD857C-44FD-4597-BDED-CC24701075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68F6FBF-B78F-44C1-8209-2AD50AC1C6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">
                                            <p:graphicEl>
                                              <a:dgm id="{E68F6FBF-B78F-44C1-8209-2AD50AC1C6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">
                                            <p:graphicEl>
                                              <a:dgm id="{E68F6FBF-B78F-44C1-8209-2AD50AC1C6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7B6EB3A-B212-4B0D-AF27-C8B3EF8156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">
                                            <p:graphicEl>
                                              <a:dgm id="{57B6EB3A-B212-4B0D-AF27-C8B3EF8156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">
                                            <p:graphicEl>
                                              <a:dgm id="{57B6EB3A-B212-4B0D-AF27-C8B3EF8156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082503B-0DA1-44B3-815B-3CB1F5F84A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">
                                            <p:graphicEl>
                                              <a:dgm id="{2082503B-0DA1-44B3-815B-3CB1F5F84A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">
                                            <p:graphicEl>
                                              <a:dgm id="{2082503B-0DA1-44B3-815B-3CB1F5F84A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3459094-9246-4203-A173-B65DB04511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6">
                                            <p:graphicEl>
                                              <a:dgm id="{33459094-9246-4203-A173-B65DB04511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6">
                                            <p:graphicEl>
                                              <a:dgm id="{33459094-9246-4203-A173-B65DB04511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0B11325-E9C8-41FE-8C25-D2405A988C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">
                                            <p:graphicEl>
                                              <a:dgm id="{A0B11325-E9C8-41FE-8C25-D2405A988C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">
                                            <p:graphicEl>
                                              <a:dgm id="{A0B11325-E9C8-41FE-8C25-D2405A988C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86C75A8-C719-4F24-AB84-0B08209DF8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">
                                            <p:graphicEl>
                                              <a:dgm id="{186C75A8-C719-4F24-AB84-0B08209DF8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">
                                            <p:graphicEl>
                                              <a:dgm id="{186C75A8-C719-4F24-AB84-0B08209DF8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301A2AB-259A-4C02-BD87-66724B8941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">
                                            <p:graphicEl>
                                              <a:dgm id="{8301A2AB-259A-4C02-BD87-66724B8941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">
                                            <p:graphicEl>
                                              <a:dgm id="{8301A2AB-259A-4C02-BD87-66724B8941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D47F709-3A4A-4A19-A0D3-5A8C94F68B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">
                                            <p:graphicEl>
                                              <a:dgm id="{0D47F709-3A4A-4A19-A0D3-5A8C94F68B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6">
                                            <p:graphicEl>
                                              <a:dgm id="{0D47F709-3A4A-4A19-A0D3-5A8C94F68B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92F601E-EB5D-48D6-A559-48B1EBCE63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6">
                                            <p:graphicEl>
                                              <a:dgm id="{592F601E-EB5D-48D6-A559-48B1EBCE63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6">
                                            <p:graphicEl>
                                              <a:dgm id="{592F601E-EB5D-48D6-A559-48B1EBCE63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8D000EC-D642-44A5-89D1-858C0831A6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">
                                            <p:graphicEl>
                                              <a:dgm id="{48D000EC-D642-44A5-89D1-858C0831A6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6">
                                            <p:graphicEl>
                                              <a:dgm id="{48D000EC-D642-44A5-89D1-858C0831A6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lvlAtOnc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颐和美图</a:t>
            </a:r>
            <a:endParaRPr lang="zh-CN" altLang="en-US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30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旅游信息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旺季：</a:t>
            </a:r>
            <a:r>
              <a:rPr lang="en-US" altLang="zh-CN" smtClean="0"/>
              <a:t>4</a:t>
            </a:r>
            <a:r>
              <a:rPr lang="zh-CN" altLang="en-US" smtClean="0"/>
              <a:t>月</a:t>
            </a:r>
            <a:r>
              <a:rPr lang="en-US" altLang="zh-CN" smtClean="0"/>
              <a:t>1</a:t>
            </a:r>
            <a:r>
              <a:rPr lang="zh-CN" altLang="en-US" smtClean="0"/>
              <a:t>日至</a:t>
            </a:r>
            <a:r>
              <a:rPr lang="en-US" altLang="zh-CN" smtClean="0"/>
              <a:t>10</a:t>
            </a:r>
            <a:r>
              <a:rPr lang="zh-CN" altLang="en-US" smtClean="0"/>
              <a:t>月</a:t>
            </a:r>
            <a:r>
              <a:rPr lang="en-US" altLang="zh-CN" smtClean="0"/>
              <a:t>31</a:t>
            </a:r>
            <a:r>
              <a:rPr lang="zh-CN" altLang="en-US" smtClean="0"/>
              <a:t>日</a:t>
            </a:r>
          </a:p>
          <a:p>
            <a:pPr lvl="1"/>
            <a:r>
              <a:rPr lang="zh-CN" altLang="en-US" smtClean="0"/>
              <a:t>大门开放时间：</a:t>
            </a:r>
            <a:r>
              <a:rPr lang="en-US" altLang="zh-CN" smtClean="0"/>
              <a:t>6:30—18:00</a:t>
            </a:r>
          </a:p>
          <a:p>
            <a:pPr lvl="1"/>
            <a:r>
              <a:rPr lang="zh-CN" altLang="en-US" smtClean="0"/>
              <a:t>园中园开放时间：</a:t>
            </a:r>
            <a:r>
              <a:rPr lang="en-US" altLang="zh-CN" smtClean="0"/>
              <a:t>8:30—17:00</a:t>
            </a:r>
          </a:p>
          <a:p>
            <a:pPr lvl="1"/>
            <a:r>
              <a:rPr lang="zh-CN" altLang="en-US" smtClean="0"/>
              <a:t>静园时间：</a:t>
            </a:r>
            <a:r>
              <a:rPr lang="en-US" altLang="zh-CN" smtClean="0"/>
              <a:t>20:00</a:t>
            </a:r>
          </a:p>
          <a:p>
            <a:pPr lvl="0"/>
            <a:r>
              <a:rPr lang="zh-CN" altLang="en-US" smtClean="0"/>
              <a:t>淡季：</a:t>
            </a:r>
            <a:r>
              <a:rPr lang="en-US" altLang="zh-CN" smtClean="0"/>
              <a:t>11</a:t>
            </a:r>
            <a:r>
              <a:rPr lang="zh-CN" altLang="en-US" smtClean="0"/>
              <a:t>月</a:t>
            </a:r>
            <a:r>
              <a:rPr lang="en-US" altLang="zh-CN" smtClean="0"/>
              <a:t>1</a:t>
            </a:r>
            <a:r>
              <a:rPr lang="zh-CN" altLang="en-US" smtClean="0"/>
              <a:t>日至次年</a:t>
            </a:r>
            <a:r>
              <a:rPr lang="en-US" altLang="zh-CN" smtClean="0"/>
              <a:t>3</a:t>
            </a:r>
            <a:r>
              <a:rPr lang="zh-CN" altLang="en-US" smtClean="0"/>
              <a:t>月</a:t>
            </a:r>
            <a:r>
              <a:rPr lang="en-US" altLang="zh-CN" smtClean="0"/>
              <a:t>31</a:t>
            </a:r>
            <a:r>
              <a:rPr lang="zh-CN" altLang="en-US" smtClean="0"/>
              <a:t>日</a:t>
            </a:r>
          </a:p>
          <a:p>
            <a:pPr lvl="1"/>
            <a:r>
              <a:rPr lang="zh-CN" altLang="en-US" smtClean="0"/>
              <a:t>大门开放时间：</a:t>
            </a:r>
            <a:r>
              <a:rPr lang="en-US" altLang="zh-CN" smtClean="0"/>
              <a:t>7:00—17:00</a:t>
            </a:r>
          </a:p>
          <a:p>
            <a:pPr lvl="1"/>
            <a:r>
              <a:rPr lang="zh-CN" altLang="en-US" smtClean="0"/>
              <a:t>园中园开放时间：</a:t>
            </a:r>
            <a:r>
              <a:rPr lang="en-US" altLang="zh-CN" smtClean="0"/>
              <a:t>9:00—16:00</a:t>
            </a:r>
          </a:p>
          <a:p>
            <a:pPr lvl="1"/>
            <a:r>
              <a:rPr lang="zh-CN" altLang="en-US" smtClean="0"/>
              <a:t>静园时间：</a:t>
            </a:r>
            <a:r>
              <a:rPr lang="en-US" altLang="zh-CN" smtClean="0"/>
              <a:t>19:00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423852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85</TotalTime>
  <Words>1503</Words>
  <Application>Microsoft Office PowerPoint</Application>
  <PresentationFormat>宽屏</PresentationFormat>
  <Paragraphs>157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(使用中文字体)</vt:lpstr>
      <vt:lpstr>等线</vt:lpstr>
      <vt:lpstr>宋体</vt:lpstr>
      <vt:lpstr>微软雅黑</vt:lpstr>
      <vt:lpstr>Calibri</vt:lpstr>
      <vt:lpstr>Calibri Light</vt:lpstr>
      <vt:lpstr>Times New Roman</vt:lpstr>
      <vt:lpstr>回顾</vt:lpstr>
      <vt:lpstr>颐　和　园</vt:lpstr>
      <vt:lpstr>目　录</vt:lpstr>
      <vt:lpstr>建制沿革</vt:lpstr>
      <vt:lpstr>颐和景观</vt:lpstr>
      <vt:lpstr>万寿山西部景区</vt:lpstr>
      <vt:lpstr>万寿山点景区</vt:lpstr>
      <vt:lpstr>万寿山前山景区</vt:lpstr>
      <vt:lpstr>昆明湖区</vt:lpstr>
      <vt:lpstr>昆明湖区</vt:lpstr>
      <vt:lpstr>万寿山后湖景区</vt:lpstr>
      <vt:lpstr>万寿山后山景区</vt:lpstr>
      <vt:lpstr>长廊一线风景区</vt:lpstr>
      <vt:lpstr>宫廷与生活区</vt:lpstr>
      <vt:lpstr>宫廷与生活区</vt:lpstr>
      <vt:lpstr>宫廷与生活区</vt:lpstr>
      <vt:lpstr>园藏精品</vt:lpstr>
      <vt:lpstr>公园管理</vt:lpstr>
      <vt:lpstr>科研科技</vt:lpstr>
      <vt:lpstr>遗产保护</vt:lpstr>
      <vt:lpstr>PowerPoint 演示文稿</vt:lpstr>
      <vt:lpstr>颐和美图</vt:lpstr>
      <vt:lpstr>旅游信息</vt:lpstr>
    </vt:vector>
  </TitlesOfParts>
  <Company> user1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颐　和　园</dc:title>
  <dc:creator>Windows 用户11</dc:creator>
  <cp:lastModifiedBy>Windows 用户11</cp:lastModifiedBy>
  <cp:revision>8</cp:revision>
  <dcterms:created xsi:type="dcterms:W3CDTF">2021-04-10T09:05:14Z</dcterms:created>
  <dcterms:modified xsi:type="dcterms:W3CDTF">2021-04-10T10:30:21Z</dcterms:modified>
</cp:coreProperties>
</file>