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  <p:sldMasterId id="2147483679" r:id="rId2"/>
    <p:sldMasterId id="2147483692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档案管理概述" id="{0B5CEA37-A5D4-4279-8F13-BC3AB2A62D3B}">
          <p14:sldIdLst>
            <p14:sldId id="256"/>
            <p14:sldId id="257"/>
            <p14:sldId id="258"/>
            <p14:sldId id="259"/>
          </p14:sldIdLst>
        </p14:section>
        <p14:section name="归档和整理" id="{92DB27B1-A221-4192-A901-0067AEB71502}">
          <p14:sldIdLst>
            <p14:sldId id="260"/>
            <p14:sldId id="261"/>
            <p14:sldId id="262"/>
            <p14:sldId id="263"/>
          </p14:sldIdLst>
        </p14:section>
        <p14:section name="档案保管和销毁" id="{4AF8ED55-D136-4DC2-8C26-ECAD17843320}">
          <p14:sldIdLst>
            <p14:sldId id="264"/>
            <p14:sldId id="267"/>
            <p14:sldId id="268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55" autoAdjust="0"/>
    <p:restoredTop sz="94533" autoAdjust="0"/>
  </p:normalViewPr>
  <p:slideViewPr>
    <p:cSldViewPr snapToGrid="0">
      <p:cViewPr varScale="1">
        <p:scale>
          <a:sx n="44" d="100"/>
          <a:sy n="44" d="100"/>
        </p:scale>
        <p:origin x="60" y="666"/>
      </p:cViewPr>
      <p:guideLst/>
    </p:cSldViewPr>
  </p:slideViewPr>
  <p:outlineViewPr>
    <p:cViewPr>
      <p:scale>
        <a:sx n="33" d="100"/>
        <a:sy n="33" d="100"/>
      </p:scale>
      <p:origin x="0" y="-68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&#23553;&#38754;&#22791;&#32771;&#34920;&#27169;&#26495;.docx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&#23553;&#38754;&#22791;&#32771;&#34920;&#27169;&#26495;.docx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r="http://schemas.openxmlformats.org/officeDocument/2006/relationships" xmlns:dsp="http://schemas.microsoft.com/office/drawing/2008/diagram" xmlns:dgm="http://schemas.openxmlformats.org/drawingml/2006/diagram" xmlns:a="http://schemas.openxmlformats.org/drawingml/2006/main">
  <dgm:ptLst>
    <dgm:pt modelId="{5708F1DC-3818-454B-BEE3-3924C6BC89CC}" type="doc">
      <dgm:prSet loTypeId="urn:microsoft.com/office/officeart/2009/3/layout/PhasedProcess" loCatId="process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F166A003-DC41-487B-A90C-89C33951FE88}">
      <dgm:prSet phldrT="[文本]"/>
      <dgm:spPr/>
      <dgm:t>
        <a:bodyPr/>
        <a:lstStyle/>
        <a:p>
          <a:r>
            <a:rPr lang="zh-CN" altLang="en-US" dirty="0" smtClean="0"/>
            <a:t>业务部门</a:t>
          </a:r>
          <a:endParaRPr lang="zh-CN" altLang="en-US" dirty="0"/>
        </a:p>
      </dgm:t>
    </dgm:pt>
    <dgm:pt modelId="{26FFABA2-2828-47BD-B2F1-7955675CE768}" type="parTrans" cxnId="{E1C445B6-718F-4BDE-8EA4-D261C014FEA7}">
      <dgm:prSet/>
      <dgm:spPr/>
      <dgm:t>
        <a:bodyPr/>
        <a:lstStyle/>
        <a:p>
          <a:endParaRPr lang="zh-CN" altLang="en-US"/>
        </a:p>
      </dgm:t>
    </dgm:pt>
    <dgm:pt modelId="{881CBD57-BD92-4B85-99EF-E00A26B8D104}" type="sibTrans" cxnId="{E1C445B6-718F-4BDE-8EA4-D261C014FEA7}">
      <dgm:prSet/>
      <dgm:spPr/>
      <dgm:t>
        <a:bodyPr/>
        <a:lstStyle/>
        <a:p>
          <a:endParaRPr lang="zh-CN" altLang="en-US"/>
        </a:p>
      </dgm:t>
    </dgm:pt>
    <dgm:pt modelId="{9EFCD171-88B3-4416-A1E4-44541273A5A2}">
      <dgm:prSet/>
      <dgm:spPr/>
      <dgm:t>
        <a:bodyPr/>
        <a:lstStyle/>
        <a:p>
          <a:r>
            <a:rPr lang="zh-CN" altLang="en-US" dirty="0" smtClean="0"/>
            <a:t>建立客户</a:t>
          </a:r>
          <a:endParaRPr lang="zh-CN" altLang="en-US" dirty="0"/>
        </a:p>
      </dgm:t>
    </dgm:pt>
    <dgm:pt modelId="{A470BB55-52B3-45A0-9769-10532324F8F5}" type="parTrans" cxnId="{4AD32EF7-E6A9-4B5F-B4CD-46D07384BEB6}">
      <dgm:prSet/>
      <dgm:spPr/>
      <dgm:t>
        <a:bodyPr/>
        <a:lstStyle/>
        <a:p>
          <a:endParaRPr lang="zh-CN" altLang="en-US"/>
        </a:p>
      </dgm:t>
    </dgm:pt>
    <dgm:pt modelId="{3B2D04D9-0240-4987-BEFF-CEEAE6B475AA}" type="sibTrans" cxnId="{4AD32EF7-E6A9-4B5F-B4CD-46D07384BEB6}">
      <dgm:prSet/>
      <dgm:spPr/>
      <dgm:t>
        <a:bodyPr/>
        <a:lstStyle/>
        <a:p>
          <a:endParaRPr lang="zh-CN" altLang="en-US"/>
        </a:p>
      </dgm:t>
    </dgm:pt>
    <dgm:pt modelId="{ECA7A278-8D03-4665-8E76-415A7A5D51A0}">
      <dgm:prSet/>
      <dgm:spPr/>
      <dgm:t>
        <a:bodyPr/>
        <a:lstStyle/>
        <a:p>
          <a:r>
            <a:rPr lang="zh-CN" altLang="en-US" dirty="0" smtClean="0"/>
            <a:t>建立项目</a:t>
          </a:r>
          <a:endParaRPr lang="zh-CN" altLang="en-US" dirty="0"/>
        </a:p>
      </dgm:t>
    </dgm:pt>
    <dgm:pt modelId="{AD77F295-437F-403E-8773-75EBCE2B54E0}" type="parTrans" cxnId="{8672961A-7200-4EEC-8DFA-FC1130C99DB8}">
      <dgm:prSet/>
      <dgm:spPr/>
      <dgm:t>
        <a:bodyPr/>
        <a:lstStyle/>
        <a:p>
          <a:endParaRPr lang="zh-CN" altLang="en-US"/>
        </a:p>
      </dgm:t>
    </dgm:pt>
    <dgm:pt modelId="{D59B3481-5164-44AD-99E1-895C229A3FA4}" type="sibTrans" cxnId="{8672961A-7200-4EEC-8DFA-FC1130C99DB8}">
      <dgm:prSet/>
      <dgm:spPr/>
      <dgm:t>
        <a:bodyPr/>
        <a:lstStyle/>
        <a:p>
          <a:endParaRPr lang="zh-CN" altLang="en-US"/>
        </a:p>
      </dgm:t>
    </dgm:pt>
    <dgm:pt modelId="{BEC6BFA5-A699-4773-AB12-1C46A3D38228}">
      <dgm:prSet/>
      <dgm:spPr/>
      <dgm:t>
        <a:bodyPr/>
        <a:lstStyle/>
        <a:p>
          <a:r>
            <a:rPr lang="zh-CN" altLang="en-US" dirty="0" smtClean="0"/>
            <a:t>建立业务档案</a:t>
          </a:r>
          <a:endParaRPr lang="zh-CN" altLang="en-US" dirty="0"/>
        </a:p>
      </dgm:t>
    </dgm:pt>
    <dgm:pt modelId="{85B95202-EAC3-4EA4-8EE0-BDDB3A841161}" type="parTrans" cxnId="{769A227D-473B-4602-AEFD-F8F6FAE3A7AA}">
      <dgm:prSet/>
      <dgm:spPr/>
      <dgm:t>
        <a:bodyPr/>
        <a:lstStyle/>
        <a:p>
          <a:endParaRPr lang="zh-CN" altLang="en-US"/>
        </a:p>
      </dgm:t>
    </dgm:pt>
    <dgm:pt modelId="{B41EC020-97C0-47FD-A2C5-E15845B9DD25}" type="sibTrans" cxnId="{769A227D-473B-4602-AEFD-F8F6FAE3A7AA}">
      <dgm:prSet/>
      <dgm:spPr/>
      <dgm:t>
        <a:bodyPr/>
        <a:lstStyle/>
        <a:p>
          <a:endParaRPr lang="zh-CN" altLang="en-US"/>
        </a:p>
      </dgm:t>
    </dgm:pt>
    <dgm:pt modelId="{3643F3A8-72A2-460B-9172-102D833C0386}">
      <dgm:prSet/>
      <dgm:spPr/>
      <dgm:t>
        <a:bodyPr/>
        <a:lstStyle/>
        <a:p>
          <a:r>
            <a:rPr lang="zh-CN" altLang="en-US" dirty="0" smtClean="0"/>
            <a:t>收集工作底稿和相关材料</a:t>
          </a:r>
          <a:endParaRPr lang="zh-CN" altLang="en-US" dirty="0"/>
        </a:p>
      </dgm:t>
    </dgm:pt>
    <dgm:pt modelId="{A3470798-4E83-448F-A722-DB62206EAC03}" type="parTrans" cxnId="{00FCEC10-FC5F-446A-980F-0FC78101DA71}">
      <dgm:prSet/>
      <dgm:spPr/>
      <dgm:t>
        <a:bodyPr/>
        <a:lstStyle/>
        <a:p>
          <a:endParaRPr lang="zh-CN" altLang="en-US"/>
        </a:p>
      </dgm:t>
    </dgm:pt>
    <dgm:pt modelId="{6BBCBC31-CF8F-4E09-B6D6-F7B2154B349E}" type="sibTrans" cxnId="{00FCEC10-FC5F-446A-980F-0FC78101DA71}">
      <dgm:prSet/>
      <dgm:spPr/>
      <dgm:t>
        <a:bodyPr/>
        <a:lstStyle/>
        <a:p>
          <a:endParaRPr lang="zh-CN" altLang="en-US"/>
        </a:p>
      </dgm:t>
    </dgm:pt>
    <dgm:pt modelId="{67404423-5866-4D2A-A991-D9B3D3C3E238}">
      <dgm:prSet/>
      <dgm:spPr/>
      <dgm:t>
        <a:bodyPr/>
        <a:lstStyle/>
        <a:p>
          <a:r>
            <a:rPr lang="zh-CN" altLang="en-US" dirty="0" smtClean="0"/>
            <a:t>整理工作底稿、组成案卷</a:t>
          </a:r>
          <a:endParaRPr lang="zh-CN" altLang="en-US" dirty="0"/>
        </a:p>
      </dgm:t>
    </dgm:pt>
    <dgm:pt modelId="{4C81B03D-A69D-4CCE-901F-D522EC17D3A5}" type="parTrans" cxnId="{398D05CA-D24D-4AFE-9FCD-4E20E8D50C8C}">
      <dgm:prSet/>
      <dgm:spPr/>
      <dgm:t>
        <a:bodyPr/>
        <a:lstStyle/>
        <a:p>
          <a:endParaRPr lang="zh-CN" altLang="en-US"/>
        </a:p>
      </dgm:t>
    </dgm:pt>
    <dgm:pt modelId="{ED54B385-86B1-4F83-96BC-9EABC8B26EB2}" type="sibTrans" cxnId="{398D05CA-D24D-4AFE-9FCD-4E20E8D50C8C}">
      <dgm:prSet/>
      <dgm:spPr/>
      <dgm:t>
        <a:bodyPr/>
        <a:lstStyle/>
        <a:p>
          <a:endParaRPr lang="zh-CN" altLang="en-US"/>
        </a:p>
      </dgm:t>
    </dgm:pt>
    <dgm:pt modelId="{76FAF0D8-B951-44A1-A5F8-51DE91A42051}">
      <dgm:prSet/>
      <dgm:spPr/>
      <dgm:t>
        <a:bodyPr/>
        <a:lstStyle/>
        <a:p>
          <a:r>
            <a:rPr lang="zh-CN" altLang="en-US" dirty="0" smtClean="0"/>
            <a:t>确定案卷保管期限</a:t>
          </a:r>
          <a:endParaRPr lang="zh-CN" altLang="en-US" dirty="0"/>
        </a:p>
      </dgm:t>
    </dgm:pt>
    <dgm:pt modelId="{A2E84D92-19EC-4DE2-9F9C-9A374D5F4F1A}" type="parTrans" cxnId="{2B015BF2-9590-435E-BA41-C58A301AEF0D}">
      <dgm:prSet/>
      <dgm:spPr/>
      <dgm:t>
        <a:bodyPr/>
        <a:lstStyle/>
        <a:p>
          <a:endParaRPr lang="zh-CN" altLang="en-US"/>
        </a:p>
      </dgm:t>
    </dgm:pt>
    <dgm:pt modelId="{86C17F3F-D2C8-427F-ABB9-706611CD08EB}" type="sibTrans" cxnId="{2B015BF2-9590-435E-BA41-C58A301AEF0D}">
      <dgm:prSet/>
      <dgm:spPr/>
      <dgm:t>
        <a:bodyPr/>
        <a:lstStyle/>
        <a:p>
          <a:endParaRPr lang="zh-CN" altLang="en-US"/>
        </a:p>
      </dgm:t>
    </dgm:pt>
    <dgm:pt modelId="{6D5B64B2-EABF-44DE-8D33-A353C2D4A2C1}">
      <dgm:prSet/>
      <dgm:spPr/>
      <dgm:t>
        <a:bodyPr/>
        <a:lstStyle/>
        <a:p>
          <a:r>
            <a:rPr lang="zh-CN" altLang="en-US" dirty="0" smtClean="0"/>
            <a:t>初步编号</a:t>
          </a:r>
          <a:endParaRPr lang="zh-CN" altLang="en-US" dirty="0"/>
        </a:p>
      </dgm:t>
    </dgm:pt>
    <dgm:pt modelId="{D7906713-D33A-456F-B773-040B12BE1459}" type="parTrans" cxnId="{958910DF-DF2B-48D4-8490-F9648850B1A7}">
      <dgm:prSet/>
      <dgm:spPr/>
      <dgm:t>
        <a:bodyPr/>
        <a:lstStyle/>
        <a:p>
          <a:endParaRPr lang="zh-CN" altLang="en-US"/>
        </a:p>
      </dgm:t>
    </dgm:pt>
    <dgm:pt modelId="{02E66CF2-0BD3-4DCA-AB72-E6232DA1F52C}" type="sibTrans" cxnId="{958910DF-DF2B-48D4-8490-F9648850B1A7}">
      <dgm:prSet/>
      <dgm:spPr/>
      <dgm:t>
        <a:bodyPr/>
        <a:lstStyle/>
        <a:p>
          <a:endParaRPr lang="zh-CN" altLang="en-US"/>
        </a:p>
      </dgm:t>
    </dgm:pt>
    <dgm:pt modelId="{67DB5B72-DC77-4ECA-B3D0-BB94760F8BB9}">
      <dgm:prSet/>
      <dgm:spPr/>
      <dgm:t>
        <a:bodyPr/>
        <a:lstStyle/>
        <a:p>
          <a:r>
            <a:rPr lang="zh-CN" altLang="en-US" dirty="0" smtClean="0"/>
            <a:t>填写</a:t>
          </a:r>
          <a:r>
            <a:rPr lang="zh-CN" altLang="en-US" dirty="0" smtClean="0">
              <a:hlinkClick xmlns:r="http://schemas.openxmlformats.org/officeDocument/2006/relationships" r:id="rId1" action="ppaction://hlinkfile"/>
            </a:rPr>
            <a:t>案卷封面、备考表</a:t>
          </a:r>
          <a:endParaRPr lang="zh-CN" altLang="en-US" dirty="0"/>
        </a:p>
      </dgm:t>
    </dgm:pt>
    <dgm:pt modelId="{0FB9932A-B140-4B1E-88C2-794FF42FC99C}" type="parTrans" cxnId="{6E5867ED-CB36-457D-BFDA-55F9C81A6939}">
      <dgm:prSet/>
      <dgm:spPr/>
      <dgm:t>
        <a:bodyPr/>
        <a:lstStyle/>
        <a:p>
          <a:endParaRPr lang="zh-CN" altLang="en-US"/>
        </a:p>
      </dgm:t>
    </dgm:pt>
    <dgm:pt modelId="{46686904-2A0C-43CA-9774-5D2885E2B18E}" type="sibTrans" cxnId="{6E5867ED-CB36-457D-BFDA-55F9C81A6939}">
      <dgm:prSet/>
      <dgm:spPr/>
      <dgm:t>
        <a:bodyPr/>
        <a:lstStyle/>
        <a:p>
          <a:endParaRPr lang="zh-CN" altLang="en-US"/>
        </a:p>
      </dgm:t>
    </dgm:pt>
    <dgm:pt modelId="{CBCB653A-5A39-416C-B085-6B103D186ECE}">
      <dgm:prSet/>
      <dgm:spPr/>
      <dgm:t>
        <a:bodyPr/>
        <a:lstStyle/>
        <a:p>
          <a:r>
            <a:rPr lang="zh-CN" altLang="en-US" dirty="0" smtClean="0"/>
            <a:t>装盒并移交管理部门</a:t>
          </a:r>
          <a:endParaRPr lang="zh-CN" altLang="en-US" dirty="0"/>
        </a:p>
      </dgm:t>
    </dgm:pt>
    <dgm:pt modelId="{E7B51239-2FA2-4226-9F69-A3B7A1158B27}" type="parTrans" cxnId="{5B710334-71D4-411D-8842-1BB5F8F94B43}">
      <dgm:prSet/>
      <dgm:spPr/>
      <dgm:t>
        <a:bodyPr/>
        <a:lstStyle/>
        <a:p>
          <a:endParaRPr lang="zh-CN" altLang="en-US"/>
        </a:p>
      </dgm:t>
    </dgm:pt>
    <dgm:pt modelId="{71C08AF9-EFB8-41A5-84EE-C0BBC904F221}" type="sibTrans" cxnId="{5B710334-71D4-411D-8842-1BB5F8F94B43}">
      <dgm:prSet/>
      <dgm:spPr/>
      <dgm:t>
        <a:bodyPr/>
        <a:lstStyle/>
        <a:p>
          <a:endParaRPr lang="zh-CN" altLang="en-US"/>
        </a:p>
      </dgm:t>
    </dgm:pt>
    <dgm:pt modelId="{E830B960-DD3F-4CF7-9FDF-7B8CC5EC932C}">
      <dgm:prSet/>
      <dgm:spPr/>
      <dgm:t>
        <a:bodyPr/>
        <a:lstStyle/>
        <a:p>
          <a:r>
            <a:rPr lang="zh-CN" altLang="en-US" dirty="0" smtClean="0"/>
            <a:t>填报业务台账</a:t>
          </a:r>
          <a:endParaRPr lang="zh-CN" altLang="en-US" dirty="0"/>
        </a:p>
      </dgm:t>
    </dgm:pt>
    <dgm:pt modelId="{797176BB-BE33-4C90-A0E4-E483625FFCCD}" type="parTrans" cxnId="{DCB4EA4F-35D1-43D9-958D-0D3D95CBB1BC}">
      <dgm:prSet/>
      <dgm:spPr/>
      <dgm:t>
        <a:bodyPr/>
        <a:lstStyle/>
        <a:p>
          <a:endParaRPr lang="zh-CN" altLang="en-US"/>
        </a:p>
      </dgm:t>
    </dgm:pt>
    <dgm:pt modelId="{9F305F65-4CE1-4C62-8214-EF625CA5F7E8}" type="sibTrans" cxnId="{DCB4EA4F-35D1-43D9-958D-0D3D95CBB1BC}">
      <dgm:prSet/>
      <dgm:spPr/>
      <dgm:t>
        <a:bodyPr/>
        <a:lstStyle/>
        <a:p>
          <a:endParaRPr lang="zh-CN" altLang="en-US"/>
        </a:p>
      </dgm:t>
    </dgm:pt>
    <dgm:pt modelId="{0454E681-D767-4ED1-BF57-355F1BA9E78E}">
      <dgm:prSet/>
      <dgm:spPr/>
      <dgm:t>
        <a:bodyPr/>
        <a:lstStyle/>
        <a:p>
          <a:r>
            <a:rPr lang="zh-CN" altLang="en-US" smtClean="0"/>
            <a:t>档案管理部门</a:t>
          </a:r>
          <a:endParaRPr lang="zh-CN" altLang="en-US"/>
        </a:p>
      </dgm:t>
    </dgm:pt>
    <dgm:pt modelId="{3AE632E5-AAF4-464E-A8D4-64C5146E85CE}" type="parTrans" cxnId="{C020DBB9-8824-4763-A1FE-8F9DEF6447BF}">
      <dgm:prSet/>
      <dgm:spPr/>
      <dgm:t>
        <a:bodyPr/>
        <a:lstStyle/>
        <a:p>
          <a:endParaRPr lang="zh-CN" altLang="en-US"/>
        </a:p>
      </dgm:t>
    </dgm:pt>
    <dgm:pt modelId="{E1338778-DDD8-4727-9EEB-027A312BF2C6}" type="sibTrans" cxnId="{C020DBB9-8824-4763-A1FE-8F9DEF6447BF}">
      <dgm:prSet/>
      <dgm:spPr/>
      <dgm:t>
        <a:bodyPr/>
        <a:lstStyle/>
        <a:p>
          <a:endParaRPr lang="zh-CN" altLang="en-US"/>
        </a:p>
      </dgm:t>
    </dgm:pt>
    <dgm:pt modelId="{29AE05E9-8149-4E6D-9468-791F7275817A}">
      <dgm:prSet/>
      <dgm:spPr/>
      <dgm:t>
        <a:bodyPr/>
        <a:lstStyle/>
        <a:p>
          <a:r>
            <a:rPr lang="zh-CN" altLang="en-US" dirty="0" smtClean="0"/>
            <a:t>自业务部门接收检查</a:t>
          </a:r>
          <a:endParaRPr lang="zh-CN" altLang="en-US" dirty="0"/>
        </a:p>
      </dgm:t>
    </dgm:pt>
    <dgm:pt modelId="{6CFE5A68-0DFB-422D-8003-DE33FAF3332D}" type="parTrans" cxnId="{F2CCCE98-15ED-4CD7-A7D7-CE08ED949EEF}">
      <dgm:prSet/>
      <dgm:spPr/>
      <dgm:t>
        <a:bodyPr/>
        <a:lstStyle/>
        <a:p>
          <a:endParaRPr lang="zh-CN" altLang="en-US"/>
        </a:p>
      </dgm:t>
    </dgm:pt>
    <dgm:pt modelId="{C2D6612D-EBE8-4B6C-B706-DE7F10ADFECD}" type="sibTrans" cxnId="{F2CCCE98-15ED-4CD7-A7D7-CE08ED949EEF}">
      <dgm:prSet/>
      <dgm:spPr/>
      <dgm:t>
        <a:bodyPr/>
        <a:lstStyle/>
        <a:p>
          <a:endParaRPr lang="zh-CN" altLang="en-US"/>
        </a:p>
      </dgm:t>
    </dgm:pt>
    <dgm:pt modelId="{C74B0E8F-9DA7-44F6-A0C7-3E97B60ADF0E}">
      <dgm:prSet/>
      <dgm:spPr/>
      <dgm:t>
        <a:bodyPr/>
        <a:lstStyle/>
        <a:p>
          <a:r>
            <a:rPr lang="zh-CN" altLang="en-US" dirty="0" smtClean="0"/>
            <a:t>清点案卷数量</a:t>
          </a:r>
          <a:endParaRPr lang="zh-CN" altLang="en-US" dirty="0"/>
        </a:p>
      </dgm:t>
    </dgm:pt>
    <dgm:pt modelId="{3BFDE34A-3E0B-44AE-8A19-8E40FE82BFE1}" type="parTrans" cxnId="{8988627F-7A8D-4619-ACB3-B1FED51A916D}">
      <dgm:prSet/>
      <dgm:spPr/>
      <dgm:t>
        <a:bodyPr/>
        <a:lstStyle/>
        <a:p>
          <a:endParaRPr lang="zh-CN" altLang="en-US"/>
        </a:p>
      </dgm:t>
    </dgm:pt>
    <dgm:pt modelId="{5E0B7903-934B-42B7-AC2F-C056DF3B18E9}" type="sibTrans" cxnId="{8988627F-7A8D-4619-ACB3-B1FED51A916D}">
      <dgm:prSet/>
      <dgm:spPr/>
      <dgm:t>
        <a:bodyPr/>
        <a:lstStyle/>
        <a:p>
          <a:endParaRPr lang="zh-CN" altLang="en-US"/>
        </a:p>
      </dgm:t>
    </dgm:pt>
    <dgm:pt modelId="{4188C2D4-4DFD-45A3-AEB8-7EC7010B6C03}">
      <dgm:prSet/>
      <dgm:spPr/>
      <dgm:t>
        <a:bodyPr/>
        <a:lstStyle/>
        <a:p>
          <a:r>
            <a:rPr lang="zh-CN" altLang="en-US" dirty="0" smtClean="0"/>
            <a:t>检查案卷质量</a:t>
          </a:r>
          <a:endParaRPr lang="zh-CN" altLang="en-US" dirty="0"/>
        </a:p>
      </dgm:t>
    </dgm:pt>
    <dgm:pt modelId="{50704617-4979-435D-A17E-B3093D0053A6}" type="parTrans" cxnId="{24B4E995-F1FD-4F62-856B-F734D0E9F221}">
      <dgm:prSet/>
      <dgm:spPr/>
      <dgm:t>
        <a:bodyPr/>
        <a:lstStyle/>
        <a:p>
          <a:endParaRPr lang="zh-CN" altLang="en-US"/>
        </a:p>
      </dgm:t>
    </dgm:pt>
    <dgm:pt modelId="{C40316A8-EDBE-4DBA-B4E2-12BD67F18A2A}" type="sibTrans" cxnId="{24B4E995-F1FD-4F62-856B-F734D0E9F221}">
      <dgm:prSet/>
      <dgm:spPr/>
      <dgm:t>
        <a:bodyPr/>
        <a:lstStyle/>
        <a:p>
          <a:endParaRPr lang="zh-CN" altLang="en-US"/>
        </a:p>
      </dgm:t>
    </dgm:pt>
    <dgm:pt modelId="{99A3520F-52A1-4A6F-B747-1E730AE4A8CF}">
      <dgm:prSet/>
      <dgm:spPr/>
      <dgm:t>
        <a:bodyPr/>
        <a:lstStyle/>
        <a:p>
          <a:r>
            <a:rPr lang="zh-CN" altLang="en-US" dirty="0" smtClean="0"/>
            <a:t>填写交接清单</a:t>
          </a:r>
          <a:endParaRPr lang="zh-CN" altLang="en-US" dirty="0"/>
        </a:p>
      </dgm:t>
    </dgm:pt>
    <dgm:pt modelId="{810D9CC9-079A-4D0E-A100-8DBD93342324}" type="parTrans" cxnId="{5451E6CA-199C-4ABC-A652-BF7025F53190}">
      <dgm:prSet/>
      <dgm:spPr/>
      <dgm:t>
        <a:bodyPr/>
        <a:lstStyle/>
        <a:p>
          <a:endParaRPr lang="zh-CN" altLang="en-US"/>
        </a:p>
      </dgm:t>
    </dgm:pt>
    <dgm:pt modelId="{C30416AF-D53B-4D5F-AF89-9C5CB864E583}" type="sibTrans" cxnId="{5451E6CA-199C-4ABC-A652-BF7025F53190}">
      <dgm:prSet/>
      <dgm:spPr/>
      <dgm:t>
        <a:bodyPr/>
        <a:lstStyle/>
        <a:p>
          <a:endParaRPr lang="zh-CN" altLang="en-US"/>
        </a:p>
      </dgm:t>
    </dgm:pt>
    <dgm:pt modelId="{E24C9F6D-7B74-4C74-9BE9-9B6B669EE63F}">
      <dgm:prSet/>
      <dgm:spPr/>
      <dgm:t>
        <a:bodyPr/>
        <a:lstStyle/>
        <a:p>
          <a:r>
            <a:rPr lang="zh-CN" altLang="en-US" dirty="0" smtClean="0"/>
            <a:t>档案编排与编目</a:t>
          </a:r>
          <a:endParaRPr lang="zh-CN" altLang="en-US" dirty="0"/>
        </a:p>
      </dgm:t>
    </dgm:pt>
    <dgm:pt modelId="{FCC91E13-58F2-4C6B-918A-9A7125AC10B9}" type="parTrans" cxnId="{B98B1B7E-8A93-4EE3-94AE-F185024BB5D2}">
      <dgm:prSet/>
      <dgm:spPr/>
      <dgm:t>
        <a:bodyPr/>
        <a:lstStyle/>
        <a:p>
          <a:endParaRPr lang="zh-CN" altLang="en-US"/>
        </a:p>
      </dgm:t>
    </dgm:pt>
    <dgm:pt modelId="{1EF859AC-10FF-4B7F-A23B-ADF5925C08A1}" type="sibTrans" cxnId="{B98B1B7E-8A93-4EE3-94AE-F185024BB5D2}">
      <dgm:prSet/>
      <dgm:spPr/>
      <dgm:t>
        <a:bodyPr/>
        <a:lstStyle/>
        <a:p>
          <a:endParaRPr lang="zh-CN" altLang="en-US"/>
        </a:p>
      </dgm:t>
    </dgm:pt>
    <dgm:pt modelId="{C54760D9-D03E-44F9-9DA3-C543D5BB411C}">
      <dgm:prSet/>
      <dgm:spPr/>
      <dgm:t>
        <a:bodyPr/>
        <a:lstStyle/>
        <a:p>
          <a:r>
            <a:rPr lang="zh-CN" altLang="en-US" dirty="0" smtClean="0"/>
            <a:t>排列案卷</a:t>
          </a:r>
          <a:endParaRPr lang="zh-CN" altLang="en-US" dirty="0"/>
        </a:p>
      </dgm:t>
    </dgm:pt>
    <dgm:pt modelId="{BAEA1938-7E68-444B-91A1-E2DEA5603EF4}" type="parTrans" cxnId="{A25FB010-2B7B-41A2-AA35-71867CC84098}">
      <dgm:prSet/>
      <dgm:spPr/>
      <dgm:t>
        <a:bodyPr/>
        <a:lstStyle/>
        <a:p>
          <a:endParaRPr lang="zh-CN" altLang="en-US"/>
        </a:p>
      </dgm:t>
    </dgm:pt>
    <dgm:pt modelId="{93C9B48A-A198-42AC-A348-408A98FDC633}" type="sibTrans" cxnId="{A25FB010-2B7B-41A2-AA35-71867CC84098}">
      <dgm:prSet/>
      <dgm:spPr/>
      <dgm:t>
        <a:bodyPr/>
        <a:lstStyle/>
        <a:p>
          <a:endParaRPr lang="zh-CN" altLang="en-US"/>
        </a:p>
      </dgm:t>
    </dgm:pt>
    <dgm:pt modelId="{30CC1550-8AF9-4AC7-A2D1-49F819104F4B}">
      <dgm:prSet/>
      <dgm:spPr/>
      <dgm:t>
        <a:bodyPr/>
        <a:lstStyle/>
        <a:p>
          <a:r>
            <a:rPr lang="zh-CN" altLang="en-US" dirty="0" smtClean="0"/>
            <a:t>编制卷号</a:t>
          </a:r>
          <a:endParaRPr lang="zh-CN" altLang="en-US" dirty="0"/>
        </a:p>
      </dgm:t>
    </dgm:pt>
    <dgm:pt modelId="{4E618E4E-516D-435A-8548-FE3C1DA606DA}" type="parTrans" cxnId="{528AD045-B65F-4856-9154-87B156C7C3CC}">
      <dgm:prSet/>
      <dgm:spPr/>
      <dgm:t>
        <a:bodyPr/>
        <a:lstStyle/>
        <a:p>
          <a:endParaRPr lang="zh-CN" altLang="en-US"/>
        </a:p>
      </dgm:t>
    </dgm:pt>
    <dgm:pt modelId="{AA3A90DB-AADD-4DA4-B08A-4D208C06CA11}" type="sibTrans" cxnId="{528AD045-B65F-4856-9154-87B156C7C3CC}">
      <dgm:prSet/>
      <dgm:spPr/>
      <dgm:t>
        <a:bodyPr/>
        <a:lstStyle/>
        <a:p>
          <a:endParaRPr lang="zh-CN" altLang="en-US"/>
        </a:p>
      </dgm:t>
    </dgm:pt>
    <dgm:pt modelId="{84C54E32-D0F3-4021-93B6-E4599CBADCAB}">
      <dgm:prSet/>
      <dgm:spPr/>
      <dgm:t>
        <a:bodyPr/>
        <a:lstStyle/>
        <a:p>
          <a:r>
            <a:rPr lang="zh-CN" altLang="en-US" dirty="0" smtClean="0"/>
            <a:t>案卷目录</a:t>
          </a:r>
          <a:endParaRPr lang="zh-CN" altLang="en-US" dirty="0"/>
        </a:p>
      </dgm:t>
    </dgm:pt>
    <dgm:pt modelId="{D2FF4B8F-794A-4DE6-A25B-F9A4687F30DD}" type="parTrans" cxnId="{733AAAD1-95C7-42F7-8527-ABBB2D5712A3}">
      <dgm:prSet/>
      <dgm:spPr/>
      <dgm:t>
        <a:bodyPr/>
        <a:lstStyle/>
        <a:p>
          <a:endParaRPr lang="zh-CN" altLang="en-US"/>
        </a:p>
      </dgm:t>
    </dgm:pt>
    <dgm:pt modelId="{2B9757F7-C4CE-4956-9EE2-5D9BE115F894}" type="sibTrans" cxnId="{733AAAD1-95C7-42F7-8527-ABBB2D5712A3}">
      <dgm:prSet/>
      <dgm:spPr/>
      <dgm:t>
        <a:bodyPr/>
        <a:lstStyle/>
        <a:p>
          <a:endParaRPr lang="zh-CN" altLang="en-US"/>
        </a:p>
      </dgm:t>
    </dgm:pt>
    <dgm:pt modelId="{A31BB1DC-4DF9-4CCC-9DB8-AB5D69B0BF3A}">
      <dgm:prSet/>
      <dgm:spPr/>
      <dgm:t>
        <a:bodyPr/>
        <a:lstStyle/>
        <a:p>
          <a:r>
            <a:rPr lang="zh-CN" altLang="en-US" dirty="0" smtClean="0"/>
            <a:t>专题目录</a:t>
          </a:r>
          <a:endParaRPr lang="zh-CN" altLang="en-US" dirty="0"/>
        </a:p>
      </dgm:t>
    </dgm:pt>
    <dgm:pt modelId="{C64B1F7C-0575-498B-B851-C820B30C83EA}" type="parTrans" cxnId="{337B38C8-E9B8-4597-8B28-4900BAC3D530}">
      <dgm:prSet/>
      <dgm:spPr/>
      <dgm:t>
        <a:bodyPr/>
        <a:lstStyle/>
        <a:p>
          <a:endParaRPr lang="zh-CN" altLang="en-US"/>
        </a:p>
      </dgm:t>
    </dgm:pt>
    <dgm:pt modelId="{611F82BC-C91E-4987-9524-2F1360F83679}" type="sibTrans" cxnId="{337B38C8-E9B8-4597-8B28-4900BAC3D530}">
      <dgm:prSet/>
      <dgm:spPr/>
      <dgm:t>
        <a:bodyPr/>
        <a:lstStyle/>
        <a:p>
          <a:endParaRPr lang="zh-CN" altLang="en-US"/>
        </a:p>
      </dgm:t>
    </dgm:pt>
    <dgm:pt modelId="{B671F4F4-9F11-4F75-B5F0-038C7C423270}">
      <dgm:prSet/>
      <dgm:spPr/>
      <dgm:t>
        <a:bodyPr/>
        <a:lstStyle/>
        <a:p>
          <a:r>
            <a:rPr lang="zh-CN" altLang="en-US" dirty="0" smtClean="0"/>
            <a:t>档案保管与利用</a:t>
          </a:r>
          <a:endParaRPr lang="zh-CN" altLang="en-US" dirty="0"/>
        </a:p>
      </dgm:t>
    </dgm:pt>
    <dgm:pt modelId="{0682123B-BB8B-4993-9E4F-979E7FB9B80E}" type="parTrans" cxnId="{1693C2F8-D314-4442-9ACC-67754EF6E6D6}">
      <dgm:prSet/>
      <dgm:spPr/>
      <dgm:t>
        <a:bodyPr/>
        <a:lstStyle/>
        <a:p>
          <a:endParaRPr lang="zh-CN" altLang="en-US"/>
        </a:p>
      </dgm:t>
    </dgm:pt>
    <dgm:pt modelId="{5A6F4C19-7ADF-4118-9A96-B9659A52A6EE}" type="sibTrans" cxnId="{1693C2F8-D314-4442-9ACC-67754EF6E6D6}">
      <dgm:prSet/>
      <dgm:spPr/>
      <dgm:t>
        <a:bodyPr/>
        <a:lstStyle/>
        <a:p>
          <a:endParaRPr lang="zh-CN" altLang="en-US"/>
        </a:p>
      </dgm:t>
    </dgm:pt>
    <dgm:pt modelId="{27D44BA2-68CA-4C37-B51D-DD1C549B0FFC}">
      <dgm:prSet/>
      <dgm:spPr/>
      <dgm:t>
        <a:bodyPr/>
        <a:lstStyle/>
        <a:p>
          <a:r>
            <a:rPr lang="zh-CN" altLang="en-US" dirty="0" smtClean="0"/>
            <a:t>编制档案柜号、库房号</a:t>
          </a:r>
          <a:endParaRPr lang="zh-CN" altLang="en-US" dirty="0"/>
        </a:p>
      </dgm:t>
    </dgm:pt>
    <dgm:pt modelId="{544A6D27-2C28-4B67-A053-0CBB132B346F}" type="parTrans" cxnId="{3DA47223-022B-4D24-9598-70976C2F7291}">
      <dgm:prSet/>
      <dgm:spPr/>
      <dgm:t>
        <a:bodyPr/>
        <a:lstStyle/>
        <a:p>
          <a:endParaRPr lang="zh-CN" altLang="en-US"/>
        </a:p>
      </dgm:t>
    </dgm:pt>
    <dgm:pt modelId="{71461AAC-B784-4C5F-8999-3850B9569B06}" type="sibTrans" cxnId="{3DA47223-022B-4D24-9598-70976C2F7291}">
      <dgm:prSet/>
      <dgm:spPr/>
      <dgm:t>
        <a:bodyPr/>
        <a:lstStyle/>
        <a:p>
          <a:endParaRPr lang="zh-CN" altLang="en-US"/>
        </a:p>
      </dgm:t>
    </dgm:pt>
    <dgm:pt modelId="{AB19924C-8956-4E29-8A0A-555DEB8DBCD8}">
      <dgm:prSet/>
      <dgm:spPr/>
      <dgm:t>
        <a:bodyPr/>
        <a:lstStyle/>
        <a:p>
          <a:r>
            <a:rPr lang="zh-CN" altLang="en-US" dirty="0" smtClean="0"/>
            <a:t>落实档案八防措施，加强档案检查</a:t>
          </a:r>
          <a:endParaRPr lang="zh-CN" altLang="en-US" dirty="0"/>
        </a:p>
      </dgm:t>
    </dgm:pt>
    <dgm:pt modelId="{4E078769-0DDF-416D-A22F-E35AC4100F54}" type="parTrans" cxnId="{100B5259-8F1C-429D-ACD2-CAD7034CF1C9}">
      <dgm:prSet/>
      <dgm:spPr/>
      <dgm:t>
        <a:bodyPr/>
        <a:lstStyle/>
        <a:p>
          <a:endParaRPr lang="zh-CN" altLang="en-US"/>
        </a:p>
      </dgm:t>
    </dgm:pt>
    <dgm:pt modelId="{5D9797E1-4C17-49FA-8464-1F5404100E90}" type="sibTrans" cxnId="{100B5259-8F1C-429D-ACD2-CAD7034CF1C9}">
      <dgm:prSet/>
      <dgm:spPr/>
      <dgm:t>
        <a:bodyPr/>
        <a:lstStyle/>
        <a:p>
          <a:endParaRPr lang="zh-CN" altLang="en-US"/>
        </a:p>
      </dgm:t>
    </dgm:pt>
    <dgm:pt modelId="{371AB5AE-963E-4869-B8DE-8F07B3AD40DE}">
      <dgm:prSet/>
      <dgm:spPr/>
      <dgm:t>
        <a:bodyPr/>
        <a:lstStyle/>
        <a:p>
          <a:r>
            <a:rPr lang="zh-CN" altLang="en-US" dirty="0" smtClean="0"/>
            <a:t>履行档案借阅登记手续</a:t>
          </a:r>
          <a:endParaRPr lang="zh-CN" altLang="en-US" dirty="0"/>
        </a:p>
      </dgm:t>
    </dgm:pt>
    <dgm:pt modelId="{09963153-EED6-4A8E-A323-EFE41BBEC886}" type="parTrans" cxnId="{5DB25C64-EDCA-449F-A0D0-C27AB88111D7}">
      <dgm:prSet/>
      <dgm:spPr/>
      <dgm:t>
        <a:bodyPr/>
        <a:lstStyle/>
        <a:p>
          <a:endParaRPr lang="zh-CN" altLang="en-US"/>
        </a:p>
      </dgm:t>
    </dgm:pt>
    <dgm:pt modelId="{B202FCDB-BE85-4F12-A03F-D0415F17EC3A}" type="sibTrans" cxnId="{5DB25C64-EDCA-449F-A0D0-C27AB88111D7}">
      <dgm:prSet/>
      <dgm:spPr/>
      <dgm:t>
        <a:bodyPr/>
        <a:lstStyle/>
        <a:p>
          <a:endParaRPr lang="zh-CN" altLang="en-US"/>
        </a:p>
      </dgm:t>
    </dgm:pt>
    <dgm:pt modelId="{B007A842-5921-41D7-80B9-4B146C65B813}">
      <dgm:prSet/>
      <dgm:spPr/>
      <dgm:t>
        <a:bodyPr/>
        <a:lstStyle/>
        <a:p>
          <a:r>
            <a:rPr lang="zh-CN" altLang="en-US" dirty="0" smtClean="0"/>
            <a:t>做好档案利用工作</a:t>
          </a:r>
          <a:endParaRPr lang="zh-CN" altLang="en-US" dirty="0"/>
        </a:p>
      </dgm:t>
    </dgm:pt>
    <dgm:pt modelId="{A471945D-9CB5-4D81-9628-600D2976925F}" type="parTrans" cxnId="{E96C7D4B-18E4-458B-ACFA-73E3ABEDA5B7}">
      <dgm:prSet/>
      <dgm:spPr/>
      <dgm:t>
        <a:bodyPr/>
        <a:lstStyle/>
        <a:p>
          <a:endParaRPr lang="zh-CN" altLang="en-US"/>
        </a:p>
      </dgm:t>
    </dgm:pt>
    <dgm:pt modelId="{851BBF39-85C8-4BD9-83DD-E0D0F05365F0}" type="sibTrans" cxnId="{E96C7D4B-18E4-458B-ACFA-73E3ABEDA5B7}">
      <dgm:prSet/>
      <dgm:spPr/>
      <dgm:t>
        <a:bodyPr/>
        <a:lstStyle/>
        <a:p>
          <a:endParaRPr lang="zh-CN" altLang="en-US"/>
        </a:p>
      </dgm:t>
    </dgm:pt>
    <dgm:pt modelId="{72E9ED6A-CE35-483F-83FF-D012E3FACFCC}">
      <dgm:prSet/>
      <dgm:spPr/>
      <dgm:t>
        <a:bodyPr/>
        <a:lstStyle/>
        <a:p>
          <a:r>
            <a:rPr lang="zh-CN" altLang="en-US" dirty="0" smtClean="0"/>
            <a:t>档案鉴定与销毁</a:t>
          </a:r>
          <a:endParaRPr lang="zh-CN" altLang="en-US" dirty="0"/>
        </a:p>
      </dgm:t>
    </dgm:pt>
    <dgm:pt modelId="{140FD104-F827-41DC-9BAD-F0539641204F}" type="parTrans" cxnId="{D1A4AEBB-9474-47C7-8894-1CBCD42E8710}">
      <dgm:prSet/>
      <dgm:spPr/>
      <dgm:t>
        <a:bodyPr/>
        <a:lstStyle/>
        <a:p>
          <a:endParaRPr lang="zh-CN" altLang="en-US"/>
        </a:p>
      </dgm:t>
    </dgm:pt>
    <dgm:pt modelId="{A9BBB76D-7B1B-4ABF-B93C-BDB89793C4F2}" type="sibTrans" cxnId="{D1A4AEBB-9474-47C7-8894-1CBCD42E8710}">
      <dgm:prSet/>
      <dgm:spPr/>
      <dgm:t>
        <a:bodyPr/>
        <a:lstStyle/>
        <a:p>
          <a:endParaRPr lang="zh-CN" altLang="en-US"/>
        </a:p>
      </dgm:t>
    </dgm:pt>
    <dgm:pt modelId="{9345C0A2-7A03-4593-9EE3-DDA4B271E8EF}">
      <dgm:prSet/>
      <dgm:spPr/>
      <dgm:t>
        <a:bodyPr/>
        <a:lstStyle/>
        <a:p>
          <a:r>
            <a:rPr lang="zh-CN" altLang="en-US" dirty="0" smtClean="0"/>
            <a:t>到期档案再次鉴定</a:t>
          </a:r>
          <a:endParaRPr lang="zh-CN" altLang="en-US" dirty="0"/>
        </a:p>
      </dgm:t>
    </dgm:pt>
    <dgm:pt modelId="{D0F6A8F0-82E5-46A0-B947-163248189B6C}" type="parTrans" cxnId="{31757291-32E5-4A21-ADFC-2C5F8C0CC79D}">
      <dgm:prSet/>
      <dgm:spPr/>
      <dgm:t>
        <a:bodyPr/>
        <a:lstStyle/>
        <a:p>
          <a:endParaRPr lang="zh-CN" altLang="en-US"/>
        </a:p>
      </dgm:t>
    </dgm:pt>
    <dgm:pt modelId="{626587F4-0B3C-49E7-AFED-09E41ABA0593}" type="sibTrans" cxnId="{31757291-32E5-4A21-ADFC-2C5F8C0CC79D}">
      <dgm:prSet/>
      <dgm:spPr/>
      <dgm:t>
        <a:bodyPr/>
        <a:lstStyle/>
        <a:p>
          <a:endParaRPr lang="zh-CN" altLang="en-US"/>
        </a:p>
      </dgm:t>
    </dgm:pt>
    <dgm:pt modelId="{CA62F917-5CDF-47BD-ABDA-32078552D451}">
      <dgm:prSet/>
      <dgm:spPr/>
      <dgm:t>
        <a:bodyPr/>
        <a:lstStyle/>
        <a:p>
          <a:r>
            <a:rPr lang="zh-CN" altLang="en-US" dirty="0" smtClean="0"/>
            <a:t>履行销毁手续</a:t>
          </a:r>
          <a:endParaRPr lang="zh-CN" altLang="en-US" dirty="0"/>
        </a:p>
      </dgm:t>
    </dgm:pt>
    <dgm:pt modelId="{5033655C-FC7F-428C-ADE1-6E6F99FA2B62}" type="parTrans" cxnId="{77C855E2-CF44-47D4-8C73-FF82A274D8B0}">
      <dgm:prSet/>
      <dgm:spPr/>
      <dgm:t>
        <a:bodyPr/>
        <a:lstStyle/>
        <a:p>
          <a:endParaRPr lang="zh-CN" altLang="en-US"/>
        </a:p>
      </dgm:t>
    </dgm:pt>
    <dgm:pt modelId="{F8D7FEF5-17C4-4473-B652-0A4300CA44F9}" type="sibTrans" cxnId="{77C855E2-CF44-47D4-8C73-FF82A274D8B0}">
      <dgm:prSet/>
      <dgm:spPr/>
      <dgm:t>
        <a:bodyPr/>
        <a:lstStyle/>
        <a:p>
          <a:endParaRPr lang="zh-CN" altLang="en-US"/>
        </a:p>
      </dgm:t>
    </dgm:pt>
    <dgm:pt modelId="{C5ED52DC-BBF0-434A-A8FE-92FE875046CE}">
      <dgm:prSet/>
      <dgm:spPr/>
      <dgm:t>
        <a:bodyPr/>
        <a:lstStyle/>
        <a:p>
          <a:r>
            <a:rPr lang="zh-CN" altLang="en-US" dirty="0" smtClean="0"/>
            <a:t>销毁清册永久保存</a:t>
          </a:r>
          <a:endParaRPr lang="zh-CN" altLang="en-US" dirty="0"/>
        </a:p>
      </dgm:t>
    </dgm:pt>
    <dgm:pt modelId="{A91B9123-BEC2-4CB2-ABF6-497909FA66A5}" type="parTrans" cxnId="{A01636C0-D679-46FD-AFCB-362E6DE22A94}">
      <dgm:prSet/>
      <dgm:spPr/>
      <dgm:t>
        <a:bodyPr/>
        <a:lstStyle/>
        <a:p>
          <a:endParaRPr lang="zh-CN" altLang="en-US"/>
        </a:p>
      </dgm:t>
    </dgm:pt>
    <dgm:pt modelId="{9B1A3BF5-2505-4C7F-A278-1823129A9430}" type="sibTrans" cxnId="{A01636C0-D679-46FD-AFCB-362E6DE22A94}">
      <dgm:prSet/>
      <dgm:spPr/>
      <dgm:t>
        <a:bodyPr/>
        <a:lstStyle/>
        <a:p>
          <a:endParaRPr lang="zh-CN" altLang="en-US"/>
        </a:p>
      </dgm:t>
    </dgm:pt>
    <dgm:pt modelId="{1AF90D88-F2CF-41DF-B059-DEDA278A148E}">
      <dgm:prSet/>
      <dgm:spPr/>
      <dgm:t>
        <a:bodyPr/>
        <a:lstStyle/>
        <a:p>
          <a:r>
            <a:rPr lang="zh-CN" altLang="en-US" dirty="0" smtClean="0"/>
            <a:t>向上级主管部门报备</a:t>
          </a:r>
          <a:endParaRPr lang="zh-CN" altLang="en-US" dirty="0"/>
        </a:p>
      </dgm:t>
    </dgm:pt>
    <dgm:pt modelId="{0514D65D-12E7-4BDA-ADB8-3AB777B9E026}" type="parTrans" cxnId="{6C5804E0-39B2-4332-A9E4-629FF3EB8DB7}">
      <dgm:prSet/>
      <dgm:spPr/>
      <dgm:t>
        <a:bodyPr/>
        <a:lstStyle/>
        <a:p>
          <a:endParaRPr lang="zh-CN" altLang="en-US"/>
        </a:p>
      </dgm:t>
    </dgm:pt>
    <dgm:pt modelId="{D6C19FA7-307B-47D3-8BE0-A035560777DE}" type="sibTrans" cxnId="{6C5804E0-39B2-4332-A9E4-629FF3EB8DB7}">
      <dgm:prSet/>
      <dgm:spPr/>
      <dgm:t>
        <a:bodyPr/>
        <a:lstStyle/>
        <a:p>
          <a:endParaRPr lang="zh-CN" altLang="en-US"/>
        </a:p>
      </dgm:t>
    </dgm:pt>
    <dgm:pt modelId="{4DFFA4B1-161E-41C0-878F-923D81DACE74}" type="pres">
      <dgm:prSet presAssocID="{5708F1DC-3818-454B-BEE3-3924C6BC89CC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7DE86D7B-2EC5-4F31-AA17-34D7412C3AE1}" type="pres">
      <dgm:prSet presAssocID="{5708F1DC-3818-454B-BEE3-3924C6BC89CC}" presName="arc1" presStyleLbl="node1" presStyleIdx="0" presStyleCnt="2"/>
      <dgm:spPr/>
    </dgm:pt>
    <dgm:pt modelId="{77E32A70-D726-40BC-9D1E-D04AD104C98D}" type="pres">
      <dgm:prSet presAssocID="{5708F1DC-3818-454B-BEE3-3924C6BC89CC}" presName="arc3" presStyleLbl="node1" presStyleIdx="1" presStyleCnt="2"/>
      <dgm:spPr/>
    </dgm:pt>
    <dgm:pt modelId="{33ABBBBA-C219-451C-BC4F-A006C901DF21}" type="pres">
      <dgm:prSet presAssocID="{5708F1DC-3818-454B-BEE3-3924C6BC89CC}" presName="parentText2" presStyleLbl="revTx" presStyleIdx="0" presStyleCnt="2">
        <dgm:presLayoutVars>
          <dgm:chMax val="4"/>
          <dgm:chPref val="3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92A0B5-CD97-43B2-914D-56A02594CCF0}" type="pres">
      <dgm:prSet presAssocID="{5708F1DC-3818-454B-BEE3-3924C6BC89CC}" presName="middleComposite" presStyleCnt="0"/>
      <dgm:spPr/>
    </dgm:pt>
    <dgm:pt modelId="{396E4B0C-8961-4840-AC89-2193224C2C4B}" type="pres">
      <dgm:prSet presAssocID="{29AE05E9-8149-4E6D-9468-791F7275817A}" presName="circ1" presStyleLbl="vennNode1" presStyleIdx="0" presStyleCnt="13"/>
      <dgm:spPr/>
      <dgm:t>
        <a:bodyPr/>
        <a:lstStyle/>
        <a:p>
          <a:endParaRPr lang="zh-CN" altLang="en-US"/>
        </a:p>
      </dgm:t>
    </dgm:pt>
    <dgm:pt modelId="{6B2A7F05-3FC4-4AE8-A1F8-76FECD3E1559}" type="pres">
      <dgm:prSet presAssocID="{29AE05E9-8149-4E6D-9468-791F7275817A}" presName="circ1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  <dgm:pt modelId="{62237D31-E184-4997-9B8C-C6E1AEA6A7AE}" type="pres">
      <dgm:prSet presAssocID="{E24C9F6D-7B74-4C74-9BE9-9B6B669EE63F}" presName="circ2" presStyleLbl="vennNode1" presStyleIdx="1" presStyleCnt="13"/>
      <dgm:spPr/>
      <dgm:t>
        <a:bodyPr/>
        <a:lstStyle/>
        <a:p>
          <a:endParaRPr lang="zh-CN" altLang="en-US"/>
        </a:p>
      </dgm:t>
    </dgm:pt>
    <dgm:pt modelId="{D93B04EC-40B5-4F98-93E5-4F356838739E}" type="pres">
      <dgm:prSet presAssocID="{E24C9F6D-7B74-4C74-9BE9-9B6B669EE63F}" presName="circ2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  <dgm:pt modelId="{CD5A0021-DDAD-4835-A007-E0E99DE3E293}" type="pres">
      <dgm:prSet presAssocID="{B671F4F4-9F11-4F75-B5F0-038C7C423270}" presName="circ3" presStyleLbl="vennNode1" presStyleIdx="2" presStyleCnt="13"/>
      <dgm:spPr/>
      <dgm:t>
        <a:bodyPr/>
        <a:lstStyle/>
        <a:p>
          <a:endParaRPr lang="zh-CN" altLang="en-US"/>
        </a:p>
      </dgm:t>
    </dgm:pt>
    <dgm:pt modelId="{10B173FB-00B0-4269-B8D6-E6470FC7C019}" type="pres">
      <dgm:prSet presAssocID="{B671F4F4-9F11-4F75-B5F0-038C7C423270}" presName="circ3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  <dgm:pt modelId="{144A3B7A-7DED-4D4A-81A6-5A0BCA9D6E48}" type="pres">
      <dgm:prSet presAssocID="{72E9ED6A-CE35-483F-83FF-D012E3FACFCC}" presName="circ4" presStyleLbl="vennNode1" presStyleIdx="3" presStyleCnt="13"/>
      <dgm:spPr/>
      <dgm:t>
        <a:bodyPr/>
        <a:lstStyle/>
        <a:p>
          <a:endParaRPr lang="zh-CN" altLang="en-US"/>
        </a:p>
      </dgm:t>
    </dgm:pt>
    <dgm:pt modelId="{3C75E5E2-C08E-4B55-AD79-598E602EC39C}" type="pres">
      <dgm:prSet presAssocID="{72E9ED6A-CE35-483F-83FF-D012E3FACFCC}" presName="circ4Tx" presStyleLbl="revTx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2A16C4-528D-4EAB-B04C-F8BCA878D576}" type="pres">
      <dgm:prSet presAssocID="{5708F1DC-3818-454B-BEE3-3924C6BC89CC}" presName="leftComposite" presStyleCnt="0"/>
      <dgm:spPr/>
    </dgm:pt>
    <dgm:pt modelId="{C061431F-F1C2-40E4-9207-DFCCEBAF141C}" type="pres">
      <dgm:prSet presAssocID="{9EFCD171-88B3-4416-A1E4-44541273A5A2}" presName="childText1_1" presStyleLbl="vennNode1" presStyleIdx="4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  <dgm:pt modelId="{5FAF4AAF-FC57-4DFC-BC06-E7AFCB746CC0}" type="pres">
      <dgm:prSet presAssocID="{9EFCD171-88B3-4416-A1E4-44541273A5A2}" presName="ellipse1" presStyleLbl="vennNode1" presStyleIdx="5" presStyleCnt="13"/>
      <dgm:spPr/>
    </dgm:pt>
    <dgm:pt modelId="{9131810F-C192-4CA3-A448-F7FFE28F29A1}" type="pres">
      <dgm:prSet presAssocID="{9EFCD171-88B3-4416-A1E4-44541273A5A2}" presName="ellipse2" presStyleLbl="vennNode1" presStyleIdx="6" presStyleCnt="13"/>
      <dgm:spPr/>
    </dgm:pt>
    <dgm:pt modelId="{8DE6327B-44DC-45E8-BAED-B0D7FB34BF5E}" type="pres">
      <dgm:prSet presAssocID="{ECA7A278-8D03-4665-8E76-415A7A5D51A0}" presName="childText1_2" presStyleLbl="vennNode1" presStyleIdx="7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  <dgm:pt modelId="{9116A919-B7FC-4187-B47E-07F0ACF46CDE}" type="pres">
      <dgm:prSet presAssocID="{ECA7A278-8D03-4665-8E76-415A7A5D51A0}" presName="ellipse3" presStyleLbl="vennNode1" presStyleIdx="8" presStyleCnt="13"/>
      <dgm:spPr/>
    </dgm:pt>
    <dgm:pt modelId="{20C1FB99-72D1-4641-B6AE-8FB94E0BFDFA}" type="pres">
      <dgm:prSet presAssocID="{BEC6BFA5-A699-4773-AB12-1C46A3D38228}" presName="childText1_3" presStyleLbl="vennNode1" presStyleIdx="9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  <dgm:pt modelId="{1796CF81-1A34-460B-9468-A3C298AE49D7}" type="pres">
      <dgm:prSet presAssocID="{E830B960-DD3F-4CF7-9FDF-7B8CC5EC932C}" presName="childText1_4" presStyleLbl="vennNode1" presStyleIdx="10" presStyleCnt="13">
        <dgm:presLayoutVars>
          <dgm:chMax val="0"/>
          <dgm:chPref val="0"/>
        </dgm:presLayoutVars>
      </dgm:prSet>
      <dgm:spPr/>
      <dgm:t>
        <a:bodyPr/>
        <a:lstStyle/>
        <a:p>
          <a:endParaRPr lang="zh-CN" altLang="en-US"/>
        </a:p>
      </dgm:t>
    </dgm:pt>
    <dgm:pt modelId="{CC804E08-F133-4660-8270-B141A693BF3A}" type="pres">
      <dgm:prSet presAssocID="{E830B960-DD3F-4CF7-9FDF-7B8CC5EC932C}" presName="ellipse4" presStyleLbl="vennNode1" presStyleIdx="11" presStyleCnt="13"/>
      <dgm:spPr/>
    </dgm:pt>
    <dgm:pt modelId="{9638C553-0299-460B-8435-CAAAEFE0B7E8}" type="pres">
      <dgm:prSet presAssocID="{E830B960-DD3F-4CF7-9FDF-7B8CC5EC932C}" presName="ellipse5" presStyleLbl="vennNode1" presStyleIdx="12" presStyleCnt="13"/>
      <dgm:spPr/>
    </dgm:pt>
    <dgm:pt modelId="{1CEE58B3-4118-4C22-BD9A-8B3F2C1DA137}" type="pres">
      <dgm:prSet presAssocID="{5708F1DC-3818-454B-BEE3-3924C6BC89CC}" presName="parentText1" presStyleLbl="revTx" presStyleIdx="1" presStyleCnt="2">
        <dgm:presLayoutVars>
          <dgm:chMax val="4"/>
          <dgm:chPref val="3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8B7CB9A-0C07-458D-96D8-6536D05AF611}" type="presOf" srcId="{0454E681-D767-4ED1-BF57-355F1BA9E78E}" destId="{33ABBBBA-C219-451C-BC4F-A006C901DF21}" srcOrd="0" destOrd="0" presId="urn:microsoft.com/office/officeart/2009/3/layout/PhasedProcess"/>
    <dgm:cxn modelId="{3BAD86E0-67EF-416A-9505-9DEE17C2DEAB}" type="presOf" srcId="{9345C0A2-7A03-4593-9EE3-DDA4B271E8EF}" destId="{144A3B7A-7DED-4D4A-81A6-5A0BCA9D6E48}" srcOrd="0" destOrd="1" presId="urn:microsoft.com/office/officeart/2009/3/layout/PhasedProcess"/>
    <dgm:cxn modelId="{100B5259-8F1C-429D-ACD2-CAD7034CF1C9}" srcId="{B671F4F4-9F11-4F75-B5F0-038C7C423270}" destId="{AB19924C-8956-4E29-8A0A-555DEB8DBCD8}" srcOrd="1" destOrd="0" parTransId="{4E078769-0DDF-416D-A22F-E35AC4100F54}" sibTransId="{5D9797E1-4C17-49FA-8464-1F5404100E90}"/>
    <dgm:cxn modelId="{A25FB010-2B7B-41A2-AA35-71867CC84098}" srcId="{E24C9F6D-7B74-4C74-9BE9-9B6B669EE63F}" destId="{C54760D9-D03E-44F9-9DA3-C543D5BB411C}" srcOrd="0" destOrd="0" parTransId="{BAEA1938-7E68-444B-91A1-E2DEA5603EF4}" sibTransId="{93C9B48A-A198-42AC-A348-408A98FDC633}"/>
    <dgm:cxn modelId="{983892D5-8241-46D3-8391-BF3C41AB7231}" type="presOf" srcId="{76FAF0D8-B951-44A1-A5F8-51DE91A42051}" destId="{20C1FB99-72D1-4641-B6AE-8FB94E0BFDFA}" srcOrd="0" destOrd="3" presId="urn:microsoft.com/office/officeart/2009/3/layout/PhasedProcess"/>
    <dgm:cxn modelId="{D1A4AEBB-9474-47C7-8894-1CBCD42E8710}" srcId="{0454E681-D767-4ED1-BF57-355F1BA9E78E}" destId="{72E9ED6A-CE35-483F-83FF-D012E3FACFCC}" srcOrd="3" destOrd="0" parTransId="{140FD104-F827-41DC-9BAD-F0539641204F}" sibTransId="{A9BBB76D-7B1B-4ABF-B93C-BDB89793C4F2}"/>
    <dgm:cxn modelId="{1693C2F8-D314-4442-9ACC-67754EF6E6D6}" srcId="{0454E681-D767-4ED1-BF57-355F1BA9E78E}" destId="{B671F4F4-9F11-4F75-B5F0-038C7C423270}" srcOrd="2" destOrd="0" parTransId="{0682123B-BB8B-4993-9E4F-979E7FB9B80E}" sibTransId="{5A6F4C19-7ADF-4118-9A96-B9659A52A6EE}"/>
    <dgm:cxn modelId="{0050AFCA-A368-4510-877A-9967ACDCD367}" type="presOf" srcId="{67DB5B72-DC77-4ECA-B3D0-BB94760F8BB9}" destId="{20C1FB99-72D1-4641-B6AE-8FB94E0BFDFA}" srcOrd="0" destOrd="5" presId="urn:microsoft.com/office/officeart/2009/3/layout/PhasedProcess"/>
    <dgm:cxn modelId="{165DB1B5-C878-4354-A91C-C24B64018A64}" type="presOf" srcId="{ECA7A278-8D03-4665-8E76-415A7A5D51A0}" destId="{8DE6327B-44DC-45E8-BAED-B0D7FB34BF5E}" srcOrd="0" destOrd="0" presId="urn:microsoft.com/office/officeart/2009/3/layout/PhasedProcess"/>
    <dgm:cxn modelId="{4C09F0D5-56F2-4B76-8C05-1A8631FB5762}" type="presOf" srcId="{6D5B64B2-EABF-44DE-8D33-A353C2D4A2C1}" destId="{20C1FB99-72D1-4641-B6AE-8FB94E0BFDFA}" srcOrd="0" destOrd="4" presId="urn:microsoft.com/office/officeart/2009/3/layout/PhasedProcess"/>
    <dgm:cxn modelId="{DD46FCF8-261B-4470-9152-6EAA474D0071}" type="presOf" srcId="{99A3520F-52A1-4A6F-B747-1E730AE4A8CF}" destId="{396E4B0C-8961-4840-AC89-2193224C2C4B}" srcOrd="0" destOrd="3" presId="urn:microsoft.com/office/officeart/2009/3/layout/PhasedProcess"/>
    <dgm:cxn modelId="{5451E6CA-199C-4ABC-A652-BF7025F53190}" srcId="{29AE05E9-8149-4E6D-9468-791F7275817A}" destId="{99A3520F-52A1-4A6F-B747-1E730AE4A8CF}" srcOrd="2" destOrd="0" parTransId="{810D9CC9-079A-4D0E-A100-8DBD93342324}" sibTransId="{C30416AF-D53B-4D5F-AF89-9C5CB864E583}"/>
    <dgm:cxn modelId="{D68EB612-E4D9-4CF4-94F4-793D79AA0527}" type="presOf" srcId="{A31BB1DC-4DF9-4CCC-9DB8-AB5D69B0BF3A}" destId="{D93B04EC-40B5-4F98-93E5-4F356838739E}" srcOrd="1" destOrd="4" presId="urn:microsoft.com/office/officeart/2009/3/layout/PhasedProcess"/>
    <dgm:cxn modelId="{93136F30-F6E6-4020-ACA6-3965FBAB8B75}" type="presOf" srcId="{4188C2D4-4DFD-45A3-AEB8-7EC7010B6C03}" destId="{6B2A7F05-3FC4-4AE8-A1F8-76FECD3E1559}" srcOrd="1" destOrd="2" presId="urn:microsoft.com/office/officeart/2009/3/layout/PhasedProcess"/>
    <dgm:cxn modelId="{A7E46B51-68B7-42D7-9156-0C2E4D048493}" type="presOf" srcId="{A31BB1DC-4DF9-4CCC-9DB8-AB5D69B0BF3A}" destId="{62237D31-E184-4997-9B8C-C6E1AEA6A7AE}" srcOrd="0" destOrd="4" presId="urn:microsoft.com/office/officeart/2009/3/layout/PhasedProcess"/>
    <dgm:cxn modelId="{40BBEF52-B1D7-4C82-8C53-F363DA9DA7BA}" type="presOf" srcId="{AB19924C-8956-4E29-8A0A-555DEB8DBCD8}" destId="{CD5A0021-DDAD-4835-A007-E0E99DE3E293}" srcOrd="0" destOrd="2" presId="urn:microsoft.com/office/officeart/2009/3/layout/PhasedProcess"/>
    <dgm:cxn modelId="{62F39B8F-4C15-4B32-BC03-0B9EC29CAA9F}" type="presOf" srcId="{CA62F917-5CDF-47BD-ABDA-32078552D451}" destId="{3C75E5E2-C08E-4B55-AD79-598E602EC39C}" srcOrd="1" destOrd="2" presId="urn:microsoft.com/office/officeart/2009/3/layout/PhasedProcess"/>
    <dgm:cxn modelId="{CC7D5DB6-E85B-4C11-94AB-C98D66BE9F87}" type="presOf" srcId="{84C54E32-D0F3-4021-93B6-E4599CBADCAB}" destId="{62237D31-E184-4997-9B8C-C6E1AEA6A7AE}" srcOrd="0" destOrd="3" presId="urn:microsoft.com/office/officeart/2009/3/layout/PhasedProcess"/>
    <dgm:cxn modelId="{28DF513A-D32E-4FBB-956B-1D3790C841B8}" type="presOf" srcId="{5708F1DC-3818-454B-BEE3-3924C6BC89CC}" destId="{4DFFA4B1-161E-41C0-878F-923D81DACE74}" srcOrd="0" destOrd="0" presId="urn:microsoft.com/office/officeart/2009/3/layout/PhasedProcess"/>
    <dgm:cxn modelId="{733AAAD1-95C7-42F7-8527-ABBB2D5712A3}" srcId="{E24C9F6D-7B74-4C74-9BE9-9B6B669EE63F}" destId="{84C54E32-D0F3-4021-93B6-E4599CBADCAB}" srcOrd="2" destOrd="0" parTransId="{D2FF4B8F-794A-4DE6-A25B-F9A4687F30DD}" sibTransId="{2B9757F7-C4CE-4956-9EE2-5D9BE115F894}"/>
    <dgm:cxn modelId="{8988627F-7A8D-4619-ACB3-B1FED51A916D}" srcId="{29AE05E9-8149-4E6D-9468-791F7275817A}" destId="{C74B0E8F-9DA7-44F6-A0C7-3E97B60ADF0E}" srcOrd="0" destOrd="0" parTransId="{3BFDE34A-3E0B-44AE-8A19-8E40FE82BFE1}" sibTransId="{5E0B7903-934B-42B7-AC2F-C056DF3B18E9}"/>
    <dgm:cxn modelId="{F2F7705C-6631-438F-A851-F278BCBC5A54}" type="presOf" srcId="{27D44BA2-68CA-4C37-B51D-DD1C549B0FFC}" destId="{CD5A0021-DDAD-4835-A007-E0E99DE3E293}" srcOrd="0" destOrd="1" presId="urn:microsoft.com/office/officeart/2009/3/layout/PhasedProcess"/>
    <dgm:cxn modelId="{4AD32EF7-E6A9-4B5F-B4CD-46D07384BEB6}" srcId="{F166A003-DC41-487B-A90C-89C33951FE88}" destId="{9EFCD171-88B3-4416-A1E4-44541273A5A2}" srcOrd="0" destOrd="0" parTransId="{A470BB55-52B3-45A0-9769-10532324F8F5}" sibTransId="{3B2D04D9-0240-4987-BEFF-CEEAE6B475AA}"/>
    <dgm:cxn modelId="{5DB25C64-EDCA-449F-A0D0-C27AB88111D7}" srcId="{B671F4F4-9F11-4F75-B5F0-038C7C423270}" destId="{371AB5AE-963E-4869-B8DE-8F07B3AD40DE}" srcOrd="2" destOrd="0" parTransId="{09963153-EED6-4A8E-A323-EFE41BBEC886}" sibTransId="{B202FCDB-BE85-4F12-A03F-D0415F17EC3A}"/>
    <dgm:cxn modelId="{DCBBBAEB-9019-4080-861C-ABDC4A5B4CAC}" type="presOf" srcId="{84C54E32-D0F3-4021-93B6-E4599CBADCAB}" destId="{D93B04EC-40B5-4F98-93E5-4F356838739E}" srcOrd="1" destOrd="3" presId="urn:microsoft.com/office/officeart/2009/3/layout/PhasedProcess"/>
    <dgm:cxn modelId="{6E5867ED-CB36-457D-BFDA-55F9C81A6939}" srcId="{BEC6BFA5-A699-4773-AB12-1C46A3D38228}" destId="{67DB5B72-DC77-4ECA-B3D0-BB94760F8BB9}" srcOrd="4" destOrd="0" parTransId="{0FB9932A-B140-4B1E-88C2-794FF42FC99C}" sibTransId="{46686904-2A0C-43CA-9774-5D2885E2B18E}"/>
    <dgm:cxn modelId="{8672961A-7200-4EEC-8DFA-FC1130C99DB8}" srcId="{F166A003-DC41-487B-A90C-89C33951FE88}" destId="{ECA7A278-8D03-4665-8E76-415A7A5D51A0}" srcOrd="1" destOrd="0" parTransId="{AD77F295-437F-403E-8773-75EBCE2B54E0}" sibTransId="{D59B3481-5164-44AD-99E1-895C229A3FA4}"/>
    <dgm:cxn modelId="{8337E3F3-2026-41F4-A994-3FE0F9F16B12}" type="presOf" srcId="{B671F4F4-9F11-4F75-B5F0-038C7C423270}" destId="{10B173FB-00B0-4269-B8D6-E6470FC7C019}" srcOrd="1" destOrd="0" presId="urn:microsoft.com/office/officeart/2009/3/layout/PhasedProcess"/>
    <dgm:cxn modelId="{B973C265-F50C-4AD4-8FB8-F17FCE2AE487}" type="presOf" srcId="{BEC6BFA5-A699-4773-AB12-1C46A3D38228}" destId="{20C1FB99-72D1-4641-B6AE-8FB94E0BFDFA}" srcOrd="0" destOrd="0" presId="urn:microsoft.com/office/officeart/2009/3/layout/PhasedProcess"/>
    <dgm:cxn modelId="{E36F7032-4D90-473B-99B0-69D3992D2288}" type="presOf" srcId="{C5ED52DC-BBF0-434A-A8FE-92FE875046CE}" destId="{3C75E5E2-C08E-4B55-AD79-598E602EC39C}" srcOrd="1" destOrd="3" presId="urn:microsoft.com/office/officeart/2009/3/layout/PhasedProcess"/>
    <dgm:cxn modelId="{33C6ED9C-C12F-45D1-9F4B-C7961A9875FE}" type="presOf" srcId="{29AE05E9-8149-4E6D-9468-791F7275817A}" destId="{396E4B0C-8961-4840-AC89-2193224C2C4B}" srcOrd="0" destOrd="0" presId="urn:microsoft.com/office/officeart/2009/3/layout/PhasedProcess"/>
    <dgm:cxn modelId="{B0B44785-0E48-4BE8-AA8F-1A9CF6C099AC}" type="presOf" srcId="{3643F3A8-72A2-460B-9172-102D833C0386}" destId="{20C1FB99-72D1-4641-B6AE-8FB94E0BFDFA}" srcOrd="0" destOrd="1" presId="urn:microsoft.com/office/officeart/2009/3/layout/PhasedProcess"/>
    <dgm:cxn modelId="{D51DE1CC-C8BE-47A8-989F-888AFD5672E8}" type="presOf" srcId="{1AF90D88-F2CF-41DF-B059-DEDA278A148E}" destId="{3C75E5E2-C08E-4B55-AD79-598E602EC39C}" srcOrd="1" destOrd="4" presId="urn:microsoft.com/office/officeart/2009/3/layout/PhasedProcess"/>
    <dgm:cxn modelId="{5D940143-F550-48D2-8736-24B50DA1EBD8}" type="presOf" srcId="{AB19924C-8956-4E29-8A0A-555DEB8DBCD8}" destId="{10B173FB-00B0-4269-B8D6-E6470FC7C019}" srcOrd="1" destOrd="2" presId="urn:microsoft.com/office/officeart/2009/3/layout/PhasedProcess"/>
    <dgm:cxn modelId="{24B4E995-F1FD-4F62-856B-F734D0E9F221}" srcId="{29AE05E9-8149-4E6D-9468-791F7275817A}" destId="{4188C2D4-4DFD-45A3-AEB8-7EC7010B6C03}" srcOrd="1" destOrd="0" parTransId="{50704617-4979-435D-A17E-B3093D0053A6}" sibTransId="{C40316A8-EDBE-4DBA-B4E2-12BD67F18A2A}"/>
    <dgm:cxn modelId="{3B3DEA87-46BE-42F7-9F1B-D6F4FADA5E38}" type="presOf" srcId="{B671F4F4-9F11-4F75-B5F0-038C7C423270}" destId="{CD5A0021-DDAD-4835-A007-E0E99DE3E293}" srcOrd="0" destOrd="0" presId="urn:microsoft.com/office/officeart/2009/3/layout/PhasedProcess"/>
    <dgm:cxn modelId="{5B710334-71D4-411D-8842-1BB5F8F94B43}" srcId="{BEC6BFA5-A699-4773-AB12-1C46A3D38228}" destId="{CBCB653A-5A39-416C-B085-6B103D186ECE}" srcOrd="5" destOrd="0" parTransId="{E7B51239-2FA2-4226-9F69-A3B7A1158B27}" sibTransId="{71C08AF9-EFB8-41A5-84EE-C0BBC904F221}"/>
    <dgm:cxn modelId="{6C5371F4-685D-43BA-A78A-9310DEA247BA}" type="presOf" srcId="{9EFCD171-88B3-4416-A1E4-44541273A5A2}" destId="{C061431F-F1C2-40E4-9207-DFCCEBAF141C}" srcOrd="0" destOrd="0" presId="urn:microsoft.com/office/officeart/2009/3/layout/PhasedProcess"/>
    <dgm:cxn modelId="{2740EA69-2521-4338-873A-15DDEF163221}" type="presOf" srcId="{CA62F917-5CDF-47BD-ABDA-32078552D451}" destId="{144A3B7A-7DED-4D4A-81A6-5A0BCA9D6E48}" srcOrd="0" destOrd="2" presId="urn:microsoft.com/office/officeart/2009/3/layout/PhasedProcess"/>
    <dgm:cxn modelId="{3DA47223-022B-4D24-9598-70976C2F7291}" srcId="{B671F4F4-9F11-4F75-B5F0-038C7C423270}" destId="{27D44BA2-68CA-4C37-B51D-DD1C549B0FFC}" srcOrd="0" destOrd="0" parTransId="{544A6D27-2C28-4B67-A053-0CBB132B346F}" sibTransId="{71461AAC-B784-4C5F-8999-3850B9569B06}"/>
    <dgm:cxn modelId="{F2CCCE98-15ED-4CD7-A7D7-CE08ED949EEF}" srcId="{0454E681-D767-4ED1-BF57-355F1BA9E78E}" destId="{29AE05E9-8149-4E6D-9468-791F7275817A}" srcOrd="0" destOrd="0" parTransId="{6CFE5A68-0DFB-422D-8003-DE33FAF3332D}" sibTransId="{C2D6612D-EBE8-4B6C-B706-DE7F10ADFECD}"/>
    <dgm:cxn modelId="{E898F7A7-683F-4BEF-A6EC-CA9AB3348E7D}" type="presOf" srcId="{30CC1550-8AF9-4AC7-A2D1-49F819104F4B}" destId="{62237D31-E184-4997-9B8C-C6E1AEA6A7AE}" srcOrd="0" destOrd="2" presId="urn:microsoft.com/office/officeart/2009/3/layout/PhasedProcess"/>
    <dgm:cxn modelId="{00FCEC10-FC5F-446A-980F-0FC78101DA71}" srcId="{BEC6BFA5-A699-4773-AB12-1C46A3D38228}" destId="{3643F3A8-72A2-460B-9172-102D833C0386}" srcOrd="0" destOrd="0" parTransId="{A3470798-4E83-448F-A722-DB62206EAC03}" sibTransId="{6BBCBC31-CF8F-4E09-B6D6-F7B2154B349E}"/>
    <dgm:cxn modelId="{D7BB42B3-3278-4A0A-8A2C-F1F655D96B3B}" type="presOf" srcId="{CBCB653A-5A39-416C-B085-6B103D186ECE}" destId="{20C1FB99-72D1-4641-B6AE-8FB94E0BFDFA}" srcOrd="0" destOrd="6" presId="urn:microsoft.com/office/officeart/2009/3/layout/PhasedProcess"/>
    <dgm:cxn modelId="{DCB4EA4F-35D1-43D9-958D-0D3D95CBB1BC}" srcId="{F166A003-DC41-487B-A90C-89C33951FE88}" destId="{E830B960-DD3F-4CF7-9FDF-7B8CC5EC932C}" srcOrd="3" destOrd="0" parTransId="{797176BB-BE33-4C90-A0E4-E483625FFCCD}" sibTransId="{9F305F65-4CE1-4C62-8214-EF625CA5F7E8}"/>
    <dgm:cxn modelId="{B60242EE-48C1-47C1-B61C-7C3A9DA6A932}" type="presOf" srcId="{371AB5AE-963E-4869-B8DE-8F07B3AD40DE}" destId="{10B173FB-00B0-4269-B8D6-E6470FC7C019}" srcOrd="1" destOrd="3" presId="urn:microsoft.com/office/officeart/2009/3/layout/PhasedProcess"/>
    <dgm:cxn modelId="{769A227D-473B-4602-AEFD-F8F6FAE3A7AA}" srcId="{F166A003-DC41-487B-A90C-89C33951FE88}" destId="{BEC6BFA5-A699-4773-AB12-1C46A3D38228}" srcOrd="2" destOrd="0" parTransId="{85B95202-EAC3-4EA4-8EE0-BDDB3A841161}" sibTransId="{B41EC020-97C0-47FD-A2C5-E15845B9DD25}"/>
    <dgm:cxn modelId="{A01636C0-D679-46FD-AFCB-362E6DE22A94}" srcId="{72E9ED6A-CE35-483F-83FF-D012E3FACFCC}" destId="{C5ED52DC-BBF0-434A-A8FE-92FE875046CE}" srcOrd="2" destOrd="0" parTransId="{A91B9123-BEC2-4CB2-ABF6-497909FA66A5}" sibTransId="{9B1A3BF5-2505-4C7F-A278-1823129A9430}"/>
    <dgm:cxn modelId="{6C5804E0-39B2-4332-A9E4-629FF3EB8DB7}" srcId="{72E9ED6A-CE35-483F-83FF-D012E3FACFCC}" destId="{1AF90D88-F2CF-41DF-B059-DEDA278A148E}" srcOrd="3" destOrd="0" parTransId="{0514D65D-12E7-4BDA-ADB8-3AB777B9E026}" sibTransId="{D6C19FA7-307B-47D3-8BE0-A035560777DE}"/>
    <dgm:cxn modelId="{958910DF-DF2B-48D4-8490-F9648850B1A7}" srcId="{BEC6BFA5-A699-4773-AB12-1C46A3D38228}" destId="{6D5B64B2-EABF-44DE-8D33-A353C2D4A2C1}" srcOrd="3" destOrd="0" parTransId="{D7906713-D33A-456F-B773-040B12BE1459}" sibTransId="{02E66CF2-0BD3-4DCA-AB72-E6232DA1F52C}"/>
    <dgm:cxn modelId="{5E604272-A622-4F3F-B53E-63CFF8A9ACC8}" type="presOf" srcId="{C54760D9-D03E-44F9-9DA3-C543D5BB411C}" destId="{62237D31-E184-4997-9B8C-C6E1AEA6A7AE}" srcOrd="0" destOrd="1" presId="urn:microsoft.com/office/officeart/2009/3/layout/PhasedProcess"/>
    <dgm:cxn modelId="{65C5DA9B-B99C-4943-80C5-69D80584D50F}" type="presOf" srcId="{72E9ED6A-CE35-483F-83FF-D012E3FACFCC}" destId="{144A3B7A-7DED-4D4A-81A6-5A0BCA9D6E48}" srcOrd="0" destOrd="0" presId="urn:microsoft.com/office/officeart/2009/3/layout/PhasedProcess"/>
    <dgm:cxn modelId="{2B015BF2-9590-435E-BA41-C58A301AEF0D}" srcId="{BEC6BFA5-A699-4773-AB12-1C46A3D38228}" destId="{76FAF0D8-B951-44A1-A5F8-51DE91A42051}" srcOrd="2" destOrd="0" parTransId="{A2E84D92-19EC-4DE2-9F9C-9A374D5F4F1A}" sibTransId="{86C17F3F-D2C8-427F-ABB9-706611CD08EB}"/>
    <dgm:cxn modelId="{E1C445B6-718F-4BDE-8EA4-D261C014FEA7}" srcId="{5708F1DC-3818-454B-BEE3-3924C6BC89CC}" destId="{F166A003-DC41-487B-A90C-89C33951FE88}" srcOrd="0" destOrd="0" parTransId="{26FFABA2-2828-47BD-B2F1-7955675CE768}" sibTransId="{881CBD57-BD92-4B85-99EF-E00A26B8D104}"/>
    <dgm:cxn modelId="{3F31BD9A-F36A-4F09-A2AA-EB22C45BF98E}" type="presOf" srcId="{B007A842-5921-41D7-80B9-4B146C65B813}" destId="{CD5A0021-DDAD-4835-A007-E0E99DE3E293}" srcOrd="0" destOrd="4" presId="urn:microsoft.com/office/officeart/2009/3/layout/PhasedProcess"/>
    <dgm:cxn modelId="{962199C0-983E-48EF-B797-E4EF95C1A2CC}" type="presOf" srcId="{C74B0E8F-9DA7-44F6-A0C7-3E97B60ADF0E}" destId="{396E4B0C-8961-4840-AC89-2193224C2C4B}" srcOrd="0" destOrd="1" presId="urn:microsoft.com/office/officeart/2009/3/layout/PhasedProcess"/>
    <dgm:cxn modelId="{21E5C159-B28A-4BCA-8A05-9ADA31B95A4B}" type="presOf" srcId="{67404423-5866-4D2A-A991-D9B3D3C3E238}" destId="{20C1FB99-72D1-4641-B6AE-8FB94E0BFDFA}" srcOrd="0" destOrd="2" presId="urn:microsoft.com/office/officeart/2009/3/layout/PhasedProcess"/>
    <dgm:cxn modelId="{B98B1B7E-8A93-4EE3-94AE-F185024BB5D2}" srcId="{0454E681-D767-4ED1-BF57-355F1BA9E78E}" destId="{E24C9F6D-7B74-4C74-9BE9-9B6B669EE63F}" srcOrd="1" destOrd="0" parTransId="{FCC91E13-58F2-4C6B-918A-9A7125AC10B9}" sibTransId="{1EF859AC-10FF-4B7F-A23B-ADF5925C08A1}"/>
    <dgm:cxn modelId="{77C855E2-CF44-47D4-8C73-FF82A274D8B0}" srcId="{72E9ED6A-CE35-483F-83FF-D012E3FACFCC}" destId="{CA62F917-5CDF-47BD-ABDA-32078552D451}" srcOrd="1" destOrd="0" parTransId="{5033655C-FC7F-428C-ADE1-6E6F99FA2B62}" sibTransId="{F8D7FEF5-17C4-4473-B652-0A4300CA44F9}"/>
    <dgm:cxn modelId="{4E8E09AF-E012-4388-B3E7-985EE9F9CC36}" type="presOf" srcId="{1AF90D88-F2CF-41DF-B059-DEDA278A148E}" destId="{144A3B7A-7DED-4D4A-81A6-5A0BCA9D6E48}" srcOrd="0" destOrd="4" presId="urn:microsoft.com/office/officeart/2009/3/layout/PhasedProcess"/>
    <dgm:cxn modelId="{C3731CF0-1FC9-4EB3-B0C6-56DF9CB1B3BD}" type="presOf" srcId="{E24C9F6D-7B74-4C74-9BE9-9B6B669EE63F}" destId="{D93B04EC-40B5-4F98-93E5-4F356838739E}" srcOrd="1" destOrd="0" presId="urn:microsoft.com/office/officeart/2009/3/layout/PhasedProcess"/>
    <dgm:cxn modelId="{337B38C8-E9B8-4597-8B28-4900BAC3D530}" srcId="{E24C9F6D-7B74-4C74-9BE9-9B6B669EE63F}" destId="{A31BB1DC-4DF9-4CCC-9DB8-AB5D69B0BF3A}" srcOrd="3" destOrd="0" parTransId="{C64B1F7C-0575-498B-B851-C820B30C83EA}" sibTransId="{611F82BC-C91E-4987-9524-2F1360F83679}"/>
    <dgm:cxn modelId="{5CB53AAE-686F-4A23-9201-0CA7C885FBFD}" type="presOf" srcId="{E830B960-DD3F-4CF7-9FDF-7B8CC5EC932C}" destId="{1796CF81-1A34-460B-9468-A3C298AE49D7}" srcOrd="0" destOrd="0" presId="urn:microsoft.com/office/officeart/2009/3/layout/PhasedProcess"/>
    <dgm:cxn modelId="{C2F629BE-C7AD-4224-B2F1-E8738C6E6FB1}" type="presOf" srcId="{99A3520F-52A1-4A6F-B747-1E730AE4A8CF}" destId="{6B2A7F05-3FC4-4AE8-A1F8-76FECD3E1559}" srcOrd="1" destOrd="3" presId="urn:microsoft.com/office/officeart/2009/3/layout/PhasedProcess"/>
    <dgm:cxn modelId="{D7058E03-DC79-4C5E-AD36-74544C6F7969}" type="presOf" srcId="{B007A842-5921-41D7-80B9-4B146C65B813}" destId="{10B173FB-00B0-4269-B8D6-E6470FC7C019}" srcOrd="1" destOrd="4" presId="urn:microsoft.com/office/officeart/2009/3/layout/PhasedProcess"/>
    <dgm:cxn modelId="{3B51CA28-95FB-4A9A-A3B6-7610E58F37E3}" type="presOf" srcId="{9345C0A2-7A03-4593-9EE3-DDA4B271E8EF}" destId="{3C75E5E2-C08E-4B55-AD79-598E602EC39C}" srcOrd="1" destOrd="1" presId="urn:microsoft.com/office/officeart/2009/3/layout/PhasedProcess"/>
    <dgm:cxn modelId="{E96C7D4B-18E4-458B-ACFA-73E3ABEDA5B7}" srcId="{B671F4F4-9F11-4F75-B5F0-038C7C423270}" destId="{B007A842-5921-41D7-80B9-4B146C65B813}" srcOrd="3" destOrd="0" parTransId="{A471945D-9CB5-4D81-9628-600D2976925F}" sibTransId="{851BBF39-85C8-4BD9-83DD-E0D0F05365F0}"/>
    <dgm:cxn modelId="{261D8227-A49B-4DE1-BF64-26E00E89F196}" type="presOf" srcId="{C54760D9-D03E-44F9-9DA3-C543D5BB411C}" destId="{D93B04EC-40B5-4F98-93E5-4F356838739E}" srcOrd="1" destOrd="1" presId="urn:microsoft.com/office/officeart/2009/3/layout/PhasedProcess"/>
    <dgm:cxn modelId="{55A51294-09A5-4251-BD57-C846E8FFDF6D}" type="presOf" srcId="{E24C9F6D-7B74-4C74-9BE9-9B6B669EE63F}" destId="{62237D31-E184-4997-9B8C-C6E1AEA6A7AE}" srcOrd="0" destOrd="0" presId="urn:microsoft.com/office/officeart/2009/3/layout/PhasedProcess"/>
    <dgm:cxn modelId="{8763C325-A8A1-48DC-ADA5-97AEEA535BFD}" type="presOf" srcId="{30CC1550-8AF9-4AC7-A2D1-49F819104F4B}" destId="{D93B04EC-40B5-4F98-93E5-4F356838739E}" srcOrd="1" destOrd="2" presId="urn:microsoft.com/office/officeart/2009/3/layout/PhasedProcess"/>
    <dgm:cxn modelId="{95C59B2D-32A4-4E94-AC0C-CB7B665849D5}" type="presOf" srcId="{371AB5AE-963E-4869-B8DE-8F07B3AD40DE}" destId="{CD5A0021-DDAD-4835-A007-E0E99DE3E293}" srcOrd="0" destOrd="3" presId="urn:microsoft.com/office/officeart/2009/3/layout/PhasedProcess"/>
    <dgm:cxn modelId="{2FE1C4C0-A9CF-41E5-8166-1902CFE42BE1}" type="presOf" srcId="{F166A003-DC41-487B-A90C-89C33951FE88}" destId="{1CEE58B3-4118-4C22-BD9A-8B3F2C1DA137}" srcOrd="0" destOrd="0" presId="urn:microsoft.com/office/officeart/2009/3/layout/PhasedProcess"/>
    <dgm:cxn modelId="{31757291-32E5-4A21-ADFC-2C5F8C0CC79D}" srcId="{72E9ED6A-CE35-483F-83FF-D012E3FACFCC}" destId="{9345C0A2-7A03-4593-9EE3-DDA4B271E8EF}" srcOrd="0" destOrd="0" parTransId="{D0F6A8F0-82E5-46A0-B947-163248189B6C}" sibTransId="{626587F4-0B3C-49E7-AFED-09E41ABA0593}"/>
    <dgm:cxn modelId="{7FBDB6BF-8AC5-474B-B309-DFA74A3F2255}" type="presOf" srcId="{C74B0E8F-9DA7-44F6-A0C7-3E97B60ADF0E}" destId="{6B2A7F05-3FC4-4AE8-A1F8-76FECD3E1559}" srcOrd="1" destOrd="1" presId="urn:microsoft.com/office/officeart/2009/3/layout/PhasedProcess"/>
    <dgm:cxn modelId="{C020DBB9-8824-4763-A1FE-8F9DEF6447BF}" srcId="{5708F1DC-3818-454B-BEE3-3924C6BC89CC}" destId="{0454E681-D767-4ED1-BF57-355F1BA9E78E}" srcOrd="1" destOrd="0" parTransId="{3AE632E5-AAF4-464E-A8D4-64C5146E85CE}" sibTransId="{E1338778-DDD8-4727-9EEB-027A312BF2C6}"/>
    <dgm:cxn modelId="{398D05CA-D24D-4AFE-9FCD-4E20E8D50C8C}" srcId="{BEC6BFA5-A699-4773-AB12-1C46A3D38228}" destId="{67404423-5866-4D2A-A991-D9B3D3C3E238}" srcOrd="1" destOrd="0" parTransId="{4C81B03D-A69D-4CCE-901F-D522EC17D3A5}" sibTransId="{ED54B385-86B1-4F83-96BC-9EABC8B26EB2}"/>
    <dgm:cxn modelId="{528AD045-B65F-4856-9154-87B156C7C3CC}" srcId="{E24C9F6D-7B74-4C74-9BE9-9B6B669EE63F}" destId="{30CC1550-8AF9-4AC7-A2D1-49F819104F4B}" srcOrd="1" destOrd="0" parTransId="{4E618E4E-516D-435A-8548-FE3C1DA606DA}" sibTransId="{AA3A90DB-AADD-4DA4-B08A-4D208C06CA11}"/>
    <dgm:cxn modelId="{CE0411F4-1589-47B1-B283-878EADAE3CEA}" type="presOf" srcId="{72E9ED6A-CE35-483F-83FF-D012E3FACFCC}" destId="{3C75E5E2-C08E-4B55-AD79-598E602EC39C}" srcOrd="1" destOrd="0" presId="urn:microsoft.com/office/officeart/2009/3/layout/PhasedProcess"/>
    <dgm:cxn modelId="{7E0E8219-5AEB-4185-9232-0BEE85FC9F30}" type="presOf" srcId="{C5ED52DC-BBF0-434A-A8FE-92FE875046CE}" destId="{144A3B7A-7DED-4D4A-81A6-5A0BCA9D6E48}" srcOrd="0" destOrd="3" presId="urn:microsoft.com/office/officeart/2009/3/layout/PhasedProcess"/>
    <dgm:cxn modelId="{370A2B46-3F1D-4AB1-80B8-E50E6B421EC4}" type="presOf" srcId="{27D44BA2-68CA-4C37-B51D-DD1C549B0FFC}" destId="{10B173FB-00B0-4269-B8D6-E6470FC7C019}" srcOrd="1" destOrd="1" presId="urn:microsoft.com/office/officeart/2009/3/layout/PhasedProcess"/>
    <dgm:cxn modelId="{1798488B-8477-4DC6-AD0E-F8D28B6D1EC9}" type="presOf" srcId="{4188C2D4-4DFD-45A3-AEB8-7EC7010B6C03}" destId="{396E4B0C-8961-4840-AC89-2193224C2C4B}" srcOrd="0" destOrd="2" presId="urn:microsoft.com/office/officeart/2009/3/layout/PhasedProcess"/>
    <dgm:cxn modelId="{FDAF3591-74EA-43BE-AD89-FAAFDA840E4F}" type="presOf" srcId="{29AE05E9-8149-4E6D-9468-791F7275817A}" destId="{6B2A7F05-3FC4-4AE8-A1F8-76FECD3E1559}" srcOrd="1" destOrd="0" presId="urn:microsoft.com/office/officeart/2009/3/layout/PhasedProcess"/>
    <dgm:cxn modelId="{3DBA7C62-BC35-4784-8273-BFFCD1E87696}" type="presParOf" srcId="{4DFFA4B1-161E-41C0-878F-923D81DACE74}" destId="{7DE86D7B-2EC5-4F31-AA17-34D7412C3AE1}" srcOrd="0" destOrd="0" presId="urn:microsoft.com/office/officeart/2009/3/layout/PhasedProcess"/>
    <dgm:cxn modelId="{2FC69CB6-63C5-420E-8138-7B1A60F0787F}" type="presParOf" srcId="{4DFFA4B1-161E-41C0-878F-923D81DACE74}" destId="{77E32A70-D726-40BC-9D1E-D04AD104C98D}" srcOrd="1" destOrd="0" presId="urn:microsoft.com/office/officeart/2009/3/layout/PhasedProcess"/>
    <dgm:cxn modelId="{94262E87-21F5-443D-89BC-53A7C50FC828}" type="presParOf" srcId="{4DFFA4B1-161E-41C0-878F-923D81DACE74}" destId="{33ABBBBA-C219-451C-BC4F-A006C901DF21}" srcOrd="2" destOrd="0" presId="urn:microsoft.com/office/officeart/2009/3/layout/PhasedProcess"/>
    <dgm:cxn modelId="{A8E8822D-DA29-4C31-AA8B-CA5BD438D45F}" type="presParOf" srcId="{4DFFA4B1-161E-41C0-878F-923D81DACE74}" destId="{B792A0B5-CD97-43B2-914D-56A02594CCF0}" srcOrd="3" destOrd="0" presId="urn:microsoft.com/office/officeart/2009/3/layout/PhasedProcess"/>
    <dgm:cxn modelId="{EC0E5519-8995-43DB-9E10-1ADE05E2EFD4}" type="presParOf" srcId="{B792A0B5-CD97-43B2-914D-56A02594CCF0}" destId="{396E4B0C-8961-4840-AC89-2193224C2C4B}" srcOrd="0" destOrd="0" presId="urn:microsoft.com/office/officeart/2009/3/layout/PhasedProcess"/>
    <dgm:cxn modelId="{D8D0CC48-0B05-416B-83ED-6158AB332D61}" type="presParOf" srcId="{B792A0B5-CD97-43B2-914D-56A02594CCF0}" destId="{6B2A7F05-3FC4-4AE8-A1F8-76FECD3E1559}" srcOrd="1" destOrd="0" presId="urn:microsoft.com/office/officeart/2009/3/layout/PhasedProcess"/>
    <dgm:cxn modelId="{E31263F0-DBC2-49CD-8793-3184A05D6BE1}" type="presParOf" srcId="{B792A0B5-CD97-43B2-914D-56A02594CCF0}" destId="{62237D31-E184-4997-9B8C-C6E1AEA6A7AE}" srcOrd="2" destOrd="0" presId="urn:microsoft.com/office/officeart/2009/3/layout/PhasedProcess"/>
    <dgm:cxn modelId="{0286CD0A-46E7-4A66-ADD7-22C65362B796}" type="presParOf" srcId="{B792A0B5-CD97-43B2-914D-56A02594CCF0}" destId="{D93B04EC-40B5-4F98-93E5-4F356838739E}" srcOrd="3" destOrd="0" presId="urn:microsoft.com/office/officeart/2009/3/layout/PhasedProcess"/>
    <dgm:cxn modelId="{F0536774-41AB-4FCE-8BB9-736B3219BCD9}" type="presParOf" srcId="{B792A0B5-CD97-43B2-914D-56A02594CCF0}" destId="{CD5A0021-DDAD-4835-A007-E0E99DE3E293}" srcOrd="4" destOrd="0" presId="urn:microsoft.com/office/officeart/2009/3/layout/PhasedProcess"/>
    <dgm:cxn modelId="{F00480D0-3194-4D5A-BD8D-5BB43C484464}" type="presParOf" srcId="{B792A0B5-CD97-43B2-914D-56A02594CCF0}" destId="{10B173FB-00B0-4269-B8D6-E6470FC7C019}" srcOrd="5" destOrd="0" presId="urn:microsoft.com/office/officeart/2009/3/layout/PhasedProcess"/>
    <dgm:cxn modelId="{B85848CC-8865-4886-871A-CF85BE228FCE}" type="presParOf" srcId="{B792A0B5-CD97-43B2-914D-56A02594CCF0}" destId="{144A3B7A-7DED-4D4A-81A6-5A0BCA9D6E48}" srcOrd="6" destOrd="0" presId="urn:microsoft.com/office/officeart/2009/3/layout/PhasedProcess"/>
    <dgm:cxn modelId="{D1F9BD6A-368B-4B48-9330-07118935020F}" type="presParOf" srcId="{B792A0B5-CD97-43B2-914D-56A02594CCF0}" destId="{3C75E5E2-C08E-4B55-AD79-598E602EC39C}" srcOrd="7" destOrd="0" presId="urn:microsoft.com/office/officeart/2009/3/layout/PhasedProcess"/>
    <dgm:cxn modelId="{11143F23-F812-489E-B6BB-AAF14902E0D1}" type="presParOf" srcId="{4DFFA4B1-161E-41C0-878F-923D81DACE74}" destId="{732A16C4-528D-4EAB-B04C-F8BCA878D576}" srcOrd="4" destOrd="0" presId="urn:microsoft.com/office/officeart/2009/3/layout/PhasedProcess"/>
    <dgm:cxn modelId="{54FBDE03-95D2-44F1-B0BD-CE1D0EF48EA1}" type="presParOf" srcId="{732A16C4-528D-4EAB-B04C-F8BCA878D576}" destId="{C061431F-F1C2-40E4-9207-DFCCEBAF141C}" srcOrd="0" destOrd="0" presId="urn:microsoft.com/office/officeart/2009/3/layout/PhasedProcess"/>
    <dgm:cxn modelId="{B43D8C51-2008-4A01-AD79-74AF1003F81E}" type="presParOf" srcId="{732A16C4-528D-4EAB-B04C-F8BCA878D576}" destId="{5FAF4AAF-FC57-4DFC-BC06-E7AFCB746CC0}" srcOrd="1" destOrd="0" presId="urn:microsoft.com/office/officeart/2009/3/layout/PhasedProcess"/>
    <dgm:cxn modelId="{DA7C9239-AECD-4CA5-9BB6-44418BF9F480}" type="presParOf" srcId="{732A16C4-528D-4EAB-B04C-F8BCA878D576}" destId="{9131810F-C192-4CA3-A448-F7FFE28F29A1}" srcOrd="2" destOrd="0" presId="urn:microsoft.com/office/officeart/2009/3/layout/PhasedProcess"/>
    <dgm:cxn modelId="{7330C48D-0216-4B88-B1A7-17644C187601}" type="presParOf" srcId="{732A16C4-528D-4EAB-B04C-F8BCA878D576}" destId="{8DE6327B-44DC-45E8-BAED-B0D7FB34BF5E}" srcOrd="3" destOrd="0" presId="urn:microsoft.com/office/officeart/2009/3/layout/PhasedProcess"/>
    <dgm:cxn modelId="{B8147078-62E5-4A86-B990-257136390363}" type="presParOf" srcId="{732A16C4-528D-4EAB-B04C-F8BCA878D576}" destId="{9116A919-B7FC-4187-B47E-07F0ACF46CDE}" srcOrd="4" destOrd="0" presId="urn:microsoft.com/office/officeart/2009/3/layout/PhasedProcess"/>
    <dgm:cxn modelId="{60A36025-AB1B-4C4C-8C6E-43F67453636E}" type="presParOf" srcId="{732A16C4-528D-4EAB-B04C-F8BCA878D576}" destId="{20C1FB99-72D1-4641-B6AE-8FB94E0BFDFA}" srcOrd="5" destOrd="0" presId="urn:microsoft.com/office/officeart/2009/3/layout/PhasedProcess"/>
    <dgm:cxn modelId="{BCDA7264-0340-4232-9C6A-59E26CAE0D29}" type="presParOf" srcId="{732A16C4-528D-4EAB-B04C-F8BCA878D576}" destId="{1796CF81-1A34-460B-9468-A3C298AE49D7}" srcOrd="6" destOrd="0" presId="urn:microsoft.com/office/officeart/2009/3/layout/PhasedProcess"/>
    <dgm:cxn modelId="{5109BD5A-BDE8-4C14-A00F-46E040B8C108}" type="presParOf" srcId="{732A16C4-528D-4EAB-B04C-F8BCA878D576}" destId="{CC804E08-F133-4660-8270-B141A693BF3A}" srcOrd="7" destOrd="0" presId="urn:microsoft.com/office/officeart/2009/3/layout/PhasedProcess"/>
    <dgm:cxn modelId="{D9186868-8A2F-4834-BF29-6991BCA40C21}" type="presParOf" srcId="{732A16C4-528D-4EAB-B04C-F8BCA878D576}" destId="{9638C553-0299-460B-8435-CAAAEFE0B7E8}" srcOrd="8" destOrd="0" presId="urn:microsoft.com/office/officeart/2009/3/layout/PhasedProcess"/>
    <dgm:cxn modelId="{EE47B9A3-3B9A-4D0A-9412-AC1F028CA3E2}" type="presParOf" srcId="{4DFFA4B1-161E-41C0-878F-923D81DACE74}" destId="{1CEE58B3-4118-4C22-BD9A-8B3F2C1DA137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86D7B-2EC5-4F31-AA17-34D7412C3AE1}">
      <dsp:nvSpPr>
        <dsp:cNvPr id="0" name=""/>
        <dsp:cNvSpPr/>
      </dsp:nvSpPr>
      <dsp:spPr>
        <a:xfrm rot="5400000">
          <a:off x="870875" y="132"/>
          <a:ext cx="3535308" cy="3535044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E32A70-D726-40BC-9D1E-D04AD104C98D}">
      <dsp:nvSpPr>
        <dsp:cNvPr id="0" name=""/>
        <dsp:cNvSpPr/>
      </dsp:nvSpPr>
      <dsp:spPr>
        <a:xfrm rot="16200000">
          <a:off x="4509216" y="132"/>
          <a:ext cx="3535308" cy="3535044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gradFill rotWithShape="0">
          <a:gsLst>
            <a:gs pos="0">
              <a:schemeClr val="accent4">
                <a:hueOff val="-492612"/>
                <a:satOff val="14709"/>
                <a:lumOff val="5686"/>
                <a:alphaOff val="0"/>
                <a:tint val="96000"/>
                <a:lumMod val="104000"/>
              </a:schemeClr>
            </a:gs>
            <a:gs pos="100000">
              <a:schemeClr val="accent4">
                <a:hueOff val="-492612"/>
                <a:satOff val="14709"/>
                <a:lumOff val="568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ABBBBA-C219-451C-BC4F-A006C901DF21}">
      <dsp:nvSpPr>
        <dsp:cNvPr id="0" name=""/>
        <dsp:cNvSpPr/>
      </dsp:nvSpPr>
      <dsp:spPr>
        <a:xfrm>
          <a:off x="4927556" y="3070961"/>
          <a:ext cx="2684280" cy="707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kern="1200" smtClean="0"/>
            <a:t>档案管理部门</a:t>
          </a:r>
          <a:endParaRPr lang="zh-CN" altLang="en-US" sz="3100" kern="1200"/>
        </a:p>
      </dsp:txBody>
      <dsp:txXfrm>
        <a:off x="4927556" y="3070961"/>
        <a:ext cx="2684280" cy="707288"/>
      </dsp:txXfrm>
    </dsp:sp>
    <dsp:sp modelId="{396E4B0C-8961-4840-AC89-2193224C2C4B}">
      <dsp:nvSpPr>
        <dsp:cNvPr id="0" name=""/>
        <dsp:cNvSpPr/>
      </dsp:nvSpPr>
      <dsp:spPr>
        <a:xfrm>
          <a:off x="5602113" y="487268"/>
          <a:ext cx="1264151" cy="126415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自业务部门接收检查</a:t>
          </a:r>
          <a:endParaRPr lang="zh-CN" altLang="en-US" sz="5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清点案卷数量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检查案卷质量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填写交接清单</a:t>
          </a:r>
          <a:endParaRPr lang="zh-CN" altLang="en-US" sz="400" kern="1200" dirty="0"/>
        </a:p>
      </dsp:txBody>
      <dsp:txXfrm>
        <a:off x="5747976" y="657442"/>
        <a:ext cx="972424" cy="401124"/>
      </dsp:txXfrm>
    </dsp:sp>
    <dsp:sp modelId="{62237D31-E184-4997-9B8C-C6E1AEA6A7AE}">
      <dsp:nvSpPr>
        <dsp:cNvPr id="0" name=""/>
        <dsp:cNvSpPr/>
      </dsp:nvSpPr>
      <dsp:spPr>
        <a:xfrm>
          <a:off x="6161257" y="1046411"/>
          <a:ext cx="1264151" cy="126415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41051"/>
                <a:satOff val="1226"/>
                <a:lumOff val="474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41051"/>
                <a:satOff val="1226"/>
                <a:lumOff val="47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档案编排与编目</a:t>
          </a:r>
          <a:endParaRPr lang="zh-CN" altLang="en-US" sz="5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排列案卷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编制卷号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案卷目录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专题目录</a:t>
          </a:r>
          <a:endParaRPr lang="zh-CN" altLang="en-US" sz="400" kern="1200" dirty="0"/>
        </a:p>
      </dsp:txBody>
      <dsp:txXfrm>
        <a:off x="6841953" y="1192275"/>
        <a:ext cx="486212" cy="972424"/>
      </dsp:txXfrm>
    </dsp:sp>
    <dsp:sp modelId="{CD5A0021-DDAD-4835-A007-E0E99DE3E293}">
      <dsp:nvSpPr>
        <dsp:cNvPr id="0" name=""/>
        <dsp:cNvSpPr/>
      </dsp:nvSpPr>
      <dsp:spPr>
        <a:xfrm>
          <a:off x="5602113" y="1605555"/>
          <a:ext cx="1264151" cy="126415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82102"/>
                <a:satOff val="2452"/>
                <a:lumOff val="948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82102"/>
                <a:satOff val="2452"/>
                <a:lumOff val="94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档案保管与利用</a:t>
          </a:r>
          <a:endParaRPr lang="zh-CN" altLang="en-US" sz="5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编制档案柜号、库房号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落实档案八防措施，加强档案检查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履行档案借阅登记手续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做好档案利用工作</a:t>
          </a:r>
          <a:endParaRPr lang="zh-CN" altLang="en-US" sz="400" kern="1200" dirty="0"/>
        </a:p>
      </dsp:txBody>
      <dsp:txXfrm>
        <a:off x="5747976" y="2298407"/>
        <a:ext cx="972424" cy="401124"/>
      </dsp:txXfrm>
    </dsp:sp>
    <dsp:sp modelId="{144A3B7A-7DED-4D4A-81A6-5A0BCA9D6E48}">
      <dsp:nvSpPr>
        <dsp:cNvPr id="0" name=""/>
        <dsp:cNvSpPr/>
      </dsp:nvSpPr>
      <dsp:spPr>
        <a:xfrm>
          <a:off x="5042969" y="1046411"/>
          <a:ext cx="1264151" cy="126415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123153"/>
                <a:satOff val="3677"/>
                <a:lumOff val="1421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123153"/>
                <a:satOff val="3677"/>
                <a:lumOff val="142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档案鉴定与销毁</a:t>
          </a:r>
          <a:endParaRPr lang="zh-CN" altLang="en-US" sz="5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到期档案再次鉴定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履行销毁手续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销毁清册永久保存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向上级主管部门报备</a:t>
          </a:r>
          <a:endParaRPr lang="zh-CN" altLang="en-US" sz="400" kern="1200" dirty="0"/>
        </a:p>
      </dsp:txBody>
      <dsp:txXfrm>
        <a:off x="5140211" y="1192275"/>
        <a:ext cx="486212" cy="972424"/>
      </dsp:txXfrm>
    </dsp:sp>
    <dsp:sp modelId="{C061431F-F1C2-40E4-9207-DFCCEBAF141C}">
      <dsp:nvSpPr>
        <dsp:cNvPr id="0" name=""/>
        <dsp:cNvSpPr/>
      </dsp:nvSpPr>
      <dsp:spPr>
        <a:xfrm>
          <a:off x="1790194" y="437899"/>
          <a:ext cx="1041606" cy="1041612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164204"/>
                <a:satOff val="4903"/>
                <a:lumOff val="1895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164204"/>
                <a:satOff val="4903"/>
                <a:lumOff val="189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建立客户</a:t>
          </a:r>
          <a:endParaRPr lang="zh-CN" altLang="en-US" sz="500" kern="1200" dirty="0"/>
        </a:p>
      </dsp:txBody>
      <dsp:txXfrm>
        <a:off x="1942734" y="590440"/>
        <a:ext cx="736526" cy="736530"/>
      </dsp:txXfrm>
    </dsp:sp>
    <dsp:sp modelId="{5FAF4AAF-FC57-4DFC-BC06-E7AFCB746CC0}">
      <dsp:nvSpPr>
        <dsp:cNvPr id="0" name=""/>
        <dsp:cNvSpPr/>
      </dsp:nvSpPr>
      <dsp:spPr>
        <a:xfrm>
          <a:off x="1916600" y="1620582"/>
          <a:ext cx="297601" cy="29764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205255"/>
                <a:satOff val="6129"/>
                <a:lumOff val="2369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205255"/>
                <a:satOff val="6129"/>
                <a:lumOff val="2369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</dsp:sp>
    <dsp:sp modelId="{9131810F-C192-4CA3-A448-F7FFE28F29A1}">
      <dsp:nvSpPr>
        <dsp:cNvPr id="0" name=""/>
        <dsp:cNvSpPr/>
      </dsp:nvSpPr>
      <dsp:spPr>
        <a:xfrm>
          <a:off x="2885797" y="470474"/>
          <a:ext cx="297601" cy="29764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246306"/>
                <a:satOff val="7355"/>
                <a:lumOff val="2843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246306"/>
                <a:satOff val="7355"/>
                <a:lumOff val="2843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</dsp:sp>
    <dsp:sp modelId="{8DE6327B-44DC-45E8-BAED-B0D7FB34BF5E}">
      <dsp:nvSpPr>
        <dsp:cNvPr id="0" name=""/>
        <dsp:cNvSpPr/>
      </dsp:nvSpPr>
      <dsp:spPr>
        <a:xfrm>
          <a:off x="2886046" y="780462"/>
          <a:ext cx="1041606" cy="1041612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287357"/>
                <a:satOff val="8580"/>
                <a:lumOff val="3317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287357"/>
                <a:satOff val="8580"/>
                <a:lumOff val="3317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建立项目</a:t>
          </a:r>
          <a:endParaRPr lang="zh-CN" altLang="en-US" sz="500" kern="1200" dirty="0"/>
        </a:p>
      </dsp:txBody>
      <dsp:txXfrm>
        <a:off x="3038586" y="933003"/>
        <a:ext cx="736526" cy="736530"/>
      </dsp:txXfrm>
    </dsp:sp>
    <dsp:sp modelId="{9116A919-B7FC-4187-B47E-07F0ACF46CDE}">
      <dsp:nvSpPr>
        <dsp:cNvPr id="0" name=""/>
        <dsp:cNvSpPr/>
      </dsp:nvSpPr>
      <dsp:spPr>
        <a:xfrm>
          <a:off x="3736799" y="1837836"/>
          <a:ext cx="297601" cy="297641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328408"/>
                <a:satOff val="9806"/>
                <a:lumOff val="3791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328408"/>
                <a:satOff val="9806"/>
                <a:lumOff val="379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</dsp:sp>
    <dsp:sp modelId="{20C1FB99-72D1-4641-B6AE-8FB94E0BFDFA}">
      <dsp:nvSpPr>
        <dsp:cNvPr id="0" name=""/>
        <dsp:cNvSpPr/>
      </dsp:nvSpPr>
      <dsp:spPr>
        <a:xfrm>
          <a:off x="1546091" y="2023304"/>
          <a:ext cx="1041606" cy="1041612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369459"/>
                <a:satOff val="11032"/>
                <a:lumOff val="4264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369459"/>
                <a:satOff val="11032"/>
                <a:lumOff val="426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lvl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建立业务档案</a:t>
          </a:r>
          <a:endParaRPr lang="zh-CN" altLang="en-US" sz="5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收集工作底稿和相关材料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整理工作底稿、组成案卷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确定案卷保管期限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初步编号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填写</a:t>
          </a:r>
          <a:r>
            <a:rPr lang="zh-CN" altLang="en-US" sz="400" kern="1200" dirty="0" smtClean="0">
              <a:hlinkClick xmlns:r="http://schemas.openxmlformats.org/officeDocument/2006/relationships" r:id="rId1" action="ppaction://hlinkfile"/>
            </a:rPr>
            <a:t>案卷封面、备考表</a:t>
          </a:r>
          <a:endParaRPr lang="zh-CN" altLang="en-US" sz="400" kern="1200" dirty="0"/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400" kern="1200" dirty="0" smtClean="0"/>
            <a:t>装盒并移交管理部门</a:t>
          </a:r>
          <a:endParaRPr lang="zh-CN" altLang="en-US" sz="400" kern="1200" dirty="0"/>
        </a:p>
      </dsp:txBody>
      <dsp:txXfrm>
        <a:off x="1698631" y="2175845"/>
        <a:ext cx="736526" cy="736530"/>
      </dsp:txXfrm>
    </dsp:sp>
    <dsp:sp modelId="{1796CF81-1A34-460B-9468-A3C298AE49D7}">
      <dsp:nvSpPr>
        <dsp:cNvPr id="0" name=""/>
        <dsp:cNvSpPr/>
      </dsp:nvSpPr>
      <dsp:spPr>
        <a:xfrm>
          <a:off x="2696934" y="1940290"/>
          <a:ext cx="1041606" cy="1041612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410510"/>
                <a:satOff val="12258"/>
                <a:lumOff val="4738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410510"/>
                <a:satOff val="12258"/>
                <a:lumOff val="473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500" kern="1200" dirty="0" smtClean="0"/>
            <a:t>填报业务台账</a:t>
          </a:r>
          <a:endParaRPr lang="zh-CN" altLang="en-US" sz="500" kern="1200" dirty="0"/>
        </a:p>
      </dsp:txBody>
      <dsp:txXfrm>
        <a:off x="2849474" y="2092831"/>
        <a:ext cx="736526" cy="736530"/>
      </dsp:txXfrm>
    </dsp:sp>
    <dsp:sp modelId="{CC804E08-F133-4660-8270-B141A693BF3A}">
      <dsp:nvSpPr>
        <dsp:cNvPr id="0" name=""/>
        <dsp:cNvSpPr/>
      </dsp:nvSpPr>
      <dsp:spPr>
        <a:xfrm>
          <a:off x="2347824" y="1549652"/>
          <a:ext cx="511596" cy="511480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451561"/>
                <a:satOff val="13483"/>
                <a:lumOff val="5212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451561"/>
                <a:satOff val="13483"/>
                <a:lumOff val="521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</dsp:sp>
    <dsp:sp modelId="{9638C553-0299-460B-8435-CAAAEFE0B7E8}">
      <dsp:nvSpPr>
        <dsp:cNvPr id="0" name=""/>
        <dsp:cNvSpPr/>
      </dsp:nvSpPr>
      <dsp:spPr>
        <a:xfrm>
          <a:off x="1582420" y="1811303"/>
          <a:ext cx="223699" cy="223559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492612"/>
                <a:satOff val="14709"/>
                <a:lumOff val="5686"/>
                <a:alphaOff val="0"/>
                <a:tint val="96000"/>
                <a:lumMod val="104000"/>
              </a:schemeClr>
            </a:gs>
            <a:gs pos="100000">
              <a:schemeClr val="accent4">
                <a:alpha val="50000"/>
                <a:hueOff val="-492612"/>
                <a:satOff val="14709"/>
                <a:lumOff val="568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tx1"/>
        </a:fontRef>
      </dsp:style>
    </dsp:sp>
    <dsp:sp modelId="{1CEE58B3-4118-4C22-BD9A-8B3F2C1DA137}">
      <dsp:nvSpPr>
        <dsp:cNvPr id="0" name=""/>
        <dsp:cNvSpPr/>
      </dsp:nvSpPr>
      <dsp:spPr>
        <a:xfrm>
          <a:off x="1535262" y="3070961"/>
          <a:ext cx="2684280" cy="707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kern="1200" dirty="0" smtClean="0"/>
            <a:t>业务部门</a:t>
          </a:r>
          <a:endParaRPr lang="zh-CN" altLang="en-US" sz="3100" kern="1200" dirty="0"/>
        </a:p>
      </dsp:txBody>
      <dsp:txXfrm>
        <a:off x="1535262" y="3070961"/>
        <a:ext cx="2684280" cy="707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9BEF9-5CB0-452D-A7C7-E8A96E37F9DA}" type="datetimeFigureOut">
              <a:rPr lang="zh-CN" altLang="en-US" smtClean="0"/>
              <a:t>2021/10/9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CB187-1387-46C7-9A23-DBEF5A356A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22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业务档案保管需要做好的八防工作：防火、防水、防潮、防霉、防虫、防光、防尘、防盗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1CB187-1387-46C7-9A23-DBEF5A356A4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96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D596-241B-4625-86F0-6208E41A2FC0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1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B649-9B1C-4DFC-9C54-007FBFFFA71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49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60F4-C8C8-48E7-A51D-89C48F4078F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32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02AF-5FD2-4F29-86E5-A8B37CB6BD20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50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55CF-E45C-495B-813C-507A456BCCB3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35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B7C3-278A-477E-ABA7-5A53C67E5EF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13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0179-34CA-40C8-8F4E-88512F537976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7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CE60B-0654-4D58-96F1-4E648680EC62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16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28F8-5312-49DD-993C-5DCEAC30F3C3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55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387223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1098603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277899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0402584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208254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22A8-55E6-4C70-AAA1-B9F29BD77862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750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6A0B-1FA7-474E-A4EC-56C72CA56835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850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23E6-E434-4117-A8EB-EE3DFA0A1BFB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024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FA1D596-241B-4625-86F0-6208E41A2FC0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964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B649-9B1C-4DFC-9C54-007FBFFFA71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8665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60F4-C8C8-48E7-A51D-89C48F4078F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205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02AF-5FD2-4F29-86E5-A8B37CB6BD20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271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55CF-E45C-495B-813C-507A456BCCB3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631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B7C3-278A-477E-ABA7-5A53C67E5EF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212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0179-34CA-40C8-8F4E-88512F537976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9631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CE60B-0654-4D58-96F1-4E648680EC62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7426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28F8-5312-49DD-993C-5DCEAC30F3C3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2153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22A8-55E6-4C70-AAA1-B9F29BD77862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814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6A0B-1FA7-474E-A4EC-56C72CA56835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8967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23E6-E434-4117-A8EB-EE3DFA0A1BFB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480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D596-241B-4625-86F0-6208E41A2FC0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147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B649-9B1C-4DFC-9C54-007FBFFFA71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075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60F4-C8C8-48E7-A51D-89C48F4078F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075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02AF-5FD2-4F29-86E5-A8B37CB6BD20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4168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55CF-E45C-495B-813C-507A456BCCB3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7799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B7C3-278A-477E-ABA7-5A53C67E5EFC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1616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90179-34CA-40C8-8F4E-88512F537976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2641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CE60B-0654-4D58-96F1-4E648680EC62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0178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28F8-5312-49DD-993C-5DCEAC30F3C3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3454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473741"/>
      </p:ext>
    </p:extLst>
  </p:cSld>
  <p:clrMapOvr>
    <a:masterClrMapping/>
  </p:clrMapOvr>
  <p:hf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558247"/>
      </p:ext>
    </p:extLst>
  </p:cSld>
  <p:clrMapOvr>
    <a:masterClrMapping/>
  </p:clrMapOvr>
  <p:hf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5273562"/>
      </p:ext>
    </p:extLst>
  </p:cSld>
  <p:clrMapOvr>
    <a:masterClrMapping/>
  </p:clrMapOvr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231860"/>
      </p:ext>
    </p:extLst>
  </p:cSld>
  <p:clrMapOvr>
    <a:masterClrMapping/>
  </p:clrMapOvr>
  <p:hf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4904543"/>
      </p:ext>
    </p:extLst>
  </p:cSld>
  <p:clrMapOvr>
    <a:masterClrMapping/>
  </p:clrMapOvr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191530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22A8-55E6-4C70-AAA1-B9F29BD77862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4207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86A0B-1FA7-474E-A4EC-56C72CA56835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7479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23E6-E434-4117-A8EB-EE3DFA0A1BFB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11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8314" cy="57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7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8314" cy="57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5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8DAF7CB-9B3E-4736-BDF1-402328B25AD8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6DFEC92-DAB0-4F83-A975-04229031914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8314" cy="57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68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&#39640;&#26657;&#39064;&#24211;&#21046;&#20316;&#31995;&#32479;-&#21103;&#26412;\StartFile\ExtractFile\&#19994;&#21153;&#25253;&#21578;&#31614;&#21457;&#31295;&#32440;.xlsx" TargetMode="Externa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审计业务档案管理实务培训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××</a:t>
            </a:r>
            <a:r>
              <a:rPr lang="zh-CN" altLang="en-US" dirty="0" smtClean="0"/>
              <a:t>注册会计师协会</a:t>
            </a:r>
          </a:p>
          <a:p>
            <a:pPr lvl="0"/>
            <a:r>
              <a:rPr lang="en-US" altLang="zh-CN" dirty="0" smtClean="0"/>
              <a:t>2015</a:t>
            </a:r>
            <a:r>
              <a:rPr lang="zh-CN" altLang="en-US" dirty="0" smtClean="0"/>
              <a:t>年</a:t>
            </a:r>
            <a:r>
              <a:rPr lang="en-US" altLang="zh-CN" dirty="0" smtClean="0"/>
              <a:t>5</a:t>
            </a:r>
            <a:r>
              <a:rPr lang="zh-CN" altLang="en-US" dirty="0" smtClean="0"/>
              <a:t>月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975" y="5505450"/>
            <a:ext cx="13430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5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一、概述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（一）概念：档案、审计业务档案、工作底稿</a:t>
            </a:r>
          </a:p>
          <a:p>
            <a:pPr lvl="0"/>
            <a:r>
              <a:rPr lang="zh-CN" altLang="en-US" smtClean="0"/>
              <a:t>（二）业务档案的主要特点</a:t>
            </a:r>
          </a:p>
          <a:p>
            <a:pPr lvl="0"/>
            <a:r>
              <a:rPr lang="zh-CN" altLang="en-US" smtClean="0"/>
              <a:t>（三）业务档案的主要作用</a:t>
            </a:r>
          </a:p>
          <a:p>
            <a:pPr lvl="0"/>
            <a:r>
              <a:rPr lang="zh-CN" altLang="en-US" smtClean="0"/>
              <a:t>（四）业务档案的管理原则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20211-CBD3-4293-8CD4-C5180EAEA9A9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4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二、业务档案的形成</a:t>
            </a:r>
          </a:p>
        </p:txBody>
      </p:sp>
      <p:sp>
        <p:nvSpPr>
          <p:cNvPr id="3" name="文本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（一）业务档案的形成条件</a:t>
            </a:r>
          </a:p>
          <a:p>
            <a:pPr lvl="0"/>
            <a:r>
              <a:rPr lang="zh-CN" altLang="en-US" smtClean="0"/>
              <a:t>（二）业务档案的形成规范</a:t>
            </a:r>
          </a:p>
          <a:p>
            <a:pPr lvl="0"/>
            <a:r>
              <a:rPr lang="zh-CN" altLang="en-US" smtClean="0"/>
              <a:t>（三）业务报告文号的编制</a:t>
            </a:r>
          </a:p>
          <a:p>
            <a:pPr lvl="0"/>
            <a:r>
              <a:rPr lang="zh-CN" altLang="en-US" smtClean="0"/>
              <a:t>（四）业务报告签发稿纸的使用</a:t>
            </a:r>
          </a:p>
          <a:p>
            <a:pPr lvl="0"/>
            <a:r>
              <a:rPr lang="zh-CN" altLang="en-US" smtClean="0"/>
              <a:t>（五）业务档案的管理流程及责任分工</a:t>
            </a:r>
          </a:p>
        </p:txBody>
      </p:sp>
      <p:graphicFrame>
        <p:nvGraphicFramePr>
          <p:cNvPr id="7" name="内容占位符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81335878"/>
              </p:ext>
            </p:extLst>
          </p:nvPr>
        </p:nvGraphicFramePr>
        <p:xfrm>
          <a:off x="7910513" y="2125663"/>
          <a:ext cx="2874962" cy="377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工作表" r:id="rId3" imgW="6639030" imgH="8724810" progId="Excel.Sheet.12">
                  <p:link updateAutomatic="1"/>
                </p:oleObj>
              </mc:Choice>
              <mc:Fallback>
                <p:oleObj name="工作表" r:id="rId3" imgW="6639030" imgH="87248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10513" y="2125663"/>
                        <a:ext cx="2874962" cy="3778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78994-48B2-497C-9E3B-55821D701DF7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53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业务档案管理流程图</a:t>
            </a:r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536395"/>
              </p:ext>
            </p:extLst>
          </p:nvPr>
        </p:nvGraphicFramePr>
        <p:xfrm>
          <a:off x="2589213" y="2133600"/>
          <a:ext cx="89154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53CB-2FB2-4BC8-B5B0-2BF7593F35CB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FEC92-DAB0-4F83-A975-0422903191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49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E32A70-D726-40BC-9D1E-D04AD104C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graphicEl>
                                              <a:dgm id="{77E32A70-D726-40BC-9D1E-D04AD104C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graphicEl>
                                              <a:dgm id="{77E32A70-D726-40BC-9D1E-D04AD104C9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DE86D7B-2EC5-4F31-AA17-34D7412C3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graphicEl>
                                              <a:dgm id="{7DE86D7B-2EC5-4F31-AA17-34D7412C3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graphicEl>
                                              <a:dgm id="{7DE86D7B-2EC5-4F31-AA17-34D7412C3A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CEE58B3-4118-4C22-BD9A-8B3F2C1DA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graphicEl>
                                              <a:dgm id="{1CEE58B3-4118-4C22-BD9A-8B3F2C1DA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graphicEl>
                                              <a:dgm id="{1CEE58B3-4118-4C22-BD9A-8B3F2C1DA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ABBBBA-C219-451C-BC4F-A006C901DF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graphicEl>
                                              <a:dgm id="{33ABBBBA-C219-451C-BC4F-A006C901DF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graphicEl>
                                              <a:dgm id="{33ABBBBA-C219-451C-BC4F-A006C901DF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AF4AAF-FC57-4DFC-BC06-E7AFCB746C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graphicEl>
                                              <a:dgm id="{5FAF4AAF-FC57-4DFC-BC06-E7AFCB746C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graphicEl>
                                              <a:dgm id="{5FAF4AAF-FC57-4DFC-BC06-E7AFCB746C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131810F-C192-4CA3-A448-F7FFE28F29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graphicEl>
                                              <a:dgm id="{9131810F-C192-4CA3-A448-F7FFE28F29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graphicEl>
                                              <a:dgm id="{9131810F-C192-4CA3-A448-F7FFE28F29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061431F-F1C2-40E4-9207-DFCCEBAF1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graphicEl>
                                              <a:dgm id="{C061431F-F1C2-40E4-9207-DFCCEBAF1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graphicEl>
                                              <a:dgm id="{C061431F-F1C2-40E4-9207-DFCCEBAF1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116A919-B7FC-4187-B47E-07F0ACF46C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graphicEl>
                                              <a:dgm id="{9116A919-B7FC-4187-B47E-07F0ACF46C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graphicEl>
                                              <a:dgm id="{9116A919-B7FC-4187-B47E-07F0ACF46C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DE6327B-44DC-45E8-BAED-B0D7FB34BF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graphicEl>
                                              <a:dgm id="{8DE6327B-44DC-45E8-BAED-B0D7FB34BF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graphicEl>
                                              <a:dgm id="{8DE6327B-44DC-45E8-BAED-B0D7FB34BF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0C1FB99-72D1-4641-B6AE-8FB94E0BFD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>
                                            <p:graphicEl>
                                              <a:dgm id="{20C1FB99-72D1-4641-B6AE-8FB94E0BFD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graphicEl>
                                              <a:dgm id="{20C1FB99-72D1-4641-B6AE-8FB94E0BFD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38C553-0299-460B-8435-CAAAEFE0B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>
                                            <p:graphicEl>
                                              <a:dgm id="{9638C553-0299-460B-8435-CAAAEFE0B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graphicEl>
                                              <a:dgm id="{9638C553-0299-460B-8435-CAAAEFE0B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C804E08-F133-4660-8270-B141A693BF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graphicEl>
                                              <a:dgm id="{CC804E08-F133-4660-8270-B141A693BF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graphicEl>
                                              <a:dgm id="{CC804E08-F133-4660-8270-B141A693BF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96CF81-1A34-460B-9468-A3C298AE49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graphicEl>
                                              <a:dgm id="{1796CF81-1A34-460B-9468-A3C298AE49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>
                                            <p:graphicEl>
                                              <a:dgm id="{1796CF81-1A34-460B-9468-A3C298AE49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6E4B0C-8961-4840-AC89-2193224C2C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>
                                            <p:graphicEl>
                                              <a:dgm id="{396E4B0C-8961-4840-AC89-2193224C2C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graphicEl>
                                              <a:dgm id="{396E4B0C-8961-4840-AC89-2193224C2C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2237D31-E184-4997-9B8C-C6E1AEA6A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graphicEl>
                                              <a:dgm id="{62237D31-E184-4997-9B8C-C6E1AEA6A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">
                                            <p:graphicEl>
                                              <a:dgm id="{62237D31-E184-4997-9B8C-C6E1AEA6A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5A0021-DDAD-4835-A007-E0E99DE3E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graphicEl>
                                              <a:dgm id="{CD5A0021-DDAD-4835-A007-E0E99DE3E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>
                                            <p:graphicEl>
                                              <a:dgm id="{CD5A0021-DDAD-4835-A007-E0E99DE3E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44A3B7A-7DED-4D4A-81A6-5A0BCA9D6E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">
                                            <p:graphicEl>
                                              <a:dgm id="{144A3B7A-7DED-4D4A-81A6-5A0BCA9D6E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">
                                            <p:graphicEl>
                                              <a:dgm id="{144A3B7A-7DED-4D4A-81A6-5A0BCA9D6E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Sub>
          <a:bldDgm bld="lvl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三、工作底稿的收集归档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（一）归档范围</a:t>
            </a:r>
          </a:p>
          <a:p>
            <a:pPr lvl="0"/>
            <a:r>
              <a:rPr lang="zh-CN" altLang="en-US" smtClean="0"/>
              <a:t>（二）归档时间</a:t>
            </a:r>
          </a:p>
          <a:p>
            <a:pPr lvl="0"/>
            <a:r>
              <a:rPr lang="zh-CN" altLang="en-US" smtClean="0"/>
              <a:t>（三）收集归档应注意的问题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F10A2-1B90-4F53-B28C-3A1302ED8084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30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四、工作底稿的整理、立卷和移交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（一）整理的原则</a:t>
            </a:r>
          </a:p>
          <a:p>
            <a:pPr lvl="0"/>
            <a:r>
              <a:rPr lang="zh-CN" altLang="en-US" smtClean="0"/>
              <a:t>（二）整理的流程及要求</a:t>
            </a:r>
          </a:p>
          <a:p>
            <a:pPr lvl="1"/>
            <a:r>
              <a:rPr lang="zh-CN" altLang="en-US" smtClean="0"/>
              <a:t>分项目、组卷、卷内文件材料的排列、编制页号、编制卷内目录、填写备考表、填写案卷封面、案卷装订</a:t>
            </a:r>
          </a:p>
          <a:p>
            <a:pPr lvl="0"/>
            <a:r>
              <a:rPr lang="zh-CN" altLang="en-US" smtClean="0"/>
              <a:t>（三）业务档案的移交检查</a:t>
            </a:r>
          </a:p>
          <a:p>
            <a:pPr lvl="1"/>
            <a:r>
              <a:rPr lang="en-US" altLang="zh-CN" smtClean="0"/>
              <a:t>1</a:t>
            </a:r>
            <a:r>
              <a:rPr lang="zh-CN" altLang="en-US" smtClean="0"/>
              <a:t>、办理移交的必要性</a:t>
            </a:r>
          </a:p>
          <a:p>
            <a:pPr lvl="1"/>
            <a:r>
              <a:rPr lang="en-US" altLang="zh-CN" smtClean="0"/>
              <a:t>2</a:t>
            </a:r>
            <a:r>
              <a:rPr lang="zh-CN" altLang="en-US" smtClean="0"/>
              <a:t>、移交的要求</a:t>
            </a:r>
          </a:p>
          <a:p>
            <a:pPr lvl="1"/>
            <a:r>
              <a:rPr lang="en-US" altLang="zh-CN" smtClean="0"/>
              <a:t>3</a:t>
            </a:r>
            <a:r>
              <a:rPr lang="zh-CN" altLang="en-US" smtClean="0"/>
              <a:t>、案卷质量检查</a:t>
            </a:r>
          </a:p>
          <a:p>
            <a:pPr lvl="1"/>
            <a:r>
              <a:rPr lang="en-US" altLang="zh-CN" smtClean="0"/>
              <a:t>4</a:t>
            </a:r>
            <a:r>
              <a:rPr lang="zh-CN" altLang="en-US" smtClean="0"/>
              <a:t>、移交工作注意事项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6B4C-2F61-4186-B0AD-CAA29D000AEE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19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五、业务档案的排列编号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（一）案卷排列</a:t>
            </a:r>
          </a:p>
          <a:p>
            <a:pPr lvl="1"/>
            <a:r>
              <a:rPr lang="en-US" altLang="zh-CN" smtClean="0"/>
              <a:t>1</a:t>
            </a:r>
            <a:r>
              <a:rPr lang="zh-CN" altLang="en-US" smtClean="0"/>
              <a:t>、排列方法</a:t>
            </a:r>
          </a:p>
          <a:p>
            <a:pPr lvl="1"/>
            <a:r>
              <a:rPr lang="en-US" altLang="zh-CN" smtClean="0"/>
              <a:t>2</a:t>
            </a:r>
            <a:r>
              <a:rPr lang="zh-CN" altLang="en-US" smtClean="0"/>
              <a:t>、排列要求</a:t>
            </a:r>
          </a:p>
          <a:p>
            <a:pPr lvl="0"/>
            <a:r>
              <a:rPr lang="zh-CN" altLang="en-US" smtClean="0"/>
              <a:t>（二）编制案卷号</a:t>
            </a:r>
          </a:p>
          <a:p>
            <a:pPr lvl="1"/>
            <a:r>
              <a:rPr lang="en-US" altLang="zh-CN" smtClean="0"/>
              <a:t>1</a:t>
            </a:r>
            <a:r>
              <a:rPr lang="zh-CN" altLang="en-US" smtClean="0"/>
              <a:t>、案卷号的编制要求</a:t>
            </a:r>
          </a:p>
          <a:p>
            <a:pPr lvl="1"/>
            <a:r>
              <a:rPr lang="en-US" altLang="zh-CN" smtClean="0"/>
              <a:t>2</a:t>
            </a:r>
            <a:r>
              <a:rPr lang="zh-CN" altLang="en-US" smtClean="0"/>
              <a:t>、案卷号的编制方法</a:t>
            </a:r>
          </a:p>
          <a:p>
            <a:pPr lvl="1"/>
            <a:r>
              <a:rPr lang="en-US" altLang="zh-CN" smtClean="0"/>
              <a:t>3</a:t>
            </a:r>
            <a:r>
              <a:rPr lang="zh-CN" altLang="en-US" smtClean="0"/>
              <a:t>、编制案卷号注意事项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9323A-A61F-4FDF-874D-33374F1BC5D2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4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六、业务档案案卷目录的编制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（一）案卷目录编制的作用</a:t>
            </a:r>
          </a:p>
          <a:p>
            <a:pPr lvl="0"/>
            <a:r>
              <a:rPr lang="zh-CN" altLang="en-US" smtClean="0"/>
              <a:t>（二）案卷目录的格式</a:t>
            </a:r>
          </a:p>
          <a:p>
            <a:pPr lvl="0"/>
            <a:r>
              <a:rPr lang="zh-CN" altLang="en-US" smtClean="0"/>
              <a:t>（三）案卷目录的编制要求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B565-29C3-46B1-A018-26FE9CF6EE64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6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七、业务档案的保管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 smtClean="0"/>
              <a:t>（一）业务档案保管工作的基本内容</a:t>
            </a:r>
          </a:p>
          <a:p>
            <a:pPr lvl="0"/>
            <a:r>
              <a:rPr lang="zh-CN" altLang="en-US" dirty="0" smtClean="0"/>
              <a:t>（二）业务档案保管所需的物质条件</a:t>
            </a:r>
          </a:p>
          <a:p>
            <a:pPr lvl="0"/>
            <a:r>
              <a:rPr lang="zh-CN" altLang="en-US" dirty="0" smtClean="0"/>
              <a:t>（三）业务档案的保管期限</a:t>
            </a:r>
            <a:endParaRPr lang="en-US" altLang="zh-CN" dirty="0" smtClean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B2EC2-B360-47B5-851E-25EE42CCFD33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2097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七、业务档案的保管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dirty="0" smtClean="0"/>
              <a:t>（四）业务档案保管的基本方法和要求</a:t>
            </a:r>
          </a:p>
          <a:p>
            <a:pPr lvl="1"/>
            <a:r>
              <a:rPr lang="zh-CN" altLang="en-US" dirty="0" smtClean="0"/>
              <a:t>加强库房温湿度控制</a:t>
            </a:r>
          </a:p>
          <a:p>
            <a:pPr lvl="1"/>
            <a:r>
              <a:rPr lang="zh-CN" altLang="en-US" dirty="0" smtClean="0"/>
              <a:t>档案以竖放为宜</a:t>
            </a:r>
          </a:p>
          <a:p>
            <a:pPr lvl="1"/>
            <a:r>
              <a:rPr lang="zh-CN" altLang="en-US" dirty="0" smtClean="0"/>
              <a:t>加强业务档案存放次序的维护和管理</a:t>
            </a:r>
          </a:p>
          <a:p>
            <a:pPr lvl="1"/>
            <a:r>
              <a:rPr lang="zh-CN" altLang="en-US" dirty="0" smtClean="0"/>
              <a:t>加强业务档案的定期检查、清点</a:t>
            </a:r>
          </a:p>
          <a:p>
            <a:pPr lvl="1"/>
            <a:r>
              <a:rPr lang="zh-CN" altLang="en-US" dirty="0" smtClean="0"/>
              <a:t>存放在有保管条件的地方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B3F5-9508-4BBA-9EBF-4174A3D457A0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07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七、业务档案的保管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en-US" dirty="0" smtClean="0"/>
              <a:t>（五）电子档案的管理</a:t>
            </a:r>
          </a:p>
          <a:p>
            <a:pPr lvl="1"/>
            <a:r>
              <a:rPr lang="en-US" altLang="zh-CN" dirty="0" smtClean="0"/>
              <a:t>1</a:t>
            </a:r>
            <a:r>
              <a:rPr lang="zh-CN" altLang="en-US" dirty="0" smtClean="0"/>
              <a:t>、电子档案的概念</a:t>
            </a:r>
          </a:p>
          <a:p>
            <a:pPr lvl="1"/>
            <a:r>
              <a:rPr lang="en-US" altLang="zh-CN" dirty="0" smtClean="0"/>
              <a:t>2</a:t>
            </a:r>
            <a:r>
              <a:rPr lang="zh-CN" altLang="en-US" dirty="0" smtClean="0"/>
              <a:t>、电子档案的特点</a:t>
            </a:r>
          </a:p>
          <a:p>
            <a:pPr lvl="1"/>
            <a:r>
              <a:rPr lang="en-US" altLang="zh-CN" dirty="0" smtClean="0"/>
              <a:t>3</a:t>
            </a:r>
            <a:r>
              <a:rPr lang="zh-CN" altLang="en-US" dirty="0" smtClean="0"/>
              <a:t>、电子档案保管的基本要求</a:t>
            </a:r>
          </a:p>
          <a:p>
            <a:pPr lvl="1"/>
            <a:r>
              <a:rPr lang="en-US" altLang="zh-CN" dirty="0" smtClean="0"/>
              <a:t>4</a:t>
            </a:r>
            <a:r>
              <a:rPr lang="zh-CN" altLang="en-US" dirty="0" smtClean="0"/>
              <a:t>、电子档案的归档</a:t>
            </a:r>
          </a:p>
          <a:p>
            <a:pPr lvl="1"/>
            <a:r>
              <a:rPr lang="en-US" altLang="zh-CN" dirty="0" smtClean="0"/>
              <a:t>5</a:t>
            </a:r>
            <a:r>
              <a:rPr lang="zh-CN" altLang="en-US" dirty="0" smtClean="0"/>
              <a:t>、电子档案的接收</a:t>
            </a:r>
          </a:p>
          <a:p>
            <a:pPr lvl="1"/>
            <a:r>
              <a:rPr lang="en-US" altLang="zh-CN" dirty="0" smtClean="0"/>
              <a:t>6</a:t>
            </a:r>
            <a:r>
              <a:rPr lang="zh-CN" altLang="en-US" dirty="0" smtClean="0"/>
              <a:t>、电子档案的日常管理</a:t>
            </a:r>
          </a:p>
          <a:p>
            <a:pPr lvl="1"/>
            <a:r>
              <a:rPr lang="en-US" altLang="zh-CN" dirty="0" smtClean="0"/>
              <a:t>7</a:t>
            </a:r>
            <a:r>
              <a:rPr lang="zh-CN" altLang="en-US" dirty="0" smtClean="0"/>
              <a:t>、电子档案的保管条件</a:t>
            </a:r>
          </a:p>
          <a:p>
            <a:pPr lvl="1"/>
            <a:r>
              <a:rPr lang="en-US" altLang="zh-CN" dirty="0" smtClean="0"/>
              <a:t>8</a:t>
            </a:r>
            <a:r>
              <a:rPr lang="zh-CN" altLang="en-US" dirty="0" smtClean="0"/>
              <a:t>、制定完善的电子档案利用制度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8D61-77E2-4FFC-B942-2E127062A28D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1047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八、业务档案的利用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（一）明确业务档案的所有权</a:t>
            </a:r>
          </a:p>
          <a:p>
            <a:pPr lvl="0"/>
            <a:r>
              <a:rPr lang="zh-CN" altLang="en-US" smtClean="0"/>
              <a:t>（二）建立必要的制度</a:t>
            </a:r>
          </a:p>
          <a:p>
            <a:pPr lvl="1"/>
            <a:r>
              <a:rPr lang="en-US" altLang="zh-CN" smtClean="0"/>
              <a:t>1</a:t>
            </a:r>
            <a:r>
              <a:rPr lang="zh-CN" altLang="en-US" smtClean="0"/>
              <a:t>、保密制度</a:t>
            </a:r>
          </a:p>
          <a:p>
            <a:pPr lvl="1"/>
            <a:r>
              <a:rPr lang="en-US" altLang="zh-CN" smtClean="0"/>
              <a:t>2</a:t>
            </a:r>
            <a:r>
              <a:rPr lang="zh-CN" altLang="en-US" smtClean="0"/>
              <a:t>、借阅制度</a:t>
            </a:r>
          </a:p>
          <a:p>
            <a:pPr lvl="1"/>
            <a:r>
              <a:rPr lang="en-US" altLang="zh-CN" smtClean="0"/>
              <a:t>3</a:t>
            </a:r>
            <a:r>
              <a:rPr lang="zh-CN" altLang="en-US" smtClean="0"/>
              <a:t>、复制制度</a:t>
            </a:r>
          </a:p>
          <a:p>
            <a:pPr lvl="0"/>
            <a:r>
              <a:rPr lang="zh-CN" altLang="en-US" smtClean="0"/>
              <a:t>（三）积极主动做好提供利用工作</a:t>
            </a:r>
          </a:p>
          <a:p>
            <a:pPr lvl="1"/>
            <a:r>
              <a:rPr lang="en-US" altLang="zh-CN" smtClean="0"/>
              <a:t>1</a:t>
            </a:r>
            <a:r>
              <a:rPr lang="zh-CN" altLang="en-US" smtClean="0"/>
              <a:t>、业务档案的利用形式</a:t>
            </a:r>
          </a:p>
          <a:p>
            <a:pPr lvl="1"/>
            <a:r>
              <a:rPr lang="en-US" altLang="zh-CN" smtClean="0"/>
              <a:t>2</a:t>
            </a:r>
            <a:r>
              <a:rPr lang="zh-CN" altLang="en-US" smtClean="0"/>
              <a:t>、以档案工作人员的要求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47997-AE40-4FBD-84AD-A468B4EECDFD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5067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九、业务档案的鉴定销毁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（一）鉴定工作的内容</a:t>
            </a:r>
          </a:p>
          <a:p>
            <a:pPr lvl="0"/>
            <a:r>
              <a:rPr lang="zh-CN" altLang="en-US" smtClean="0"/>
              <a:t>（二）鉴定工作的基础要求</a:t>
            </a:r>
          </a:p>
          <a:p>
            <a:pPr lvl="0"/>
            <a:r>
              <a:rPr lang="zh-CN" altLang="en-US" smtClean="0"/>
              <a:t>（三）业务档案销毁的程序</a:t>
            </a:r>
          </a:p>
          <a:p>
            <a:pPr lvl="1"/>
            <a:r>
              <a:rPr lang="zh-CN" altLang="en-US" smtClean="0"/>
              <a:t>审核鉴定、编制销毁报告和销毁清单、法定程序审批、销毁确认和批准、清点核对、监督销毁、存档和备案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E560D-11A0-4647-99F4-853672281305}" type="datetime2">
              <a:rPr lang="zh-CN" altLang="en-US" smtClean="0"/>
              <a:t>2021年10月9日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31F66-0E4D-46DB-A7AC-CEE0C2477CF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924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79</TotalTime>
  <Words>738</Words>
  <Application>Microsoft Office PowerPoint</Application>
  <PresentationFormat>宽屏</PresentationFormat>
  <Paragraphs>132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链接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等线</vt:lpstr>
      <vt:lpstr>华文仿宋</vt:lpstr>
      <vt:lpstr>幼圆</vt:lpstr>
      <vt:lpstr>Arial</vt:lpstr>
      <vt:lpstr>Century Gothic</vt:lpstr>
      <vt:lpstr>Tw Cen MT</vt:lpstr>
      <vt:lpstr>Tw Cen MT Condensed</vt:lpstr>
      <vt:lpstr>Wingdings 3</vt:lpstr>
      <vt:lpstr>丝状</vt:lpstr>
      <vt:lpstr>积分</vt:lpstr>
      <vt:lpstr>切片</vt:lpstr>
      <vt:lpstr>file:///C:\高校题库制作系统-副本\StartFile\ExtractFile\业务报告签发稿纸.xlsx</vt:lpstr>
      <vt:lpstr>审计业务档案管理实务培训</vt:lpstr>
      <vt:lpstr>一、概述</vt:lpstr>
      <vt:lpstr>二、业务档案的形成</vt:lpstr>
      <vt:lpstr>业务档案管理流程图</vt:lpstr>
      <vt:lpstr>三、工作底稿的收集归档</vt:lpstr>
      <vt:lpstr>四、工作底稿的整理、立卷和移交</vt:lpstr>
      <vt:lpstr>五、业务档案的排列编号</vt:lpstr>
      <vt:lpstr>六、业务档案案卷目录的编制</vt:lpstr>
      <vt:lpstr>七、业务档案的保管</vt:lpstr>
      <vt:lpstr>七、业务档案的保管</vt:lpstr>
      <vt:lpstr>七、业务档案的保管</vt:lpstr>
      <vt:lpstr>八、业务档案的利用</vt:lpstr>
      <vt:lpstr>九、业务档案的鉴定销毁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审计业务档案管理实务培训</dc:title>
  <dc:creator>Micro</dc:creator>
  <cp:lastModifiedBy>Windows 用户11</cp:lastModifiedBy>
  <cp:revision>9</cp:revision>
  <dcterms:created xsi:type="dcterms:W3CDTF">2020-11-04T06:01:10Z</dcterms:created>
  <dcterms:modified xsi:type="dcterms:W3CDTF">2021-10-09T08:28:18Z</dcterms:modified>
</cp:coreProperties>
</file>