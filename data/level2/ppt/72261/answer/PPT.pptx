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8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80F7BA-3774-47CE-8C21-5D55D23873D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A3A63432-03CD-4141-838D-923A9CA8AF0C}">
      <dgm:prSet/>
      <dgm:spPr/>
      <dgm:t>
        <a:bodyPr/>
        <a:lstStyle/>
        <a:p>
          <a:pPr rtl="0"/>
          <a:r>
            <a:rPr lang="zh-CN" smtClean="0"/>
            <a:t>云计算的五个主要特征：</a:t>
          </a:r>
          <a:endParaRPr lang="zh-CN"/>
        </a:p>
      </dgm:t>
    </dgm:pt>
    <dgm:pt modelId="{EF0B0687-9325-4306-950C-4BC99C840F01}" type="parTrans" cxnId="{8735F72E-87E4-4CF8-9B6D-585B513FED81}">
      <dgm:prSet/>
      <dgm:spPr/>
      <dgm:t>
        <a:bodyPr/>
        <a:lstStyle/>
        <a:p>
          <a:endParaRPr lang="zh-CN" altLang="en-US"/>
        </a:p>
      </dgm:t>
    </dgm:pt>
    <dgm:pt modelId="{E093C130-5094-428C-8BDB-013084855962}" type="sibTrans" cxnId="{8735F72E-87E4-4CF8-9B6D-585B513FED81}">
      <dgm:prSet/>
      <dgm:spPr/>
      <dgm:t>
        <a:bodyPr/>
        <a:lstStyle/>
        <a:p>
          <a:endParaRPr lang="zh-CN" altLang="en-US"/>
        </a:p>
      </dgm:t>
    </dgm:pt>
    <dgm:pt modelId="{136B2D38-55B5-42A0-847C-3EDDDC403B22}">
      <dgm:prSet/>
      <dgm:spPr/>
      <dgm:t>
        <a:bodyPr/>
        <a:lstStyle/>
        <a:p>
          <a:pPr rtl="0"/>
          <a:r>
            <a:rPr lang="zh-CN" smtClean="0"/>
            <a:t>资源配置动态化</a:t>
          </a:r>
          <a:endParaRPr lang="zh-CN"/>
        </a:p>
      </dgm:t>
    </dgm:pt>
    <dgm:pt modelId="{C7744AB9-25DD-4B7D-B1CC-D7E8F9FCE919}" type="parTrans" cxnId="{957E9918-CC8A-4F2B-B84B-A87FEC3A56F1}">
      <dgm:prSet/>
      <dgm:spPr/>
      <dgm:t>
        <a:bodyPr/>
        <a:lstStyle/>
        <a:p>
          <a:endParaRPr lang="zh-CN" altLang="en-US"/>
        </a:p>
      </dgm:t>
    </dgm:pt>
    <dgm:pt modelId="{D15547DD-0424-46FF-BEC9-12DCE95B7971}" type="sibTrans" cxnId="{957E9918-CC8A-4F2B-B84B-A87FEC3A56F1}">
      <dgm:prSet/>
      <dgm:spPr/>
      <dgm:t>
        <a:bodyPr/>
        <a:lstStyle/>
        <a:p>
          <a:endParaRPr lang="zh-CN" altLang="en-US"/>
        </a:p>
      </dgm:t>
    </dgm:pt>
    <dgm:pt modelId="{ABA82791-E751-4225-9F97-3CA78FD0858F}">
      <dgm:prSet/>
      <dgm:spPr/>
      <dgm:t>
        <a:bodyPr/>
        <a:lstStyle/>
        <a:p>
          <a:pPr rtl="0"/>
          <a:r>
            <a:rPr lang="zh-CN" smtClean="0"/>
            <a:t>需求服务自助化</a:t>
          </a:r>
          <a:endParaRPr lang="zh-CN"/>
        </a:p>
      </dgm:t>
    </dgm:pt>
    <dgm:pt modelId="{729700DA-903B-46E8-8C69-4ADFADEDA9F6}" type="parTrans" cxnId="{0C6FA4F9-2BFD-4871-9F58-7E0EC70C8B51}">
      <dgm:prSet/>
      <dgm:spPr/>
      <dgm:t>
        <a:bodyPr/>
        <a:lstStyle/>
        <a:p>
          <a:endParaRPr lang="zh-CN" altLang="en-US"/>
        </a:p>
      </dgm:t>
    </dgm:pt>
    <dgm:pt modelId="{7DAB67D7-7B1B-4DA9-A6AF-3B421D025414}" type="sibTrans" cxnId="{0C6FA4F9-2BFD-4871-9F58-7E0EC70C8B51}">
      <dgm:prSet/>
      <dgm:spPr/>
      <dgm:t>
        <a:bodyPr/>
        <a:lstStyle/>
        <a:p>
          <a:endParaRPr lang="zh-CN" altLang="en-US"/>
        </a:p>
      </dgm:t>
    </dgm:pt>
    <dgm:pt modelId="{E4F7D405-3B04-438C-A9EF-E64D90796688}">
      <dgm:prSet/>
      <dgm:spPr/>
      <dgm:t>
        <a:bodyPr/>
        <a:lstStyle/>
        <a:p>
          <a:pPr rtl="0"/>
          <a:r>
            <a:rPr lang="zh-CN" smtClean="0"/>
            <a:t>以网络为中心</a:t>
          </a:r>
          <a:endParaRPr lang="zh-CN"/>
        </a:p>
      </dgm:t>
    </dgm:pt>
    <dgm:pt modelId="{19092545-09CA-457F-9569-E8CEDAA1EDCD}" type="parTrans" cxnId="{4ED14086-3A89-482F-A3A4-D54CDBFD11FC}">
      <dgm:prSet/>
      <dgm:spPr/>
      <dgm:t>
        <a:bodyPr/>
        <a:lstStyle/>
        <a:p>
          <a:endParaRPr lang="zh-CN" altLang="en-US"/>
        </a:p>
      </dgm:t>
    </dgm:pt>
    <dgm:pt modelId="{434057E7-53D4-43D0-9B2C-AE0C87181E94}" type="sibTrans" cxnId="{4ED14086-3A89-482F-A3A4-D54CDBFD11FC}">
      <dgm:prSet/>
      <dgm:spPr/>
      <dgm:t>
        <a:bodyPr/>
        <a:lstStyle/>
        <a:p>
          <a:endParaRPr lang="zh-CN" altLang="en-US"/>
        </a:p>
      </dgm:t>
    </dgm:pt>
    <dgm:pt modelId="{AEF8E50F-25CF-4B08-9C11-32537A1EDB61}">
      <dgm:prSet/>
      <dgm:spPr/>
      <dgm:t>
        <a:bodyPr/>
        <a:lstStyle/>
        <a:p>
          <a:pPr rtl="0"/>
          <a:r>
            <a:rPr lang="zh-CN" smtClean="0"/>
            <a:t>服务可计量化</a:t>
          </a:r>
          <a:endParaRPr lang="zh-CN"/>
        </a:p>
      </dgm:t>
    </dgm:pt>
    <dgm:pt modelId="{ADEF1C3A-79B4-4F91-BFCB-75CE4D0E89AF}" type="parTrans" cxnId="{45BE4E02-524B-4C9F-937F-44987D17CEEF}">
      <dgm:prSet/>
      <dgm:spPr/>
      <dgm:t>
        <a:bodyPr/>
        <a:lstStyle/>
        <a:p>
          <a:endParaRPr lang="zh-CN" altLang="en-US"/>
        </a:p>
      </dgm:t>
    </dgm:pt>
    <dgm:pt modelId="{D3C4F276-2694-42B0-96B9-76903803445A}" type="sibTrans" cxnId="{45BE4E02-524B-4C9F-937F-44987D17CEEF}">
      <dgm:prSet/>
      <dgm:spPr/>
      <dgm:t>
        <a:bodyPr/>
        <a:lstStyle/>
        <a:p>
          <a:endParaRPr lang="zh-CN" altLang="en-US"/>
        </a:p>
      </dgm:t>
    </dgm:pt>
    <dgm:pt modelId="{196C3B50-90DD-421C-BE35-FD7000F71E44}">
      <dgm:prSet/>
      <dgm:spPr/>
      <dgm:t>
        <a:bodyPr/>
        <a:lstStyle/>
        <a:p>
          <a:pPr rtl="0"/>
          <a:r>
            <a:rPr lang="zh-CN" smtClean="0"/>
            <a:t>资源池化透明化</a:t>
          </a:r>
          <a:endParaRPr lang="zh-CN"/>
        </a:p>
      </dgm:t>
    </dgm:pt>
    <dgm:pt modelId="{69BEE65E-3318-4924-AFDA-66A6068EFB90}" type="parTrans" cxnId="{8BC48CC2-E730-4162-94A6-4F0CF107DA09}">
      <dgm:prSet/>
      <dgm:spPr/>
      <dgm:t>
        <a:bodyPr/>
        <a:lstStyle/>
        <a:p>
          <a:endParaRPr lang="zh-CN" altLang="en-US"/>
        </a:p>
      </dgm:t>
    </dgm:pt>
    <dgm:pt modelId="{2E61BE17-AB17-4737-9492-AA71DC93D6B2}" type="sibTrans" cxnId="{8BC48CC2-E730-4162-94A6-4F0CF107DA09}">
      <dgm:prSet/>
      <dgm:spPr/>
      <dgm:t>
        <a:bodyPr/>
        <a:lstStyle/>
        <a:p>
          <a:endParaRPr lang="zh-CN" altLang="en-US"/>
        </a:p>
      </dgm:t>
    </dgm:pt>
    <dgm:pt modelId="{EB3718C8-F4D7-4C8F-8BD8-0BA851F7FAD9}" type="pres">
      <dgm:prSet presAssocID="{5480F7BA-3774-47CE-8C21-5D55D23873D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6A25B0C8-AAAB-4B6B-86DC-61409F2374B2}" type="pres">
      <dgm:prSet presAssocID="{A3A63432-03CD-4141-838D-923A9CA8AF0C}" presName="hierRoot1" presStyleCnt="0">
        <dgm:presLayoutVars>
          <dgm:hierBranch val="init"/>
        </dgm:presLayoutVars>
      </dgm:prSet>
      <dgm:spPr/>
    </dgm:pt>
    <dgm:pt modelId="{D990155D-18FE-422D-AE5F-09B571254FE1}" type="pres">
      <dgm:prSet presAssocID="{A3A63432-03CD-4141-838D-923A9CA8AF0C}" presName="rootComposite1" presStyleCnt="0"/>
      <dgm:spPr/>
    </dgm:pt>
    <dgm:pt modelId="{C31824FE-0677-4D57-A4FB-4AB4E201FEE8}" type="pres">
      <dgm:prSet presAssocID="{A3A63432-03CD-4141-838D-923A9CA8AF0C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F1E6720-E249-434E-B8CF-7AF0365BE958}" type="pres">
      <dgm:prSet presAssocID="{A3A63432-03CD-4141-838D-923A9CA8AF0C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34093701-1A72-45AE-AA1B-EB6410400C4F}" type="pres">
      <dgm:prSet presAssocID="{A3A63432-03CD-4141-838D-923A9CA8AF0C}" presName="hierChild2" presStyleCnt="0"/>
      <dgm:spPr/>
    </dgm:pt>
    <dgm:pt modelId="{C03100EC-68BC-4F35-B9B1-B3C9EE5D00B9}" type="pres">
      <dgm:prSet presAssocID="{C7744AB9-25DD-4B7D-B1CC-D7E8F9FCE919}" presName="Name37" presStyleLbl="parChTrans1D2" presStyleIdx="0" presStyleCnt="5"/>
      <dgm:spPr/>
      <dgm:t>
        <a:bodyPr/>
        <a:lstStyle/>
        <a:p>
          <a:endParaRPr lang="zh-CN" altLang="en-US"/>
        </a:p>
      </dgm:t>
    </dgm:pt>
    <dgm:pt modelId="{00F00C92-3C8E-4BA5-8D42-4891C30FD1D7}" type="pres">
      <dgm:prSet presAssocID="{136B2D38-55B5-42A0-847C-3EDDDC403B22}" presName="hierRoot2" presStyleCnt="0">
        <dgm:presLayoutVars>
          <dgm:hierBranch val="init"/>
        </dgm:presLayoutVars>
      </dgm:prSet>
      <dgm:spPr/>
    </dgm:pt>
    <dgm:pt modelId="{FF61306F-4714-4EB6-B329-F7A4F00689A2}" type="pres">
      <dgm:prSet presAssocID="{136B2D38-55B5-42A0-847C-3EDDDC403B22}" presName="rootComposite" presStyleCnt="0"/>
      <dgm:spPr/>
    </dgm:pt>
    <dgm:pt modelId="{5BBF4551-7879-44CA-99E5-7FCD03268313}" type="pres">
      <dgm:prSet presAssocID="{136B2D38-55B5-42A0-847C-3EDDDC403B22}" presName="rootText" presStyleLbl="node2" presStyleIdx="0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12065D7-7D8A-41C4-990D-7C2FDAE09B9E}" type="pres">
      <dgm:prSet presAssocID="{136B2D38-55B5-42A0-847C-3EDDDC403B22}" presName="rootConnector" presStyleLbl="node2" presStyleIdx="0" presStyleCnt="5"/>
      <dgm:spPr/>
      <dgm:t>
        <a:bodyPr/>
        <a:lstStyle/>
        <a:p>
          <a:endParaRPr lang="zh-CN" altLang="en-US"/>
        </a:p>
      </dgm:t>
    </dgm:pt>
    <dgm:pt modelId="{F7669B91-7F34-4634-AB89-DB6B990BDB4A}" type="pres">
      <dgm:prSet presAssocID="{136B2D38-55B5-42A0-847C-3EDDDC403B22}" presName="hierChild4" presStyleCnt="0"/>
      <dgm:spPr/>
    </dgm:pt>
    <dgm:pt modelId="{3F7F9550-C3EA-403E-A772-2E6445E56941}" type="pres">
      <dgm:prSet presAssocID="{136B2D38-55B5-42A0-847C-3EDDDC403B22}" presName="hierChild5" presStyleCnt="0"/>
      <dgm:spPr/>
    </dgm:pt>
    <dgm:pt modelId="{BB68BCE0-E21D-4866-8EA4-34A68E0E0722}" type="pres">
      <dgm:prSet presAssocID="{729700DA-903B-46E8-8C69-4ADFADEDA9F6}" presName="Name37" presStyleLbl="parChTrans1D2" presStyleIdx="1" presStyleCnt="5"/>
      <dgm:spPr/>
      <dgm:t>
        <a:bodyPr/>
        <a:lstStyle/>
        <a:p>
          <a:endParaRPr lang="zh-CN" altLang="en-US"/>
        </a:p>
      </dgm:t>
    </dgm:pt>
    <dgm:pt modelId="{2B87C43A-79B5-4E57-99CF-DB6A87798D48}" type="pres">
      <dgm:prSet presAssocID="{ABA82791-E751-4225-9F97-3CA78FD0858F}" presName="hierRoot2" presStyleCnt="0">
        <dgm:presLayoutVars>
          <dgm:hierBranch val="init"/>
        </dgm:presLayoutVars>
      </dgm:prSet>
      <dgm:spPr/>
    </dgm:pt>
    <dgm:pt modelId="{56C6A3EA-BBDB-49DE-9A13-1F2A78923E82}" type="pres">
      <dgm:prSet presAssocID="{ABA82791-E751-4225-9F97-3CA78FD0858F}" presName="rootComposite" presStyleCnt="0"/>
      <dgm:spPr/>
    </dgm:pt>
    <dgm:pt modelId="{1218C4CD-1495-4A2E-B35B-3F743252B695}" type="pres">
      <dgm:prSet presAssocID="{ABA82791-E751-4225-9F97-3CA78FD0858F}" presName="rootText" presStyleLbl="node2" presStyleIdx="1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5568C1D-D75B-4451-B15E-F0AEECFDAC50}" type="pres">
      <dgm:prSet presAssocID="{ABA82791-E751-4225-9F97-3CA78FD0858F}" presName="rootConnector" presStyleLbl="node2" presStyleIdx="1" presStyleCnt="5"/>
      <dgm:spPr/>
      <dgm:t>
        <a:bodyPr/>
        <a:lstStyle/>
        <a:p>
          <a:endParaRPr lang="zh-CN" altLang="en-US"/>
        </a:p>
      </dgm:t>
    </dgm:pt>
    <dgm:pt modelId="{096C12A2-ACA2-4738-9141-8978BC983F5F}" type="pres">
      <dgm:prSet presAssocID="{ABA82791-E751-4225-9F97-3CA78FD0858F}" presName="hierChild4" presStyleCnt="0"/>
      <dgm:spPr/>
    </dgm:pt>
    <dgm:pt modelId="{78D7C3C6-F9B5-4CFA-BF05-2CEE3CBC8647}" type="pres">
      <dgm:prSet presAssocID="{ABA82791-E751-4225-9F97-3CA78FD0858F}" presName="hierChild5" presStyleCnt="0"/>
      <dgm:spPr/>
    </dgm:pt>
    <dgm:pt modelId="{19FF44D9-2F70-41D1-98A7-EAB013857CD4}" type="pres">
      <dgm:prSet presAssocID="{19092545-09CA-457F-9569-E8CEDAA1EDCD}" presName="Name37" presStyleLbl="parChTrans1D2" presStyleIdx="2" presStyleCnt="5"/>
      <dgm:spPr/>
      <dgm:t>
        <a:bodyPr/>
        <a:lstStyle/>
        <a:p>
          <a:endParaRPr lang="zh-CN" altLang="en-US"/>
        </a:p>
      </dgm:t>
    </dgm:pt>
    <dgm:pt modelId="{C20D5164-ED12-4EE7-B126-A8C715376AA8}" type="pres">
      <dgm:prSet presAssocID="{E4F7D405-3B04-438C-A9EF-E64D90796688}" presName="hierRoot2" presStyleCnt="0">
        <dgm:presLayoutVars>
          <dgm:hierBranch val="init"/>
        </dgm:presLayoutVars>
      </dgm:prSet>
      <dgm:spPr/>
    </dgm:pt>
    <dgm:pt modelId="{5B08AF77-2DC5-4B5F-8A5A-49D0A5C828C9}" type="pres">
      <dgm:prSet presAssocID="{E4F7D405-3B04-438C-A9EF-E64D90796688}" presName="rootComposite" presStyleCnt="0"/>
      <dgm:spPr/>
    </dgm:pt>
    <dgm:pt modelId="{1091F617-5F09-4C0C-B1B4-41D848309E03}" type="pres">
      <dgm:prSet presAssocID="{E4F7D405-3B04-438C-A9EF-E64D90796688}" presName="rootText" presStyleLbl="node2" presStyleIdx="2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CD4E8C8-53C1-4737-9A7C-4B3D61A3D6FE}" type="pres">
      <dgm:prSet presAssocID="{E4F7D405-3B04-438C-A9EF-E64D90796688}" presName="rootConnector" presStyleLbl="node2" presStyleIdx="2" presStyleCnt="5"/>
      <dgm:spPr/>
      <dgm:t>
        <a:bodyPr/>
        <a:lstStyle/>
        <a:p>
          <a:endParaRPr lang="zh-CN" altLang="en-US"/>
        </a:p>
      </dgm:t>
    </dgm:pt>
    <dgm:pt modelId="{59943746-13DE-4147-9CC8-C875A8B84DFC}" type="pres">
      <dgm:prSet presAssocID="{E4F7D405-3B04-438C-A9EF-E64D90796688}" presName="hierChild4" presStyleCnt="0"/>
      <dgm:spPr/>
    </dgm:pt>
    <dgm:pt modelId="{92A519F2-6349-4648-8C12-753A6898696F}" type="pres">
      <dgm:prSet presAssocID="{E4F7D405-3B04-438C-A9EF-E64D90796688}" presName="hierChild5" presStyleCnt="0"/>
      <dgm:spPr/>
    </dgm:pt>
    <dgm:pt modelId="{B3897D79-CEDB-4238-A1E3-E6C1444910DA}" type="pres">
      <dgm:prSet presAssocID="{ADEF1C3A-79B4-4F91-BFCB-75CE4D0E89AF}" presName="Name37" presStyleLbl="parChTrans1D2" presStyleIdx="3" presStyleCnt="5"/>
      <dgm:spPr/>
      <dgm:t>
        <a:bodyPr/>
        <a:lstStyle/>
        <a:p>
          <a:endParaRPr lang="zh-CN" altLang="en-US"/>
        </a:p>
      </dgm:t>
    </dgm:pt>
    <dgm:pt modelId="{6F79D645-C6FA-4C14-9719-8B7A46A2AF52}" type="pres">
      <dgm:prSet presAssocID="{AEF8E50F-25CF-4B08-9C11-32537A1EDB61}" presName="hierRoot2" presStyleCnt="0">
        <dgm:presLayoutVars>
          <dgm:hierBranch val="init"/>
        </dgm:presLayoutVars>
      </dgm:prSet>
      <dgm:spPr/>
    </dgm:pt>
    <dgm:pt modelId="{C47642AA-EAEB-4C90-B0FA-4C51397B0D42}" type="pres">
      <dgm:prSet presAssocID="{AEF8E50F-25CF-4B08-9C11-32537A1EDB61}" presName="rootComposite" presStyleCnt="0"/>
      <dgm:spPr/>
    </dgm:pt>
    <dgm:pt modelId="{1E3B192B-5BDF-4AF9-A6E8-F6F759FA66BE}" type="pres">
      <dgm:prSet presAssocID="{AEF8E50F-25CF-4B08-9C11-32537A1EDB61}" presName="rootText" presStyleLbl="node2" presStyleIdx="3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DBFBFCF-9C76-41A6-81A8-2FE6A59AC35E}" type="pres">
      <dgm:prSet presAssocID="{AEF8E50F-25CF-4B08-9C11-32537A1EDB61}" presName="rootConnector" presStyleLbl="node2" presStyleIdx="3" presStyleCnt="5"/>
      <dgm:spPr/>
      <dgm:t>
        <a:bodyPr/>
        <a:lstStyle/>
        <a:p>
          <a:endParaRPr lang="zh-CN" altLang="en-US"/>
        </a:p>
      </dgm:t>
    </dgm:pt>
    <dgm:pt modelId="{8BD5E2D2-21A6-4BAB-AE4D-75F0E4935697}" type="pres">
      <dgm:prSet presAssocID="{AEF8E50F-25CF-4B08-9C11-32537A1EDB61}" presName="hierChild4" presStyleCnt="0"/>
      <dgm:spPr/>
    </dgm:pt>
    <dgm:pt modelId="{CE5EDAD2-A12E-418A-8D8F-3B7D840493FB}" type="pres">
      <dgm:prSet presAssocID="{AEF8E50F-25CF-4B08-9C11-32537A1EDB61}" presName="hierChild5" presStyleCnt="0"/>
      <dgm:spPr/>
    </dgm:pt>
    <dgm:pt modelId="{49A68A1F-9D5D-4E5D-BC0F-C73A1C21D59E}" type="pres">
      <dgm:prSet presAssocID="{69BEE65E-3318-4924-AFDA-66A6068EFB90}" presName="Name37" presStyleLbl="parChTrans1D2" presStyleIdx="4" presStyleCnt="5"/>
      <dgm:spPr/>
      <dgm:t>
        <a:bodyPr/>
        <a:lstStyle/>
        <a:p>
          <a:endParaRPr lang="zh-CN" altLang="en-US"/>
        </a:p>
      </dgm:t>
    </dgm:pt>
    <dgm:pt modelId="{ED6F75D4-4EFA-4A17-BD8A-1CFBD9B60809}" type="pres">
      <dgm:prSet presAssocID="{196C3B50-90DD-421C-BE35-FD7000F71E44}" presName="hierRoot2" presStyleCnt="0">
        <dgm:presLayoutVars>
          <dgm:hierBranch val="init"/>
        </dgm:presLayoutVars>
      </dgm:prSet>
      <dgm:spPr/>
    </dgm:pt>
    <dgm:pt modelId="{790D38F4-D298-4C7E-9042-E9DDA754B648}" type="pres">
      <dgm:prSet presAssocID="{196C3B50-90DD-421C-BE35-FD7000F71E44}" presName="rootComposite" presStyleCnt="0"/>
      <dgm:spPr/>
    </dgm:pt>
    <dgm:pt modelId="{E6CDB752-0FE1-4683-A3A0-6D83700390E3}" type="pres">
      <dgm:prSet presAssocID="{196C3B50-90DD-421C-BE35-FD7000F71E44}" presName="rootText" presStyleLbl="node2" presStyleIdx="4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6545ACC-4624-4DDA-ABDC-7EF6D57E6080}" type="pres">
      <dgm:prSet presAssocID="{196C3B50-90DD-421C-BE35-FD7000F71E44}" presName="rootConnector" presStyleLbl="node2" presStyleIdx="4" presStyleCnt="5"/>
      <dgm:spPr/>
      <dgm:t>
        <a:bodyPr/>
        <a:lstStyle/>
        <a:p>
          <a:endParaRPr lang="zh-CN" altLang="en-US"/>
        </a:p>
      </dgm:t>
    </dgm:pt>
    <dgm:pt modelId="{6F3D4FBE-5101-481C-A45E-50AFB89C77BF}" type="pres">
      <dgm:prSet presAssocID="{196C3B50-90DD-421C-BE35-FD7000F71E44}" presName="hierChild4" presStyleCnt="0"/>
      <dgm:spPr/>
    </dgm:pt>
    <dgm:pt modelId="{6297DA28-0CA7-45AB-832A-011135CB0D2A}" type="pres">
      <dgm:prSet presAssocID="{196C3B50-90DD-421C-BE35-FD7000F71E44}" presName="hierChild5" presStyleCnt="0"/>
      <dgm:spPr/>
    </dgm:pt>
    <dgm:pt modelId="{7A755CEF-AA7C-4ECE-A451-75F44239C795}" type="pres">
      <dgm:prSet presAssocID="{A3A63432-03CD-4141-838D-923A9CA8AF0C}" presName="hierChild3" presStyleCnt="0"/>
      <dgm:spPr/>
    </dgm:pt>
  </dgm:ptLst>
  <dgm:cxnLst>
    <dgm:cxn modelId="{957E9918-CC8A-4F2B-B84B-A87FEC3A56F1}" srcId="{A3A63432-03CD-4141-838D-923A9CA8AF0C}" destId="{136B2D38-55B5-42A0-847C-3EDDDC403B22}" srcOrd="0" destOrd="0" parTransId="{C7744AB9-25DD-4B7D-B1CC-D7E8F9FCE919}" sibTransId="{D15547DD-0424-46FF-BEC9-12DCE95B7971}"/>
    <dgm:cxn modelId="{4DECA93D-756D-476D-82A2-36F445624600}" type="presOf" srcId="{19092545-09CA-457F-9569-E8CEDAA1EDCD}" destId="{19FF44D9-2F70-41D1-98A7-EAB013857CD4}" srcOrd="0" destOrd="0" presId="urn:microsoft.com/office/officeart/2005/8/layout/orgChart1"/>
    <dgm:cxn modelId="{43CFCA5E-3B96-4AF7-A8B9-D06B7A76C2E1}" type="presOf" srcId="{AEF8E50F-25CF-4B08-9C11-32537A1EDB61}" destId="{1E3B192B-5BDF-4AF9-A6E8-F6F759FA66BE}" srcOrd="0" destOrd="0" presId="urn:microsoft.com/office/officeart/2005/8/layout/orgChart1"/>
    <dgm:cxn modelId="{4ED14086-3A89-482F-A3A4-D54CDBFD11FC}" srcId="{A3A63432-03CD-4141-838D-923A9CA8AF0C}" destId="{E4F7D405-3B04-438C-A9EF-E64D90796688}" srcOrd="2" destOrd="0" parTransId="{19092545-09CA-457F-9569-E8CEDAA1EDCD}" sibTransId="{434057E7-53D4-43D0-9B2C-AE0C87181E94}"/>
    <dgm:cxn modelId="{AD3A6D67-8103-4895-86DB-392A2A271062}" type="presOf" srcId="{136B2D38-55B5-42A0-847C-3EDDDC403B22}" destId="{5BBF4551-7879-44CA-99E5-7FCD03268313}" srcOrd="0" destOrd="0" presId="urn:microsoft.com/office/officeart/2005/8/layout/orgChart1"/>
    <dgm:cxn modelId="{18037EE5-7852-43A2-8897-882C28A3A719}" type="presOf" srcId="{729700DA-903B-46E8-8C69-4ADFADEDA9F6}" destId="{BB68BCE0-E21D-4866-8EA4-34A68E0E0722}" srcOrd="0" destOrd="0" presId="urn:microsoft.com/office/officeart/2005/8/layout/orgChart1"/>
    <dgm:cxn modelId="{0C6FA4F9-2BFD-4871-9F58-7E0EC70C8B51}" srcId="{A3A63432-03CD-4141-838D-923A9CA8AF0C}" destId="{ABA82791-E751-4225-9F97-3CA78FD0858F}" srcOrd="1" destOrd="0" parTransId="{729700DA-903B-46E8-8C69-4ADFADEDA9F6}" sibTransId="{7DAB67D7-7B1B-4DA9-A6AF-3B421D025414}"/>
    <dgm:cxn modelId="{8D13312F-A697-48D6-8074-C3D3C5A50E09}" type="presOf" srcId="{5480F7BA-3774-47CE-8C21-5D55D23873D9}" destId="{EB3718C8-F4D7-4C8F-8BD8-0BA851F7FAD9}" srcOrd="0" destOrd="0" presId="urn:microsoft.com/office/officeart/2005/8/layout/orgChart1"/>
    <dgm:cxn modelId="{8BC48CC2-E730-4162-94A6-4F0CF107DA09}" srcId="{A3A63432-03CD-4141-838D-923A9CA8AF0C}" destId="{196C3B50-90DD-421C-BE35-FD7000F71E44}" srcOrd="4" destOrd="0" parTransId="{69BEE65E-3318-4924-AFDA-66A6068EFB90}" sibTransId="{2E61BE17-AB17-4737-9492-AA71DC93D6B2}"/>
    <dgm:cxn modelId="{B4D00FAF-1200-4A7C-8684-755A691D53DF}" type="presOf" srcId="{E4F7D405-3B04-438C-A9EF-E64D90796688}" destId="{BCD4E8C8-53C1-4737-9A7C-4B3D61A3D6FE}" srcOrd="1" destOrd="0" presId="urn:microsoft.com/office/officeart/2005/8/layout/orgChart1"/>
    <dgm:cxn modelId="{B86C7078-AC89-4C30-90E2-D6E965F460E8}" type="presOf" srcId="{136B2D38-55B5-42A0-847C-3EDDDC403B22}" destId="{B12065D7-7D8A-41C4-990D-7C2FDAE09B9E}" srcOrd="1" destOrd="0" presId="urn:microsoft.com/office/officeart/2005/8/layout/orgChart1"/>
    <dgm:cxn modelId="{033E1ABA-D5ED-45A2-94D3-754D755CE25D}" type="presOf" srcId="{ADEF1C3A-79B4-4F91-BFCB-75CE4D0E89AF}" destId="{B3897D79-CEDB-4238-A1E3-E6C1444910DA}" srcOrd="0" destOrd="0" presId="urn:microsoft.com/office/officeart/2005/8/layout/orgChart1"/>
    <dgm:cxn modelId="{54E20D64-8FBD-4BED-88DF-AE3EC8C9E93C}" type="presOf" srcId="{AEF8E50F-25CF-4B08-9C11-32537A1EDB61}" destId="{4DBFBFCF-9C76-41A6-81A8-2FE6A59AC35E}" srcOrd="1" destOrd="0" presId="urn:microsoft.com/office/officeart/2005/8/layout/orgChart1"/>
    <dgm:cxn modelId="{3BCB3952-1AF9-4EFF-BF96-E646743BFAAD}" type="presOf" srcId="{E4F7D405-3B04-438C-A9EF-E64D90796688}" destId="{1091F617-5F09-4C0C-B1B4-41D848309E03}" srcOrd="0" destOrd="0" presId="urn:microsoft.com/office/officeart/2005/8/layout/orgChart1"/>
    <dgm:cxn modelId="{FAFE7BD9-6A06-4385-BCA3-1925F088BA1D}" type="presOf" srcId="{196C3B50-90DD-421C-BE35-FD7000F71E44}" destId="{D6545ACC-4624-4DDA-ABDC-7EF6D57E6080}" srcOrd="1" destOrd="0" presId="urn:microsoft.com/office/officeart/2005/8/layout/orgChart1"/>
    <dgm:cxn modelId="{45BE4E02-524B-4C9F-937F-44987D17CEEF}" srcId="{A3A63432-03CD-4141-838D-923A9CA8AF0C}" destId="{AEF8E50F-25CF-4B08-9C11-32537A1EDB61}" srcOrd="3" destOrd="0" parTransId="{ADEF1C3A-79B4-4F91-BFCB-75CE4D0E89AF}" sibTransId="{D3C4F276-2694-42B0-96B9-76903803445A}"/>
    <dgm:cxn modelId="{8923CE6B-025D-4295-BD3F-754A883E265F}" type="presOf" srcId="{A3A63432-03CD-4141-838D-923A9CA8AF0C}" destId="{C31824FE-0677-4D57-A4FB-4AB4E201FEE8}" srcOrd="0" destOrd="0" presId="urn:microsoft.com/office/officeart/2005/8/layout/orgChart1"/>
    <dgm:cxn modelId="{68B87434-16F1-468B-9CDC-CFEEB164167B}" type="presOf" srcId="{C7744AB9-25DD-4B7D-B1CC-D7E8F9FCE919}" destId="{C03100EC-68BC-4F35-B9B1-B3C9EE5D00B9}" srcOrd="0" destOrd="0" presId="urn:microsoft.com/office/officeart/2005/8/layout/orgChart1"/>
    <dgm:cxn modelId="{E423E488-D885-46E9-A596-84DAA782F70F}" type="presOf" srcId="{ABA82791-E751-4225-9F97-3CA78FD0858F}" destId="{A5568C1D-D75B-4451-B15E-F0AEECFDAC50}" srcOrd="1" destOrd="0" presId="urn:microsoft.com/office/officeart/2005/8/layout/orgChart1"/>
    <dgm:cxn modelId="{8735F72E-87E4-4CF8-9B6D-585B513FED81}" srcId="{5480F7BA-3774-47CE-8C21-5D55D23873D9}" destId="{A3A63432-03CD-4141-838D-923A9CA8AF0C}" srcOrd="0" destOrd="0" parTransId="{EF0B0687-9325-4306-950C-4BC99C840F01}" sibTransId="{E093C130-5094-428C-8BDB-013084855962}"/>
    <dgm:cxn modelId="{F0B5B021-20AA-4B62-85BF-8A6A5D073887}" type="presOf" srcId="{ABA82791-E751-4225-9F97-3CA78FD0858F}" destId="{1218C4CD-1495-4A2E-B35B-3F743252B695}" srcOrd="0" destOrd="0" presId="urn:microsoft.com/office/officeart/2005/8/layout/orgChart1"/>
    <dgm:cxn modelId="{BD2B403B-F7EA-4241-A77D-54DD0C6E5ECF}" type="presOf" srcId="{69BEE65E-3318-4924-AFDA-66A6068EFB90}" destId="{49A68A1F-9D5D-4E5D-BC0F-C73A1C21D59E}" srcOrd="0" destOrd="0" presId="urn:microsoft.com/office/officeart/2005/8/layout/orgChart1"/>
    <dgm:cxn modelId="{05298AF3-1BC1-411F-A66D-50A49C28D379}" type="presOf" srcId="{A3A63432-03CD-4141-838D-923A9CA8AF0C}" destId="{FF1E6720-E249-434E-B8CF-7AF0365BE958}" srcOrd="1" destOrd="0" presId="urn:microsoft.com/office/officeart/2005/8/layout/orgChart1"/>
    <dgm:cxn modelId="{9ABBFB0E-3455-4603-A225-B02B8161E236}" type="presOf" srcId="{196C3B50-90DD-421C-BE35-FD7000F71E44}" destId="{E6CDB752-0FE1-4683-A3A0-6D83700390E3}" srcOrd="0" destOrd="0" presId="urn:microsoft.com/office/officeart/2005/8/layout/orgChart1"/>
    <dgm:cxn modelId="{A0D86722-EA00-433E-9493-1AD1FD2BB7B4}" type="presParOf" srcId="{EB3718C8-F4D7-4C8F-8BD8-0BA851F7FAD9}" destId="{6A25B0C8-AAAB-4B6B-86DC-61409F2374B2}" srcOrd="0" destOrd="0" presId="urn:microsoft.com/office/officeart/2005/8/layout/orgChart1"/>
    <dgm:cxn modelId="{4BB34FC5-C386-404B-A373-7629C7ED81F2}" type="presParOf" srcId="{6A25B0C8-AAAB-4B6B-86DC-61409F2374B2}" destId="{D990155D-18FE-422D-AE5F-09B571254FE1}" srcOrd="0" destOrd="0" presId="urn:microsoft.com/office/officeart/2005/8/layout/orgChart1"/>
    <dgm:cxn modelId="{C28E5FFC-3E41-48C1-BF82-D2FEA3F8D4C9}" type="presParOf" srcId="{D990155D-18FE-422D-AE5F-09B571254FE1}" destId="{C31824FE-0677-4D57-A4FB-4AB4E201FEE8}" srcOrd="0" destOrd="0" presId="urn:microsoft.com/office/officeart/2005/8/layout/orgChart1"/>
    <dgm:cxn modelId="{3D5CE49C-BF41-4991-B333-EE6A4C493253}" type="presParOf" srcId="{D990155D-18FE-422D-AE5F-09B571254FE1}" destId="{FF1E6720-E249-434E-B8CF-7AF0365BE958}" srcOrd="1" destOrd="0" presId="urn:microsoft.com/office/officeart/2005/8/layout/orgChart1"/>
    <dgm:cxn modelId="{CF70AE7E-21C4-4BCF-B784-5A7A5A539C6D}" type="presParOf" srcId="{6A25B0C8-AAAB-4B6B-86DC-61409F2374B2}" destId="{34093701-1A72-45AE-AA1B-EB6410400C4F}" srcOrd="1" destOrd="0" presId="urn:microsoft.com/office/officeart/2005/8/layout/orgChart1"/>
    <dgm:cxn modelId="{5CAE8B5D-0247-48E1-B9D8-BDFE8646FDFB}" type="presParOf" srcId="{34093701-1A72-45AE-AA1B-EB6410400C4F}" destId="{C03100EC-68BC-4F35-B9B1-B3C9EE5D00B9}" srcOrd="0" destOrd="0" presId="urn:microsoft.com/office/officeart/2005/8/layout/orgChart1"/>
    <dgm:cxn modelId="{8930FF1A-3196-41B3-AE1A-D0B44221BCA1}" type="presParOf" srcId="{34093701-1A72-45AE-AA1B-EB6410400C4F}" destId="{00F00C92-3C8E-4BA5-8D42-4891C30FD1D7}" srcOrd="1" destOrd="0" presId="urn:microsoft.com/office/officeart/2005/8/layout/orgChart1"/>
    <dgm:cxn modelId="{0E3CB247-F9D0-46B7-B9F0-9568D888DCDA}" type="presParOf" srcId="{00F00C92-3C8E-4BA5-8D42-4891C30FD1D7}" destId="{FF61306F-4714-4EB6-B329-F7A4F00689A2}" srcOrd="0" destOrd="0" presId="urn:microsoft.com/office/officeart/2005/8/layout/orgChart1"/>
    <dgm:cxn modelId="{B0393E1E-4F2A-4A5A-9AC2-F2F33C1FB9A7}" type="presParOf" srcId="{FF61306F-4714-4EB6-B329-F7A4F00689A2}" destId="{5BBF4551-7879-44CA-99E5-7FCD03268313}" srcOrd="0" destOrd="0" presId="urn:microsoft.com/office/officeart/2005/8/layout/orgChart1"/>
    <dgm:cxn modelId="{E479059F-1E19-4001-9BF2-C35028998EE9}" type="presParOf" srcId="{FF61306F-4714-4EB6-B329-F7A4F00689A2}" destId="{B12065D7-7D8A-41C4-990D-7C2FDAE09B9E}" srcOrd="1" destOrd="0" presId="urn:microsoft.com/office/officeart/2005/8/layout/orgChart1"/>
    <dgm:cxn modelId="{5077422A-DEA5-4330-9E19-4BAE22CBC6A8}" type="presParOf" srcId="{00F00C92-3C8E-4BA5-8D42-4891C30FD1D7}" destId="{F7669B91-7F34-4634-AB89-DB6B990BDB4A}" srcOrd="1" destOrd="0" presId="urn:microsoft.com/office/officeart/2005/8/layout/orgChart1"/>
    <dgm:cxn modelId="{146735D7-04BD-4180-B1A6-DCE2ACB158D2}" type="presParOf" srcId="{00F00C92-3C8E-4BA5-8D42-4891C30FD1D7}" destId="{3F7F9550-C3EA-403E-A772-2E6445E56941}" srcOrd="2" destOrd="0" presId="urn:microsoft.com/office/officeart/2005/8/layout/orgChart1"/>
    <dgm:cxn modelId="{BC15D5FA-6F51-4B33-BDE5-1221A4345134}" type="presParOf" srcId="{34093701-1A72-45AE-AA1B-EB6410400C4F}" destId="{BB68BCE0-E21D-4866-8EA4-34A68E0E0722}" srcOrd="2" destOrd="0" presId="urn:microsoft.com/office/officeart/2005/8/layout/orgChart1"/>
    <dgm:cxn modelId="{3D282860-D6A7-4A01-837B-9897449B7B64}" type="presParOf" srcId="{34093701-1A72-45AE-AA1B-EB6410400C4F}" destId="{2B87C43A-79B5-4E57-99CF-DB6A87798D48}" srcOrd="3" destOrd="0" presId="urn:microsoft.com/office/officeart/2005/8/layout/orgChart1"/>
    <dgm:cxn modelId="{CB3DD806-6431-410A-92F9-ADBE545DE1D5}" type="presParOf" srcId="{2B87C43A-79B5-4E57-99CF-DB6A87798D48}" destId="{56C6A3EA-BBDB-49DE-9A13-1F2A78923E82}" srcOrd="0" destOrd="0" presId="urn:microsoft.com/office/officeart/2005/8/layout/orgChart1"/>
    <dgm:cxn modelId="{12479CE2-0AE2-4F00-860A-F13F3E084999}" type="presParOf" srcId="{56C6A3EA-BBDB-49DE-9A13-1F2A78923E82}" destId="{1218C4CD-1495-4A2E-B35B-3F743252B695}" srcOrd="0" destOrd="0" presId="urn:microsoft.com/office/officeart/2005/8/layout/orgChart1"/>
    <dgm:cxn modelId="{BFC25AA5-A1AF-43F4-A7CC-AF5A11F3AB3B}" type="presParOf" srcId="{56C6A3EA-BBDB-49DE-9A13-1F2A78923E82}" destId="{A5568C1D-D75B-4451-B15E-F0AEECFDAC50}" srcOrd="1" destOrd="0" presId="urn:microsoft.com/office/officeart/2005/8/layout/orgChart1"/>
    <dgm:cxn modelId="{3A6FCBCA-CF49-49CB-9C09-DEB906635723}" type="presParOf" srcId="{2B87C43A-79B5-4E57-99CF-DB6A87798D48}" destId="{096C12A2-ACA2-4738-9141-8978BC983F5F}" srcOrd="1" destOrd="0" presId="urn:microsoft.com/office/officeart/2005/8/layout/orgChart1"/>
    <dgm:cxn modelId="{8DF4B3E3-7440-4A7F-A5B7-6CD3FF3B2F3A}" type="presParOf" srcId="{2B87C43A-79B5-4E57-99CF-DB6A87798D48}" destId="{78D7C3C6-F9B5-4CFA-BF05-2CEE3CBC8647}" srcOrd="2" destOrd="0" presId="urn:microsoft.com/office/officeart/2005/8/layout/orgChart1"/>
    <dgm:cxn modelId="{F1352517-F330-4B31-9AB4-ED17872F9AC6}" type="presParOf" srcId="{34093701-1A72-45AE-AA1B-EB6410400C4F}" destId="{19FF44D9-2F70-41D1-98A7-EAB013857CD4}" srcOrd="4" destOrd="0" presId="urn:microsoft.com/office/officeart/2005/8/layout/orgChart1"/>
    <dgm:cxn modelId="{089D42B1-7F9C-4775-8B87-4A966662A991}" type="presParOf" srcId="{34093701-1A72-45AE-AA1B-EB6410400C4F}" destId="{C20D5164-ED12-4EE7-B126-A8C715376AA8}" srcOrd="5" destOrd="0" presId="urn:microsoft.com/office/officeart/2005/8/layout/orgChart1"/>
    <dgm:cxn modelId="{732AC826-1BA2-492C-87F9-8FBD59F3441D}" type="presParOf" srcId="{C20D5164-ED12-4EE7-B126-A8C715376AA8}" destId="{5B08AF77-2DC5-4B5F-8A5A-49D0A5C828C9}" srcOrd="0" destOrd="0" presId="urn:microsoft.com/office/officeart/2005/8/layout/orgChart1"/>
    <dgm:cxn modelId="{2301EAF5-D226-471B-B8A0-A16096D0819C}" type="presParOf" srcId="{5B08AF77-2DC5-4B5F-8A5A-49D0A5C828C9}" destId="{1091F617-5F09-4C0C-B1B4-41D848309E03}" srcOrd="0" destOrd="0" presId="urn:microsoft.com/office/officeart/2005/8/layout/orgChart1"/>
    <dgm:cxn modelId="{77EC5104-B644-44C3-9C2F-901068960E9B}" type="presParOf" srcId="{5B08AF77-2DC5-4B5F-8A5A-49D0A5C828C9}" destId="{BCD4E8C8-53C1-4737-9A7C-4B3D61A3D6FE}" srcOrd="1" destOrd="0" presId="urn:microsoft.com/office/officeart/2005/8/layout/orgChart1"/>
    <dgm:cxn modelId="{740136F2-89C9-41B6-8325-DF31D96A34BE}" type="presParOf" srcId="{C20D5164-ED12-4EE7-B126-A8C715376AA8}" destId="{59943746-13DE-4147-9CC8-C875A8B84DFC}" srcOrd="1" destOrd="0" presId="urn:microsoft.com/office/officeart/2005/8/layout/orgChart1"/>
    <dgm:cxn modelId="{82BF8924-4C67-4A38-AED9-B9FAC8265CB2}" type="presParOf" srcId="{C20D5164-ED12-4EE7-B126-A8C715376AA8}" destId="{92A519F2-6349-4648-8C12-753A6898696F}" srcOrd="2" destOrd="0" presId="urn:microsoft.com/office/officeart/2005/8/layout/orgChart1"/>
    <dgm:cxn modelId="{BF964666-1F1D-4281-90A2-79D8B83281DB}" type="presParOf" srcId="{34093701-1A72-45AE-AA1B-EB6410400C4F}" destId="{B3897D79-CEDB-4238-A1E3-E6C1444910DA}" srcOrd="6" destOrd="0" presId="urn:microsoft.com/office/officeart/2005/8/layout/orgChart1"/>
    <dgm:cxn modelId="{BE6A3261-C081-4AA4-B476-B076C2A442C2}" type="presParOf" srcId="{34093701-1A72-45AE-AA1B-EB6410400C4F}" destId="{6F79D645-C6FA-4C14-9719-8B7A46A2AF52}" srcOrd="7" destOrd="0" presId="urn:microsoft.com/office/officeart/2005/8/layout/orgChart1"/>
    <dgm:cxn modelId="{5E33B8B9-3079-432E-BE53-8DAE9103B08B}" type="presParOf" srcId="{6F79D645-C6FA-4C14-9719-8B7A46A2AF52}" destId="{C47642AA-EAEB-4C90-B0FA-4C51397B0D42}" srcOrd="0" destOrd="0" presId="urn:microsoft.com/office/officeart/2005/8/layout/orgChart1"/>
    <dgm:cxn modelId="{A23BE50B-80AA-4F0D-99AB-8969C6C60321}" type="presParOf" srcId="{C47642AA-EAEB-4C90-B0FA-4C51397B0D42}" destId="{1E3B192B-5BDF-4AF9-A6E8-F6F759FA66BE}" srcOrd="0" destOrd="0" presId="urn:microsoft.com/office/officeart/2005/8/layout/orgChart1"/>
    <dgm:cxn modelId="{404060DF-56FF-41FA-9FDE-5F5D7B44E3DB}" type="presParOf" srcId="{C47642AA-EAEB-4C90-B0FA-4C51397B0D42}" destId="{4DBFBFCF-9C76-41A6-81A8-2FE6A59AC35E}" srcOrd="1" destOrd="0" presId="urn:microsoft.com/office/officeart/2005/8/layout/orgChart1"/>
    <dgm:cxn modelId="{560CE158-5936-4172-92E6-1C79141C0FFA}" type="presParOf" srcId="{6F79D645-C6FA-4C14-9719-8B7A46A2AF52}" destId="{8BD5E2D2-21A6-4BAB-AE4D-75F0E4935697}" srcOrd="1" destOrd="0" presId="urn:microsoft.com/office/officeart/2005/8/layout/orgChart1"/>
    <dgm:cxn modelId="{B5DE608A-8130-402F-9A50-125440266D18}" type="presParOf" srcId="{6F79D645-C6FA-4C14-9719-8B7A46A2AF52}" destId="{CE5EDAD2-A12E-418A-8D8F-3B7D840493FB}" srcOrd="2" destOrd="0" presId="urn:microsoft.com/office/officeart/2005/8/layout/orgChart1"/>
    <dgm:cxn modelId="{A123EA4F-3E96-4D4F-AEAF-53D7EDE8DE43}" type="presParOf" srcId="{34093701-1A72-45AE-AA1B-EB6410400C4F}" destId="{49A68A1F-9D5D-4E5D-BC0F-C73A1C21D59E}" srcOrd="8" destOrd="0" presId="urn:microsoft.com/office/officeart/2005/8/layout/orgChart1"/>
    <dgm:cxn modelId="{E8186236-71E3-4A86-B60F-A0CA381E7AAD}" type="presParOf" srcId="{34093701-1A72-45AE-AA1B-EB6410400C4F}" destId="{ED6F75D4-4EFA-4A17-BD8A-1CFBD9B60809}" srcOrd="9" destOrd="0" presId="urn:microsoft.com/office/officeart/2005/8/layout/orgChart1"/>
    <dgm:cxn modelId="{C6FDEF2D-A312-4906-939E-B8E91F78C7B9}" type="presParOf" srcId="{ED6F75D4-4EFA-4A17-BD8A-1CFBD9B60809}" destId="{790D38F4-D298-4C7E-9042-E9DDA754B648}" srcOrd="0" destOrd="0" presId="urn:microsoft.com/office/officeart/2005/8/layout/orgChart1"/>
    <dgm:cxn modelId="{0F5BAEF7-A7AC-42C0-A7C6-980B69E9B232}" type="presParOf" srcId="{790D38F4-D298-4C7E-9042-E9DDA754B648}" destId="{E6CDB752-0FE1-4683-A3A0-6D83700390E3}" srcOrd="0" destOrd="0" presId="urn:microsoft.com/office/officeart/2005/8/layout/orgChart1"/>
    <dgm:cxn modelId="{2F5EF594-87C4-4570-9EB7-E8E4D9570461}" type="presParOf" srcId="{790D38F4-D298-4C7E-9042-E9DDA754B648}" destId="{D6545ACC-4624-4DDA-ABDC-7EF6D57E6080}" srcOrd="1" destOrd="0" presId="urn:microsoft.com/office/officeart/2005/8/layout/orgChart1"/>
    <dgm:cxn modelId="{A804F2E6-0F5F-44F8-AC3C-04069ECA9F0A}" type="presParOf" srcId="{ED6F75D4-4EFA-4A17-BD8A-1CFBD9B60809}" destId="{6F3D4FBE-5101-481C-A45E-50AFB89C77BF}" srcOrd="1" destOrd="0" presId="urn:microsoft.com/office/officeart/2005/8/layout/orgChart1"/>
    <dgm:cxn modelId="{996F7031-3F8B-40E7-9D3F-4D4C78E305F2}" type="presParOf" srcId="{ED6F75D4-4EFA-4A17-BD8A-1CFBD9B60809}" destId="{6297DA28-0CA7-45AB-832A-011135CB0D2A}" srcOrd="2" destOrd="0" presId="urn:microsoft.com/office/officeart/2005/8/layout/orgChart1"/>
    <dgm:cxn modelId="{6F6007A2-9C6D-4197-9554-5DD68CC00B99}" type="presParOf" srcId="{6A25B0C8-AAAB-4B6B-86DC-61409F2374B2}" destId="{7A755CEF-AA7C-4ECE-A451-75F44239C79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A68A1F-9D5D-4E5D-BC0F-C73A1C21D59E}">
      <dsp:nvSpPr>
        <dsp:cNvPr id="0" name=""/>
        <dsp:cNvSpPr/>
      </dsp:nvSpPr>
      <dsp:spPr>
        <a:xfrm>
          <a:off x="4800598" y="1486873"/>
          <a:ext cx="3977897" cy="3451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2594"/>
              </a:lnTo>
              <a:lnTo>
                <a:pt x="3977897" y="172594"/>
              </a:lnTo>
              <a:lnTo>
                <a:pt x="3977897" y="34518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897D79-CEDB-4238-A1E3-E6C1444910DA}">
      <dsp:nvSpPr>
        <dsp:cNvPr id="0" name=""/>
        <dsp:cNvSpPr/>
      </dsp:nvSpPr>
      <dsp:spPr>
        <a:xfrm>
          <a:off x="4800598" y="1486873"/>
          <a:ext cx="1988948" cy="3451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2594"/>
              </a:lnTo>
              <a:lnTo>
                <a:pt x="1988948" y="172594"/>
              </a:lnTo>
              <a:lnTo>
                <a:pt x="1988948" y="34518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FF44D9-2F70-41D1-98A7-EAB013857CD4}">
      <dsp:nvSpPr>
        <dsp:cNvPr id="0" name=""/>
        <dsp:cNvSpPr/>
      </dsp:nvSpPr>
      <dsp:spPr>
        <a:xfrm>
          <a:off x="4754878" y="1486873"/>
          <a:ext cx="91440" cy="34518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518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68BCE0-E21D-4866-8EA4-34A68E0E0722}">
      <dsp:nvSpPr>
        <dsp:cNvPr id="0" name=""/>
        <dsp:cNvSpPr/>
      </dsp:nvSpPr>
      <dsp:spPr>
        <a:xfrm>
          <a:off x="2811649" y="1486873"/>
          <a:ext cx="1988948" cy="345189"/>
        </a:xfrm>
        <a:custGeom>
          <a:avLst/>
          <a:gdLst/>
          <a:ahLst/>
          <a:cxnLst/>
          <a:rect l="0" t="0" r="0" b="0"/>
          <a:pathLst>
            <a:path>
              <a:moveTo>
                <a:pt x="1988948" y="0"/>
              </a:moveTo>
              <a:lnTo>
                <a:pt x="1988948" y="172594"/>
              </a:lnTo>
              <a:lnTo>
                <a:pt x="0" y="172594"/>
              </a:lnTo>
              <a:lnTo>
                <a:pt x="0" y="34518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3100EC-68BC-4F35-B9B1-B3C9EE5D00B9}">
      <dsp:nvSpPr>
        <dsp:cNvPr id="0" name=""/>
        <dsp:cNvSpPr/>
      </dsp:nvSpPr>
      <dsp:spPr>
        <a:xfrm>
          <a:off x="822700" y="1486873"/>
          <a:ext cx="3977897" cy="345189"/>
        </a:xfrm>
        <a:custGeom>
          <a:avLst/>
          <a:gdLst/>
          <a:ahLst/>
          <a:cxnLst/>
          <a:rect l="0" t="0" r="0" b="0"/>
          <a:pathLst>
            <a:path>
              <a:moveTo>
                <a:pt x="3977897" y="0"/>
              </a:moveTo>
              <a:lnTo>
                <a:pt x="3977897" y="172594"/>
              </a:lnTo>
              <a:lnTo>
                <a:pt x="0" y="172594"/>
              </a:lnTo>
              <a:lnTo>
                <a:pt x="0" y="34518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824FE-0677-4D57-A4FB-4AB4E201FEE8}">
      <dsp:nvSpPr>
        <dsp:cNvPr id="0" name=""/>
        <dsp:cNvSpPr/>
      </dsp:nvSpPr>
      <dsp:spPr>
        <a:xfrm>
          <a:off x="3978718" y="664993"/>
          <a:ext cx="1643759" cy="821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kern="1200" smtClean="0"/>
            <a:t>云计算的五个主要特征：</a:t>
          </a:r>
          <a:endParaRPr lang="zh-CN" sz="2500" kern="1200"/>
        </a:p>
      </dsp:txBody>
      <dsp:txXfrm>
        <a:off x="3978718" y="664993"/>
        <a:ext cx="1643759" cy="821879"/>
      </dsp:txXfrm>
    </dsp:sp>
    <dsp:sp modelId="{5BBF4551-7879-44CA-99E5-7FCD03268313}">
      <dsp:nvSpPr>
        <dsp:cNvPr id="0" name=""/>
        <dsp:cNvSpPr/>
      </dsp:nvSpPr>
      <dsp:spPr>
        <a:xfrm>
          <a:off x="820" y="1832062"/>
          <a:ext cx="1643759" cy="821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kern="1200" smtClean="0"/>
            <a:t>资源配置动态化</a:t>
          </a:r>
          <a:endParaRPr lang="zh-CN" sz="2500" kern="1200"/>
        </a:p>
      </dsp:txBody>
      <dsp:txXfrm>
        <a:off x="820" y="1832062"/>
        <a:ext cx="1643759" cy="821879"/>
      </dsp:txXfrm>
    </dsp:sp>
    <dsp:sp modelId="{1218C4CD-1495-4A2E-B35B-3F743252B695}">
      <dsp:nvSpPr>
        <dsp:cNvPr id="0" name=""/>
        <dsp:cNvSpPr/>
      </dsp:nvSpPr>
      <dsp:spPr>
        <a:xfrm>
          <a:off x="1989769" y="1832062"/>
          <a:ext cx="1643759" cy="821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kern="1200" smtClean="0"/>
            <a:t>需求服务自助化</a:t>
          </a:r>
          <a:endParaRPr lang="zh-CN" sz="2500" kern="1200"/>
        </a:p>
      </dsp:txBody>
      <dsp:txXfrm>
        <a:off x="1989769" y="1832062"/>
        <a:ext cx="1643759" cy="821879"/>
      </dsp:txXfrm>
    </dsp:sp>
    <dsp:sp modelId="{1091F617-5F09-4C0C-B1B4-41D848309E03}">
      <dsp:nvSpPr>
        <dsp:cNvPr id="0" name=""/>
        <dsp:cNvSpPr/>
      </dsp:nvSpPr>
      <dsp:spPr>
        <a:xfrm>
          <a:off x="3978718" y="1832062"/>
          <a:ext cx="1643759" cy="821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kern="1200" smtClean="0"/>
            <a:t>以网络为中心</a:t>
          </a:r>
          <a:endParaRPr lang="zh-CN" sz="2500" kern="1200"/>
        </a:p>
      </dsp:txBody>
      <dsp:txXfrm>
        <a:off x="3978718" y="1832062"/>
        <a:ext cx="1643759" cy="821879"/>
      </dsp:txXfrm>
    </dsp:sp>
    <dsp:sp modelId="{1E3B192B-5BDF-4AF9-A6E8-F6F759FA66BE}">
      <dsp:nvSpPr>
        <dsp:cNvPr id="0" name=""/>
        <dsp:cNvSpPr/>
      </dsp:nvSpPr>
      <dsp:spPr>
        <a:xfrm>
          <a:off x="5967667" y="1832062"/>
          <a:ext cx="1643759" cy="821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kern="1200" smtClean="0"/>
            <a:t>服务可计量化</a:t>
          </a:r>
          <a:endParaRPr lang="zh-CN" sz="2500" kern="1200"/>
        </a:p>
      </dsp:txBody>
      <dsp:txXfrm>
        <a:off x="5967667" y="1832062"/>
        <a:ext cx="1643759" cy="821879"/>
      </dsp:txXfrm>
    </dsp:sp>
    <dsp:sp modelId="{E6CDB752-0FE1-4683-A3A0-6D83700390E3}">
      <dsp:nvSpPr>
        <dsp:cNvPr id="0" name=""/>
        <dsp:cNvSpPr/>
      </dsp:nvSpPr>
      <dsp:spPr>
        <a:xfrm>
          <a:off x="7956616" y="1832062"/>
          <a:ext cx="1643759" cy="821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kern="1200" smtClean="0"/>
            <a:t>资源池化透明化</a:t>
          </a:r>
          <a:endParaRPr lang="zh-CN" sz="2500" kern="1200"/>
        </a:p>
      </dsp:txBody>
      <dsp:txXfrm>
        <a:off x="7956616" y="1832062"/>
        <a:ext cx="1643759" cy="8218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40DFF-4611-449C-8436-3F87113E97C5}" type="datetimeFigureOut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BA09C-8BB2-412C-9CF1-E0BDE41B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27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8F40348-FBD4-4E35-9744-B75B74E743CB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681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BBEC7-95E3-468F-AF0C-9A894CADD0F6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665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A233-3EB3-40E3-913B-6F2410B6A5DD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269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E91CE-FF34-42E7-B0BC-FB4FEB9253B6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492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D6DB-1299-4B87-AC5C-3975ADACD826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962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C7D7-C198-49ED-8012-AFE63937557F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7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804F-E1AC-4206-AFF8-574744D8427C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405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FB80-27E8-4C60-B9C7-246E81DF6DB8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928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D42A-35F1-444F-B785-C18930541477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308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F43E-524F-4517-AD51-EFEF6DB46A80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35056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F43E-524F-4517-AD51-EFEF6DB46A80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64180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F43E-524F-4517-AD51-EFEF6DB46A80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12864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F43E-524F-4517-AD51-EFEF6DB46A80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54702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F43E-524F-4517-AD51-EFEF6DB46A80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45133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F43E-524F-4517-AD51-EFEF6DB46A80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73820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B7CD0-47F1-4772-A66F-34ABD4A6BAC5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7124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9AEC3-46EE-42B9-BAF5-E1095178CC38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877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889F43E-524F-4517-AD51-EFEF6DB46A80}" type="datetime1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3A0820-BDA8-4728-AD45-F2F5D46DBB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164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云计算简介</a:t>
            </a:r>
            <a:endParaRPr lang="zh-CN" altLang="en-US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2020</a:t>
            </a:r>
            <a:r>
              <a:rPr lang="zh-CN" altLang="en-US" dirty="0" smtClean="0"/>
              <a:t>年</a:t>
            </a:r>
            <a:r>
              <a:rPr lang="en-US" altLang="zh-CN" dirty="0" smtClean="0"/>
              <a:t>3</a:t>
            </a:r>
            <a:r>
              <a:rPr lang="zh-CN" altLang="en-US" dirty="0" smtClean="0"/>
              <a:t>月</a:t>
            </a:r>
            <a:r>
              <a:rPr lang="en-US" altLang="zh-CN" dirty="0" smtClean="0"/>
              <a:t>12</a:t>
            </a:r>
            <a:r>
              <a:rPr lang="zh-CN" altLang="en-US" dirty="0" smtClean="0"/>
              <a:t>日</a:t>
            </a:r>
            <a:endParaRPr lang="en-US" altLang="zh-CN" dirty="0" smtClean="0"/>
          </a:p>
          <a:p>
            <a:r>
              <a:rPr lang="zh-CN" altLang="en-US" dirty="0" smtClean="0"/>
              <a:t>考生王蕾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1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33" y="743259"/>
            <a:ext cx="2097206" cy="157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2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主要</a:t>
            </a:r>
            <a:r>
              <a:rPr lang="zh-CN" altLang="zh-CN" dirty="0" smtClean="0"/>
              <a:t>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hlinkClick r:id="rId2" action="ppaction://hlinksldjump"/>
              </a:rPr>
              <a:t>一、云计算的概念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>
                <a:hlinkClick r:id="rId3" action="ppaction://hlinksldjump"/>
              </a:rPr>
              <a:t>二、云计算的特征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>
                <a:hlinkClick r:id="rId4" action="ppaction://hlinksldjump"/>
              </a:rPr>
              <a:t>三、云计算的服务形式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6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一、云计算的</a:t>
            </a:r>
            <a:r>
              <a:rPr lang="zh-CN" altLang="en-US" dirty="0" smtClean="0"/>
              <a:t>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云</a:t>
            </a:r>
            <a:r>
              <a:rPr lang="zh-CN" altLang="en-US" dirty="0"/>
              <a:t>计算（</a:t>
            </a:r>
            <a:r>
              <a:rPr lang="en-US" altLang="zh-CN" dirty="0"/>
              <a:t>cloud computing</a:t>
            </a:r>
            <a:r>
              <a:rPr lang="zh-CN" altLang="en-US" dirty="0"/>
              <a:t>）是基于互联网的相关服务的增加、使用和交付模式，通常涉及通过互联网来提供动态易扩展且经常是虚拟化的资源。云是网络、互联网的一种比喻说法。过去在图中往往用云来表示电信网，后来也用来表示互联网和底层基础设施的抽象。</a:t>
            </a:r>
          </a:p>
          <a:p>
            <a:r>
              <a:rPr lang="zh-CN" altLang="en-US" dirty="0"/>
              <a:t>云计算是分布式计算（</a:t>
            </a:r>
            <a:r>
              <a:rPr lang="en-US" altLang="zh-CN" dirty="0"/>
              <a:t>Distributed Computing</a:t>
            </a:r>
            <a:r>
              <a:rPr lang="zh-CN" altLang="en-US" dirty="0"/>
              <a:t>）、并行计算（</a:t>
            </a:r>
            <a:r>
              <a:rPr lang="en-US" altLang="zh-CN" dirty="0"/>
              <a:t>Parallel Computing</a:t>
            </a:r>
            <a:r>
              <a:rPr lang="zh-CN" altLang="en-US" dirty="0"/>
              <a:t>）、效用计算（</a:t>
            </a:r>
            <a:r>
              <a:rPr lang="en-US" altLang="zh-CN" dirty="0"/>
              <a:t>Utility Computing</a:t>
            </a:r>
            <a:r>
              <a:rPr lang="zh-CN" altLang="en-US" dirty="0"/>
              <a:t>）、网络存储（</a:t>
            </a:r>
            <a:r>
              <a:rPr lang="en-US" altLang="zh-CN" dirty="0"/>
              <a:t>Network Storage Technologies</a:t>
            </a:r>
            <a:r>
              <a:rPr lang="zh-CN" altLang="en-US" dirty="0"/>
              <a:t>）、虚拟化（</a:t>
            </a:r>
            <a:r>
              <a:rPr lang="en-US" altLang="zh-CN" dirty="0"/>
              <a:t>Virtualization</a:t>
            </a:r>
            <a:r>
              <a:rPr lang="zh-CN" altLang="en-US" dirty="0"/>
              <a:t>）、负载均衡（</a:t>
            </a:r>
            <a:r>
              <a:rPr lang="en-US" altLang="zh-CN" dirty="0"/>
              <a:t>Load Balance</a:t>
            </a:r>
            <a:r>
              <a:rPr lang="zh-CN" altLang="en-US" dirty="0"/>
              <a:t>）等传统计算机和网络技术发展融合的产物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6471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二、云计算的</a:t>
            </a:r>
            <a:r>
              <a:rPr lang="zh-CN" altLang="zh-CN" dirty="0" smtClean="0"/>
              <a:t>特征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 smtClean="0"/>
              <a:t>好比</a:t>
            </a:r>
            <a:r>
              <a:rPr lang="zh-CN" altLang="zh-CN" dirty="0"/>
              <a:t>是从古老的单台发电机模式转向了电厂集中供电的模式。它意味着计算能力也可以作为一种商品进行流通，就像煤气、水电一样，取用方便，费用低廉。最大的不同在于，它是通过互联网进行传输的。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61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10" name="内容占位符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397003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752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三、云计算的服务</a:t>
            </a:r>
            <a:r>
              <a:rPr lang="zh-CN" altLang="en-US" dirty="0" smtClean="0"/>
              <a:t>形式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/>
              <a:t>．</a:t>
            </a:r>
            <a:r>
              <a:rPr lang="en-US" altLang="zh-CN" dirty="0"/>
              <a:t>IaaS</a:t>
            </a:r>
          </a:p>
          <a:p>
            <a:r>
              <a:rPr lang="en-US" altLang="zh-CN" dirty="0"/>
              <a:t>IaaS(Infrastructure-as-a- Service)</a:t>
            </a:r>
            <a:r>
              <a:rPr lang="zh-CN" altLang="en-US" dirty="0"/>
              <a:t>：基础设施即服务。消费者通过</a:t>
            </a:r>
            <a:r>
              <a:rPr lang="en-US" altLang="zh-CN" dirty="0"/>
              <a:t>Internet</a:t>
            </a:r>
            <a:r>
              <a:rPr lang="zh-CN" altLang="en-US" dirty="0"/>
              <a:t>可以从完善的计算机基础设施获得服务。 </a:t>
            </a:r>
          </a:p>
          <a:p>
            <a:r>
              <a:rPr lang="en-US" altLang="zh-CN" dirty="0" err="1"/>
              <a:t>Iaas</a:t>
            </a:r>
            <a:r>
              <a:rPr lang="zh-CN" altLang="en-US" dirty="0"/>
              <a:t>通过网络向用户提供计算机（物理机和虚拟机）、存储空间、网络连接、负载均衡和防火墙等基本计算资源；用户在此基础上部署和运行各种软件，包括操作系统和应用程序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16019" y="3069237"/>
            <a:ext cx="3109230" cy="2292294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45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．</a:t>
            </a:r>
            <a:r>
              <a:rPr lang="en-US" altLang="zh-CN" dirty="0" smtClean="0"/>
              <a:t>PaaS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smtClean="0"/>
              <a:t>PaaS(Platform-as-a- </a:t>
            </a:r>
            <a:r>
              <a:rPr lang="en-US" altLang="zh-CN" dirty="0"/>
              <a:t>Service)</a:t>
            </a:r>
            <a:r>
              <a:rPr lang="zh-CN" altLang="en-US" dirty="0"/>
              <a:t>：平台即服务。</a:t>
            </a:r>
            <a:r>
              <a:rPr lang="en-US" altLang="zh-CN" dirty="0"/>
              <a:t>PaaS</a:t>
            </a:r>
            <a:r>
              <a:rPr lang="zh-CN" altLang="en-US" dirty="0"/>
              <a:t>实际上是指将软件研发的平台作为一种服务，以</a:t>
            </a:r>
            <a:r>
              <a:rPr lang="en-US" altLang="zh-CN" dirty="0"/>
              <a:t>SaaS</a:t>
            </a:r>
            <a:r>
              <a:rPr lang="zh-CN" altLang="en-US" dirty="0"/>
              <a:t>的模式提交给用户。</a:t>
            </a:r>
          </a:p>
          <a:p>
            <a:r>
              <a:rPr lang="zh-CN" altLang="en-US" dirty="0"/>
              <a:t>平台通常包括操作系统、编程语言的运行环境、数据库和 </a:t>
            </a:r>
            <a:r>
              <a:rPr lang="en-US" altLang="zh-CN" dirty="0"/>
              <a:t>Web </a:t>
            </a:r>
            <a:r>
              <a:rPr lang="zh-CN" altLang="en-US" dirty="0"/>
              <a:t>服务器，用户在此平台上部署和运行自己的应用。用户不能管理和控制底层的基础设施，只能控制自己部署的应用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10" name="内容占位符 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60393" y="3642532"/>
            <a:ext cx="3121422" cy="2292294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65524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zh-CN" dirty="0"/>
              <a:t>．</a:t>
            </a:r>
            <a:r>
              <a:rPr lang="en-US" altLang="zh-CN" dirty="0" smtClean="0"/>
              <a:t>SaaS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smtClean="0"/>
              <a:t>SaaS(Software-as-a- </a:t>
            </a:r>
            <a:r>
              <a:rPr lang="en-US" altLang="zh-CN" dirty="0"/>
              <a:t>Service)</a:t>
            </a:r>
            <a:r>
              <a:rPr lang="zh-CN" altLang="zh-CN" dirty="0"/>
              <a:t>：软件即服务。它是一种通过</a:t>
            </a:r>
            <a:r>
              <a:rPr lang="en-US" altLang="zh-CN" dirty="0"/>
              <a:t>Internet</a:t>
            </a:r>
            <a:r>
              <a:rPr lang="zh-CN" altLang="zh-CN" dirty="0"/>
              <a:t>提供软件的模式，用户无需购买软件，而是向提供商租用基于</a:t>
            </a:r>
            <a:r>
              <a:rPr lang="en-US" altLang="zh-CN" dirty="0"/>
              <a:t>Web</a:t>
            </a:r>
            <a:r>
              <a:rPr lang="zh-CN" altLang="zh-CN" dirty="0"/>
              <a:t>的软件，来管理企业经营活动。</a:t>
            </a:r>
          </a:p>
          <a:p>
            <a:r>
              <a:rPr lang="zh-CN" altLang="zh-CN" dirty="0"/>
              <a:t>云提供商在云端安装和运行应用软件，云用户通过云客户端使用软件。云用户不能管理应用软件运行的基础设施和平台，只能做有限的应用程序设置。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63441" y="3642532"/>
            <a:ext cx="3109230" cy="2292294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46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0820-BDA8-4728-AD45-F2F5D46DBB53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12800" y="1617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敬请批评指正</a:t>
            </a:r>
            <a:r>
              <a:rPr lang="zh-CN" altLang="zh-CN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！</a:t>
            </a:r>
            <a:endParaRPr lang="zh-CN" altLang="zh-CN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5432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201</TotalTime>
  <Words>492</Words>
  <Application>Microsoft Office PowerPoint</Application>
  <PresentationFormat>宽屏</PresentationFormat>
  <Paragraphs>38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方正舒体</vt:lpstr>
      <vt:lpstr>Arial</vt:lpstr>
      <vt:lpstr>Garamond</vt:lpstr>
      <vt:lpstr>环保</vt:lpstr>
      <vt:lpstr>云计算简介</vt:lpstr>
      <vt:lpstr>主要内容</vt:lpstr>
      <vt:lpstr>一、云计算的概念</vt:lpstr>
      <vt:lpstr>二、云计算的特征</vt:lpstr>
      <vt:lpstr>PowerPoint 演示文稿</vt:lpstr>
      <vt:lpstr>三、云计算的服务形式</vt:lpstr>
      <vt:lpstr>2．PaaS</vt:lpstr>
      <vt:lpstr>3．SaaS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10</cp:revision>
  <dcterms:created xsi:type="dcterms:W3CDTF">2020-03-12T01:53:23Z</dcterms:created>
  <dcterms:modified xsi:type="dcterms:W3CDTF">2020-03-12T05:34:50Z</dcterms:modified>
</cp:coreProperties>
</file>