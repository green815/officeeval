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7"/>
  </p:notesMasterIdLst>
  <p:sldIdLst>
    <p:sldId id="256" r:id="rId2"/>
    <p:sldId id="257" r:id="rId3"/>
    <p:sldId id="258" r:id="rId4"/>
    <p:sldId id="259" r:id="rId5"/>
    <p:sldId id="262" r:id="rId6"/>
    <p:sldId id="260" r:id="rId7"/>
    <p:sldId id="261" r:id="rId8"/>
    <p:sldId id="263" r:id="rId9"/>
    <p:sldId id="264" r:id="rId10"/>
    <p:sldId id="267" r:id="rId11"/>
    <p:sldId id="265" r:id="rId12"/>
    <p:sldId id="266" r:id="rId13"/>
    <p:sldId id="268" r:id="rId14"/>
    <p:sldId id="269" r:id="rId15"/>
    <p:sldId id="270" r:id="rId16"/>
  </p:sldIdLst>
  <p:sldSz cx="12241213" cy="6840538"/>
  <p:notesSz cx="6858000" cy="9144000"/>
  <p:defaultTextStyle>
    <a:defPPr>
      <a:defRPr lang="zh-CN"/>
    </a:defPPr>
    <a:lvl1pPr marL="0" algn="l" defTabSz="1221181" rtl="0" eaLnBrk="1" latinLnBrk="0" hangingPunct="1">
      <a:defRPr sz="2400" kern="1200">
        <a:solidFill>
          <a:schemeClr val="tx1"/>
        </a:solidFill>
        <a:latin typeface="+mn-lt"/>
        <a:ea typeface="+mn-ea"/>
        <a:cs typeface="+mn-cs"/>
      </a:defRPr>
    </a:lvl1pPr>
    <a:lvl2pPr marL="610591" algn="l" defTabSz="1221181" rtl="0" eaLnBrk="1" latinLnBrk="0" hangingPunct="1">
      <a:defRPr sz="2400" kern="1200">
        <a:solidFill>
          <a:schemeClr val="tx1"/>
        </a:solidFill>
        <a:latin typeface="+mn-lt"/>
        <a:ea typeface="+mn-ea"/>
        <a:cs typeface="+mn-cs"/>
      </a:defRPr>
    </a:lvl2pPr>
    <a:lvl3pPr marL="1221181" algn="l" defTabSz="1221181" rtl="0" eaLnBrk="1" latinLnBrk="0" hangingPunct="1">
      <a:defRPr sz="2400" kern="1200">
        <a:solidFill>
          <a:schemeClr val="tx1"/>
        </a:solidFill>
        <a:latin typeface="+mn-lt"/>
        <a:ea typeface="+mn-ea"/>
        <a:cs typeface="+mn-cs"/>
      </a:defRPr>
    </a:lvl3pPr>
    <a:lvl4pPr marL="1831772" algn="l" defTabSz="1221181" rtl="0" eaLnBrk="1" latinLnBrk="0" hangingPunct="1">
      <a:defRPr sz="2400" kern="1200">
        <a:solidFill>
          <a:schemeClr val="tx1"/>
        </a:solidFill>
        <a:latin typeface="+mn-lt"/>
        <a:ea typeface="+mn-ea"/>
        <a:cs typeface="+mn-cs"/>
      </a:defRPr>
    </a:lvl4pPr>
    <a:lvl5pPr marL="2442362" algn="l" defTabSz="1221181" rtl="0" eaLnBrk="1" latinLnBrk="0" hangingPunct="1">
      <a:defRPr sz="2400" kern="1200">
        <a:solidFill>
          <a:schemeClr val="tx1"/>
        </a:solidFill>
        <a:latin typeface="+mn-lt"/>
        <a:ea typeface="+mn-ea"/>
        <a:cs typeface="+mn-cs"/>
      </a:defRPr>
    </a:lvl5pPr>
    <a:lvl6pPr marL="3052953" algn="l" defTabSz="1221181" rtl="0" eaLnBrk="1" latinLnBrk="0" hangingPunct="1">
      <a:defRPr sz="2400" kern="1200">
        <a:solidFill>
          <a:schemeClr val="tx1"/>
        </a:solidFill>
        <a:latin typeface="+mn-lt"/>
        <a:ea typeface="+mn-ea"/>
        <a:cs typeface="+mn-cs"/>
      </a:defRPr>
    </a:lvl6pPr>
    <a:lvl7pPr marL="3663544" algn="l" defTabSz="1221181" rtl="0" eaLnBrk="1" latinLnBrk="0" hangingPunct="1">
      <a:defRPr sz="2400" kern="1200">
        <a:solidFill>
          <a:schemeClr val="tx1"/>
        </a:solidFill>
        <a:latin typeface="+mn-lt"/>
        <a:ea typeface="+mn-ea"/>
        <a:cs typeface="+mn-cs"/>
      </a:defRPr>
    </a:lvl7pPr>
    <a:lvl8pPr marL="4274134" algn="l" defTabSz="1221181" rtl="0" eaLnBrk="1" latinLnBrk="0" hangingPunct="1">
      <a:defRPr sz="2400" kern="1200">
        <a:solidFill>
          <a:schemeClr val="tx1"/>
        </a:solidFill>
        <a:latin typeface="+mn-lt"/>
        <a:ea typeface="+mn-ea"/>
        <a:cs typeface="+mn-cs"/>
      </a:defRPr>
    </a:lvl8pPr>
    <a:lvl9pPr marL="4884725" algn="l" defTabSz="1221181"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5">
          <p15:clr>
            <a:srgbClr val="A4A3A4"/>
          </p15:clr>
        </p15:guide>
        <p15:guide id="2" pos="385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6A1A4"/>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3" d="100"/>
          <a:sy n="53" d="100"/>
        </p:scale>
        <p:origin x="84" y="744"/>
      </p:cViewPr>
      <p:guideLst>
        <p:guide orient="horz" pos="2155"/>
        <p:guide pos="385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11CDDA-33C3-4B97-9D1C-58C563346425}"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zh-CN" altLang="en-US"/>
        </a:p>
      </dgm:t>
    </dgm:pt>
    <dgm:pt modelId="{4BFBDD94-84E1-4D06-98BE-2DB8BB65037E}">
      <dgm:prSet/>
      <dgm:spPr>
        <a:solidFill>
          <a:srgbClr val="56A1A4"/>
        </a:solidFill>
      </dgm:spPr>
      <dgm:t>
        <a:bodyPr/>
        <a:lstStyle/>
        <a:p>
          <a:pPr rtl="0"/>
          <a:r>
            <a:rPr lang="zh-CN" smtClean="0"/>
            <a:t>退化假说</a:t>
          </a:r>
          <a:endParaRPr lang="zh-CN"/>
        </a:p>
      </dgm:t>
    </dgm:pt>
    <dgm:pt modelId="{AE79573B-EEF1-4D03-A298-6E977E096C11}" type="parTrans" cxnId="{AC177A65-2CB2-4162-B7B9-D5FEE4298936}">
      <dgm:prSet/>
      <dgm:spPr/>
      <dgm:t>
        <a:bodyPr/>
        <a:lstStyle/>
        <a:p>
          <a:endParaRPr lang="zh-CN" altLang="en-US"/>
        </a:p>
      </dgm:t>
    </dgm:pt>
    <dgm:pt modelId="{2135CD1F-6337-4C48-BF53-01FBA9B5606D}" type="sibTrans" cxnId="{AC177A65-2CB2-4162-B7B9-D5FEE4298936}">
      <dgm:prSet/>
      <dgm:spPr/>
      <dgm:t>
        <a:bodyPr/>
        <a:lstStyle/>
        <a:p>
          <a:endParaRPr lang="zh-CN" altLang="en-US"/>
        </a:p>
      </dgm:t>
    </dgm:pt>
    <dgm:pt modelId="{C63BFC1C-E333-4456-9119-3834655D165B}">
      <dgm:prSet/>
      <dgm:spPr>
        <a:solidFill>
          <a:srgbClr val="56A1A4"/>
        </a:solidFill>
      </dgm:spPr>
      <dgm:t>
        <a:bodyPr/>
        <a:lstStyle/>
        <a:p>
          <a:pPr rtl="0"/>
          <a:r>
            <a:rPr lang="zh-CN" smtClean="0"/>
            <a:t>细胞起源假说</a:t>
          </a:r>
          <a:endParaRPr lang="zh-CN"/>
        </a:p>
      </dgm:t>
    </dgm:pt>
    <dgm:pt modelId="{7EFC6364-76F0-42ED-8226-02D53320D1B1}" type="parTrans" cxnId="{21F96A6A-C7FE-480D-8160-2D66A2F6A16F}">
      <dgm:prSet/>
      <dgm:spPr/>
      <dgm:t>
        <a:bodyPr/>
        <a:lstStyle/>
        <a:p>
          <a:endParaRPr lang="zh-CN" altLang="en-US"/>
        </a:p>
      </dgm:t>
    </dgm:pt>
    <dgm:pt modelId="{632ABF31-7E8F-4FC9-89B1-5DE06C9359EC}" type="sibTrans" cxnId="{21F96A6A-C7FE-480D-8160-2D66A2F6A16F}">
      <dgm:prSet/>
      <dgm:spPr/>
      <dgm:t>
        <a:bodyPr/>
        <a:lstStyle/>
        <a:p>
          <a:endParaRPr lang="zh-CN" altLang="en-US"/>
        </a:p>
      </dgm:t>
    </dgm:pt>
    <dgm:pt modelId="{4BA633DD-D991-43E1-B1AF-4ACE256E6BE2}">
      <dgm:prSet/>
      <dgm:spPr>
        <a:solidFill>
          <a:srgbClr val="56A1A4"/>
        </a:solidFill>
      </dgm:spPr>
      <dgm:t>
        <a:bodyPr/>
        <a:lstStyle/>
        <a:p>
          <a:pPr rtl="0"/>
          <a:r>
            <a:rPr lang="zh-CN" dirty="0" smtClean="0"/>
            <a:t>共同进化学说</a:t>
          </a:r>
          <a:endParaRPr lang="zh-CN" dirty="0"/>
        </a:p>
      </dgm:t>
    </dgm:pt>
    <dgm:pt modelId="{043BA094-48C4-4666-AA4A-083B5A637A4C}" type="parTrans" cxnId="{7F573134-780F-440C-BDAE-91205D1B0DC2}">
      <dgm:prSet/>
      <dgm:spPr/>
      <dgm:t>
        <a:bodyPr/>
        <a:lstStyle/>
        <a:p>
          <a:endParaRPr lang="zh-CN" altLang="en-US"/>
        </a:p>
      </dgm:t>
    </dgm:pt>
    <dgm:pt modelId="{11D93D5F-1D1B-42EB-96DC-7FF6AC4359DC}" type="sibTrans" cxnId="{7F573134-780F-440C-BDAE-91205D1B0DC2}">
      <dgm:prSet/>
      <dgm:spPr/>
      <dgm:t>
        <a:bodyPr/>
        <a:lstStyle/>
        <a:p>
          <a:endParaRPr lang="zh-CN" altLang="en-US"/>
        </a:p>
      </dgm:t>
    </dgm:pt>
    <dgm:pt modelId="{5D94BD54-FAC2-4C63-B9AE-274B76C32118}" type="pres">
      <dgm:prSet presAssocID="{3111CDDA-33C3-4B97-9D1C-58C563346425}" presName="Name0" presStyleCnt="0">
        <dgm:presLayoutVars>
          <dgm:dir/>
          <dgm:resizeHandles val="exact"/>
        </dgm:presLayoutVars>
      </dgm:prSet>
      <dgm:spPr/>
      <dgm:t>
        <a:bodyPr/>
        <a:lstStyle/>
        <a:p>
          <a:endParaRPr lang="zh-CN" altLang="en-US"/>
        </a:p>
      </dgm:t>
    </dgm:pt>
    <dgm:pt modelId="{E469F99E-D730-43B0-912A-37EC23526EBC}" type="pres">
      <dgm:prSet presAssocID="{4BFBDD94-84E1-4D06-98BE-2DB8BB65037E}" presName="node" presStyleLbl="node1" presStyleIdx="0" presStyleCnt="3">
        <dgm:presLayoutVars>
          <dgm:bulletEnabled val="1"/>
        </dgm:presLayoutVars>
      </dgm:prSet>
      <dgm:spPr/>
      <dgm:t>
        <a:bodyPr/>
        <a:lstStyle/>
        <a:p>
          <a:endParaRPr lang="zh-CN" altLang="en-US"/>
        </a:p>
      </dgm:t>
    </dgm:pt>
    <dgm:pt modelId="{8B173D8D-25FA-46DC-B137-DABE5F071C7A}" type="pres">
      <dgm:prSet presAssocID="{2135CD1F-6337-4C48-BF53-01FBA9B5606D}" presName="sibTrans" presStyleCnt="0"/>
      <dgm:spPr/>
    </dgm:pt>
    <dgm:pt modelId="{2B83741B-2329-4158-8791-C23679598859}" type="pres">
      <dgm:prSet presAssocID="{C63BFC1C-E333-4456-9119-3834655D165B}" presName="node" presStyleLbl="node1" presStyleIdx="1" presStyleCnt="3">
        <dgm:presLayoutVars>
          <dgm:bulletEnabled val="1"/>
        </dgm:presLayoutVars>
      </dgm:prSet>
      <dgm:spPr/>
      <dgm:t>
        <a:bodyPr/>
        <a:lstStyle/>
        <a:p>
          <a:endParaRPr lang="zh-CN" altLang="en-US"/>
        </a:p>
      </dgm:t>
    </dgm:pt>
    <dgm:pt modelId="{80A013EB-B1C8-4AFB-86C2-4BCD29817BD3}" type="pres">
      <dgm:prSet presAssocID="{632ABF31-7E8F-4FC9-89B1-5DE06C9359EC}" presName="sibTrans" presStyleCnt="0"/>
      <dgm:spPr/>
    </dgm:pt>
    <dgm:pt modelId="{F7DEFB28-C2B8-4AFC-922F-B54D8B97F59B}" type="pres">
      <dgm:prSet presAssocID="{4BA633DD-D991-43E1-B1AF-4ACE256E6BE2}" presName="node" presStyleLbl="node1" presStyleIdx="2" presStyleCnt="3">
        <dgm:presLayoutVars>
          <dgm:bulletEnabled val="1"/>
        </dgm:presLayoutVars>
      </dgm:prSet>
      <dgm:spPr/>
      <dgm:t>
        <a:bodyPr/>
        <a:lstStyle/>
        <a:p>
          <a:endParaRPr lang="zh-CN" altLang="en-US"/>
        </a:p>
      </dgm:t>
    </dgm:pt>
  </dgm:ptLst>
  <dgm:cxnLst>
    <dgm:cxn modelId="{03BD4FE3-F071-4C35-B9DA-0D7E4D58EC79}" type="presOf" srcId="{3111CDDA-33C3-4B97-9D1C-58C563346425}" destId="{5D94BD54-FAC2-4C63-B9AE-274B76C32118}" srcOrd="0" destOrd="0" presId="urn:microsoft.com/office/officeart/2005/8/layout/hList6"/>
    <dgm:cxn modelId="{184175A8-0C6F-478C-A8AB-1EF27BE743AB}" type="presOf" srcId="{4BA633DD-D991-43E1-B1AF-4ACE256E6BE2}" destId="{F7DEFB28-C2B8-4AFC-922F-B54D8B97F59B}" srcOrd="0" destOrd="0" presId="urn:microsoft.com/office/officeart/2005/8/layout/hList6"/>
    <dgm:cxn modelId="{5063B268-A7A2-46B9-9991-1EBA821B696C}" type="presOf" srcId="{4BFBDD94-84E1-4D06-98BE-2DB8BB65037E}" destId="{E469F99E-D730-43B0-912A-37EC23526EBC}" srcOrd="0" destOrd="0" presId="urn:microsoft.com/office/officeart/2005/8/layout/hList6"/>
    <dgm:cxn modelId="{21F96A6A-C7FE-480D-8160-2D66A2F6A16F}" srcId="{3111CDDA-33C3-4B97-9D1C-58C563346425}" destId="{C63BFC1C-E333-4456-9119-3834655D165B}" srcOrd="1" destOrd="0" parTransId="{7EFC6364-76F0-42ED-8226-02D53320D1B1}" sibTransId="{632ABF31-7E8F-4FC9-89B1-5DE06C9359EC}"/>
    <dgm:cxn modelId="{9CE826A9-1BA8-4E61-B66C-9D378939BC35}" type="presOf" srcId="{C63BFC1C-E333-4456-9119-3834655D165B}" destId="{2B83741B-2329-4158-8791-C23679598859}" srcOrd="0" destOrd="0" presId="urn:microsoft.com/office/officeart/2005/8/layout/hList6"/>
    <dgm:cxn modelId="{AC177A65-2CB2-4162-B7B9-D5FEE4298936}" srcId="{3111CDDA-33C3-4B97-9D1C-58C563346425}" destId="{4BFBDD94-84E1-4D06-98BE-2DB8BB65037E}" srcOrd="0" destOrd="0" parTransId="{AE79573B-EEF1-4D03-A298-6E977E096C11}" sibTransId="{2135CD1F-6337-4C48-BF53-01FBA9B5606D}"/>
    <dgm:cxn modelId="{7F573134-780F-440C-BDAE-91205D1B0DC2}" srcId="{3111CDDA-33C3-4B97-9D1C-58C563346425}" destId="{4BA633DD-D991-43E1-B1AF-4ACE256E6BE2}" srcOrd="2" destOrd="0" parTransId="{043BA094-48C4-4666-AA4A-083B5A637A4C}" sibTransId="{11D93D5F-1D1B-42EB-96DC-7FF6AC4359DC}"/>
    <dgm:cxn modelId="{294D2711-9B37-4458-BCC8-A02CD4CD04C3}" type="presParOf" srcId="{5D94BD54-FAC2-4C63-B9AE-274B76C32118}" destId="{E469F99E-D730-43B0-912A-37EC23526EBC}" srcOrd="0" destOrd="0" presId="urn:microsoft.com/office/officeart/2005/8/layout/hList6"/>
    <dgm:cxn modelId="{424209E0-118B-4493-934C-7FE92D15C726}" type="presParOf" srcId="{5D94BD54-FAC2-4C63-B9AE-274B76C32118}" destId="{8B173D8D-25FA-46DC-B137-DABE5F071C7A}" srcOrd="1" destOrd="0" presId="urn:microsoft.com/office/officeart/2005/8/layout/hList6"/>
    <dgm:cxn modelId="{9CC29C6F-28AC-4679-9424-3E52BDDEE1EC}" type="presParOf" srcId="{5D94BD54-FAC2-4C63-B9AE-274B76C32118}" destId="{2B83741B-2329-4158-8791-C23679598859}" srcOrd="2" destOrd="0" presId="urn:microsoft.com/office/officeart/2005/8/layout/hList6"/>
    <dgm:cxn modelId="{912A2B6C-88B5-434D-9285-8F8010568549}" type="presParOf" srcId="{5D94BD54-FAC2-4C63-B9AE-274B76C32118}" destId="{80A013EB-B1C8-4AFB-86C2-4BCD29817BD3}" srcOrd="3" destOrd="0" presId="urn:microsoft.com/office/officeart/2005/8/layout/hList6"/>
    <dgm:cxn modelId="{C36B34FD-6B36-441F-BBBC-31ADCD1C934C}" type="presParOf" srcId="{5D94BD54-FAC2-4C63-B9AE-274B76C32118}" destId="{F7DEFB28-C2B8-4AFC-922F-B54D8B97F59B}" srcOrd="4"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C352486-4AEB-4D6F-9192-ADFB26E0827A}" type="doc">
      <dgm:prSet loTypeId="urn:microsoft.com/office/officeart/2005/8/layout/process1" loCatId="process" qsTypeId="urn:microsoft.com/office/officeart/2005/8/quickstyle/simple1" qsCatId="simple" csTypeId="urn:microsoft.com/office/officeart/2005/8/colors/accent1_2" csCatId="accent1"/>
      <dgm:spPr/>
      <dgm:t>
        <a:bodyPr/>
        <a:lstStyle/>
        <a:p>
          <a:endParaRPr lang="zh-CN" altLang="en-US"/>
        </a:p>
      </dgm:t>
    </dgm:pt>
    <dgm:pt modelId="{18C3C02F-2AC7-4B84-9AC9-F61FBE0C8AFE}">
      <dgm:prSet/>
      <dgm:spPr/>
      <dgm:t>
        <a:bodyPr/>
        <a:lstStyle/>
        <a:p>
          <a:pPr rtl="0"/>
          <a:r>
            <a:rPr lang="zh-CN" smtClean="0"/>
            <a:t>附着</a:t>
          </a:r>
          <a:endParaRPr lang="zh-CN"/>
        </a:p>
      </dgm:t>
    </dgm:pt>
    <dgm:pt modelId="{A9F80051-C46D-4CCD-8C56-A1B9737C8A37}" type="parTrans" cxnId="{3D900836-92D8-4157-84A6-3D6A8C49570D}">
      <dgm:prSet/>
      <dgm:spPr/>
      <dgm:t>
        <a:bodyPr/>
        <a:lstStyle/>
        <a:p>
          <a:endParaRPr lang="zh-CN" altLang="en-US"/>
        </a:p>
      </dgm:t>
    </dgm:pt>
    <dgm:pt modelId="{3A63C514-B963-4369-B3C9-D2C55B633734}" type="sibTrans" cxnId="{3D900836-92D8-4157-84A6-3D6A8C49570D}">
      <dgm:prSet/>
      <dgm:spPr/>
      <dgm:t>
        <a:bodyPr/>
        <a:lstStyle/>
        <a:p>
          <a:endParaRPr lang="zh-CN" altLang="en-US"/>
        </a:p>
      </dgm:t>
    </dgm:pt>
    <dgm:pt modelId="{B15D10CD-1D22-4034-AAB8-2EA41F6D830D}">
      <dgm:prSet/>
      <dgm:spPr/>
      <dgm:t>
        <a:bodyPr/>
        <a:lstStyle/>
        <a:p>
          <a:pPr rtl="0"/>
          <a:r>
            <a:rPr lang="zh-CN" smtClean="0"/>
            <a:t>进入细胞</a:t>
          </a:r>
          <a:endParaRPr lang="zh-CN"/>
        </a:p>
      </dgm:t>
    </dgm:pt>
    <dgm:pt modelId="{36F32352-0E07-472C-AF73-4872198BAD5A}" type="parTrans" cxnId="{8885AFFA-477A-4761-87DD-2401484FA0A0}">
      <dgm:prSet/>
      <dgm:spPr/>
      <dgm:t>
        <a:bodyPr/>
        <a:lstStyle/>
        <a:p>
          <a:endParaRPr lang="zh-CN" altLang="en-US"/>
        </a:p>
      </dgm:t>
    </dgm:pt>
    <dgm:pt modelId="{AAC1E324-396B-4945-9A48-BF8A23EB824D}" type="sibTrans" cxnId="{8885AFFA-477A-4761-87DD-2401484FA0A0}">
      <dgm:prSet/>
      <dgm:spPr/>
      <dgm:t>
        <a:bodyPr/>
        <a:lstStyle/>
        <a:p>
          <a:endParaRPr lang="zh-CN" altLang="en-US"/>
        </a:p>
      </dgm:t>
    </dgm:pt>
    <dgm:pt modelId="{96DAE8E5-E9B5-454B-9904-9E9B7FA409EE}">
      <dgm:prSet/>
      <dgm:spPr/>
      <dgm:t>
        <a:bodyPr/>
        <a:lstStyle/>
        <a:p>
          <a:pPr rtl="0"/>
          <a:r>
            <a:rPr lang="zh-CN" smtClean="0"/>
            <a:t>核酸的脱出</a:t>
          </a:r>
          <a:endParaRPr lang="zh-CN"/>
        </a:p>
      </dgm:t>
    </dgm:pt>
    <dgm:pt modelId="{41B272B8-E0CE-4EB5-B35E-6DB4F4EE96B8}" type="parTrans" cxnId="{286F4218-0F05-4431-90C9-7C10E57B561A}">
      <dgm:prSet/>
      <dgm:spPr/>
      <dgm:t>
        <a:bodyPr/>
        <a:lstStyle/>
        <a:p>
          <a:endParaRPr lang="zh-CN" altLang="en-US"/>
        </a:p>
      </dgm:t>
    </dgm:pt>
    <dgm:pt modelId="{07E20F06-4E10-43EC-B2C7-7EE68C89F4F0}" type="sibTrans" cxnId="{286F4218-0F05-4431-90C9-7C10E57B561A}">
      <dgm:prSet/>
      <dgm:spPr/>
      <dgm:t>
        <a:bodyPr/>
        <a:lstStyle/>
        <a:p>
          <a:endParaRPr lang="zh-CN" altLang="en-US"/>
        </a:p>
      </dgm:t>
    </dgm:pt>
    <dgm:pt modelId="{E9EDD962-BDA8-4022-98D9-4D6D1CF78122}">
      <dgm:prSet/>
      <dgm:spPr/>
      <dgm:t>
        <a:bodyPr/>
        <a:lstStyle/>
        <a:p>
          <a:pPr rtl="0"/>
          <a:r>
            <a:rPr lang="zh-CN" smtClean="0"/>
            <a:t>合成</a:t>
          </a:r>
          <a:endParaRPr lang="zh-CN"/>
        </a:p>
      </dgm:t>
    </dgm:pt>
    <dgm:pt modelId="{4CBCC067-35DC-4BE3-80A0-A6E0577089D1}" type="parTrans" cxnId="{31D800C3-4E2A-42A6-8DB3-160FC21A0761}">
      <dgm:prSet/>
      <dgm:spPr/>
      <dgm:t>
        <a:bodyPr/>
        <a:lstStyle/>
        <a:p>
          <a:endParaRPr lang="zh-CN" altLang="en-US"/>
        </a:p>
      </dgm:t>
    </dgm:pt>
    <dgm:pt modelId="{DA69B693-DCBE-417B-8010-8286ABB29F7C}" type="sibTrans" cxnId="{31D800C3-4E2A-42A6-8DB3-160FC21A0761}">
      <dgm:prSet/>
      <dgm:spPr/>
      <dgm:t>
        <a:bodyPr/>
        <a:lstStyle/>
        <a:p>
          <a:endParaRPr lang="zh-CN" altLang="en-US"/>
        </a:p>
      </dgm:t>
    </dgm:pt>
    <dgm:pt modelId="{9AB2CE06-9C00-4420-B7B3-C0B0BE6C2CD4}">
      <dgm:prSet/>
      <dgm:spPr/>
      <dgm:t>
        <a:bodyPr/>
        <a:lstStyle/>
        <a:p>
          <a:pPr rtl="0"/>
          <a:r>
            <a:rPr lang="zh-CN" smtClean="0"/>
            <a:t>组装</a:t>
          </a:r>
          <a:endParaRPr lang="zh-CN"/>
        </a:p>
      </dgm:t>
    </dgm:pt>
    <dgm:pt modelId="{C08E35E9-A8A0-4D78-88E2-1AAC3C6DAF69}" type="parTrans" cxnId="{D7F72362-7D2D-4DCD-83EB-6B3101C1842D}">
      <dgm:prSet/>
      <dgm:spPr/>
      <dgm:t>
        <a:bodyPr/>
        <a:lstStyle/>
        <a:p>
          <a:endParaRPr lang="zh-CN" altLang="en-US"/>
        </a:p>
      </dgm:t>
    </dgm:pt>
    <dgm:pt modelId="{4AC0C0B6-CDB2-40CD-80A3-1F69A2639EF1}" type="sibTrans" cxnId="{D7F72362-7D2D-4DCD-83EB-6B3101C1842D}">
      <dgm:prSet/>
      <dgm:spPr/>
      <dgm:t>
        <a:bodyPr/>
        <a:lstStyle/>
        <a:p>
          <a:endParaRPr lang="zh-CN" altLang="en-US" dirty="0"/>
        </a:p>
      </dgm:t>
    </dgm:pt>
    <dgm:pt modelId="{1B06D200-D783-4E7D-B255-7ECD42769D2B}">
      <dgm:prSet/>
      <dgm:spPr/>
      <dgm:t>
        <a:bodyPr/>
        <a:lstStyle/>
        <a:p>
          <a:pPr rtl="0"/>
          <a:r>
            <a:rPr lang="zh-CN" smtClean="0"/>
            <a:t>释放</a:t>
          </a:r>
          <a:endParaRPr lang="zh-CN"/>
        </a:p>
      </dgm:t>
    </dgm:pt>
    <dgm:pt modelId="{11358688-80FD-4012-A1A6-D98CD6BDB8C3}" type="parTrans" cxnId="{3BFF4D9D-E612-4ECC-91A7-201F23EE9FE7}">
      <dgm:prSet/>
      <dgm:spPr/>
      <dgm:t>
        <a:bodyPr/>
        <a:lstStyle/>
        <a:p>
          <a:endParaRPr lang="zh-CN" altLang="en-US"/>
        </a:p>
      </dgm:t>
    </dgm:pt>
    <dgm:pt modelId="{1BC1EF9A-AABA-4C03-BA59-776ED2302EB8}" type="sibTrans" cxnId="{3BFF4D9D-E612-4ECC-91A7-201F23EE9FE7}">
      <dgm:prSet/>
      <dgm:spPr/>
      <dgm:t>
        <a:bodyPr/>
        <a:lstStyle/>
        <a:p>
          <a:endParaRPr lang="zh-CN" altLang="en-US"/>
        </a:p>
      </dgm:t>
    </dgm:pt>
    <dgm:pt modelId="{0B27476C-E009-4BF4-AA28-FE8809406484}" type="pres">
      <dgm:prSet presAssocID="{AC352486-4AEB-4D6F-9192-ADFB26E0827A}" presName="Name0" presStyleCnt="0">
        <dgm:presLayoutVars>
          <dgm:dir/>
          <dgm:resizeHandles val="exact"/>
        </dgm:presLayoutVars>
      </dgm:prSet>
      <dgm:spPr/>
      <dgm:t>
        <a:bodyPr/>
        <a:lstStyle/>
        <a:p>
          <a:endParaRPr lang="zh-CN" altLang="en-US"/>
        </a:p>
      </dgm:t>
    </dgm:pt>
    <dgm:pt modelId="{53BF9FE0-97A9-48BD-9A51-7303EAD3E24A}" type="pres">
      <dgm:prSet presAssocID="{18C3C02F-2AC7-4B84-9AC9-F61FBE0C8AFE}" presName="node" presStyleLbl="node1" presStyleIdx="0" presStyleCnt="6">
        <dgm:presLayoutVars>
          <dgm:bulletEnabled val="1"/>
        </dgm:presLayoutVars>
      </dgm:prSet>
      <dgm:spPr/>
      <dgm:t>
        <a:bodyPr/>
        <a:lstStyle/>
        <a:p>
          <a:endParaRPr lang="zh-CN" altLang="en-US"/>
        </a:p>
      </dgm:t>
    </dgm:pt>
    <dgm:pt modelId="{F7BD99A4-E4BD-4B8E-8129-97CF610B4357}" type="pres">
      <dgm:prSet presAssocID="{3A63C514-B963-4369-B3C9-D2C55B633734}" presName="sibTrans" presStyleLbl="sibTrans2D1" presStyleIdx="0" presStyleCnt="5"/>
      <dgm:spPr>
        <a:prstGeom prst="notchedRightArrow">
          <a:avLst/>
        </a:prstGeom>
      </dgm:spPr>
      <dgm:t>
        <a:bodyPr/>
        <a:lstStyle/>
        <a:p>
          <a:endParaRPr lang="zh-CN" altLang="en-US"/>
        </a:p>
      </dgm:t>
    </dgm:pt>
    <dgm:pt modelId="{DE7E2FCD-8305-410A-A496-2C31EC953532}" type="pres">
      <dgm:prSet presAssocID="{3A63C514-B963-4369-B3C9-D2C55B633734}" presName="connectorText" presStyleLbl="sibTrans2D1" presStyleIdx="0" presStyleCnt="5"/>
      <dgm:spPr/>
      <dgm:t>
        <a:bodyPr/>
        <a:lstStyle/>
        <a:p>
          <a:endParaRPr lang="zh-CN" altLang="en-US"/>
        </a:p>
      </dgm:t>
    </dgm:pt>
    <dgm:pt modelId="{130F5C5E-4C30-45AD-9C16-3B47BCD7552B}" type="pres">
      <dgm:prSet presAssocID="{B15D10CD-1D22-4034-AAB8-2EA41F6D830D}" presName="node" presStyleLbl="node1" presStyleIdx="1" presStyleCnt="6">
        <dgm:presLayoutVars>
          <dgm:bulletEnabled val="1"/>
        </dgm:presLayoutVars>
      </dgm:prSet>
      <dgm:spPr/>
      <dgm:t>
        <a:bodyPr/>
        <a:lstStyle/>
        <a:p>
          <a:endParaRPr lang="zh-CN" altLang="en-US"/>
        </a:p>
      </dgm:t>
    </dgm:pt>
    <dgm:pt modelId="{E1E28A0F-93FA-431E-B655-F367CE948EC7}" type="pres">
      <dgm:prSet presAssocID="{AAC1E324-396B-4945-9A48-BF8A23EB824D}" presName="sibTrans" presStyleLbl="sibTrans2D1" presStyleIdx="1" presStyleCnt="5"/>
      <dgm:spPr>
        <a:prstGeom prst="notchedRightArrow">
          <a:avLst/>
        </a:prstGeom>
      </dgm:spPr>
      <dgm:t>
        <a:bodyPr/>
        <a:lstStyle/>
        <a:p>
          <a:endParaRPr lang="zh-CN" altLang="en-US"/>
        </a:p>
      </dgm:t>
    </dgm:pt>
    <dgm:pt modelId="{F29A1AF3-EBC0-4372-A76D-E4A9FB2A5303}" type="pres">
      <dgm:prSet presAssocID="{AAC1E324-396B-4945-9A48-BF8A23EB824D}" presName="connectorText" presStyleLbl="sibTrans2D1" presStyleIdx="1" presStyleCnt="5"/>
      <dgm:spPr/>
      <dgm:t>
        <a:bodyPr/>
        <a:lstStyle/>
        <a:p>
          <a:endParaRPr lang="zh-CN" altLang="en-US"/>
        </a:p>
      </dgm:t>
    </dgm:pt>
    <dgm:pt modelId="{866CE5A0-D741-46A5-9F00-535CEFBA918B}" type="pres">
      <dgm:prSet presAssocID="{96DAE8E5-E9B5-454B-9904-9E9B7FA409EE}" presName="node" presStyleLbl="node1" presStyleIdx="2" presStyleCnt="6">
        <dgm:presLayoutVars>
          <dgm:bulletEnabled val="1"/>
        </dgm:presLayoutVars>
      </dgm:prSet>
      <dgm:spPr/>
      <dgm:t>
        <a:bodyPr/>
        <a:lstStyle/>
        <a:p>
          <a:endParaRPr lang="zh-CN" altLang="en-US"/>
        </a:p>
      </dgm:t>
    </dgm:pt>
    <dgm:pt modelId="{26AD2784-8488-428B-B4A9-11D3A24BE78E}" type="pres">
      <dgm:prSet presAssocID="{07E20F06-4E10-43EC-B2C7-7EE68C89F4F0}" presName="sibTrans" presStyleLbl="sibTrans2D1" presStyleIdx="2" presStyleCnt="5"/>
      <dgm:spPr>
        <a:prstGeom prst="notchedRightArrow">
          <a:avLst/>
        </a:prstGeom>
      </dgm:spPr>
      <dgm:t>
        <a:bodyPr/>
        <a:lstStyle/>
        <a:p>
          <a:endParaRPr lang="zh-CN" altLang="en-US"/>
        </a:p>
      </dgm:t>
    </dgm:pt>
    <dgm:pt modelId="{832160C7-EEBB-4336-8B0E-373C6ECFFC4A}" type="pres">
      <dgm:prSet presAssocID="{07E20F06-4E10-43EC-B2C7-7EE68C89F4F0}" presName="connectorText" presStyleLbl="sibTrans2D1" presStyleIdx="2" presStyleCnt="5"/>
      <dgm:spPr/>
      <dgm:t>
        <a:bodyPr/>
        <a:lstStyle/>
        <a:p>
          <a:endParaRPr lang="zh-CN" altLang="en-US"/>
        </a:p>
      </dgm:t>
    </dgm:pt>
    <dgm:pt modelId="{0498D9C5-D6AE-443F-86CF-DDA6AF7D2CDC}" type="pres">
      <dgm:prSet presAssocID="{E9EDD962-BDA8-4022-98D9-4D6D1CF78122}" presName="node" presStyleLbl="node1" presStyleIdx="3" presStyleCnt="6">
        <dgm:presLayoutVars>
          <dgm:bulletEnabled val="1"/>
        </dgm:presLayoutVars>
      </dgm:prSet>
      <dgm:spPr/>
      <dgm:t>
        <a:bodyPr/>
        <a:lstStyle/>
        <a:p>
          <a:endParaRPr lang="zh-CN" altLang="en-US"/>
        </a:p>
      </dgm:t>
    </dgm:pt>
    <dgm:pt modelId="{CA133846-4995-4AF5-92AA-76A7EA3E6955}" type="pres">
      <dgm:prSet presAssocID="{DA69B693-DCBE-417B-8010-8286ABB29F7C}" presName="sibTrans" presStyleLbl="sibTrans2D1" presStyleIdx="3" presStyleCnt="5"/>
      <dgm:spPr>
        <a:prstGeom prst="notchedRightArrow">
          <a:avLst/>
        </a:prstGeom>
      </dgm:spPr>
      <dgm:t>
        <a:bodyPr/>
        <a:lstStyle/>
        <a:p>
          <a:endParaRPr lang="zh-CN" altLang="en-US"/>
        </a:p>
      </dgm:t>
    </dgm:pt>
    <dgm:pt modelId="{0407FAB6-2DBC-4018-965B-1F396A1CA722}" type="pres">
      <dgm:prSet presAssocID="{DA69B693-DCBE-417B-8010-8286ABB29F7C}" presName="connectorText" presStyleLbl="sibTrans2D1" presStyleIdx="3" presStyleCnt="5"/>
      <dgm:spPr/>
      <dgm:t>
        <a:bodyPr/>
        <a:lstStyle/>
        <a:p>
          <a:endParaRPr lang="zh-CN" altLang="en-US"/>
        </a:p>
      </dgm:t>
    </dgm:pt>
    <dgm:pt modelId="{BFB7B230-5289-434E-A5EA-F437451094F7}" type="pres">
      <dgm:prSet presAssocID="{9AB2CE06-9C00-4420-B7B3-C0B0BE6C2CD4}" presName="node" presStyleLbl="node1" presStyleIdx="4" presStyleCnt="6">
        <dgm:presLayoutVars>
          <dgm:bulletEnabled val="1"/>
        </dgm:presLayoutVars>
      </dgm:prSet>
      <dgm:spPr/>
      <dgm:t>
        <a:bodyPr/>
        <a:lstStyle/>
        <a:p>
          <a:endParaRPr lang="zh-CN" altLang="en-US"/>
        </a:p>
      </dgm:t>
    </dgm:pt>
    <dgm:pt modelId="{B8460A41-FDA5-4F19-81E8-B9C42C305FEE}" type="pres">
      <dgm:prSet presAssocID="{4AC0C0B6-CDB2-40CD-80A3-1F69A2639EF1}" presName="sibTrans" presStyleLbl="sibTrans2D1" presStyleIdx="4" presStyleCnt="5"/>
      <dgm:spPr>
        <a:prstGeom prst="notchedRightArrow">
          <a:avLst/>
        </a:prstGeom>
      </dgm:spPr>
      <dgm:t>
        <a:bodyPr/>
        <a:lstStyle/>
        <a:p>
          <a:endParaRPr lang="zh-CN" altLang="en-US"/>
        </a:p>
      </dgm:t>
    </dgm:pt>
    <dgm:pt modelId="{2585DED1-BCD0-4297-B6D5-E0EEC6183C35}" type="pres">
      <dgm:prSet presAssocID="{4AC0C0B6-CDB2-40CD-80A3-1F69A2639EF1}" presName="connectorText" presStyleLbl="sibTrans2D1" presStyleIdx="4" presStyleCnt="5"/>
      <dgm:spPr>
        <a:prstGeom prst="notchedRightArrow">
          <a:avLst/>
        </a:prstGeom>
      </dgm:spPr>
      <dgm:t>
        <a:bodyPr/>
        <a:lstStyle/>
        <a:p>
          <a:endParaRPr lang="zh-CN" altLang="en-US"/>
        </a:p>
      </dgm:t>
    </dgm:pt>
    <dgm:pt modelId="{ECE8A020-3B12-41E9-AA1D-F05958716D1E}" type="pres">
      <dgm:prSet presAssocID="{1B06D200-D783-4E7D-B255-7ECD42769D2B}" presName="node" presStyleLbl="node1" presStyleIdx="5" presStyleCnt="6">
        <dgm:presLayoutVars>
          <dgm:bulletEnabled val="1"/>
        </dgm:presLayoutVars>
      </dgm:prSet>
      <dgm:spPr/>
      <dgm:t>
        <a:bodyPr/>
        <a:lstStyle/>
        <a:p>
          <a:endParaRPr lang="zh-CN" altLang="en-US"/>
        </a:p>
      </dgm:t>
    </dgm:pt>
  </dgm:ptLst>
  <dgm:cxnLst>
    <dgm:cxn modelId="{01B46D19-C6AA-43EF-96A2-44DC9C927A7C}" type="presOf" srcId="{B15D10CD-1D22-4034-AAB8-2EA41F6D830D}" destId="{130F5C5E-4C30-45AD-9C16-3B47BCD7552B}" srcOrd="0" destOrd="0" presId="urn:microsoft.com/office/officeart/2005/8/layout/process1"/>
    <dgm:cxn modelId="{BF26A827-B129-42B3-A364-C6B4709EC3A3}" type="presOf" srcId="{4AC0C0B6-CDB2-40CD-80A3-1F69A2639EF1}" destId="{2585DED1-BCD0-4297-B6D5-E0EEC6183C35}" srcOrd="1" destOrd="0" presId="urn:microsoft.com/office/officeart/2005/8/layout/process1"/>
    <dgm:cxn modelId="{4CF30F91-A2F8-44B9-A311-DE1C54CAA338}" type="presOf" srcId="{1B06D200-D783-4E7D-B255-7ECD42769D2B}" destId="{ECE8A020-3B12-41E9-AA1D-F05958716D1E}" srcOrd="0" destOrd="0" presId="urn:microsoft.com/office/officeart/2005/8/layout/process1"/>
    <dgm:cxn modelId="{DF1B0060-CB39-4C13-833B-D048E3076C1E}" type="presOf" srcId="{3A63C514-B963-4369-B3C9-D2C55B633734}" destId="{DE7E2FCD-8305-410A-A496-2C31EC953532}" srcOrd="1" destOrd="0" presId="urn:microsoft.com/office/officeart/2005/8/layout/process1"/>
    <dgm:cxn modelId="{6769322B-748A-42EE-9349-1E11282D093B}" type="presOf" srcId="{18C3C02F-2AC7-4B84-9AC9-F61FBE0C8AFE}" destId="{53BF9FE0-97A9-48BD-9A51-7303EAD3E24A}" srcOrd="0" destOrd="0" presId="urn:microsoft.com/office/officeart/2005/8/layout/process1"/>
    <dgm:cxn modelId="{7505612F-4013-46F5-91F1-2E242AA3A40B}" type="presOf" srcId="{07E20F06-4E10-43EC-B2C7-7EE68C89F4F0}" destId="{832160C7-EEBB-4336-8B0E-373C6ECFFC4A}" srcOrd="1" destOrd="0" presId="urn:microsoft.com/office/officeart/2005/8/layout/process1"/>
    <dgm:cxn modelId="{C2851988-B3CA-4BED-9B54-66559A5539DA}" type="presOf" srcId="{DA69B693-DCBE-417B-8010-8286ABB29F7C}" destId="{0407FAB6-2DBC-4018-965B-1F396A1CA722}" srcOrd="1" destOrd="0" presId="urn:microsoft.com/office/officeart/2005/8/layout/process1"/>
    <dgm:cxn modelId="{286F4218-0F05-4431-90C9-7C10E57B561A}" srcId="{AC352486-4AEB-4D6F-9192-ADFB26E0827A}" destId="{96DAE8E5-E9B5-454B-9904-9E9B7FA409EE}" srcOrd="2" destOrd="0" parTransId="{41B272B8-E0CE-4EB5-B35E-6DB4F4EE96B8}" sibTransId="{07E20F06-4E10-43EC-B2C7-7EE68C89F4F0}"/>
    <dgm:cxn modelId="{284F0D5A-928E-4B85-972D-EA5BFDBAAE90}" type="presOf" srcId="{AAC1E324-396B-4945-9A48-BF8A23EB824D}" destId="{E1E28A0F-93FA-431E-B655-F367CE948EC7}" srcOrd="0" destOrd="0" presId="urn:microsoft.com/office/officeart/2005/8/layout/process1"/>
    <dgm:cxn modelId="{7FAE81A9-F5C9-4CC5-B5D0-15EA1E8AB873}" type="presOf" srcId="{07E20F06-4E10-43EC-B2C7-7EE68C89F4F0}" destId="{26AD2784-8488-428B-B4A9-11D3A24BE78E}" srcOrd="0" destOrd="0" presId="urn:microsoft.com/office/officeart/2005/8/layout/process1"/>
    <dgm:cxn modelId="{6F2128D5-4BDD-4765-9FF4-C445627BC3A6}" type="presOf" srcId="{4AC0C0B6-CDB2-40CD-80A3-1F69A2639EF1}" destId="{B8460A41-FDA5-4F19-81E8-B9C42C305FEE}" srcOrd="0" destOrd="0" presId="urn:microsoft.com/office/officeart/2005/8/layout/process1"/>
    <dgm:cxn modelId="{31D800C3-4E2A-42A6-8DB3-160FC21A0761}" srcId="{AC352486-4AEB-4D6F-9192-ADFB26E0827A}" destId="{E9EDD962-BDA8-4022-98D9-4D6D1CF78122}" srcOrd="3" destOrd="0" parTransId="{4CBCC067-35DC-4BE3-80A0-A6E0577089D1}" sibTransId="{DA69B693-DCBE-417B-8010-8286ABB29F7C}"/>
    <dgm:cxn modelId="{347F719D-28C7-40E0-8270-13EE0881846A}" type="presOf" srcId="{9AB2CE06-9C00-4420-B7B3-C0B0BE6C2CD4}" destId="{BFB7B230-5289-434E-A5EA-F437451094F7}" srcOrd="0" destOrd="0" presId="urn:microsoft.com/office/officeart/2005/8/layout/process1"/>
    <dgm:cxn modelId="{D7F72362-7D2D-4DCD-83EB-6B3101C1842D}" srcId="{AC352486-4AEB-4D6F-9192-ADFB26E0827A}" destId="{9AB2CE06-9C00-4420-B7B3-C0B0BE6C2CD4}" srcOrd="4" destOrd="0" parTransId="{C08E35E9-A8A0-4D78-88E2-1AAC3C6DAF69}" sibTransId="{4AC0C0B6-CDB2-40CD-80A3-1F69A2639EF1}"/>
    <dgm:cxn modelId="{A2AE0EE5-1F0D-410A-A532-159B169186A6}" type="presOf" srcId="{96DAE8E5-E9B5-454B-9904-9E9B7FA409EE}" destId="{866CE5A0-D741-46A5-9F00-535CEFBA918B}" srcOrd="0" destOrd="0" presId="urn:microsoft.com/office/officeart/2005/8/layout/process1"/>
    <dgm:cxn modelId="{5A469B5E-10A7-4379-B581-A9E8D1B042DA}" type="presOf" srcId="{E9EDD962-BDA8-4022-98D9-4D6D1CF78122}" destId="{0498D9C5-D6AE-443F-86CF-DDA6AF7D2CDC}" srcOrd="0" destOrd="0" presId="urn:microsoft.com/office/officeart/2005/8/layout/process1"/>
    <dgm:cxn modelId="{8885AFFA-477A-4761-87DD-2401484FA0A0}" srcId="{AC352486-4AEB-4D6F-9192-ADFB26E0827A}" destId="{B15D10CD-1D22-4034-AAB8-2EA41F6D830D}" srcOrd="1" destOrd="0" parTransId="{36F32352-0E07-472C-AF73-4872198BAD5A}" sibTransId="{AAC1E324-396B-4945-9A48-BF8A23EB824D}"/>
    <dgm:cxn modelId="{83EE8D6E-2159-4C29-9A92-8C825DE08E3A}" type="presOf" srcId="{3A63C514-B963-4369-B3C9-D2C55B633734}" destId="{F7BD99A4-E4BD-4B8E-8129-97CF610B4357}" srcOrd="0" destOrd="0" presId="urn:microsoft.com/office/officeart/2005/8/layout/process1"/>
    <dgm:cxn modelId="{F6A8D274-0A9B-4437-9153-4596ED6367DA}" type="presOf" srcId="{DA69B693-DCBE-417B-8010-8286ABB29F7C}" destId="{CA133846-4995-4AF5-92AA-76A7EA3E6955}" srcOrd="0" destOrd="0" presId="urn:microsoft.com/office/officeart/2005/8/layout/process1"/>
    <dgm:cxn modelId="{3BFF4D9D-E612-4ECC-91A7-201F23EE9FE7}" srcId="{AC352486-4AEB-4D6F-9192-ADFB26E0827A}" destId="{1B06D200-D783-4E7D-B255-7ECD42769D2B}" srcOrd="5" destOrd="0" parTransId="{11358688-80FD-4012-A1A6-D98CD6BDB8C3}" sibTransId="{1BC1EF9A-AABA-4C03-BA59-776ED2302EB8}"/>
    <dgm:cxn modelId="{46F60991-2CAC-4B04-BCD0-86ED5E82830C}" type="presOf" srcId="{AAC1E324-396B-4945-9A48-BF8A23EB824D}" destId="{F29A1AF3-EBC0-4372-A76D-E4A9FB2A5303}" srcOrd="1" destOrd="0" presId="urn:microsoft.com/office/officeart/2005/8/layout/process1"/>
    <dgm:cxn modelId="{38CE39A3-46C6-4811-9EFE-70A2307B27E0}" type="presOf" srcId="{AC352486-4AEB-4D6F-9192-ADFB26E0827A}" destId="{0B27476C-E009-4BF4-AA28-FE8809406484}" srcOrd="0" destOrd="0" presId="urn:microsoft.com/office/officeart/2005/8/layout/process1"/>
    <dgm:cxn modelId="{3D900836-92D8-4157-84A6-3D6A8C49570D}" srcId="{AC352486-4AEB-4D6F-9192-ADFB26E0827A}" destId="{18C3C02F-2AC7-4B84-9AC9-F61FBE0C8AFE}" srcOrd="0" destOrd="0" parTransId="{A9F80051-C46D-4CCD-8C56-A1B9737C8A37}" sibTransId="{3A63C514-B963-4369-B3C9-D2C55B633734}"/>
    <dgm:cxn modelId="{8E322ECD-1F8D-4857-A8E4-4ACAA26212DB}" type="presParOf" srcId="{0B27476C-E009-4BF4-AA28-FE8809406484}" destId="{53BF9FE0-97A9-48BD-9A51-7303EAD3E24A}" srcOrd="0" destOrd="0" presId="urn:microsoft.com/office/officeart/2005/8/layout/process1"/>
    <dgm:cxn modelId="{3A19970F-5725-4C06-B7C3-2CE26450F235}" type="presParOf" srcId="{0B27476C-E009-4BF4-AA28-FE8809406484}" destId="{F7BD99A4-E4BD-4B8E-8129-97CF610B4357}" srcOrd="1" destOrd="0" presId="urn:microsoft.com/office/officeart/2005/8/layout/process1"/>
    <dgm:cxn modelId="{4FCF907C-20CD-4A14-97E6-D32733012960}" type="presParOf" srcId="{F7BD99A4-E4BD-4B8E-8129-97CF610B4357}" destId="{DE7E2FCD-8305-410A-A496-2C31EC953532}" srcOrd="0" destOrd="0" presId="urn:microsoft.com/office/officeart/2005/8/layout/process1"/>
    <dgm:cxn modelId="{11531424-327A-446F-BD0E-28CC7E3EF9E5}" type="presParOf" srcId="{0B27476C-E009-4BF4-AA28-FE8809406484}" destId="{130F5C5E-4C30-45AD-9C16-3B47BCD7552B}" srcOrd="2" destOrd="0" presId="urn:microsoft.com/office/officeart/2005/8/layout/process1"/>
    <dgm:cxn modelId="{3B1F57B7-2EC7-4DAE-BEC3-A59C83806F83}" type="presParOf" srcId="{0B27476C-E009-4BF4-AA28-FE8809406484}" destId="{E1E28A0F-93FA-431E-B655-F367CE948EC7}" srcOrd="3" destOrd="0" presId="urn:microsoft.com/office/officeart/2005/8/layout/process1"/>
    <dgm:cxn modelId="{DBFB11C9-6089-4F6D-BA0A-38CECADF6D1E}" type="presParOf" srcId="{E1E28A0F-93FA-431E-B655-F367CE948EC7}" destId="{F29A1AF3-EBC0-4372-A76D-E4A9FB2A5303}" srcOrd="0" destOrd="0" presId="urn:microsoft.com/office/officeart/2005/8/layout/process1"/>
    <dgm:cxn modelId="{3D701178-B766-4CEA-ACA1-8EF85D20D528}" type="presParOf" srcId="{0B27476C-E009-4BF4-AA28-FE8809406484}" destId="{866CE5A0-D741-46A5-9F00-535CEFBA918B}" srcOrd="4" destOrd="0" presId="urn:microsoft.com/office/officeart/2005/8/layout/process1"/>
    <dgm:cxn modelId="{6A6FF04D-0888-40AE-B7EC-EF098CF2160C}" type="presParOf" srcId="{0B27476C-E009-4BF4-AA28-FE8809406484}" destId="{26AD2784-8488-428B-B4A9-11D3A24BE78E}" srcOrd="5" destOrd="0" presId="urn:microsoft.com/office/officeart/2005/8/layout/process1"/>
    <dgm:cxn modelId="{4B223C15-A8F6-4B83-9DA2-517FDF6B2196}" type="presParOf" srcId="{26AD2784-8488-428B-B4A9-11D3A24BE78E}" destId="{832160C7-EEBB-4336-8B0E-373C6ECFFC4A}" srcOrd="0" destOrd="0" presId="urn:microsoft.com/office/officeart/2005/8/layout/process1"/>
    <dgm:cxn modelId="{F1D8F831-CC51-4C18-AF9C-94A679E9ECD2}" type="presParOf" srcId="{0B27476C-E009-4BF4-AA28-FE8809406484}" destId="{0498D9C5-D6AE-443F-86CF-DDA6AF7D2CDC}" srcOrd="6" destOrd="0" presId="urn:microsoft.com/office/officeart/2005/8/layout/process1"/>
    <dgm:cxn modelId="{ADFA3FA4-CAEF-48C0-B7E1-32E22BAB35CC}" type="presParOf" srcId="{0B27476C-E009-4BF4-AA28-FE8809406484}" destId="{CA133846-4995-4AF5-92AA-76A7EA3E6955}" srcOrd="7" destOrd="0" presId="urn:microsoft.com/office/officeart/2005/8/layout/process1"/>
    <dgm:cxn modelId="{8432B401-EA97-47EA-95FD-BB4BD3735914}" type="presParOf" srcId="{CA133846-4995-4AF5-92AA-76A7EA3E6955}" destId="{0407FAB6-2DBC-4018-965B-1F396A1CA722}" srcOrd="0" destOrd="0" presId="urn:microsoft.com/office/officeart/2005/8/layout/process1"/>
    <dgm:cxn modelId="{8DAE03AE-B778-4656-A14C-33A00338E8AF}" type="presParOf" srcId="{0B27476C-E009-4BF4-AA28-FE8809406484}" destId="{BFB7B230-5289-434E-A5EA-F437451094F7}" srcOrd="8" destOrd="0" presId="urn:microsoft.com/office/officeart/2005/8/layout/process1"/>
    <dgm:cxn modelId="{776A351E-BD21-481A-ADB9-0D967FD3E3E2}" type="presParOf" srcId="{0B27476C-E009-4BF4-AA28-FE8809406484}" destId="{B8460A41-FDA5-4F19-81E8-B9C42C305FEE}" srcOrd="9" destOrd="0" presId="urn:microsoft.com/office/officeart/2005/8/layout/process1"/>
    <dgm:cxn modelId="{EA16B10B-B068-496D-977B-3B46DE66936E}" type="presParOf" srcId="{B8460A41-FDA5-4F19-81E8-B9C42C305FEE}" destId="{2585DED1-BCD0-4297-B6D5-E0EEC6183C35}" srcOrd="0" destOrd="0" presId="urn:microsoft.com/office/officeart/2005/8/layout/process1"/>
    <dgm:cxn modelId="{3EDDC168-41BD-4283-A0C8-2FC7C1F90903}" type="presParOf" srcId="{0B27476C-E009-4BF4-AA28-FE8809406484}" destId="{ECE8A020-3B12-41E9-AA1D-F05958716D1E}" srcOrd="1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69F99E-D730-43B0-912A-37EC23526EBC}">
      <dsp:nvSpPr>
        <dsp:cNvPr id="0" name=""/>
        <dsp:cNvSpPr/>
      </dsp:nvSpPr>
      <dsp:spPr>
        <a:xfrm rot="16200000">
          <a:off x="-673366" y="674583"/>
          <a:ext cx="4514439" cy="3165272"/>
        </a:xfrm>
        <a:prstGeom prst="flowChartManualOperation">
          <a:avLst/>
        </a:prstGeom>
        <a:solidFill>
          <a:srgbClr val="56A1A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3700" tIns="0" rIns="394891" bIns="0" numCol="1" spcCol="1270" anchor="ctr" anchorCtr="0">
          <a:noAutofit/>
        </a:bodyPr>
        <a:lstStyle/>
        <a:p>
          <a:pPr lvl="0" algn="ctr" defTabSz="2755900" rtl="0">
            <a:lnSpc>
              <a:spcPct val="90000"/>
            </a:lnSpc>
            <a:spcBef>
              <a:spcPct val="0"/>
            </a:spcBef>
            <a:spcAft>
              <a:spcPct val="35000"/>
            </a:spcAft>
          </a:pPr>
          <a:r>
            <a:rPr lang="zh-CN" altLang="en-US" sz="6200" kern="1200" smtClean="0"/>
            <a:t>退化假说</a:t>
          </a:r>
          <a:endParaRPr lang="zh-CN" altLang="en-US" sz="6200" kern="1200"/>
        </a:p>
      </dsp:txBody>
      <dsp:txXfrm rot="5400000">
        <a:off x="1218" y="902887"/>
        <a:ext cx="3165272" cy="2708663"/>
      </dsp:txXfrm>
    </dsp:sp>
    <dsp:sp modelId="{2B83741B-2329-4158-8791-C23679598859}">
      <dsp:nvSpPr>
        <dsp:cNvPr id="0" name=""/>
        <dsp:cNvSpPr/>
      </dsp:nvSpPr>
      <dsp:spPr>
        <a:xfrm rot="16200000">
          <a:off x="2729301" y="674583"/>
          <a:ext cx="4514439" cy="3165272"/>
        </a:xfrm>
        <a:prstGeom prst="flowChartManualOperation">
          <a:avLst/>
        </a:prstGeom>
        <a:solidFill>
          <a:srgbClr val="56A1A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3700" tIns="0" rIns="394891" bIns="0" numCol="1" spcCol="1270" anchor="ctr" anchorCtr="0">
          <a:noAutofit/>
        </a:bodyPr>
        <a:lstStyle/>
        <a:p>
          <a:pPr lvl="0" algn="ctr" defTabSz="2755900" rtl="0">
            <a:lnSpc>
              <a:spcPct val="90000"/>
            </a:lnSpc>
            <a:spcBef>
              <a:spcPct val="0"/>
            </a:spcBef>
            <a:spcAft>
              <a:spcPct val="35000"/>
            </a:spcAft>
          </a:pPr>
          <a:r>
            <a:rPr lang="zh-CN" altLang="en-US" sz="6200" kern="1200" smtClean="0"/>
            <a:t>细胞起源假说</a:t>
          </a:r>
          <a:endParaRPr lang="zh-CN" altLang="en-US" sz="6200" kern="1200"/>
        </a:p>
      </dsp:txBody>
      <dsp:txXfrm rot="5400000">
        <a:off x="3403885" y="902887"/>
        <a:ext cx="3165272" cy="2708663"/>
      </dsp:txXfrm>
    </dsp:sp>
    <dsp:sp modelId="{F7DEFB28-C2B8-4AFC-922F-B54D8B97F59B}">
      <dsp:nvSpPr>
        <dsp:cNvPr id="0" name=""/>
        <dsp:cNvSpPr/>
      </dsp:nvSpPr>
      <dsp:spPr>
        <a:xfrm rot="16200000">
          <a:off x="6131969" y="674583"/>
          <a:ext cx="4514439" cy="3165272"/>
        </a:xfrm>
        <a:prstGeom prst="flowChartManualOperation">
          <a:avLst/>
        </a:prstGeom>
        <a:solidFill>
          <a:srgbClr val="56A1A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3700" tIns="0" rIns="394891" bIns="0" numCol="1" spcCol="1270" anchor="ctr" anchorCtr="0">
          <a:noAutofit/>
        </a:bodyPr>
        <a:lstStyle/>
        <a:p>
          <a:pPr lvl="0" algn="ctr" defTabSz="2755900" rtl="0">
            <a:lnSpc>
              <a:spcPct val="90000"/>
            </a:lnSpc>
            <a:spcBef>
              <a:spcPct val="0"/>
            </a:spcBef>
            <a:spcAft>
              <a:spcPct val="35000"/>
            </a:spcAft>
          </a:pPr>
          <a:r>
            <a:rPr lang="zh-CN" altLang="en-US" sz="6200" kern="1200" dirty="0" smtClean="0"/>
            <a:t>共同进化学说</a:t>
          </a:r>
          <a:endParaRPr lang="zh-CN" altLang="en-US" sz="6200" kern="1200" dirty="0"/>
        </a:p>
      </dsp:txBody>
      <dsp:txXfrm rot="5400000">
        <a:off x="6806553" y="902887"/>
        <a:ext cx="3165272" cy="270866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BF9FE0-97A9-48BD-9A51-7303EAD3E24A}">
      <dsp:nvSpPr>
        <dsp:cNvPr id="0" name=""/>
        <dsp:cNvSpPr/>
      </dsp:nvSpPr>
      <dsp:spPr>
        <a:xfrm>
          <a:off x="0" y="1888631"/>
          <a:ext cx="1228628" cy="73717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zh-CN" altLang="en-US" sz="1800" kern="1200" smtClean="0"/>
            <a:t>附着</a:t>
          </a:r>
          <a:endParaRPr lang="zh-CN" altLang="en-US" sz="1800" kern="1200"/>
        </a:p>
      </dsp:txBody>
      <dsp:txXfrm>
        <a:off x="21591" y="1910222"/>
        <a:ext cx="1185446" cy="693994"/>
      </dsp:txXfrm>
    </dsp:sp>
    <dsp:sp modelId="{F7BD99A4-E4BD-4B8E-8129-97CF610B4357}">
      <dsp:nvSpPr>
        <dsp:cNvPr id="0" name=""/>
        <dsp:cNvSpPr/>
      </dsp:nvSpPr>
      <dsp:spPr>
        <a:xfrm>
          <a:off x="1351491" y="2104869"/>
          <a:ext cx="260469" cy="304699"/>
        </a:xfrm>
        <a:prstGeom prst="notchedRightArrow">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zh-CN" altLang="en-US" sz="1300" kern="1200"/>
        </a:p>
      </dsp:txBody>
      <dsp:txXfrm>
        <a:off x="1351491" y="2165809"/>
        <a:ext cx="182328" cy="182819"/>
      </dsp:txXfrm>
    </dsp:sp>
    <dsp:sp modelId="{130F5C5E-4C30-45AD-9C16-3B47BCD7552B}">
      <dsp:nvSpPr>
        <dsp:cNvPr id="0" name=""/>
        <dsp:cNvSpPr/>
      </dsp:nvSpPr>
      <dsp:spPr>
        <a:xfrm>
          <a:off x="1720079" y="1888631"/>
          <a:ext cx="1228628" cy="73717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zh-CN" altLang="en-US" sz="1800" kern="1200" smtClean="0"/>
            <a:t>进入细胞</a:t>
          </a:r>
          <a:endParaRPr lang="zh-CN" altLang="en-US" sz="1800" kern="1200"/>
        </a:p>
      </dsp:txBody>
      <dsp:txXfrm>
        <a:off x="1741670" y="1910222"/>
        <a:ext cx="1185446" cy="693994"/>
      </dsp:txXfrm>
    </dsp:sp>
    <dsp:sp modelId="{E1E28A0F-93FA-431E-B655-F367CE948EC7}">
      <dsp:nvSpPr>
        <dsp:cNvPr id="0" name=""/>
        <dsp:cNvSpPr/>
      </dsp:nvSpPr>
      <dsp:spPr>
        <a:xfrm>
          <a:off x="3071570" y="2104869"/>
          <a:ext cx="260469" cy="304699"/>
        </a:xfrm>
        <a:prstGeom prst="notchedRightArrow">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zh-CN" altLang="en-US" sz="1300" kern="1200"/>
        </a:p>
      </dsp:txBody>
      <dsp:txXfrm>
        <a:off x="3071570" y="2165809"/>
        <a:ext cx="182328" cy="182819"/>
      </dsp:txXfrm>
    </dsp:sp>
    <dsp:sp modelId="{866CE5A0-D741-46A5-9F00-535CEFBA918B}">
      <dsp:nvSpPr>
        <dsp:cNvPr id="0" name=""/>
        <dsp:cNvSpPr/>
      </dsp:nvSpPr>
      <dsp:spPr>
        <a:xfrm>
          <a:off x="3440159" y="1888631"/>
          <a:ext cx="1228628" cy="73717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zh-CN" altLang="en-US" sz="1800" kern="1200" smtClean="0"/>
            <a:t>核酸的脱出</a:t>
          </a:r>
          <a:endParaRPr lang="zh-CN" altLang="en-US" sz="1800" kern="1200"/>
        </a:p>
      </dsp:txBody>
      <dsp:txXfrm>
        <a:off x="3461750" y="1910222"/>
        <a:ext cx="1185446" cy="693994"/>
      </dsp:txXfrm>
    </dsp:sp>
    <dsp:sp modelId="{26AD2784-8488-428B-B4A9-11D3A24BE78E}">
      <dsp:nvSpPr>
        <dsp:cNvPr id="0" name=""/>
        <dsp:cNvSpPr/>
      </dsp:nvSpPr>
      <dsp:spPr>
        <a:xfrm>
          <a:off x="4791650" y="2104869"/>
          <a:ext cx="260469" cy="304699"/>
        </a:xfrm>
        <a:prstGeom prst="notchedRightArrow">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zh-CN" altLang="en-US" sz="1300" kern="1200"/>
        </a:p>
      </dsp:txBody>
      <dsp:txXfrm>
        <a:off x="4791650" y="2165809"/>
        <a:ext cx="182328" cy="182819"/>
      </dsp:txXfrm>
    </dsp:sp>
    <dsp:sp modelId="{0498D9C5-D6AE-443F-86CF-DDA6AF7D2CDC}">
      <dsp:nvSpPr>
        <dsp:cNvPr id="0" name=""/>
        <dsp:cNvSpPr/>
      </dsp:nvSpPr>
      <dsp:spPr>
        <a:xfrm>
          <a:off x="5160238" y="1888631"/>
          <a:ext cx="1228628" cy="73717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zh-CN" altLang="en-US" sz="1800" kern="1200" smtClean="0"/>
            <a:t>合成</a:t>
          </a:r>
          <a:endParaRPr lang="zh-CN" altLang="en-US" sz="1800" kern="1200"/>
        </a:p>
      </dsp:txBody>
      <dsp:txXfrm>
        <a:off x="5181829" y="1910222"/>
        <a:ext cx="1185446" cy="693994"/>
      </dsp:txXfrm>
    </dsp:sp>
    <dsp:sp modelId="{CA133846-4995-4AF5-92AA-76A7EA3E6955}">
      <dsp:nvSpPr>
        <dsp:cNvPr id="0" name=""/>
        <dsp:cNvSpPr/>
      </dsp:nvSpPr>
      <dsp:spPr>
        <a:xfrm>
          <a:off x="6511729" y="2104869"/>
          <a:ext cx="260469" cy="304699"/>
        </a:xfrm>
        <a:prstGeom prst="notchedRightArrow">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zh-CN" altLang="en-US" sz="1300" kern="1200"/>
        </a:p>
      </dsp:txBody>
      <dsp:txXfrm>
        <a:off x="6511729" y="2165809"/>
        <a:ext cx="182328" cy="182819"/>
      </dsp:txXfrm>
    </dsp:sp>
    <dsp:sp modelId="{BFB7B230-5289-434E-A5EA-F437451094F7}">
      <dsp:nvSpPr>
        <dsp:cNvPr id="0" name=""/>
        <dsp:cNvSpPr/>
      </dsp:nvSpPr>
      <dsp:spPr>
        <a:xfrm>
          <a:off x="6880318" y="1888631"/>
          <a:ext cx="1228628" cy="73717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zh-CN" altLang="en-US" sz="1800" kern="1200" smtClean="0"/>
            <a:t>组装</a:t>
          </a:r>
          <a:endParaRPr lang="zh-CN" altLang="en-US" sz="1800" kern="1200"/>
        </a:p>
      </dsp:txBody>
      <dsp:txXfrm>
        <a:off x="6901909" y="1910222"/>
        <a:ext cx="1185446" cy="693994"/>
      </dsp:txXfrm>
    </dsp:sp>
    <dsp:sp modelId="{B8460A41-FDA5-4F19-81E8-B9C42C305FEE}">
      <dsp:nvSpPr>
        <dsp:cNvPr id="0" name=""/>
        <dsp:cNvSpPr/>
      </dsp:nvSpPr>
      <dsp:spPr>
        <a:xfrm>
          <a:off x="8231809" y="2104869"/>
          <a:ext cx="260469" cy="304699"/>
        </a:xfrm>
        <a:prstGeom prst="notchedRightArrow">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zh-CN" altLang="en-US" sz="1000" kern="1200" dirty="0"/>
        </a:p>
      </dsp:txBody>
      <dsp:txXfrm>
        <a:off x="8296926" y="2181044"/>
        <a:ext cx="130235" cy="152349"/>
      </dsp:txXfrm>
    </dsp:sp>
    <dsp:sp modelId="{ECE8A020-3B12-41E9-AA1D-F05958716D1E}">
      <dsp:nvSpPr>
        <dsp:cNvPr id="0" name=""/>
        <dsp:cNvSpPr/>
      </dsp:nvSpPr>
      <dsp:spPr>
        <a:xfrm>
          <a:off x="8600397" y="1888631"/>
          <a:ext cx="1228628" cy="73717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zh-CN" altLang="en-US" sz="1800" kern="1200" smtClean="0"/>
            <a:t>释放</a:t>
          </a:r>
          <a:endParaRPr lang="zh-CN" altLang="en-US" sz="1800" kern="1200"/>
        </a:p>
      </dsp:txBody>
      <dsp:txXfrm>
        <a:off x="8621988" y="1910222"/>
        <a:ext cx="1185446" cy="693994"/>
      </dsp:txXfrm>
    </dsp:sp>
  </dsp:spTree>
</dsp:drawing>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641E9B-F4AA-4964-9E75-8E3BD8AFDD76}" type="datetimeFigureOut">
              <a:rPr lang="zh-CN" altLang="en-US" smtClean="0"/>
              <a:t>2021/4/14</a:t>
            </a:fld>
            <a:endParaRPr lang="zh-CN" altLang="en-US"/>
          </a:p>
        </p:txBody>
      </p:sp>
      <p:sp>
        <p:nvSpPr>
          <p:cNvPr id="4" name="幻灯片图像占位符 3"/>
          <p:cNvSpPr>
            <a:spLocks noGrp="1" noRot="1" noChangeAspect="1"/>
          </p:cNvSpPr>
          <p:nvPr>
            <p:ph type="sldImg" idx="2"/>
          </p:nvPr>
        </p:nvSpPr>
        <p:spPr>
          <a:xfrm>
            <a:off x="668338" y="1143000"/>
            <a:ext cx="5521325"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2B100C-69EE-41B5-8D53-2268DF92AADF}" type="slidenum">
              <a:rPr lang="zh-CN" altLang="en-US" smtClean="0"/>
              <a:t>‹#›</a:t>
            </a:fld>
            <a:endParaRPr lang="zh-CN" altLang="en-US"/>
          </a:p>
        </p:txBody>
      </p:sp>
    </p:spTree>
    <p:extLst>
      <p:ext uri="{BB962C8B-B14F-4D97-AF65-F5344CB8AC3E}">
        <p14:creationId xmlns:p14="http://schemas.microsoft.com/office/powerpoint/2010/main" val="13159323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8091" y="2125004"/>
            <a:ext cx="10405031" cy="1466282"/>
          </a:xfrm>
        </p:spPr>
        <p:txBody>
          <a:bodyPr/>
          <a:lstStyle/>
          <a:p>
            <a:r>
              <a:rPr lang="zh-CN" altLang="en-US"/>
              <a:t>单击此处编辑母版标题样式</a:t>
            </a:r>
          </a:p>
        </p:txBody>
      </p:sp>
      <p:sp>
        <p:nvSpPr>
          <p:cNvPr id="3" name="副标题 2"/>
          <p:cNvSpPr>
            <a:spLocks noGrp="1"/>
          </p:cNvSpPr>
          <p:nvPr>
            <p:ph type="subTitle" idx="1"/>
          </p:nvPr>
        </p:nvSpPr>
        <p:spPr>
          <a:xfrm>
            <a:off x="1836182" y="3876305"/>
            <a:ext cx="8568849" cy="1748137"/>
          </a:xfrm>
        </p:spPr>
        <p:txBody>
          <a:bodyPr/>
          <a:lstStyle>
            <a:lvl1pPr marL="0" indent="0" algn="ctr">
              <a:buNone/>
              <a:defRPr>
                <a:solidFill>
                  <a:schemeClr val="tx1">
                    <a:tint val="75000"/>
                  </a:schemeClr>
                </a:solidFill>
              </a:defRPr>
            </a:lvl1pPr>
            <a:lvl2pPr marL="610591" indent="0" algn="ctr">
              <a:buNone/>
              <a:defRPr>
                <a:solidFill>
                  <a:schemeClr val="tx1">
                    <a:tint val="75000"/>
                  </a:schemeClr>
                </a:solidFill>
              </a:defRPr>
            </a:lvl2pPr>
            <a:lvl3pPr marL="1221181" indent="0" algn="ctr">
              <a:buNone/>
              <a:defRPr>
                <a:solidFill>
                  <a:schemeClr val="tx1">
                    <a:tint val="75000"/>
                  </a:schemeClr>
                </a:solidFill>
              </a:defRPr>
            </a:lvl3pPr>
            <a:lvl4pPr marL="1831772" indent="0" algn="ctr">
              <a:buNone/>
              <a:defRPr>
                <a:solidFill>
                  <a:schemeClr val="tx1">
                    <a:tint val="75000"/>
                  </a:schemeClr>
                </a:solidFill>
              </a:defRPr>
            </a:lvl4pPr>
            <a:lvl5pPr marL="2442362" indent="0" algn="ctr">
              <a:buNone/>
              <a:defRPr>
                <a:solidFill>
                  <a:schemeClr val="tx1">
                    <a:tint val="75000"/>
                  </a:schemeClr>
                </a:solidFill>
              </a:defRPr>
            </a:lvl5pPr>
            <a:lvl6pPr marL="3052953" indent="0" algn="ctr">
              <a:buNone/>
              <a:defRPr>
                <a:solidFill>
                  <a:schemeClr val="tx1">
                    <a:tint val="75000"/>
                  </a:schemeClr>
                </a:solidFill>
              </a:defRPr>
            </a:lvl6pPr>
            <a:lvl7pPr marL="3663544" indent="0" algn="ctr">
              <a:buNone/>
              <a:defRPr>
                <a:solidFill>
                  <a:schemeClr val="tx1">
                    <a:tint val="75000"/>
                  </a:schemeClr>
                </a:solidFill>
              </a:defRPr>
            </a:lvl7pPr>
            <a:lvl8pPr marL="4274134" indent="0" algn="ctr">
              <a:buNone/>
              <a:defRPr>
                <a:solidFill>
                  <a:schemeClr val="tx1">
                    <a:tint val="75000"/>
                  </a:schemeClr>
                </a:solidFill>
              </a:defRPr>
            </a:lvl8pPr>
            <a:lvl9pPr marL="4884725"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60AB0B-BFA1-4B5C-89D5-BFB68EF85CAC}" type="datetime1">
              <a:rPr lang="zh-CN" altLang="en-US" smtClean="0"/>
              <a:t>2021/4/14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362B070-ABF8-40A1-AFC2-7D6C9842DF10}" type="slidenum">
              <a:rPr lang="zh-CN" altLang="en-US" smtClean="0"/>
              <a:t>‹#›</a:t>
            </a:fld>
            <a:endParaRPr lang="zh-CN" altLang="en-US"/>
          </a:p>
        </p:txBody>
      </p:sp>
    </p:spTree>
    <p:extLst>
      <p:ext uri="{BB962C8B-B14F-4D97-AF65-F5344CB8AC3E}">
        <p14:creationId xmlns:p14="http://schemas.microsoft.com/office/powerpoint/2010/main" val="21748708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40951F6-3693-45B1-8BDF-AA203B811277}" type="datetime1">
              <a:rPr lang="zh-CN" altLang="en-US" smtClean="0"/>
              <a:t>2021/4/14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362B070-ABF8-40A1-AFC2-7D6C9842DF10}" type="slidenum">
              <a:rPr lang="zh-CN" altLang="en-US" smtClean="0"/>
              <a:t>‹#›</a:t>
            </a:fld>
            <a:endParaRPr lang="zh-CN" altLang="en-US"/>
          </a:p>
        </p:txBody>
      </p:sp>
    </p:spTree>
    <p:extLst>
      <p:ext uri="{BB962C8B-B14F-4D97-AF65-F5344CB8AC3E}">
        <p14:creationId xmlns:p14="http://schemas.microsoft.com/office/powerpoint/2010/main" val="3518536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6972" y="4395680"/>
            <a:ext cx="10405031" cy="1358607"/>
          </a:xfrm>
        </p:spPr>
        <p:txBody>
          <a:bodyPr anchor="t"/>
          <a:lstStyle>
            <a:lvl1pPr algn="l">
              <a:defRPr sz="5300" b="1" cap="all"/>
            </a:lvl1pPr>
          </a:lstStyle>
          <a:p>
            <a:r>
              <a:rPr lang="zh-CN" altLang="en-US"/>
              <a:t>单击此处编辑母版标题样式</a:t>
            </a:r>
          </a:p>
        </p:txBody>
      </p:sp>
      <p:sp>
        <p:nvSpPr>
          <p:cNvPr id="3" name="文本占位符 2"/>
          <p:cNvSpPr>
            <a:spLocks noGrp="1"/>
          </p:cNvSpPr>
          <p:nvPr>
            <p:ph type="body" idx="1"/>
          </p:nvPr>
        </p:nvSpPr>
        <p:spPr>
          <a:xfrm>
            <a:off x="966972" y="2899312"/>
            <a:ext cx="10405031" cy="1496367"/>
          </a:xfrm>
        </p:spPr>
        <p:txBody>
          <a:bodyPr anchor="b"/>
          <a:lstStyle>
            <a:lvl1pPr marL="0" indent="0">
              <a:buNone/>
              <a:defRPr sz="2700">
                <a:solidFill>
                  <a:schemeClr val="tx1">
                    <a:tint val="75000"/>
                  </a:schemeClr>
                </a:solidFill>
              </a:defRPr>
            </a:lvl1pPr>
            <a:lvl2pPr marL="610591" indent="0">
              <a:buNone/>
              <a:defRPr sz="2400">
                <a:solidFill>
                  <a:schemeClr val="tx1">
                    <a:tint val="75000"/>
                  </a:schemeClr>
                </a:solidFill>
              </a:defRPr>
            </a:lvl2pPr>
            <a:lvl3pPr marL="1221181" indent="0">
              <a:buNone/>
              <a:defRPr sz="2100">
                <a:solidFill>
                  <a:schemeClr val="tx1">
                    <a:tint val="75000"/>
                  </a:schemeClr>
                </a:solidFill>
              </a:defRPr>
            </a:lvl3pPr>
            <a:lvl4pPr marL="1831772" indent="0">
              <a:buNone/>
              <a:defRPr sz="1900">
                <a:solidFill>
                  <a:schemeClr val="tx1">
                    <a:tint val="75000"/>
                  </a:schemeClr>
                </a:solidFill>
              </a:defRPr>
            </a:lvl4pPr>
            <a:lvl5pPr marL="2442362" indent="0">
              <a:buNone/>
              <a:defRPr sz="1900">
                <a:solidFill>
                  <a:schemeClr val="tx1">
                    <a:tint val="75000"/>
                  </a:schemeClr>
                </a:solidFill>
              </a:defRPr>
            </a:lvl5pPr>
            <a:lvl6pPr marL="3052953" indent="0">
              <a:buNone/>
              <a:defRPr sz="1900">
                <a:solidFill>
                  <a:schemeClr val="tx1">
                    <a:tint val="75000"/>
                  </a:schemeClr>
                </a:solidFill>
              </a:defRPr>
            </a:lvl6pPr>
            <a:lvl7pPr marL="3663544" indent="0">
              <a:buNone/>
              <a:defRPr sz="1900">
                <a:solidFill>
                  <a:schemeClr val="tx1">
                    <a:tint val="75000"/>
                  </a:schemeClr>
                </a:solidFill>
              </a:defRPr>
            </a:lvl7pPr>
            <a:lvl8pPr marL="4274134" indent="0">
              <a:buNone/>
              <a:defRPr sz="1900">
                <a:solidFill>
                  <a:schemeClr val="tx1">
                    <a:tint val="75000"/>
                  </a:schemeClr>
                </a:solidFill>
              </a:defRPr>
            </a:lvl8pPr>
            <a:lvl9pPr marL="4884725" indent="0">
              <a:buNone/>
              <a:defRPr sz="19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F6C49772-09F0-4EDE-A9A2-78D13942C9E3}" type="datetime1">
              <a:rPr lang="zh-CN" altLang="en-US" smtClean="0"/>
              <a:t>2021/4/14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362B070-ABF8-40A1-AFC2-7D6C9842DF10}" type="slidenum">
              <a:rPr lang="zh-CN" altLang="en-US" smtClean="0"/>
              <a:t>‹#›</a:t>
            </a:fld>
            <a:endParaRPr lang="zh-CN" altLang="en-US"/>
          </a:p>
        </p:txBody>
      </p:sp>
    </p:spTree>
    <p:extLst>
      <p:ext uri="{BB962C8B-B14F-4D97-AF65-F5344CB8AC3E}">
        <p14:creationId xmlns:p14="http://schemas.microsoft.com/office/powerpoint/2010/main" val="615795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12061" y="1596127"/>
            <a:ext cx="5406536" cy="4514439"/>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22616" y="1596127"/>
            <a:ext cx="5406536" cy="4514439"/>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A7B86286-371F-4B7F-B3DF-639534B8F2F8}" type="datetime1">
              <a:rPr lang="zh-CN" altLang="en-US" smtClean="0"/>
              <a:t>2021/4/14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362B070-ABF8-40A1-AFC2-7D6C9842DF10}" type="slidenum">
              <a:rPr lang="zh-CN" altLang="en-US" smtClean="0"/>
              <a:t>‹#›</a:t>
            </a:fld>
            <a:endParaRPr lang="zh-CN" altLang="en-US"/>
          </a:p>
        </p:txBody>
      </p:sp>
    </p:spTree>
    <p:extLst>
      <p:ext uri="{BB962C8B-B14F-4D97-AF65-F5344CB8AC3E}">
        <p14:creationId xmlns:p14="http://schemas.microsoft.com/office/powerpoint/2010/main" val="3819380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12060" y="1531204"/>
            <a:ext cx="5408662" cy="638134"/>
          </a:xfrm>
        </p:spPr>
        <p:txBody>
          <a:bodyPr anchor="b"/>
          <a:lstStyle>
            <a:lvl1pPr marL="0" indent="0">
              <a:buNone/>
              <a:defRPr sz="3200" b="1"/>
            </a:lvl1pPr>
            <a:lvl2pPr marL="610591" indent="0">
              <a:buNone/>
              <a:defRPr sz="2700" b="1"/>
            </a:lvl2pPr>
            <a:lvl3pPr marL="1221181" indent="0">
              <a:buNone/>
              <a:defRPr sz="2400" b="1"/>
            </a:lvl3pPr>
            <a:lvl4pPr marL="1831772" indent="0">
              <a:buNone/>
              <a:defRPr sz="2100" b="1"/>
            </a:lvl4pPr>
            <a:lvl5pPr marL="2442362" indent="0">
              <a:buNone/>
              <a:defRPr sz="2100" b="1"/>
            </a:lvl5pPr>
            <a:lvl6pPr marL="3052953" indent="0">
              <a:buNone/>
              <a:defRPr sz="2100" b="1"/>
            </a:lvl6pPr>
            <a:lvl7pPr marL="3663544" indent="0">
              <a:buNone/>
              <a:defRPr sz="2100" b="1"/>
            </a:lvl7pPr>
            <a:lvl8pPr marL="4274134" indent="0">
              <a:buNone/>
              <a:defRPr sz="2100" b="1"/>
            </a:lvl8pPr>
            <a:lvl9pPr marL="4884725" indent="0">
              <a:buNone/>
              <a:defRPr sz="2100" b="1"/>
            </a:lvl9pPr>
          </a:lstStyle>
          <a:p>
            <a:pPr lvl="0"/>
            <a:r>
              <a:rPr lang="zh-CN" altLang="en-US"/>
              <a:t>单击此处编辑母版文本样式</a:t>
            </a:r>
          </a:p>
        </p:txBody>
      </p:sp>
      <p:sp>
        <p:nvSpPr>
          <p:cNvPr id="4" name="内容占位符 3"/>
          <p:cNvSpPr>
            <a:spLocks noGrp="1"/>
          </p:cNvSpPr>
          <p:nvPr>
            <p:ph sz="half" idx="2"/>
          </p:nvPr>
        </p:nvSpPr>
        <p:spPr>
          <a:xfrm>
            <a:off x="612060" y="2169337"/>
            <a:ext cx="5408662" cy="3941227"/>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18374" y="1531204"/>
            <a:ext cx="5410786" cy="638134"/>
          </a:xfrm>
        </p:spPr>
        <p:txBody>
          <a:bodyPr anchor="b"/>
          <a:lstStyle>
            <a:lvl1pPr marL="0" indent="0">
              <a:buNone/>
              <a:defRPr sz="3200" b="1"/>
            </a:lvl1pPr>
            <a:lvl2pPr marL="610591" indent="0">
              <a:buNone/>
              <a:defRPr sz="2700" b="1"/>
            </a:lvl2pPr>
            <a:lvl3pPr marL="1221181" indent="0">
              <a:buNone/>
              <a:defRPr sz="2400" b="1"/>
            </a:lvl3pPr>
            <a:lvl4pPr marL="1831772" indent="0">
              <a:buNone/>
              <a:defRPr sz="2100" b="1"/>
            </a:lvl4pPr>
            <a:lvl5pPr marL="2442362" indent="0">
              <a:buNone/>
              <a:defRPr sz="2100" b="1"/>
            </a:lvl5pPr>
            <a:lvl6pPr marL="3052953" indent="0">
              <a:buNone/>
              <a:defRPr sz="2100" b="1"/>
            </a:lvl6pPr>
            <a:lvl7pPr marL="3663544" indent="0">
              <a:buNone/>
              <a:defRPr sz="2100" b="1"/>
            </a:lvl7pPr>
            <a:lvl8pPr marL="4274134" indent="0">
              <a:buNone/>
              <a:defRPr sz="2100" b="1"/>
            </a:lvl8pPr>
            <a:lvl9pPr marL="4884725" indent="0">
              <a:buNone/>
              <a:defRPr sz="2100" b="1"/>
            </a:lvl9pPr>
          </a:lstStyle>
          <a:p>
            <a:pPr lvl="0"/>
            <a:r>
              <a:rPr lang="zh-CN" altLang="en-US"/>
              <a:t>单击此处编辑母版文本样式</a:t>
            </a:r>
          </a:p>
        </p:txBody>
      </p:sp>
      <p:sp>
        <p:nvSpPr>
          <p:cNvPr id="6" name="内容占位符 5"/>
          <p:cNvSpPr>
            <a:spLocks noGrp="1"/>
          </p:cNvSpPr>
          <p:nvPr>
            <p:ph sz="quarter" idx="4"/>
          </p:nvPr>
        </p:nvSpPr>
        <p:spPr>
          <a:xfrm>
            <a:off x="6218374" y="2169337"/>
            <a:ext cx="5410786" cy="3941227"/>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FD620E91-F370-405C-B25D-2CD9143A11DA}" type="datetime1">
              <a:rPr lang="zh-CN" altLang="en-US" smtClean="0"/>
              <a:t>2021/4/14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362B070-ABF8-40A1-AFC2-7D6C9842DF10}" type="slidenum">
              <a:rPr lang="zh-CN" altLang="en-US" smtClean="0"/>
              <a:t>‹#›</a:t>
            </a:fld>
            <a:endParaRPr lang="zh-CN" altLang="en-US"/>
          </a:p>
        </p:txBody>
      </p:sp>
    </p:spTree>
    <p:extLst>
      <p:ext uri="{BB962C8B-B14F-4D97-AF65-F5344CB8AC3E}">
        <p14:creationId xmlns:p14="http://schemas.microsoft.com/office/powerpoint/2010/main" val="1729393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73CFFF1-D05B-41E3-84C3-6A8127B6C187}" type="datetime1">
              <a:rPr lang="zh-CN" altLang="en-US" smtClean="0"/>
              <a:t>2021/4/14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362B070-ABF8-40A1-AFC2-7D6C9842DF10}" type="slidenum">
              <a:rPr lang="zh-CN" altLang="en-US" smtClean="0"/>
              <a:t>‹#›</a:t>
            </a:fld>
            <a:endParaRPr lang="zh-CN" altLang="en-US"/>
          </a:p>
        </p:txBody>
      </p:sp>
    </p:spTree>
    <p:extLst>
      <p:ext uri="{BB962C8B-B14F-4D97-AF65-F5344CB8AC3E}">
        <p14:creationId xmlns:p14="http://schemas.microsoft.com/office/powerpoint/2010/main" val="39845813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B18A9C2-585C-4A40-B05A-CCBA3264312A}" type="datetime1">
              <a:rPr lang="zh-CN" altLang="en-US" smtClean="0"/>
              <a:t>2021/4/14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362B070-ABF8-40A1-AFC2-7D6C9842DF10}" type="slidenum">
              <a:rPr lang="zh-CN" altLang="en-US" smtClean="0"/>
              <a:t>‹#›</a:t>
            </a:fld>
            <a:endParaRPr lang="zh-CN" altLang="en-US"/>
          </a:p>
        </p:txBody>
      </p:sp>
    </p:spTree>
    <p:extLst>
      <p:ext uri="{BB962C8B-B14F-4D97-AF65-F5344CB8AC3E}">
        <p14:creationId xmlns:p14="http://schemas.microsoft.com/office/powerpoint/2010/main" val="2631695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12068" y="272354"/>
            <a:ext cx="4027275" cy="1159092"/>
          </a:xfrm>
        </p:spPr>
        <p:txBody>
          <a:bodyPr anchor="b"/>
          <a:lstStyle>
            <a:lvl1pPr algn="l">
              <a:defRPr sz="2700" b="1"/>
            </a:lvl1pPr>
          </a:lstStyle>
          <a:p>
            <a:r>
              <a:rPr lang="zh-CN" altLang="en-US"/>
              <a:t>单击此处编辑母版标题样式</a:t>
            </a:r>
          </a:p>
        </p:txBody>
      </p:sp>
      <p:sp>
        <p:nvSpPr>
          <p:cNvPr id="3" name="内容占位符 2"/>
          <p:cNvSpPr>
            <a:spLocks noGrp="1"/>
          </p:cNvSpPr>
          <p:nvPr>
            <p:ph idx="1"/>
          </p:nvPr>
        </p:nvSpPr>
        <p:spPr>
          <a:xfrm>
            <a:off x="4785974" y="272359"/>
            <a:ext cx="6843178" cy="5838210"/>
          </a:xfrm>
        </p:spPr>
        <p:txBody>
          <a:bodyPr/>
          <a:lstStyle>
            <a:lvl1pPr>
              <a:defRPr sz="4300"/>
            </a:lvl1pPr>
            <a:lvl2pPr>
              <a:defRPr sz="3700"/>
            </a:lvl2pPr>
            <a:lvl3pPr>
              <a:defRPr sz="3200"/>
            </a:lvl3pPr>
            <a:lvl4pPr>
              <a:defRPr sz="2700"/>
            </a:lvl4pPr>
            <a:lvl5pPr>
              <a:defRPr sz="2700"/>
            </a:lvl5pPr>
            <a:lvl6pPr>
              <a:defRPr sz="2700"/>
            </a:lvl6pPr>
            <a:lvl7pPr>
              <a:defRPr sz="2700"/>
            </a:lvl7pPr>
            <a:lvl8pPr>
              <a:defRPr sz="2700"/>
            </a:lvl8pPr>
            <a:lvl9pPr>
              <a:defRPr sz="27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12068" y="1431451"/>
            <a:ext cx="4027275" cy="4679118"/>
          </a:xfrm>
        </p:spPr>
        <p:txBody>
          <a:bodyPr/>
          <a:lstStyle>
            <a:lvl1pPr marL="0" indent="0">
              <a:buNone/>
              <a:defRPr sz="1900"/>
            </a:lvl1pPr>
            <a:lvl2pPr marL="610591" indent="0">
              <a:buNone/>
              <a:defRPr sz="1600"/>
            </a:lvl2pPr>
            <a:lvl3pPr marL="1221181" indent="0">
              <a:buNone/>
              <a:defRPr sz="1300"/>
            </a:lvl3pPr>
            <a:lvl4pPr marL="1831772" indent="0">
              <a:buNone/>
              <a:defRPr sz="1200"/>
            </a:lvl4pPr>
            <a:lvl5pPr marL="2442362" indent="0">
              <a:buNone/>
              <a:defRPr sz="1200"/>
            </a:lvl5pPr>
            <a:lvl6pPr marL="3052953" indent="0">
              <a:buNone/>
              <a:defRPr sz="1200"/>
            </a:lvl6pPr>
            <a:lvl7pPr marL="3663544" indent="0">
              <a:buNone/>
              <a:defRPr sz="1200"/>
            </a:lvl7pPr>
            <a:lvl8pPr marL="4274134" indent="0">
              <a:buNone/>
              <a:defRPr sz="1200"/>
            </a:lvl8pPr>
            <a:lvl9pPr marL="4884725"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05808B8-63F7-4276-9B8C-A19D47D35131}" type="datetime1">
              <a:rPr lang="zh-CN" altLang="en-US" smtClean="0"/>
              <a:t>2021/4/14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362B070-ABF8-40A1-AFC2-7D6C9842DF10}" type="slidenum">
              <a:rPr lang="zh-CN" altLang="en-US" smtClean="0"/>
              <a:t>‹#›</a:t>
            </a:fld>
            <a:endParaRPr lang="zh-CN" altLang="en-US"/>
          </a:p>
        </p:txBody>
      </p:sp>
    </p:spTree>
    <p:extLst>
      <p:ext uri="{BB962C8B-B14F-4D97-AF65-F5344CB8AC3E}">
        <p14:creationId xmlns:p14="http://schemas.microsoft.com/office/powerpoint/2010/main" val="31407059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9363" y="4788378"/>
            <a:ext cx="7344728" cy="565296"/>
          </a:xfrm>
        </p:spPr>
        <p:txBody>
          <a:bodyPr anchor="b"/>
          <a:lstStyle>
            <a:lvl1pPr algn="l">
              <a:defRPr sz="2700" b="1"/>
            </a:lvl1pPr>
          </a:lstStyle>
          <a:p>
            <a:r>
              <a:rPr lang="zh-CN" altLang="en-US"/>
              <a:t>单击此处编辑母版标题样式</a:t>
            </a:r>
          </a:p>
        </p:txBody>
      </p:sp>
      <p:sp>
        <p:nvSpPr>
          <p:cNvPr id="3" name="图片占位符 2"/>
          <p:cNvSpPr>
            <a:spLocks noGrp="1"/>
          </p:cNvSpPr>
          <p:nvPr>
            <p:ph type="pic" idx="1"/>
          </p:nvPr>
        </p:nvSpPr>
        <p:spPr>
          <a:xfrm>
            <a:off x="2399363" y="611214"/>
            <a:ext cx="7344728" cy="4104323"/>
          </a:xfrm>
        </p:spPr>
        <p:txBody>
          <a:bodyPr/>
          <a:lstStyle>
            <a:lvl1pPr marL="0" indent="0">
              <a:buNone/>
              <a:defRPr sz="4300"/>
            </a:lvl1pPr>
            <a:lvl2pPr marL="610591" indent="0">
              <a:buNone/>
              <a:defRPr sz="3700"/>
            </a:lvl2pPr>
            <a:lvl3pPr marL="1221181" indent="0">
              <a:buNone/>
              <a:defRPr sz="3200"/>
            </a:lvl3pPr>
            <a:lvl4pPr marL="1831772" indent="0">
              <a:buNone/>
              <a:defRPr sz="2700"/>
            </a:lvl4pPr>
            <a:lvl5pPr marL="2442362" indent="0">
              <a:buNone/>
              <a:defRPr sz="2700"/>
            </a:lvl5pPr>
            <a:lvl6pPr marL="3052953" indent="0">
              <a:buNone/>
              <a:defRPr sz="2700"/>
            </a:lvl6pPr>
            <a:lvl7pPr marL="3663544" indent="0">
              <a:buNone/>
              <a:defRPr sz="2700"/>
            </a:lvl7pPr>
            <a:lvl8pPr marL="4274134" indent="0">
              <a:buNone/>
              <a:defRPr sz="2700"/>
            </a:lvl8pPr>
            <a:lvl9pPr marL="4884725" indent="0">
              <a:buNone/>
              <a:defRPr sz="2700"/>
            </a:lvl9pPr>
          </a:lstStyle>
          <a:p>
            <a:endParaRPr lang="zh-CN" altLang="en-US"/>
          </a:p>
        </p:txBody>
      </p:sp>
      <p:sp>
        <p:nvSpPr>
          <p:cNvPr id="4" name="文本占位符 3"/>
          <p:cNvSpPr>
            <a:spLocks noGrp="1"/>
          </p:cNvSpPr>
          <p:nvPr>
            <p:ph type="body" sz="half" idx="2"/>
          </p:nvPr>
        </p:nvSpPr>
        <p:spPr>
          <a:xfrm>
            <a:off x="2399363" y="5353674"/>
            <a:ext cx="7344728" cy="802813"/>
          </a:xfrm>
        </p:spPr>
        <p:txBody>
          <a:bodyPr/>
          <a:lstStyle>
            <a:lvl1pPr marL="0" indent="0">
              <a:buNone/>
              <a:defRPr sz="1900"/>
            </a:lvl1pPr>
            <a:lvl2pPr marL="610591" indent="0">
              <a:buNone/>
              <a:defRPr sz="1600"/>
            </a:lvl2pPr>
            <a:lvl3pPr marL="1221181" indent="0">
              <a:buNone/>
              <a:defRPr sz="1300"/>
            </a:lvl3pPr>
            <a:lvl4pPr marL="1831772" indent="0">
              <a:buNone/>
              <a:defRPr sz="1200"/>
            </a:lvl4pPr>
            <a:lvl5pPr marL="2442362" indent="0">
              <a:buNone/>
              <a:defRPr sz="1200"/>
            </a:lvl5pPr>
            <a:lvl6pPr marL="3052953" indent="0">
              <a:buNone/>
              <a:defRPr sz="1200"/>
            </a:lvl6pPr>
            <a:lvl7pPr marL="3663544" indent="0">
              <a:buNone/>
              <a:defRPr sz="1200"/>
            </a:lvl7pPr>
            <a:lvl8pPr marL="4274134" indent="0">
              <a:buNone/>
              <a:defRPr sz="1200"/>
            </a:lvl8pPr>
            <a:lvl9pPr marL="4884725"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D5366D9-F848-4FAE-B8E2-DA7D28E9B1F4}" type="datetime1">
              <a:rPr lang="zh-CN" altLang="en-US" smtClean="0"/>
              <a:t>2021/4/14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362B070-ABF8-40A1-AFC2-7D6C9842DF10}" type="slidenum">
              <a:rPr lang="zh-CN" altLang="en-US" smtClean="0"/>
              <a:t>‹#›</a:t>
            </a:fld>
            <a:endParaRPr lang="zh-CN" altLang="en-US"/>
          </a:p>
        </p:txBody>
      </p:sp>
    </p:spTree>
    <p:extLst>
      <p:ext uri="{BB962C8B-B14F-4D97-AF65-F5344CB8AC3E}">
        <p14:creationId xmlns:p14="http://schemas.microsoft.com/office/powerpoint/2010/main" val="277238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D02C4F1-9A8D-4BEA-845B-BFE641E27EA4}" type="datetime1">
              <a:rPr lang="zh-CN" altLang="en-US" smtClean="0"/>
              <a:t>2021/4/14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362B070-ABF8-40A1-AFC2-7D6C9842DF10}" type="slidenum">
              <a:rPr lang="zh-CN" altLang="en-US" smtClean="0"/>
              <a:t>‹#›</a:t>
            </a:fld>
            <a:endParaRPr lang="zh-CN" altLang="en-US"/>
          </a:p>
        </p:txBody>
      </p:sp>
    </p:spTree>
    <p:extLst>
      <p:ext uri="{BB962C8B-B14F-4D97-AF65-F5344CB8AC3E}">
        <p14:creationId xmlns:p14="http://schemas.microsoft.com/office/powerpoint/2010/main" val="36855951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74879" y="273941"/>
            <a:ext cx="2754273" cy="5836626"/>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12060" y="273941"/>
            <a:ext cx="8058799" cy="5836626"/>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44EC032-55BF-4644-A7CB-FF3A78787DD3}" type="datetime1">
              <a:rPr lang="zh-CN" altLang="en-US" smtClean="0"/>
              <a:t>2021/4/14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362B070-ABF8-40A1-AFC2-7D6C9842DF10}" type="slidenum">
              <a:rPr lang="zh-CN" altLang="en-US" smtClean="0"/>
              <a:t>‹#›</a:t>
            </a:fld>
            <a:endParaRPr lang="zh-CN" altLang="en-US"/>
          </a:p>
        </p:txBody>
      </p:sp>
    </p:spTree>
    <p:extLst>
      <p:ext uri="{BB962C8B-B14F-4D97-AF65-F5344CB8AC3E}">
        <p14:creationId xmlns:p14="http://schemas.microsoft.com/office/powerpoint/2010/main" val="30327888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偶数页">
    <p:spTree>
      <p:nvGrpSpPr>
        <p:cNvPr id="1" name=""/>
        <p:cNvGrpSpPr/>
        <p:nvPr/>
      </p:nvGrpSpPr>
      <p:grpSpPr>
        <a:xfrm>
          <a:off x="0" y="0"/>
          <a:ext cx="0" cy="0"/>
          <a:chOff x="0" y="0"/>
          <a:chExt cx="0" cy="0"/>
        </a:xfrm>
      </p:grpSpPr>
      <p:sp>
        <p:nvSpPr>
          <p:cNvPr id="2" name="标题 1"/>
          <p:cNvSpPr>
            <a:spLocks noGrp="1"/>
          </p:cNvSpPr>
          <p:nvPr>
            <p:ph type="title"/>
          </p:nvPr>
        </p:nvSpPr>
        <p:spPr>
          <a:xfrm>
            <a:off x="426141" y="273939"/>
            <a:ext cx="11388930" cy="1140090"/>
          </a:xfrm>
          <a:prstGeom prst="roundRect">
            <a:avLst/>
          </a:prstGeom>
          <a:solidFill>
            <a:srgbClr val="56A1A4"/>
          </a:solidFill>
        </p:spPr>
        <p:txBody>
          <a:bodyPr>
            <a:normAutofit/>
          </a:bodyPr>
          <a:lstStyle>
            <a:lvl1pPr algn="l">
              <a:defRPr sz="5400" b="1">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5" name="灯片编号占位符 4"/>
          <p:cNvSpPr>
            <a:spLocks noGrp="1"/>
          </p:cNvSpPr>
          <p:nvPr>
            <p:ph type="sldNum" sz="quarter" idx="12"/>
          </p:nvPr>
        </p:nvSpPr>
        <p:spPr>
          <a:xfrm>
            <a:off x="8959523" y="6329020"/>
            <a:ext cx="2856283" cy="364196"/>
          </a:xfrm>
        </p:spPr>
        <p:txBody>
          <a:bodyPr/>
          <a:lstStyle/>
          <a:p>
            <a:fld id="{E362B070-ABF8-40A1-AFC2-7D6C9842DF10}" type="slidenum">
              <a:rPr lang="zh-CN" altLang="en-US" smtClean="0"/>
              <a:t>‹#›</a:t>
            </a:fld>
            <a:endParaRPr lang="zh-CN" altLang="en-US" dirty="0"/>
          </a:p>
        </p:txBody>
      </p:sp>
      <p:sp>
        <p:nvSpPr>
          <p:cNvPr id="12" name="圆角矩形 8"/>
          <p:cNvSpPr/>
          <p:nvPr userDrawn="1"/>
        </p:nvSpPr>
        <p:spPr>
          <a:xfrm>
            <a:off x="425406" y="1548061"/>
            <a:ext cx="11390400" cy="4860000"/>
          </a:xfrm>
          <a:custGeom>
            <a:avLst/>
            <a:gdLst>
              <a:gd name="connsiteX0" fmla="*/ 0 w 9982200"/>
              <a:gd name="connsiteY0" fmla="*/ 159007 h 4191000"/>
              <a:gd name="connsiteX1" fmla="*/ 159007 w 9982200"/>
              <a:gd name="connsiteY1" fmla="*/ 0 h 4191000"/>
              <a:gd name="connsiteX2" fmla="*/ 9823193 w 9982200"/>
              <a:gd name="connsiteY2" fmla="*/ 0 h 4191000"/>
              <a:gd name="connsiteX3" fmla="*/ 9982200 w 9982200"/>
              <a:gd name="connsiteY3" fmla="*/ 159007 h 4191000"/>
              <a:gd name="connsiteX4" fmla="*/ 9982200 w 9982200"/>
              <a:gd name="connsiteY4" fmla="*/ 4031993 h 4191000"/>
              <a:gd name="connsiteX5" fmla="*/ 9823193 w 9982200"/>
              <a:gd name="connsiteY5" fmla="*/ 4191000 h 4191000"/>
              <a:gd name="connsiteX6" fmla="*/ 159007 w 9982200"/>
              <a:gd name="connsiteY6" fmla="*/ 4191000 h 4191000"/>
              <a:gd name="connsiteX7" fmla="*/ 0 w 9982200"/>
              <a:gd name="connsiteY7" fmla="*/ 4031993 h 4191000"/>
              <a:gd name="connsiteX8" fmla="*/ 0 w 9982200"/>
              <a:gd name="connsiteY8" fmla="*/ 159007 h 4191000"/>
              <a:gd name="connsiteX0" fmla="*/ 0 w 9982200"/>
              <a:gd name="connsiteY0" fmla="*/ 159007 h 4191000"/>
              <a:gd name="connsiteX1" fmla="*/ 159007 w 9982200"/>
              <a:gd name="connsiteY1" fmla="*/ 0 h 4191000"/>
              <a:gd name="connsiteX2" fmla="*/ 9823193 w 9982200"/>
              <a:gd name="connsiteY2" fmla="*/ 0 h 4191000"/>
              <a:gd name="connsiteX3" fmla="*/ 9982200 w 9982200"/>
              <a:gd name="connsiteY3" fmla="*/ 159007 h 4191000"/>
              <a:gd name="connsiteX4" fmla="*/ 9823193 w 9982200"/>
              <a:gd name="connsiteY4" fmla="*/ 4191000 h 4191000"/>
              <a:gd name="connsiteX5" fmla="*/ 159007 w 9982200"/>
              <a:gd name="connsiteY5" fmla="*/ 4191000 h 4191000"/>
              <a:gd name="connsiteX6" fmla="*/ 0 w 9982200"/>
              <a:gd name="connsiteY6" fmla="*/ 4031993 h 4191000"/>
              <a:gd name="connsiteX7" fmla="*/ 0 w 9982200"/>
              <a:gd name="connsiteY7" fmla="*/ 159007 h 4191000"/>
              <a:gd name="connsiteX0" fmla="*/ 0 w 9982200"/>
              <a:gd name="connsiteY0" fmla="*/ 159007 h 4210050"/>
              <a:gd name="connsiteX1" fmla="*/ 159007 w 9982200"/>
              <a:gd name="connsiteY1" fmla="*/ 0 h 4210050"/>
              <a:gd name="connsiteX2" fmla="*/ 9823193 w 9982200"/>
              <a:gd name="connsiteY2" fmla="*/ 0 h 4210050"/>
              <a:gd name="connsiteX3" fmla="*/ 9982200 w 9982200"/>
              <a:gd name="connsiteY3" fmla="*/ 159007 h 4210050"/>
              <a:gd name="connsiteX4" fmla="*/ 8927843 w 9982200"/>
              <a:gd name="connsiteY4" fmla="*/ 4210050 h 4210050"/>
              <a:gd name="connsiteX5" fmla="*/ 159007 w 9982200"/>
              <a:gd name="connsiteY5" fmla="*/ 4191000 h 4210050"/>
              <a:gd name="connsiteX6" fmla="*/ 0 w 9982200"/>
              <a:gd name="connsiteY6" fmla="*/ 4031993 h 4210050"/>
              <a:gd name="connsiteX7" fmla="*/ 0 w 9982200"/>
              <a:gd name="connsiteY7" fmla="*/ 159007 h 421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82200" h="4210050">
                <a:moveTo>
                  <a:pt x="0" y="159007"/>
                </a:moveTo>
                <a:cubicBezTo>
                  <a:pt x="0" y="71190"/>
                  <a:pt x="71190" y="0"/>
                  <a:pt x="159007" y="0"/>
                </a:cubicBezTo>
                <a:lnTo>
                  <a:pt x="9823193" y="0"/>
                </a:lnTo>
                <a:cubicBezTo>
                  <a:pt x="9911010" y="0"/>
                  <a:pt x="9982200" y="71190"/>
                  <a:pt x="9982200" y="159007"/>
                </a:cubicBezTo>
                <a:lnTo>
                  <a:pt x="8927843" y="4210050"/>
                </a:lnTo>
                <a:lnTo>
                  <a:pt x="159007" y="4191000"/>
                </a:lnTo>
                <a:cubicBezTo>
                  <a:pt x="71190" y="4191000"/>
                  <a:pt x="0" y="4119810"/>
                  <a:pt x="0" y="4031993"/>
                </a:cubicBezTo>
                <a:lnTo>
                  <a:pt x="0" y="159007"/>
                </a:lnTo>
                <a:close/>
              </a:path>
            </a:pathLst>
          </a:custGeom>
          <a:noFill/>
          <a:ln w="38100">
            <a:solidFill>
              <a:srgbClr val="56A1A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思源黑体 CN Regular" panose="020B0500000000000000" pitchFamily="34" charset="-122"/>
              <a:sym typeface="Arial" panose="020B0604020202020204" pitchFamily="34" charset="0"/>
            </a:endParaRPr>
          </a:p>
        </p:txBody>
      </p:sp>
      <p:sp>
        <p:nvSpPr>
          <p:cNvPr id="13" name="内容占位符 2"/>
          <p:cNvSpPr>
            <a:spLocks noGrp="1"/>
          </p:cNvSpPr>
          <p:nvPr>
            <p:ph idx="1"/>
          </p:nvPr>
        </p:nvSpPr>
        <p:spPr>
          <a:xfrm>
            <a:off x="612060" y="1720841"/>
            <a:ext cx="9973042" cy="4514439"/>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pic>
        <p:nvPicPr>
          <p:cNvPr id="6" name="图片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225" y="5140398"/>
            <a:ext cx="1188622" cy="1188622"/>
          </a:xfrm>
          <a:prstGeom prst="rect">
            <a:avLst/>
          </a:prstGeom>
        </p:spPr>
      </p:pic>
    </p:spTree>
    <p:extLst>
      <p:ext uri="{BB962C8B-B14F-4D97-AF65-F5344CB8AC3E}">
        <p14:creationId xmlns:p14="http://schemas.microsoft.com/office/powerpoint/2010/main" val="1999649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heel(1)">
                                      <p:cBhvr>
                                        <p:cTn id="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奇数页">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a:xfrm>
            <a:off x="425406" y="6300589"/>
            <a:ext cx="2856283" cy="364196"/>
          </a:xfrm>
        </p:spPr>
        <p:txBody>
          <a:bodyPr/>
          <a:lstStyle>
            <a:lvl1pPr algn="l">
              <a:defRPr/>
            </a:lvl1pPr>
          </a:lstStyle>
          <a:p>
            <a:fld id="{E362B070-ABF8-40A1-AFC2-7D6C9842DF10}" type="slidenum">
              <a:rPr lang="zh-CN" altLang="en-US" smtClean="0"/>
              <a:pPr/>
              <a:t>‹#›</a:t>
            </a:fld>
            <a:endParaRPr lang="zh-CN" altLang="en-US"/>
          </a:p>
        </p:txBody>
      </p:sp>
      <p:sp>
        <p:nvSpPr>
          <p:cNvPr id="7" name="标题 1"/>
          <p:cNvSpPr>
            <a:spLocks noGrp="1"/>
          </p:cNvSpPr>
          <p:nvPr>
            <p:ph type="title"/>
          </p:nvPr>
        </p:nvSpPr>
        <p:spPr>
          <a:xfrm>
            <a:off x="425406" y="273939"/>
            <a:ext cx="11390400" cy="1140090"/>
          </a:xfrm>
          <a:prstGeom prst="roundRect">
            <a:avLst/>
          </a:prstGeom>
          <a:solidFill>
            <a:srgbClr val="56A1A4"/>
          </a:solidFill>
        </p:spPr>
        <p:txBody>
          <a:bodyPr>
            <a:normAutofit/>
          </a:bodyPr>
          <a:lstStyle>
            <a:lvl1pPr algn="l">
              <a:defRPr sz="5400" b="1">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8" name="圆角矩形 8"/>
          <p:cNvSpPr/>
          <p:nvPr userDrawn="1"/>
        </p:nvSpPr>
        <p:spPr>
          <a:xfrm flipH="1">
            <a:off x="425406" y="1679193"/>
            <a:ext cx="11390400" cy="4860000"/>
          </a:xfrm>
          <a:custGeom>
            <a:avLst/>
            <a:gdLst>
              <a:gd name="connsiteX0" fmla="*/ 0 w 9982200"/>
              <a:gd name="connsiteY0" fmla="*/ 159007 h 4191000"/>
              <a:gd name="connsiteX1" fmla="*/ 159007 w 9982200"/>
              <a:gd name="connsiteY1" fmla="*/ 0 h 4191000"/>
              <a:gd name="connsiteX2" fmla="*/ 9823193 w 9982200"/>
              <a:gd name="connsiteY2" fmla="*/ 0 h 4191000"/>
              <a:gd name="connsiteX3" fmla="*/ 9982200 w 9982200"/>
              <a:gd name="connsiteY3" fmla="*/ 159007 h 4191000"/>
              <a:gd name="connsiteX4" fmla="*/ 9982200 w 9982200"/>
              <a:gd name="connsiteY4" fmla="*/ 4031993 h 4191000"/>
              <a:gd name="connsiteX5" fmla="*/ 9823193 w 9982200"/>
              <a:gd name="connsiteY5" fmla="*/ 4191000 h 4191000"/>
              <a:gd name="connsiteX6" fmla="*/ 159007 w 9982200"/>
              <a:gd name="connsiteY6" fmla="*/ 4191000 h 4191000"/>
              <a:gd name="connsiteX7" fmla="*/ 0 w 9982200"/>
              <a:gd name="connsiteY7" fmla="*/ 4031993 h 4191000"/>
              <a:gd name="connsiteX8" fmla="*/ 0 w 9982200"/>
              <a:gd name="connsiteY8" fmla="*/ 159007 h 4191000"/>
              <a:gd name="connsiteX0" fmla="*/ 0 w 9982200"/>
              <a:gd name="connsiteY0" fmla="*/ 159007 h 4191000"/>
              <a:gd name="connsiteX1" fmla="*/ 159007 w 9982200"/>
              <a:gd name="connsiteY1" fmla="*/ 0 h 4191000"/>
              <a:gd name="connsiteX2" fmla="*/ 9823193 w 9982200"/>
              <a:gd name="connsiteY2" fmla="*/ 0 h 4191000"/>
              <a:gd name="connsiteX3" fmla="*/ 9982200 w 9982200"/>
              <a:gd name="connsiteY3" fmla="*/ 159007 h 4191000"/>
              <a:gd name="connsiteX4" fmla="*/ 9823193 w 9982200"/>
              <a:gd name="connsiteY4" fmla="*/ 4191000 h 4191000"/>
              <a:gd name="connsiteX5" fmla="*/ 159007 w 9982200"/>
              <a:gd name="connsiteY5" fmla="*/ 4191000 h 4191000"/>
              <a:gd name="connsiteX6" fmla="*/ 0 w 9982200"/>
              <a:gd name="connsiteY6" fmla="*/ 4031993 h 4191000"/>
              <a:gd name="connsiteX7" fmla="*/ 0 w 9982200"/>
              <a:gd name="connsiteY7" fmla="*/ 159007 h 4191000"/>
              <a:gd name="connsiteX0" fmla="*/ 0 w 9982200"/>
              <a:gd name="connsiteY0" fmla="*/ 159007 h 4210050"/>
              <a:gd name="connsiteX1" fmla="*/ 159007 w 9982200"/>
              <a:gd name="connsiteY1" fmla="*/ 0 h 4210050"/>
              <a:gd name="connsiteX2" fmla="*/ 9823193 w 9982200"/>
              <a:gd name="connsiteY2" fmla="*/ 0 h 4210050"/>
              <a:gd name="connsiteX3" fmla="*/ 9982200 w 9982200"/>
              <a:gd name="connsiteY3" fmla="*/ 159007 h 4210050"/>
              <a:gd name="connsiteX4" fmla="*/ 8927843 w 9982200"/>
              <a:gd name="connsiteY4" fmla="*/ 4210050 h 4210050"/>
              <a:gd name="connsiteX5" fmla="*/ 159007 w 9982200"/>
              <a:gd name="connsiteY5" fmla="*/ 4191000 h 4210050"/>
              <a:gd name="connsiteX6" fmla="*/ 0 w 9982200"/>
              <a:gd name="connsiteY6" fmla="*/ 4031993 h 4210050"/>
              <a:gd name="connsiteX7" fmla="*/ 0 w 9982200"/>
              <a:gd name="connsiteY7" fmla="*/ 159007 h 421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82200" h="4210050">
                <a:moveTo>
                  <a:pt x="0" y="159007"/>
                </a:moveTo>
                <a:cubicBezTo>
                  <a:pt x="0" y="71190"/>
                  <a:pt x="71190" y="0"/>
                  <a:pt x="159007" y="0"/>
                </a:cubicBezTo>
                <a:lnTo>
                  <a:pt x="9823193" y="0"/>
                </a:lnTo>
                <a:cubicBezTo>
                  <a:pt x="9911010" y="0"/>
                  <a:pt x="9982200" y="71190"/>
                  <a:pt x="9982200" y="159007"/>
                </a:cubicBezTo>
                <a:lnTo>
                  <a:pt x="8927843" y="4210050"/>
                </a:lnTo>
                <a:lnTo>
                  <a:pt x="159007" y="4191000"/>
                </a:lnTo>
                <a:cubicBezTo>
                  <a:pt x="71190" y="4191000"/>
                  <a:pt x="0" y="4119810"/>
                  <a:pt x="0" y="4031993"/>
                </a:cubicBezTo>
                <a:lnTo>
                  <a:pt x="0" y="159007"/>
                </a:lnTo>
                <a:close/>
              </a:path>
            </a:pathLst>
          </a:custGeom>
          <a:noFill/>
          <a:ln w="38100">
            <a:solidFill>
              <a:srgbClr val="56A1A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思源黑体 CN Regular" panose="020B0500000000000000" pitchFamily="34" charset="-122"/>
              <a:sym typeface="Arial" panose="020B0604020202020204" pitchFamily="34" charset="0"/>
            </a:endParaRPr>
          </a:p>
        </p:txBody>
      </p:sp>
      <p:sp>
        <p:nvSpPr>
          <p:cNvPr id="9" name="内容占位符 2"/>
          <p:cNvSpPr>
            <a:spLocks noGrp="1"/>
          </p:cNvSpPr>
          <p:nvPr>
            <p:ph idx="1"/>
          </p:nvPr>
        </p:nvSpPr>
        <p:spPr>
          <a:xfrm>
            <a:off x="1800126" y="1851973"/>
            <a:ext cx="9829026" cy="4514439"/>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2671" y="5177790"/>
            <a:ext cx="1188622" cy="1188622"/>
          </a:xfrm>
          <a:prstGeom prst="rect">
            <a:avLst/>
          </a:prstGeom>
        </p:spPr>
      </p:pic>
    </p:spTree>
    <p:extLst>
      <p:ext uri="{BB962C8B-B14F-4D97-AF65-F5344CB8AC3E}">
        <p14:creationId xmlns:p14="http://schemas.microsoft.com/office/powerpoint/2010/main" val="4173967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2)">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12061" y="273939"/>
            <a:ext cx="11017092" cy="1140090"/>
          </a:xfrm>
          <a:prstGeom prst="rect">
            <a:avLst/>
          </a:prstGeom>
        </p:spPr>
        <p:txBody>
          <a:bodyPr vert="horz" lIns="122118" tIns="61059" rIns="122118" bIns="61059" rtlCol="0" anchor="ctr">
            <a:normAutofit/>
          </a:bodyPr>
          <a:lstStyle/>
          <a:p>
            <a:r>
              <a:rPr lang="zh-CN" altLang="en-US"/>
              <a:t>单击此处编辑母版标题样式</a:t>
            </a:r>
          </a:p>
        </p:txBody>
      </p:sp>
      <p:sp>
        <p:nvSpPr>
          <p:cNvPr id="3" name="文本占位符 2"/>
          <p:cNvSpPr>
            <a:spLocks noGrp="1"/>
          </p:cNvSpPr>
          <p:nvPr>
            <p:ph type="body" idx="1"/>
          </p:nvPr>
        </p:nvSpPr>
        <p:spPr>
          <a:xfrm>
            <a:off x="612061" y="1596127"/>
            <a:ext cx="11017092" cy="4514439"/>
          </a:xfrm>
          <a:prstGeom prst="rect">
            <a:avLst/>
          </a:prstGeom>
        </p:spPr>
        <p:txBody>
          <a:bodyPr vert="horz" lIns="122118" tIns="61059" rIns="122118" bIns="61059"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612061" y="6340167"/>
            <a:ext cx="2856283" cy="364196"/>
          </a:xfrm>
          <a:prstGeom prst="rect">
            <a:avLst/>
          </a:prstGeom>
        </p:spPr>
        <p:txBody>
          <a:bodyPr vert="horz" lIns="122118" tIns="61059" rIns="122118" bIns="61059" rtlCol="0" anchor="ctr"/>
          <a:lstStyle>
            <a:lvl1pPr algn="l">
              <a:defRPr sz="1600">
                <a:solidFill>
                  <a:schemeClr val="tx1">
                    <a:tint val="75000"/>
                  </a:schemeClr>
                </a:solidFill>
                <a:ea typeface="微软雅黑" panose="020B0503020204020204" pitchFamily="34" charset="-122"/>
              </a:defRPr>
            </a:lvl1pPr>
          </a:lstStyle>
          <a:p>
            <a:fld id="{4D8349BB-A4F6-45A2-9818-613092D30417}" type="datetime1">
              <a:rPr lang="zh-CN" altLang="en-US" smtClean="0"/>
              <a:t>2021/4/14</a:t>
            </a:fld>
            <a:endParaRPr lang="zh-CN" altLang="en-US" dirty="0"/>
          </a:p>
        </p:txBody>
      </p:sp>
      <p:sp>
        <p:nvSpPr>
          <p:cNvPr id="5" name="页脚占位符 4"/>
          <p:cNvSpPr>
            <a:spLocks noGrp="1"/>
          </p:cNvSpPr>
          <p:nvPr>
            <p:ph type="ftr" sz="quarter" idx="3"/>
          </p:nvPr>
        </p:nvSpPr>
        <p:spPr>
          <a:xfrm>
            <a:off x="4182415" y="6340167"/>
            <a:ext cx="3876384" cy="364196"/>
          </a:xfrm>
          <a:prstGeom prst="rect">
            <a:avLst/>
          </a:prstGeom>
        </p:spPr>
        <p:txBody>
          <a:bodyPr vert="horz" lIns="122118" tIns="61059" rIns="122118" bIns="61059" rtlCol="0" anchor="ctr"/>
          <a:lstStyle>
            <a:lvl1pPr algn="ctr">
              <a:defRPr sz="1600">
                <a:solidFill>
                  <a:schemeClr val="tx1">
                    <a:tint val="75000"/>
                  </a:schemeClr>
                </a:solidFill>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nvPr>
        </p:nvSpPr>
        <p:spPr>
          <a:xfrm>
            <a:off x="8772869" y="6340167"/>
            <a:ext cx="2856283" cy="364196"/>
          </a:xfrm>
          <a:prstGeom prst="rect">
            <a:avLst/>
          </a:prstGeom>
        </p:spPr>
        <p:txBody>
          <a:bodyPr vert="horz" lIns="122118" tIns="61059" rIns="122118" bIns="61059" rtlCol="0" anchor="ctr"/>
          <a:lstStyle>
            <a:lvl1pPr algn="r">
              <a:defRPr sz="1600">
                <a:solidFill>
                  <a:schemeClr val="tx1">
                    <a:tint val="75000"/>
                  </a:schemeClr>
                </a:solidFill>
                <a:ea typeface="微软雅黑" panose="020B0503020204020204" pitchFamily="34" charset="-122"/>
              </a:defRPr>
            </a:lvl1pPr>
          </a:lstStyle>
          <a:p>
            <a:fld id="{E362B070-ABF8-40A1-AFC2-7D6C9842DF10}" type="slidenum">
              <a:rPr lang="zh-CN" altLang="en-US" smtClean="0"/>
              <a:pPr/>
              <a:t>‹#›</a:t>
            </a:fld>
            <a:endParaRPr lang="zh-CN" altLang="en-US" dirty="0"/>
          </a:p>
        </p:txBody>
      </p:sp>
    </p:spTree>
    <p:extLst>
      <p:ext uri="{BB962C8B-B14F-4D97-AF65-F5344CB8AC3E}">
        <p14:creationId xmlns:p14="http://schemas.microsoft.com/office/powerpoint/2010/main" val="19277492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1221181" rtl="0" eaLnBrk="1" latinLnBrk="0" hangingPunct="1">
        <a:spcBef>
          <a:spcPct val="0"/>
        </a:spcBef>
        <a:buNone/>
        <a:defRPr sz="4800" b="1" kern="1200">
          <a:solidFill>
            <a:schemeClr val="tx1"/>
          </a:solidFill>
          <a:latin typeface="微软雅黑" pitchFamily="34" charset="-122"/>
          <a:ea typeface="微软雅黑" pitchFamily="34" charset="-122"/>
          <a:cs typeface="+mj-cs"/>
        </a:defRPr>
      </a:lvl1pPr>
    </p:titleStyle>
    <p:bodyStyle>
      <a:lvl1pPr marL="457943" indent="-457943" algn="l" defTabSz="1221181" rtl="0" eaLnBrk="1" latinLnBrk="0" hangingPunct="1">
        <a:spcBef>
          <a:spcPct val="20000"/>
        </a:spcBef>
        <a:buFont typeface="Arial" pitchFamily="34" charset="0"/>
        <a:buChar char="•"/>
        <a:defRPr sz="4300" kern="1200">
          <a:solidFill>
            <a:schemeClr val="tx1"/>
          </a:solidFill>
          <a:latin typeface="+mn-lt"/>
          <a:ea typeface="微软雅黑" panose="020B0503020204020204" pitchFamily="34" charset="-122"/>
          <a:cs typeface="+mn-cs"/>
        </a:defRPr>
      </a:lvl1pPr>
      <a:lvl2pPr marL="992210" indent="-381619" algn="l" defTabSz="1221181" rtl="0" eaLnBrk="1" latinLnBrk="0" hangingPunct="1">
        <a:spcBef>
          <a:spcPct val="20000"/>
        </a:spcBef>
        <a:buFont typeface="Arial" pitchFamily="34" charset="0"/>
        <a:buChar char="–"/>
        <a:defRPr sz="3700" kern="1200">
          <a:solidFill>
            <a:schemeClr val="tx1"/>
          </a:solidFill>
          <a:latin typeface="+mn-lt"/>
          <a:ea typeface="微软雅黑" panose="020B0503020204020204" pitchFamily="34" charset="-122"/>
          <a:cs typeface="+mn-cs"/>
        </a:defRPr>
      </a:lvl2pPr>
      <a:lvl3pPr marL="1526477" indent="-305295" algn="l" defTabSz="1221181" rtl="0" eaLnBrk="1" latinLnBrk="0" hangingPunct="1">
        <a:spcBef>
          <a:spcPct val="20000"/>
        </a:spcBef>
        <a:buFont typeface="Arial" pitchFamily="34" charset="0"/>
        <a:buChar char="•"/>
        <a:defRPr sz="3200" kern="1200">
          <a:solidFill>
            <a:schemeClr val="tx1"/>
          </a:solidFill>
          <a:latin typeface="+mn-lt"/>
          <a:ea typeface="微软雅黑" panose="020B0503020204020204" pitchFamily="34" charset="-122"/>
          <a:cs typeface="+mn-cs"/>
        </a:defRPr>
      </a:lvl3pPr>
      <a:lvl4pPr marL="2137067" indent="-305295" algn="l" defTabSz="1221181" rtl="0" eaLnBrk="1" latinLnBrk="0" hangingPunct="1">
        <a:spcBef>
          <a:spcPct val="20000"/>
        </a:spcBef>
        <a:buFont typeface="Arial" pitchFamily="34" charset="0"/>
        <a:buChar char="–"/>
        <a:defRPr sz="2700" kern="1200">
          <a:solidFill>
            <a:schemeClr val="tx1"/>
          </a:solidFill>
          <a:latin typeface="+mn-lt"/>
          <a:ea typeface="微软雅黑" panose="020B0503020204020204" pitchFamily="34" charset="-122"/>
          <a:cs typeface="+mn-cs"/>
        </a:defRPr>
      </a:lvl4pPr>
      <a:lvl5pPr marL="2747658" indent="-305295" algn="l" defTabSz="1221181" rtl="0" eaLnBrk="1" latinLnBrk="0" hangingPunct="1">
        <a:spcBef>
          <a:spcPct val="20000"/>
        </a:spcBef>
        <a:buFont typeface="Arial" pitchFamily="34" charset="0"/>
        <a:buChar char="»"/>
        <a:defRPr sz="2700" kern="1200">
          <a:solidFill>
            <a:schemeClr val="tx1"/>
          </a:solidFill>
          <a:latin typeface="+mn-lt"/>
          <a:ea typeface="微软雅黑" panose="020B0503020204020204" pitchFamily="34" charset="-122"/>
          <a:cs typeface="+mn-cs"/>
        </a:defRPr>
      </a:lvl5pPr>
      <a:lvl6pPr marL="3358248" indent="-305295" algn="l" defTabSz="1221181"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8839" indent="-305295" algn="l" defTabSz="1221181"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9430" indent="-305295" algn="l" defTabSz="1221181"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90020" indent="-305295" algn="l" defTabSz="1221181"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zh-CN"/>
      </a:defPPr>
      <a:lvl1pPr marL="0" algn="l" defTabSz="1221181" rtl="0" eaLnBrk="1" latinLnBrk="0" hangingPunct="1">
        <a:defRPr sz="2400" kern="1200">
          <a:solidFill>
            <a:schemeClr val="tx1"/>
          </a:solidFill>
          <a:latin typeface="+mn-lt"/>
          <a:ea typeface="+mn-ea"/>
          <a:cs typeface="+mn-cs"/>
        </a:defRPr>
      </a:lvl1pPr>
      <a:lvl2pPr marL="610591" algn="l" defTabSz="1221181" rtl="0" eaLnBrk="1" latinLnBrk="0" hangingPunct="1">
        <a:defRPr sz="2400" kern="1200">
          <a:solidFill>
            <a:schemeClr val="tx1"/>
          </a:solidFill>
          <a:latin typeface="+mn-lt"/>
          <a:ea typeface="+mn-ea"/>
          <a:cs typeface="+mn-cs"/>
        </a:defRPr>
      </a:lvl2pPr>
      <a:lvl3pPr marL="1221181" algn="l" defTabSz="1221181" rtl="0" eaLnBrk="1" latinLnBrk="0" hangingPunct="1">
        <a:defRPr sz="2400" kern="1200">
          <a:solidFill>
            <a:schemeClr val="tx1"/>
          </a:solidFill>
          <a:latin typeface="+mn-lt"/>
          <a:ea typeface="+mn-ea"/>
          <a:cs typeface="+mn-cs"/>
        </a:defRPr>
      </a:lvl3pPr>
      <a:lvl4pPr marL="1831772" algn="l" defTabSz="1221181" rtl="0" eaLnBrk="1" latinLnBrk="0" hangingPunct="1">
        <a:defRPr sz="2400" kern="1200">
          <a:solidFill>
            <a:schemeClr val="tx1"/>
          </a:solidFill>
          <a:latin typeface="+mn-lt"/>
          <a:ea typeface="+mn-ea"/>
          <a:cs typeface="+mn-cs"/>
        </a:defRPr>
      </a:lvl4pPr>
      <a:lvl5pPr marL="2442362" algn="l" defTabSz="1221181" rtl="0" eaLnBrk="1" latinLnBrk="0" hangingPunct="1">
        <a:defRPr sz="2400" kern="1200">
          <a:solidFill>
            <a:schemeClr val="tx1"/>
          </a:solidFill>
          <a:latin typeface="+mn-lt"/>
          <a:ea typeface="+mn-ea"/>
          <a:cs typeface="+mn-cs"/>
        </a:defRPr>
      </a:lvl5pPr>
      <a:lvl6pPr marL="3052953" algn="l" defTabSz="1221181" rtl="0" eaLnBrk="1" latinLnBrk="0" hangingPunct="1">
        <a:defRPr sz="2400" kern="1200">
          <a:solidFill>
            <a:schemeClr val="tx1"/>
          </a:solidFill>
          <a:latin typeface="+mn-lt"/>
          <a:ea typeface="+mn-ea"/>
          <a:cs typeface="+mn-cs"/>
        </a:defRPr>
      </a:lvl6pPr>
      <a:lvl7pPr marL="3663544" algn="l" defTabSz="1221181" rtl="0" eaLnBrk="1" latinLnBrk="0" hangingPunct="1">
        <a:defRPr sz="2400" kern="1200">
          <a:solidFill>
            <a:schemeClr val="tx1"/>
          </a:solidFill>
          <a:latin typeface="+mn-lt"/>
          <a:ea typeface="+mn-ea"/>
          <a:cs typeface="+mn-cs"/>
        </a:defRPr>
      </a:lvl7pPr>
      <a:lvl8pPr marL="4274134" algn="l" defTabSz="1221181" rtl="0" eaLnBrk="1" latinLnBrk="0" hangingPunct="1">
        <a:defRPr sz="2400" kern="1200">
          <a:solidFill>
            <a:schemeClr val="tx1"/>
          </a:solidFill>
          <a:latin typeface="+mn-lt"/>
          <a:ea typeface="+mn-ea"/>
          <a:cs typeface="+mn-cs"/>
        </a:defRPr>
      </a:lvl8pPr>
      <a:lvl9pPr marL="4884725" algn="l" defTabSz="1221181"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836182" y="5092401"/>
            <a:ext cx="8568849" cy="1748137"/>
          </a:xfrm>
        </p:spPr>
        <p:txBody>
          <a:bodyPr anchor="ctr"/>
          <a:lstStyle/>
          <a:p>
            <a:r>
              <a:rPr lang="zh-CN" altLang="en-US" dirty="0"/>
              <a:t>了解病毒，珍爱生命！</a:t>
            </a:r>
          </a:p>
        </p:txBody>
      </p:sp>
      <p:pic>
        <p:nvPicPr>
          <p:cNvPr id="5" name="Picture 3"/>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0" b="100000" l="0" r="100000"/>
                    </a14:imgEffect>
                  </a14:imgLayer>
                </a14:imgProps>
              </a:ext>
              <a:ext uri="{28A0092B-C50C-407E-A947-70E740481C1C}">
                <a14:useLocalDpi xmlns:a14="http://schemas.microsoft.com/office/drawing/2010/main" val="0"/>
              </a:ext>
            </a:extLst>
          </a:blip>
          <a:stretch>
            <a:fillRect/>
          </a:stretch>
        </p:blipFill>
        <p:spPr bwMode="auto">
          <a:xfrm>
            <a:off x="6768678" y="395933"/>
            <a:ext cx="5080261" cy="508026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标题 1"/>
          <p:cNvSpPr>
            <a:spLocks noGrp="1"/>
          </p:cNvSpPr>
          <p:nvPr>
            <p:ph type="ctrTitle"/>
          </p:nvPr>
        </p:nvSpPr>
        <p:spPr>
          <a:xfrm>
            <a:off x="842339" y="1188021"/>
            <a:ext cx="5782323" cy="2688284"/>
          </a:xfrm>
        </p:spPr>
        <p:txBody>
          <a:bodyPr>
            <a:noAutofit/>
          </a:bodyPr>
          <a:lstStyle/>
          <a:p>
            <a:r>
              <a:rPr lang="zh-CN" altLang="en-US" sz="8800" dirty="0">
                <a:solidFill>
                  <a:schemeClr val="accent5">
                    <a:lumMod val="75000"/>
                  </a:schemeClr>
                </a:solidFill>
              </a:rPr>
              <a:t>病毒的前生和今世</a:t>
            </a:r>
          </a:p>
        </p:txBody>
      </p:sp>
    </p:spTree>
    <p:extLst>
      <p:ext uri="{BB962C8B-B14F-4D97-AF65-F5344CB8AC3E}">
        <p14:creationId xmlns:p14="http://schemas.microsoft.com/office/powerpoint/2010/main" val="17937772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zh-CN" b="1" kern="2200" dirty="0">
                <a:effectLst/>
              </a:rPr>
              <a:t>起源</a:t>
            </a:r>
            <a:endParaRPr lang="zh-CN" altLang="en-US" dirty="0"/>
          </a:p>
        </p:txBody>
      </p:sp>
      <p:graphicFrame>
        <p:nvGraphicFramePr>
          <p:cNvPr id="4" name="内容占位符 3"/>
          <p:cNvGraphicFramePr>
            <a:graphicFrameLocks noGrp="1"/>
          </p:cNvGraphicFramePr>
          <p:nvPr>
            <p:ph idx="1"/>
            <p:extLst>
              <p:ext uri="{D42A27DB-BD31-4B8C-83A1-F6EECF244321}">
                <p14:modId xmlns:p14="http://schemas.microsoft.com/office/powerpoint/2010/main" val="3464205140"/>
              </p:ext>
            </p:extLst>
          </p:nvPr>
        </p:nvGraphicFramePr>
        <p:xfrm>
          <a:off x="612060" y="1720841"/>
          <a:ext cx="9973042" cy="45144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灯片编号占位符 4"/>
          <p:cNvSpPr>
            <a:spLocks noGrp="1"/>
          </p:cNvSpPr>
          <p:nvPr>
            <p:ph type="sldNum" sz="quarter" idx="12"/>
          </p:nvPr>
        </p:nvSpPr>
        <p:spPr/>
        <p:txBody>
          <a:bodyPr/>
          <a:lstStyle/>
          <a:p>
            <a:fld id="{E362B070-ABF8-40A1-AFC2-7D6C9842DF10}" type="slidenum">
              <a:rPr lang="zh-CN" altLang="en-US" smtClean="0"/>
              <a:t>2</a:t>
            </a:fld>
            <a:endParaRPr lang="zh-CN" altLang="en-US" dirty="0"/>
          </a:p>
        </p:txBody>
      </p:sp>
    </p:spTree>
    <p:extLst>
      <p:ext uri="{BB962C8B-B14F-4D97-AF65-F5344CB8AC3E}">
        <p14:creationId xmlns:p14="http://schemas.microsoft.com/office/powerpoint/2010/main" val="242853570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cs typeface="Times New Roman"/>
              </a:rPr>
              <a:t>结构</a:t>
            </a:r>
            <a:endParaRPr lang="zh-CN" altLang="en-US" dirty="0"/>
          </a:p>
        </p:txBody>
      </p:sp>
      <p:sp>
        <p:nvSpPr>
          <p:cNvPr id="3" name="内容占位符 2"/>
          <p:cNvSpPr>
            <a:spLocks noGrp="1"/>
          </p:cNvSpPr>
          <p:nvPr>
            <p:ph idx="1"/>
          </p:nvPr>
        </p:nvSpPr>
        <p:spPr/>
        <p:txBody>
          <a:bodyPr>
            <a:normAutofit fontScale="77500" lnSpcReduction="20000"/>
          </a:bodyPr>
          <a:lstStyle/>
          <a:p>
            <a:pPr algn="just"/>
            <a:r>
              <a:rPr lang="zh-CN" altLang="en-US" dirty="0"/>
              <a:t>病毒粒子，亦称为“病毒体”（</a:t>
            </a:r>
            <a:r>
              <a:rPr lang="en-US" altLang="zh-CN" dirty="0" err="1"/>
              <a:t>viron</a:t>
            </a:r>
            <a:r>
              <a:rPr lang="zh-CN" altLang="en-US" dirty="0"/>
              <a:t>），由化学本质为</a:t>
            </a:r>
            <a:r>
              <a:rPr lang="en-US" altLang="zh-CN" dirty="0"/>
              <a:t>DNA</a:t>
            </a:r>
            <a:r>
              <a:rPr lang="zh-CN" altLang="en-US" dirty="0"/>
              <a:t>或</a:t>
            </a:r>
            <a:r>
              <a:rPr lang="en-US" altLang="zh-CN" dirty="0"/>
              <a:t>RNA</a:t>
            </a:r>
            <a:r>
              <a:rPr lang="zh-CN" altLang="en-US" dirty="0"/>
              <a:t>的基因和包裹着基因的蛋白质外壳构成。这个外壳叫做“衣壳”（</a:t>
            </a:r>
            <a:r>
              <a:rPr lang="en-US" altLang="zh-CN" dirty="0"/>
              <a:t>capsid</a:t>
            </a:r>
            <a:r>
              <a:rPr lang="zh-CN" altLang="en-US" dirty="0"/>
              <a:t>），由许多更小的相同蛋白质分子（即壳粒）组成。由壳粒堆砌而成的衣壳可以呈二十面体，螺旋形，也可以呈现出更加复杂的形状。另外，病毒还拥有一个称为“核壳体” 的结构。它位于衣壳内部，包裹着病毒的核酸，化学本质为蛋白质。另外，一些病毒在衣壳外还拥有脂质（脂肪）构成的包膜。 </a:t>
            </a:r>
          </a:p>
        </p:txBody>
      </p:sp>
      <p:sp>
        <p:nvSpPr>
          <p:cNvPr id="4" name="灯片编号占位符 3"/>
          <p:cNvSpPr>
            <a:spLocks noGrp="1"/>
          </p:cNvSpPr>
          <p:nvPr>
            <p:ph type="sldNum" sz="quarter" idx="12"/>
          </p:nvPr>
        </p:nvSpPr>
        <p:spPr/>
        <p:txBody>
          <a:bodyPr/>
          <a:lstStyle/>
          <a:p>
            <a:fld id="{E362B070-ABF8-40A1-AFC2-7D6C9842DF10}" type="slidenum">
              <a:rPr lang="zh-CN" altLang="en-US" smtClean="0"/>
              <a:pPr/>
              <a:t>3</a:t>
            </a:fld>
            <a:endParaRPr lang="zh-CN" altLang="en-US"/>
          </a:p>
        </p:txBody>
      </p:sp>
    </p:spTree>
    <p:extLst>
      <p:ext uri="{BB962C8B-B14F-4D97-AF65-F5344CB8AC3E}">
        <p14:creationId xmlns:p14="http://schemas.microsoft.com/office/powerpoint/2010/main" val="239619517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大小</a:t>
            </a:r>
          </a:p>
        </p:txBody>
      </p:sp>
      <p:sp>
        <p:nvSpPr>
          <p:cNvPr id="3" name="内容占位符 2"/>
          <p:cNvSpPr>
            <a:spLocks noGrp="1"/>
          </p:cNvSpPr>
          <p:nvPr>
            <p:ph idx="1"/>
          </p:nvPr>
        </p:nvSpPr>
        <p:spPr/>
        <p:txBody>
          <a:bodyPr>
            <a:normAutofit fontScale="70000" lnSpcReduction="20000"/>
          </a:bodyPr>
          <a:lstStyle/>
          <a:p>
            <a:r>
              <a:rPr lang="zh-CN" altLang="zh-CN" kern="100" dirty="0">
                <a:latin typeface="微软雅黑" panose="020B0503020204020204" pitchFamily="34" charset="-122"/>
                <a:cs typeface="Times New Roman"/>
              </a:rPr>
              <a:t>病毒是最小的感染源之一，光学显微镜观察不到大部分的病毒，因此病毒属于亚显微结构。大部分病毒只能用电子显微镜观察。病毒的大小从</a:t>
            </a:r>
            <a:r>
              <a:rPr lang="en-US" altLang="zh-CN" kern="100" dirty="0">
                <a:latin typeface="微软雅黑" panose="020B0503020204020204" pitchFamily="34" charset="-122"/>
                <a:cs typeface="Times New Roman"/>
              </a:rPr>
              <a:t>20</a:t>
            </a:r>
            <a:r>
              <a:rPr lang="zh-CN" altLang="zh-CN" kern="100" dirty="0">
                <a:latin typeface="微软雅黑" panose="020B0503020204020204" pitchFamily="34" charset="-122"/>
                <a:cs typeface="Times New Roman"/>
              </a:rPr>
              <a:t>到</a:t>
            </a:r>
            <a:r>
              <a:rPr lang="en-US" altLang="zh-CN" kern="100" dirty="0">
                <a:latin typeface="微软雅黑" panose="020B0503020204020204" pitchFamily="34" charset="-122"/>
                <a:cs typeface="Times New Roman"/>
              </a:rPr>
              <a:t>300</a:t>
            </a:r>
            <a:r>
              <a:rPr lang="zh-CN" altLang="zh-CN" kern="100" dirty="0">
                <a:latin typeface="微软雅黑" panose="020B0503020204020204" pitchFamily="34" charset="-122"/>
                <a:cs typeface="Times New Roman"/>
              </a:rPr>
              <a:t>纳米不等，把</a:t>
            </a:r>
            <a:r>
              <a:rPr lang="en-US" altLang="zh-CN" kern="100" dirty="0">
                <a:latin typeface="微软雅黑" panose="020B0503020204020204" pitchFamily="34" charset="-122"/>
                <a:cs typeface="Times New Roman"/>
              </a:rPr>
              <a:t>30,000</a:t>
            </a:r>
            <a:r>
              <a:rPr lang="zh-CN" altLang="zh-CN" kern="100" dirty="0">
                <a:latin typeface="微软雅黑" panose="020B0503020204020204" pitchFamily="34" charset="-122"/>
                <a:cs typeface="Times New Roman"/>
              </a:rPr>
              <a:t>到</a:t>
            </a:r>
            <a:r>
              <a:rPr lang="en-US" altLang="zh-CN" kern="100" dirty="0">
                <a:latin typeface="微软雅黑" panose="020B0503020204020204" pitchFamily="34" charset="-122"/>
                <a:cs typeface="Times New Roman"/>
              </a:rPr>
              <a:t>750,000</a:t>
            </a:r>
            <a:r>
              <a:rPr lang="zh-CN" altLang="zh-CN" kern="100" dirty="0">
                <a:latin typeface="微软雅黑" panose="020B0503020204020204" pitchFamily="34" charset="-122"/>
                <a:cs typeface="Times New Roman"/>
              </a:rPr>
              <a:t>个病毒一个个紧靠着排列起来才能达到</a:t>
            </a:r>
            <a:r>
              <a:rPr lang="en-US" altLang="zh-CN" kern="100" dirty="0">
                <a:latin typeface="微软雅黑" panose="020B0503020204020204" pitchFamily="34" charset="-122"/>
                <a:cs typeface="Times New Roman"/>
              </a:rPr>
              <a:t>1</a:t>
            </a:r>
            <a:r>
              <a:rPr lang="zh-CN" altLang="zh-CN" kern="100" dirty="0">
                <a:latin typeface="微软雅黑" panose="020B0503020204020204" pitchFamily="34" charset="-122"/>
                <a:cs typeface="Times New Roman"/>
              </a:rPr>
              <a:t>厘米的长度。相比之下，细菌的直径通常在</a:t>
            </a:r>
            <a:r>
              <a:rPr lang="en-US" altLang="zh-CN" kern="100" dirty="0">
                <a:latin typeface="微软雅黑" panose="020B0503020204020204" pitchFamily="34" charset="-122"/>
                <a:cs typeface="Times New Roman"/>
              </a:rPr>
              <a:t>1</a:t>
            </a:r>
            <a:r>
              <a:rPr lang="zh-CN" altLang="zh-CN" kern="100" dirty="0">
                <a:latin typeface="微软雅黑" panose="020B0503020204020204" pitchFamily="34" charset="-122"/>
                <a:cs typeface="Times New Roman"/>
              </a:rPr>
              <a:t>微米（合</a:t>
            </a:r>
            <a:r>
              <a:rPr lang="en-US" altLang="zh-CN" kern="100" dirty="0">
                <a:latin typeface="微软雅黑" panose="020B0503020204020204" pitchFamily="34" charset="-122"/>
                <a:cs typeface="Times New Roman"/>
              </a:rPr>
              <a:t>1000</a:t>
            </a:r>
            <a:r>
              <a:rPr lang="zh-CN" altLang="zh-CN" kern="100" dirty="0">
                <a:latin typeface="微软雅黑" panose="020B0503020204020204" pitchFamily="34" charset="-122"/>
                <a:cs typeface="Times New Roman"/>
              </a:rPr>
              <a:t>纳米）左右，高等生物的细胞直径为几十微米。有些病毒比较大，如分别于</a:t>
            </a:r>
            <a:r>
              <a:rPr lang="en-US" altLang="zh-CN" kern="100" dirty="0">
                <a:latin typeface="微软雅黑" panose="020B0503020204020204" pitchFamily="34" charset="-122"/>
                <a:cs typeface="Times New Roman"/>
              </a:rPr>
              <a:t>2003</a:t>
            </a:r>
            <a:r>
              <a:rPr lang="zh-CN" altLang="zh-CN" kern="100" dirty="0">
                <a:latin typeface="微软雅黑" panose="020B0503020204020204" pitchFamily="34" charset="-122"/>
                <a:cs typeface="Times New Roman"/>
              </a:rPr>
              <a:t>年和</a:t>
            </a:r>
            <a:r>
              <a:rPr lang="en-US" altLang="zh-CN" kern="100" dirty="0">
                <a:latin typeface="微软雅黑" panose="020B0503020204020204" pitchFamily="34" charset="-122"/>
                <a:cs typeface="Times New Roman"/>
              </a:rPr>
              <a:t>2013</a:t>
            </a:r>
            <a:r>
              <a:rPr lang="zh-CN" altLang="zh-CN" kern="100" dirty="0">
                <a:latin typeface="微软雅黑" panose="020B0503020204020204" pitchFamily="34" charset="-122"/>
                <a:cs typeface="Times New Roman"/>
              </a:rPr>
              <a:t>年发现的能感染变形虫的巨大病毒和潘多拉病毒，直径可达</a:t>
            </a:r>
            <a:r>
              <a:rPr lang="en-US" altLang="zh-CN" kern="100" dirty="0">
                <a:latin typeface="微软雅黑" panose="020B0503020204020204" pitchFamily="34" charset="-122"/>
                <a:cs typeface="Times New Roman"/>
              </a:rPr>
              <a:t>1 </a:t>
            </a:r>
            <a:r>
              <a:rPr lang="zh-CN" altLang="zh-CN" kern="100" dirty="0">
                <a:latin typeface="微软雅黑" panose="020B0503020204020204" pitchFamily="34" charset="-122"/>
                <a:cs typeface="Times New Roman"/>
              </a:rPr>
              <a:t>微米，大约比流感病毒大一千倍。这些</a:t>
            </a:r>
            <a:r>
              <a:rPr lang="en-US" altLang="zh-CN" kern="100" dirty="0">
                <a:latin typeface="微软雅黑" panose="020B0503020204020204" pitchFamily="34" charset="-122"/>
                <a:cs typeface="Times New Roman"/>
              </a:rPr>
              <a:t>“</a:t>
            </a:r>
            <a:r>
              <a:rPr lang="zh-CN" altLang="zh-CN" kern="100" dirty="0">
                <a:latin typeface="微软雅黑" panose="020B0503020204020204" pitchFamily="34" charset="-122"/>
                <a:cs typeface="Times New Roman"/>
              </a:rPr>
              <a:t>庞大</a:t>
            </a:r>
            <a:r>
              <a:rPr lang="en-US" altLang="zh-CN" kern="100" dirty="0">
                <a:latin typeface="微软雅黑" panose="020B0503020204020204" pitchFamily="34" charset="-122"/>
                <a:cs typeface="Times New Roman"/>
              </a:rPr>
              <a:t>”</a:t>
            </a:r>
            <a:r>
              <a:rPr lang="zh-CN" altLang="zh-CN" kern="100" dirty="0">
                <a:latin typeface="微软雅黑" panose="020B0503020204020204" pitchFamily="34" charset="-122"/>
                <a:cs typeface="Times New Roman"/>
              </a:rPr>
              <a:t>的病毒的发现令科学家们相当惊讶。</a:t>
            </a:r>
            <a:endParaRPr lang="zh-CN" altLang="zh-CN" kern="100" dirty="0">
              <a:effectLst/>
              <a:latin typeface="微软雅黑" panose="020B0503020204020204" pitchFamily="34" charset="-122"/>
              <a:cs typeface="Times New Roman"/>
            </a:endParaRPr>
          </a:p>
          <a:p>
            <a:endParaRPr lang="zh-CN" altLang="en-US" dirty="0"/>
          </a:p>
        </p:txBody>
      </p:sp>
      <p:sp>
        <p:nvSpPr>
          <p:cNvPr id="4" name="灯片编号占位符 3"/>
          <p:cNvSpPr>
            <a:spLocks noGrp="1"/>
          </p:cNvSpPr>
          <p:nvPr>
            <p:ph type="sldNum" sz="quarter" idx="12"/>
          </p:nvPr>
        </p:nvSpPr>
        <p:spPr/>
        <p:txBody>
          <a:bodyPr/>
          <a:lstStyle/>
          <a:p>
            <a:fld id="{E362B070-ABF8-40A1-AFC2-7D6C9842DF10}" type="slidenum">
              <a:rPr lang="zh-CN" altLang="en-US" smtClean="0"/>
              <a:t>4</a:t>
            </a:fld>
            <a:endParaRPr lang="zh-CN" altLang="en-US" dirty="0"/>
          </a:p>
        </p:txBody>
      </p:sp>
    </p:spTree>
    <p:extLst>
      <p:ext uri="{BB962C8B-B14F-4D97-AF65-F5344CB8AC3E}">
        <p14:creationId xmlns:p14="http://schemas.microsoft.com/office/powerpoint/2010/main" val="2428617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基因</a:t>
            </a:r>
          </a:p>
        </p:txBody>
      </p:sp>
      <p:sp>
        <p:nvSpPr>
          <p:cNvPr id="3" name="内容占位符 2"/>
          <p:cNvSpPr>
            <a:spLocks noGrp="1"/>
          </p:cNvSpPr>
          <p:nvPr>
            <p:ph idx="1"/>
          </p:nvPr>
        </p:nvSpPr>
        <p:spPr/>
        <p:txBody>
          <a:bodyPr>
            <a:normAutofit fontScale="47500" lnSpcReduction="20000"/>
          </a:bodyPr>
          <a:lstStyle/>
          <a:p>
            <a:r>
              <a:rPr lang="zh-CN" altLang="en-US" dirty="0"/>
              <a:t>基因的化学本质通常为</a:t>
            </a:r>
            <a:r>
              <a:rPr lang="en-US" altLang="zh-CN" dirty="0"/>
              <a:t>DNA</a:t>
            </a:r>
            <a:r>
              <a:rPr lang="zh-CN" altLang="en-US" dirty="0"/>
              <a:t>（脱氧核糖核酸），不过也有不少病毒的基因的化学本质为</a:t>
            </a:r>
            <a:r>
              <a:rPr lang="en-US" altLang="zh-CN" dirty="0"/>
              <a:t>RNA</a:t>
            </a:r>
            <a:r>
              <a:rPr lang="zh-CN" altLang="en-US" dirty="0"/>
              <a:t>（核糖核酸）。基因编码了生物体所含的生物信息。多数生物的遗传物质是</a:t>
            </a:r>
            <a:r>
              <a:rPr lang="en-US" altLang="zh-CN" dirty="0"/>
              <a:t>DNA</a:t>
            </a:r>
            <a:r>
              <a:rPr lang="zh-CN" altLang="en-US" dirty="0"/>
              <a:t>，但</a:t>
            </a:r>
            <a:r>
              <a:rPr lang="en-US" altLang="zh-CN" dirty="0"/>
              <a:t>RNA</a:t>
            </a:r>
            <a:r>
              <a:rPr lang="zh-CN" altLang="en-US" dirty="0"/>
              <a:t>病毒的遗传物质是</a:t>
            </a:r>
            <a:r>
              <a:rPr lang="en-US" altLang="zh-CN" dirty="0"/>
              <a:t>RNA</a:t>
            </a:r>
            <a:r>
              <a:rPr lang="zh-CN" altLang="en-US" dirty="0"/>
              <a:t>。病毒的</a:t>
            </a:r>
            <a:r>
              <a:rPr lang="en-US" altLang="zh-CN" dirty="0"/>
              <a:t>DNA</a:t>
            </a:r>
            <a:r>
              <a:rPr lang="zh-CN" altLang="en-US" dirty="0"/>
              <a:t>或</a:t>
            </a:r>
            <a:r>
              <a:rPr lang="en-US" altLang="zh-CN" dirty="0"/>
              <a:t>RNA</a:t>
            </a:r>
            <a:r>
              <a:rPr lang="zh-CN" altLang="en-US" dirty="0"/>
              <a:t>由单链或双螺旋组成。</a:t>
            </a:r>
          </a:p>
          <a:p>
            <a:r>
              <a:rPr lang="zh-CN" altLang="en-US" dirty="0"/>
              <a:t>病毒繁殖非常迅速，因为它只有几个基因。 例如，流感病毒只有</a:t>
            </a:r>
            <a:r>
              <a:rPr lang="en-US" altLang="zh-CN" dirty="0"/>
              <a:t>8</a:t>
            </a:r>
            <a:r>
              <a:rPr lang="zh-CN" altLang="en-US" dirty="0"/>
              <a:t>个基因，轮状病毒只有</a:t>
            </a:r>
            <a:r>
              <a:rPr lang="en-US" altLang="zh-CN" dirty="0"/>
              <a:t>11</a:t>
            </a:r>
            <a:r>
              <a:rPr lang="zh-CN" altLang="en-US" dirty="0"/>
              <a:t>个。相比之下，人类有</a:t>
            </a:r>
            <a:r>
              <a:rPr lang="en-US" altLang="zh-CN" dirty="0"/>
              <a:t>2</a:t>
            </a:r>
            <a:r>
              <a:rPr lang="zh-CN" altLang="en-US" dirty="0"/>
              <a:t>万到</a:t>
            </a:r>
            <a:r>
              <a:rPr lang="en-US" altLang="zh-CN" dirty="0"/>
              <a:t>2</a:t>
            </a:r>
            <a:r>
              <a:rPr lang="zh-CN" altLang="en-US" dirty="0"/>
              <a:t>万</a:t>
            </a:r>
            <a:r>
              <a:rPr lang="en-US" altLang="zh-CN" dirty="0"/>
              <a:t>5</a:t>
            </a:r>
            <a:r>
              <a:rPr lang="zh-CN" altLang="en-US" dirty="0"/>
              <a:t>千个基因。这些基因编码了构成病毒颗粒的结构蛋白和只在宿主细胞中合成的非结构蛋白。</a:t>
            </a:r>
          </a:p>
          <a:p>
            <a:r>
              <a:rPr lang="zh-CN" altLang="en-US" dirty="0"/>
              <a:t>像所有细胞一样，很多病毒会产生用以复制</a:t>
            </a:r>
            <a:r>
              <a:rPr lang="en-US" altLang="zh-CN" dirty="0"/>
              <a:t>DNA</a:t>
            </a:r>
            <a:r>
              <a:rPr lang="zh-CN" altLang="en-US" dirty="0"/>
              <a:t>和</a:t>
            </a:r>
            <a:r>
              <a:rPr lang="en-US" altLang="zh-CN" dirty="0"/>
              <a:t>RNA</a:t>
            </a:r>
            <a:r>
              <a:rPr lang="zh-CN" altLang="en-US" dirty="0"/>
              <a:t>的蛋白质，分别称为</a:t>
            </a:r>
            <a:r>
              <a:rPr lang="en-US" altLang="zh-CN" dirty="0"/>
              <a:t>DNA</a:t>
            </a:r>
            <a:r>
              <a:rPr lang="zh-CN" altLang="en-US" dirty="0"/>
              <a:t>聚合酶和</a:t>
            </a:r>
            <a:r>
              <a:rPr lang="en-US" altLang="zh-CN" dirty="0"/>
              <a:t>RNA</a:t>
            </a:r>
            <a:r>
              <a:rPr lang="zh-CN" altLang="en-US" dirty="0"/>
              <a:t>复制酶。病毒的这些酶合成</a:t>
            </a:r>
            <a:r>
              <a:rPr lang="en-US" altLang="zh-CN" dirty="0"/>
              <a:t>DNA</a:t>
            </a:r>
            <a:r>
              <a:rPr lang="zh-CN" altLang="en-US" dirty="0"/>
              <a:t>和</a:t>
            </a:r>
            <a:r>
              <a:rPr lang="en-US" altLang="zh-CN" dirty="0"/>
              <a:t>RNA</a:t>
            </a:r>
            <a:r>
              <a:rPr lang="zh-CN" altLang="en-US" dirty="0"/>
              <a:t>的效率通常比宿主细胞的这些酶更高。不过</a:t>
            </a:r>
            <a:r>
              <a:rPr lang="en-US" altLang="zh-CN" dirty="0"/>
              <a:t>RNA</a:t>
            </a:r>
            <a:r>
              <a:rPr lang="zh-CN" altLang="en-US" dirty="0"/>
              <a:t>聚合酶经常出错，这就是</a:t>
            </a:r>
            <a:r>
              <a:rPr lang="en-US" altLang="zh-CN" dirty="0"/>
              <a:t>RNA</a:t>
            </a:r>
            <a:r>
              <a:rPr lang="zh-CN" altLang="en-US" dirty="0"/>
              <a:t>病毒常会突变成新的类型的原因之一。</a:t>
            </a:r>
          </a:p>
          <a:p>
            <a:r>
              <a:rPr lang="zh-CN" altLang="en-US" dirty="0"/>
              <a:t>有些</a:t>
            </a:r>
            <a:r>
              <a:rPr lang="en-US" altLang="zh-CN" dirty="0"/>
              <a:t>RNA</a:t>
            </a:r>
            <a:r>
              <a:rPr lang="zh-CN" altLang="en-US" dirty="0"/>
              <a:t>病毒的基因并不是一个连续的</a:t>
            </a:r>
            <a:r>
              <a:rPr lang="en-US" altLang="zh-CN" dirty="0"/>
              <a:t>RNA</a:t>
            </a:r>
            <a:r>
              <a:rPr lang="zh-CN" altLang="en-US" dirty="0"/>
              <a:t>分子，而是分开的几段，例如流感病毒的基因由八段</a:t>
            </a:r>
            <a:r>
              <a:rPr lang="en-US" altLang="zh-CN" dirty="0"/>
              <a:t>RNA</a:t>
            </a:r>
            <a:r>
              <a:rPr lang="zh-CN" altLang="en-US" dirty="0"/>
              <a:t>组成。当两种不同的流感病毒感染同一细胞时，这些基因可能会相互混合，并重配成新类型的病毒。</a:t>
            </a:r>
          </a:p>
        </p:txBody>
      </p:sp>
      <p:sp>
        <p:nvSpPr>
          <p:cNvPr id="4" name="灯片编号占位符 3"/>
          <p:cNvSpPr>
            <a:spLocks noGrp="1"/>
          </p:cNvSpPr>
          <p:nvPr>
            <p:ph type="sldNum" sz="quarter" idx="12"/>
          </p:nvPr>
        </p:nvSpPr>
        <p:spPr/>
        <p:txBody>
          <a:bodyPr/>
          <a:lstStyle/>
          <a:p>
            <a:fld id="{E362B070-ABF8-40A1-AFC2-7D6C9842DF10}" type="slidenum">
              <a:rPr lang="zh-CN" altLang="en-US" smtClean="0"/>
              <a:pPr/>
              <a:t>5</a:t>
            </a:fld>
            <a:endParaRPr lang="zh-CN" altLang="en-US"/>
          </a:p>
        </p:txBody>
      </p:sp>
    </p:spTree>
    <p:extLst>
      <p:ext uri="{BB962C8B-B14F-4D97-AF65-F5344CB8AC3E}">
        <p14:creationId xmlns:p14="http://schemas.microsoft.com/office/powerpoint/2010/main" val="25474161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蛋白质合成</a:t>
            </a:r>
            <a:endParaRPr lang="zh-CN" altLang="en-US" dirty="0"/>
          </a:p>
        </p:txBody>
      </p:sp>
      <p:pic>
        <p:nvPicPr>
          <p:cNvPr id="6" name="内容占位符 5"/>
          <p:cNvPicPr>
            <a:picLocks noGrp="1"/>
          </p:cNvPicPr>
          <p:nvPr>
            <p:ph idx="1"/>
          </p:nvPr>
        </p:nvPicPr>
        <p:blipFill>
          <a:blip r:embed="rId2" cstate="print">
            <a:extLst>
              <a:ext uri="{28A0092B-C50C-407E-A947-70E740481C1C}">
                <a14:useLocalDpi xmlns:a14="http://schemas.microsoft.com/office/drawing/2010/main" val="0"/>
              </a:ext>
            </a:extLst>
          </a:blip>
          <a:stretch>
            <a:fillRect/>
          </a:stretch>
        </p:blipFill>
        <p:spPr>
          <a:xfrm>
            <a:off x="7920806" y="2916213"/>
            <a:ext cx="2893203" cy="2043702"/>
          </a:xfrm>
        </p:spPr>
      </p:pic>
      <p:sp>
        <p:nvSpPr>
          <p:cNvPr id="5" name="内容占位符 4"/>
          <p:cNvSpPr>
            <a:spLocks noGrp="1"/>
          </p:cNvSpPr>
          <p:nvPr>
            <p:ph type="body" idx="4294967295"/>
          </p:nvPr>
        </p:nvSpPr>
        <p:spPr>
          <a:xfrm>
            <a:off x="540667" y="1620069"/>
            <a:ext cx="7812187" cy="4680521"/>
          </a:xfrm>
        </p:spPr>
        <p:txBody>
          <a:bodyPr numCol="2">
            <a:noAutofit/>
          </a:bodyPr>
          <a:lstStyle/>
          <a:p>
            <a:pPr marL="742950" indent="-742950">
              <a:buFont typeface="+mj-lt"/>
              <a:buAutoNum type="arabicPeriod"/>
            </a:pPr>
            <a:r>
              <a:rPr lang="zh-CN" altLang="en-US" sz="3200" b="1" dirty="0"/>
              <a:t>核仁</a:t>
            </a:r>
            <a:endParaRPr lang="en-US" altLang="zh-CN" sz="3200" b="1" dirty="0"/>
          </a:p>
          <a:p>
            <a:pPr marL="742950" indent="-742950">
              <a:buFont typeface="+mj-lt"/>
              <a:buAutoNum type="arabicPeriod"/>
            </a:pPr>
            <a:r>
              <a:rPr lang="zh-CN" altLang="en-US" sz="3200" b="1" dirty="0"/>
              <a:t>细胞核</a:t>
            </a:r>
            <a:endParaRPr lang="en-US" altLang="zh-CN" sz="3200" b="1" dirty="0"/>
          </a:p>
          <a:p>
            <a:pPr marL="742950" indent="-742950">
              <a:buFont typeface="+mj-lt"/>
              <a:buAutoNum type="arabicPeriod"/>
            </a:pPr>
            <a:r>
              <a:rPr lang="zh-CN" altLang="en-US" sz="3200" b="1" dirty="0"/>
              <a:t>核糖体</a:t>
            </a:r>
            <a:endParaRPr lang="en-US" altLang="zh-CN" sz="3200" b="1" dirty="0"/>
          </a:p>
          <a:p>
            <a:pPr marL="742950" indent="-742950">
              <a:buFont typeface="+mj-lt"/>
              <a:buAutoNum type="arabicPeriod"/>
            </a:pPr>
            <a:r>
              <a:rPr lang="zh-CN" altLang="en-US" sz="3200" b="1" dirty="0"/>
              <a:t>囊泡</a:t>
            </a:r>
            <a:endParaRPr lang="en-US" altLang="zh-CN" sz="3200" b="1" dirty="0"/>
          </a:p>
          <a:p>
            <a:pPr marL="742950" indent="-742950">
              <a:buFont typeface="+mj-lt"/>
              <a:buAutoNum type="arabicPeriod"/>
            </a:pPr>
            <a:r>
              <a:rPr lang="zh-CN" altLang="en-US" sz="3200" b="1" dirty="0"/>
              <a:t>糙面内质网</a:t>
            </a:r>
            <a:endParaRPr lang="en-US" altLang="zh-CN" sz="3200" b="1" dirty="0"/>
          </a:p>
          <a:p>
            <a:pPr marL="742950" indent="-742950">
              <a:buFont typeface="+mj-lt"/>
              <a:buAutoNum type="arabicPeriod"/>
            </a:pPr>
            <a:r>
              <a:rPr lang="zh-CN" altLang="en-US" sz="3200" b="1" dirty="0"/>
              <a:t>高尔基体 </a:t>
            </a:r>
            <a:endParaRPr lang="en-US" altLang="zh-CN" sz="3200" b="1" dirty="0"/>
          </a:p>
          <a:p>
            <a:pPr marL="742950" indent="-742950">
              <a:buFont typeface="+mj-lt"/>
              <a:buAutoNum type="arabicPeriod"/>
            </a:pPr>
            <a:r>
              <a:rPr lang="zh-CN" altLang="en-US" sz="3200" b="1" dirty="0"/>
              <a:t>细胞骨架 </a:t>
            </a:r>
            <a:endParaRPr lang="en-US" altLang="zh-CN" sz="3200" b="1" dirty="0"/>
          </a:p>
          <a:p>
            <a:pPr marL="742950" indent="-742950">
              <a:buFont typeface="+mj-lt"/>
              <a:buAutoNum type="arabicPeriod"/>
            </a:pPr>
            <a:r>
              <a:rPr lang="zh-CN" altLang="en-US" sz="3200" b="1" dirty="0"/>
              <a:t>光面内质网 </a:t>
            </a:r>
            <a:endParaRPr lang="en-US" altLang="zh-CN" sz="3200" b="1" dirty="0"/>
          </a:p>
          <a:p>
            <a:pPr marL="742950" indent="-742950">
              <a:buFont typeface="+mj-lt"/>
              <a:buAutoNum type="arabicPeriod"/>
            </a:pPr>
            <a:r>
              <a:rPr lang="zh-CN" altLang="en-US" sz="3200" b="1" dirty="0"/>
              <a:t>线粒体 </a:t>
            </a:r>
            <a:endParaRPr lang="en-US" altLang="zh-CN" sz="3200" b="1" dirty="0"/>
          </a:p>
          <a:p>
            <a:pPr marL="742950" indent="-742950">
              <a:buFont typeface="+mj-lt"/>
              <a:buAutoNum type="arabicPeriod"/>
            </a:pPr>
            <a:r>
              <a:rPr lang="zh-CN" altLang="en-US" sz="3200" b="1" dirty="0"/>
              <a:t>液泡 </a:t>
            </a:r>
            <a:endParaRPr lang="en-US" altLang="zh-CN" sz="3200" b="1" dirty="0"/>
          </a:p>
          <a:p>
            <a:pPr marL="742950" indent="-742950">
              <a:buFont typeface="+mj-lt"/>
              <a:buAutoNum type="arabicPeriod"/>
            </a:pPr>
            <a:r>
              <a:rPr lang="zh-CN" altLang="en-US" sz="3200" b="1" dirty="0"/>
              <a:t>细胞质 </a:t>
            </a:r>
            <a:endParaRPr lang="en-US" altLang="zh-CN" sz="3200" b="1" dirty="0"/>
          </a:p>
          <a:p>
            <a:pPr marL="742950" indent="-742950">
              <a:buFont typeface="+mj-lt"/>
              <a:buAutoNum type="arabicPeriod"/>
            </a:pPr>
            <a:r>
              <a:rPr lang="zh-CN" altLang="en-US" sz="3200" b="1" dirty="0"/>
              <a:t>溶酶体 </a:t>
            </a:r>
            <a:endParaRPr lang="en-US" altLang="zh-CN" sz="3200" b="1" dirty="0"/>
          </a:p>
          <a:p>
            <a:pPr marL="742950" indent="-742950">
              <a:buFont typeface="+mj-lt"/>
              <a:buAutoNum type="arabicPeriod"/>
            </a:pPr>
            <a:r>
              <a:rPr lang="zh-CN" altLang="en-US" sz="3200" b="1" dirty="0"/>
              <a:t>中心粒 </a:t>
            </a:r>
            <a:endParaRPr lang="en-US" altLang="zh-CN" sz="3200" b="1" dirty="0"/>
          </a:p>
          <a:p>
            <a:pPr marL="742950" indent="-742950">
              <a:buFont typeface="+mj-lt"/>
              <a:buAutoNum type="arabicPeriod"/>
            </a:pPr>
            <a:r>
              <a:rPr lang="zh-CN" altLang="en-US" sz="3200" b="1" dirty="0"/>
              <a:t>按比例绘制的病毒体。</a:t>
            </a:r>
          </a:p>
        </p:txBody>
      </p:sp>
      <p:sp>
        <p:nvSpPr>
          <p:cNvPr id="3" name="灯片编号占位符 2"/>
          <p:cNvSpPr>
            <a:spLocks noGrp="1"/>
          </p:cNvSpPr>
          <p:nvPr>
            <p:ph type="sldNum" sz="quarter" idx="12"/>
          </p:nvPr>
        </p:nvSpPr>
        <p:spPr/>
        <p:txBody>
          <a:bodyPr/>
          <a:lstStyle/>
          <a:p>
            <a:fld id="{E362B070-ABF8-40A1-AFC2-7D6C9842DF10}" type="slidenum">
              <a:rPr lang="zh-CN" altLang="en-US" smtClean="0"/>
              <a:t>6</a:t>
            </a:fld>
            <a:endParaRPr lang="zh-CN" altLang="en-US" dirty="0"/>
          </a:p>
        </p:txBody>
      </p:sp>
    </p:spTree>
    <p:extLst>
      <p:ext uri="{BB962C8B-B14F-4D97-AF65-F5344CB8AC3E}">
        <p14:creationId xmlns:p14="http://schemas.microsoft.com/office/powerpoint/2010/main" val="3978306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生命周期</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2355462417"/>
              </p:ext>
            </p:extLst>
          </p:nvPr>
        </p:nvGraphicFramePr>
        <p:xfrm>
          <a:off x="1800126" y="1851973"/>
          <a:ext cx="9829026" cy="45144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灯片编号占位符 5"/>
          <p:cNvSpPr>
            <a:spLocks noGrp="1"/>
          </p:cNvSpPr>
          <p:nvPr>
            <p:ph type="sldNum" sz="quarter" idx="12"/>
          </p:nvPr>
        </p:nvSpPr>
        <p:spPr/>
        <p:txBody>
          <a:bodyPr/>
          <a:lstStyle/>
          <a:p>
            <a:fld id="{E362B070-ABF8-40A1-AFC2-7D6C9842DF10}" type="slidenum">
              <a:rPr lang="zh-CN" altLang="en-US" smtClean="0"/>
              <a:pPr/>
              <a:t>7</a:t>
            </a:fld>
            <a:endParaRPr lang="zh-CN" altLang="en-US"/>
          </a:p>
        </p:txBody>
      </p:sp>
    </p:spTree>
    <p:extLst>
      <p:ext uri="{BB962C8B-B14F-4D97-AF65-F5344CB8AC3E}">
        <p14:creationId xmlns:p14="http://schemas.microsoft.com/office/powerpoint/2010/main" val="3381769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对宿主细胞的影响</a:t>
            </a:r>
          </a:p>
        </p:txBody>
      </p:sp>
      <p:sp>
        <p:nvSpPr>
          <p:cNvPr id="3" name="内容占位符 2"/>
          <p:cNvSpPr>
            <a:spLocks noGrp="1"/>
          </p:cNvSpPr>
          <p:nvPr>
            <p:ph idx="1"/>
          </p:nvPr>
        </p:nvSpPr>
        <p:spPr/>
        <p:txBody>
          <a:bodyPr>
            <a:normAutofit fontScale="92500" lnSpcReduction="10000"/>
          </a:bodyPr>
          <a:lstStyle/>
          <a:p>
            <a:r>
              <a:rPr lang="zh-CN" altLang="en-US" dirty="0"/>
              <a:t>病毒对宿主细胞的结构和生化成分会产生广泛的影响，这些影响称为“细胞病变效应”。多数病毒感染最终会导致宿主细胞死亡。死亡的方式有裂解、细胞膜病变和凋亡（即“自杀”）等。通常宿主细胞死亡是因为病毒合成的蛋白质终止了它们的正常生命活动，这些蛋白质不一定是组成病毒颗粒的蛋白质。</a:t>
            </a:r>
          </a:p>
        </p:txBody>
      </p:sp>
      <p:sp>
        <p:nvSpPr>
          <p:cNvPr id="4" name="灯片编号占位符 3"/>
          <p:cNvSpPr>
            <a:spLocks noGrp="1"/>
          </p:cNvSpPr>
          <p:nvPr>
            <p:ph type="sldNum" sz="quarter" idx="12"/>
          </p:nvPr>
        </p:nvSpPr>
        <p:spPr/>
        <p:txBody>
          <a:bodyPr/>
          <a:lstStyle/>
          <a:p>
            <a:fld id="{E362B070-ABF8-40A1-AFC2-7D6C9842DF10}" type="slidenum">
              <a:rPr lang="zh-CN" altLang="en-US" smtClean="0"/>
              <a:t>8</a:t>
            </a:fld>
            <a:endParaRPr lang="zh-CN" altLang="en-US" dirty="0"/>
          </a:p>
        </p:txBody>
      </p:sp>
    </p:spTree>
    <p:extLst>
      <p:ext uri="{BB962C8B-B14F-4D97-AF65-F5344CB8AC3E}">
        <p14:creationId xmlns:p14="http://schemas.microsoft.com/office/powerpoint/2010/main" val="1524318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病毒引起的疾病</a:t>
            </a:r>
          </a:p>
        </p:txBody>
      </p:sp>
      <p:sp>
        <p:nvSpPr>
          <p:cNvPr id="3" name="内容占位符 2"/>
          <p:cNvSpPr>
            <a:spLocks noGrp="1"/>
          </p:cNvSpPr>
          <p:nvPr>
            <p:ph idx="1"/>
          </p:nvPr>
        </p:nvSpPr>
        <p:spPr/>
        <p:txBody>
          <a:bodyPr>
            <a:normAutofit fontScale="92500" lnSpcReduction="10000"/>
          </a:bodyPr>
          <a:lstStyle/>
          <a:p>
            <a:r>
              <a:rPr lang="zh-CN" altLang="en-US" dirty="0"/>
              <a:t>很多病毒不致病或几乎不致病，称为“良性病毒”。对人类有害的病毒具有“病毒性”。不同细胞被不同病毒感染后引起的病症也不同。有些病毒会导致慢性甚至终身性的病症，宿主染上这类病毒之后，其防御系统也无法将病毒清除，病毒会一直在其体内繁殖。受病毒慢性感染的人称为病毒携带者。</a:t>
            </a:r>
          </a:p>
        </p:txBody>
      </p:sp>
      <p:sp>
        <p:nvSpPr>
          <p:cNvPr id="4" name="灯片编号占位符 3"/>
          <p:cNvSpPr>
            <a:spLocks noGrp="1"/>
          </p:cNvSpPr>
          <p:nvPr>
            <p:ph type="sldNum" sz="quarter" idx="12"/>
          </p:nvPr>
        </p:nvSpPr>
        <p:spPr/>
        <p:txBody>
          <a:bodyPr/>
          <a:lstStyle/>
          <a:p>
            <a:fld id="{E362B070-ABF8-40A1-AFC2-7D6C9842DF10}" type="slidenum">
              <a:rPr lang="zh-CN" altLang="en-US" smtClean="0"/>
              <a:pPr/>
              <a:t>9</a:t>
            </a:fld>
            <a:endParaRPr lang="zh-CN" altLang="en-US"/>
          </a:p>
        </p:txBody>
      </p:sp>
    </p:spTree>
    <p:extLst>
      <p:ext uri="{BB962C8B-B14F-4D97-AF65-F5344CB8AC3E}">
        <p14:creationId xmlns:p14="http://schemas.microsoft.com/office/powerpoint/2010/main" val="2485040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植物疾病</a:t>
            </a:r>
          </a:p>
        </p:txBody>
      </p:sp>
      <p:sp>
        <p:nvSpPr>
          <p:cNvPr id="5" name="内容占位符 4"/>
          <p:cNvSpPr>
            <a:spLocks noGrp="1"/>
          </p:cNvSpPr>
          <p:nvPr>
            <p:ph idx="1"/>
          </p:nvPr>
        </p:nvSpPr>
        <p:spPr>
          <a:xfrm>
            <a:off x="612060" y="1692077"/>
            <a:ext cx="4860474" cy="4543203"/>
          </a:xfrm>
        </p:spPr>
        <p:txBody>
          <a:bodyPr>
            <a:normAutofit/>
          </a:bodyPr>
          <a:lstStyle/>
          <a:p>
            <a:r>
              <a:rPr lang="zh-CN" altLang="en-US" sz="2800" dirty="0"/>
              <a:t>植物病毒有很多种，但通常它们只会影响作物产量。植物病毒常由病媒生物在植物间传播。这种病媒通常是昆虫，但一些真菌、线虫门动物和单细胞生物亦可能成为病媒。植物病毒只能在植物细胞中繁殖，因而对人类和动物无害。</a:t>
            </a:r>
          </a:p>
        </p:txBody>
      </p:sp>
      <p:pic>
        <p:nvPicPr>
          <p:cNvPr id="7" name="内容占位符 6"/>
          <p:cNvPicPr>
            <a:picLocks noGrp="1"/>
          </p:cNvPicPr>
          <p:nvPr>
            <p:ph sz="half" idx="4294967295"/>
          </p:nvPr>
        </p:nvPicPr>
        <p:blipFill>
          <a:blip r:embed="rId2">
            <a:extLst>
              <a:ext uri="{28A0092B-C50C-407E-A947-70E740481C1C}">
                <a14:useLocalDpi xmlns:a14="http://schemas.microsoft.com/office/drawing/2010/main" val="0"/>
              </a:ext>
            </a:extLst>
          </a:blip>
          <a:stretch>
            <a:fillRect/>
          </a:stretch>
        </p:blipFill>
        <p:spPr>
          <a:xfrm>
            <a:off x="7632774" y="2294409"/>
            <a:ext cx="3168650" cy="2755057"/>
          </a:xfrm>
          <a:prstGeom prst="rect">
            <a:avLst/>
          </a:prstGeom>
          <a:ln w="19050" cap="sq">
            <a:solidFill>
              <a:srgbClr val="002060"/>
            </a:solidFill>
            <a:miter lim="800000"/>
          </a:ln>
          <a:effectLst>
            <a:outerShdw blurRad="57150" dist="63500" dir="2700000" sx="101000" sy="101000" algn="tl" rotWithShape="0">
              <a:srgbClr val="000000">
                <a:alpha val="40000"/>
              </a:srgbClr>
            </a:outerShdw>
          </a:effectLst>
        </p:spPr>
      </p:pic>
      <p:sp>
        <p:nvSpPr>
          <p:cNvPr id="2" name="灯片编号占位符 1"/>
          <p:cNvSpPr>
            <a:spLocks noGrp="1"/>
          </p:cNvSpPr>
          <p:nvPr>
            <p:ph type="sldNum" sz="quarter" idx="12"/>
          </p:nvPr>
        </p:nvSpPr>
        <p:spPr/>
        <p:txBody>
          <a:bodyPr/>
          <a:lstStyle/>
          <a:p>
            <a:fld id="{E362B070-ABF8-40A1-AFC2-7D6C9842DF10}" type="slidenum">
              <a:rPr lang="zh-CN" altLang="en-US" smtClean="0"/>
              <a:t>10</a:t>
            </a:fld>
            <a:endParaRPr lang="zh-CN" altLang="en-US" dirty="0"/>
          </a:p>
        </p:txBody>
      </p:sp>
    </p:spTree>
    <p:extLst>
      <p:ext uri="{BB962C8B-B14F-4D97-AF65-F5344CB8AC3E}">
        <p14:creationId xmlns:p14="http://schemas.microsoft.com/office/powerpoint/2010/main" val="37963281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噬菌体</a:t>
            </a:r>
          </a:p>
        </p:txBody>
      </p:sp>
      <p:sp>
        <p:nvSpPr>
          <p:cNvPr id="4" name="内容占位符 3"/>
          <p:cNvSpPr>
            <a:spLocks noGrp="1"/>
          </p:cNvSpPr>
          <p:nvPr>
            <p:ph idx="1"/>
          </p:nvPr>
        </p:nvSpPr>
        <p:spPr>
          <a:xfrm>
            <a:off x="1512094" y="1851974"/>
            <a:ext cx="7344816" cy="4197990"/>
          </a:xfrm>
        </p:spPr>
        <p:txBody>
          <a:bodyPr>
            <a:normAutofit fontScale="77500" lnSpcReduction="20000"/>
          </a:bodyPr>
          <a:lstStyle/>
          <a:p>
            <a:r>
              <a:rPr lang="zh-CN" altLang="en-US" dirty="0"/>
              <a:t>噬菌体是以细菌和古菌作为宿主的病毒。国际病毒分类委员会将噬菌体分成</a:t>
            </a:r>
            <a:r>
              <a:rPr lang="en-US" altLang="zh-CN" dirty="0"/>
              <a:t>11</a:t>
            </a:r>
            <a:r>
              <a:rPr lang="zh-CN" altLang="en-US" dirty="0"/>
              <a:t>科</a:t>
            </a:r>
            <a:r>
              <a:rPr lang="en-US" altLang="zh-CN" dirty="0"/>
              <a:t>28</a:t>
            </a:r>
            <a:r>
              <a:rPr lang="zh-CN" altLang="en-US" dirty="0"/>
              <a:t>属。噬菌体在科学研究中很有用，因为它们对人类无害，研究起来很方便。但在食品、制药等行业，噬菌体可能会带来一些麻烦，因为发酵需要健康的细菌。有些细菌感染用抗生素难以对付，因而用噬菌体治疗细菌感染已成为一个越来越热门的课题。</a:t>
            </a:r>
          </a:p>
        </p:txBody>
      </p:sp>
      <p:pic>
        <p:nvPicPr>
          <p:cNvPr id="2050" name="Picture 2"/>
          <p:cNvPicPr>
            <a:picLocks noGrp="1" noChangeAspect="1" noChangeArrowheads="1"/>
          </p:cNvPicPr>
          <p:nvPr>
            <p:ph sz="half" idx="4294967295"/>
          </p:nvPr>
        </p:nvPicPr>
        <p:blipFill>
          <a:blip r:embed="rId2">
            <a:duotone>
              <a:prstClr val="black"/>
              <a:schemeClr val="accent5">
                <a:tint val="45000"/>
                <a:satMod val="400000"/>
              </a:schemeClr>
            </a:duotone>
            <a:extLst>
              <a:ext uri="{28A0092B-C50C-407E-A947-70E740481C1C}">
                <a14:useLocalDpi xmlns:a14="http://schemas.microsoft.com/office/drawing/2010/main" val="0"/>
              </a:ext>
            </a:extLst>
          </a:blip>
          <a:stretch>
            <a:fillRect/>
          </a:stretch>
        </p:blipFill>
        <p:spPr bwMode="auto">
          <a:xfrm>
            <a:off x="8208838" y="1763713"/>
            <a:ext cx="3536950" cy="428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灯片编号占位符 2"/>
          <p:cNvSpPr>
            <a:spLocks noGrp="1"/>
          </p:cNvSpPr>
          <p:nvPr>
            <p:ph type="sldNum" sz="quarter" idx="12"/>
          </p:nvPr>
        </p:nvSpPr>
        <p:spPr/>
        <p:txBody>
          <a:bodyPr/>
          <a:lstStyle/>
          <a:p>
            <a:fld id="{E362B070-ABF8-40A1-AFC2-7D6C9842DF10}" type="slidenum">
              <a:rPr lang="zh-CN" altLang="en-US" smtClean="0"/>
              <a:pPr/>
              <a:t>11</a:t>
            </a:fld>
            <a:endParaRPr lang="zh-CN" altLang="en-US"/>
          </a:p>
        </p:txBody>
      </p:sp>
    </p:spTree>
    <p:extLst>
      <p:ext uri="{BB962C8B-B14F-4D97-AF65-F5344CB8AC3E}">
        <p14:creationId xmlns:p14="http://schemas.microsoft.com/office/powerpoint/2010/main" val="2842694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fade">
                                      <p:cBhvr>
                                        <p:cTn id="7" dur="1000"/>
                                        <p:tgtEl>
                                          <p:spTgt spid="2050"/>
                                        </p:tgtEl>
                                      </p:cBhvr>
                                    </p:animEffect>
                                    <p:anim calcmode="lin" valueType="num">
                                      <p:cBhvr>
                                        <p:cTn id="8" dur="1000" fill="hold"/>
                                        <p:tgtEl>
                                          <p:spTgt spid="2050"/>
                                        </p:tgtEl>
                                        <p:attrNameLst>
                                          <p:attrName>ppt_x</p:attrName>
                                        </p:attrNameLst>
                                      </p:cBhvr>
                                      <p:tavLst>
                                        <p:tav tm="0">
                                          <p:val>
                                            <p:strVal val="#ppt_x"/>
                                          </p:val>
                                        </p:tav>
                                        <p:tav tm="100000">
                                          <p:val>
                                            <p:strVal val="#ppt_x"/>
                                          </p:val>
                                        </p:tav>
                                      </p:tavLst>
                                    </p:anim>
                                    <p:anim calcmode="lin" valueType="num">
                                      <p:cBhvr>
                                        <p:cTn id="9" dur="1000" fill="hold"/>
                                        <p:tgtEl>
                                          <p:spTgt spid="205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8" presetClass="emph" presetSubtype="0" repeatCount="3000" fill="hold" nodeType="afterEffect">
                                  <p:stCondLst>
                                    <p:cond delay="0"/>
                                  </p:stCondLst>
                                  <p:childTnLst>
                                    <p:animRot by="21600000">
                                      <p:cBhvr>
                                        <p:cTn id="12" dur="2000" fill="hold"/>
                                        <p:tgtEl>
                                          <p:spTgt spid="205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宿主的抵抗力</a:t>
            </a:r>
          </a:p>
        </p:txBody>
      </p:sp>
      <p:sp>
        <p:nvSpPr>
          <p:cNvPr id="3" name="内容占位符 2"/>
          <p:cNvSpPr>
            <a:spLocks noGrp="1"/>
          </p:cNvSpPr>
          <p:nvPr>
            <p:ph idx="1"/>
          </p:nvPr>
        </p:nvSpPr>
        <p:spPr/>
        <p:txBody>
          <a:bodyPr/>
          <a:lstStyle/>
          <a:p>
            <a:r>
              <a:rPr lang="zh-CN" altLang="en-US" dirty="0"/>
              <a:t>动物的先天免疫</a:t>
            </a:r>
            <a:endParaRPr lang="en-US" altLang="zh-CN" dirty="0"/>
          </a:p>
          <a:p>
            <a:r>
              <a:rPr lang="zh-CN" altLang="en-US" dirty="0"/>
              <a:t>动物的后天免疫</a:t>
            </a:r>
            <a:endParaRPr lang="en-US" altLang="zh-CN" dirty="0"/>
          </a:p>
          <a:p>
            <a:r>
              <a:rPr lang="zh-CN" altLang="en-US" dirty="0"/>
              <a:t>植物的抵抗力</a:t>
            </a:r>
            <a:endParaRPr lang="en-US" altLang="zh-CN" dirty="0"/>
          </a:p>
          <a:p>
            <a:r>
              <a:rPr lang="zh-CN" altLang="en-US" dirty="0"/>
              <a:t>细菌对噬菌体的抵抗力</a:t>
            </a:r>
          </a:p>
        </p:txBody>
      </p:sp>
      <p:sp>
        <p:nvSpPr>
          <p:cNvPr id="4" name="灯片编号占位符 3"/>
          <p:cNvSpPr>
            <a:spLocks noGrp="1"/>
          </p:cNvSpPr>
          <p:nvPr>
            <p:ph type="sldNum" sz="quarter" idx="12"/>
          </p:nvPr>
        </p:nvSpPr>
        <p:spPr/>
        <p:txBody>
          <a:bodyPr/>
          <a:lstStyle/>
          <a:p>
            <a:fld id="{E362B070-ABF8-40A1-AFC2-7D6C9842DF10}" type="slidenum">
              <a:rPr lang="zh-CN" altLang="en-US" smtClean="0"/>
              <a:t>12</a:t>
            </a:fld>
            <a:endParaRPr lang="zh-CN" altLang="en-US" dirty="0"/>
          </a:p>
        </p:txBody>
      </p:sp>
    </p:spTree>
    <p:extLst>
      <p:ext uri="{BB962C8B-B14F-4D97-AF65-F5344CB8AC3E}">
        <p14:creationId xmlns:p14="http://schemas.microsoft.com/office/powerpoint/2010/main" val="10146160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人类和其他动物病毒性疾病的防治</a:t>
            </a:r>
          </a:p>
        </p:txBody>
      </p:sp>
      <p:sp>
        <p:nvSpPr>
          <p:cNvPr id="3" name="内容占位符 2"/>
          <p:cNvSpPr>
            <a:spLocks noGrp="1"/>
          </p:cNvSpPr>
          <p:nvPr>
            <p:ph idx="1"/>
          </p:nvPr>
        </p:nvSpPr>
        <p:spPr/>
        <p:txBody>
          <a:bodyPr/>
          <a:lstStyle/>
          <a:p>
            <a:r>
              <a:rPr lang="zh-CN" altLang="en-US" dirty="0"/>
              <a:t>接种疫苗</a:t>
            </a:r>
            <a:endParaRPr lang="en-US" altLang="zh-CN" dirty="0"/>
          </a:p>
          <a:p>
            <a:r>
              <a:rPr lang="zh-CN" altLang="en-US" dirty="0"/>
              <a:t>抗病毒药</a:t>
            </a:r>
          </a:p>
        </p:txBody>
      </p:sp>
      <p:sp>
        <p:nvSpPr>
          <p:cNvPr id="4" name="灯片编号占位符 3"/>
          <p:cNvSpPr>
            <a:spLocks noGrp="1"/>
          </p:cNvSpPr>
          <p:nvPr>
            <p:ph type="sldNum" sz="quarter" idx="12"/>
          </p:nvPr>
        </p:nvSpPr>
        <p:spPr/>
        <p:txBody>
          <a:bodyPr/>
          <a:lstStyle/>
          <a:p>
            <a:fld id="{E362B070-ABF8-40A1-AFC2-7D6C9842DF10}" type="slidenum">
              <a:rPr lang="zh-CN" altLang="en-US" smtClean="0"/>
              <a:pPr/>
              <a:t>13</a:t>
            </a:fld>
            <a:endParaRPr lang="zh-CN" altLang="en-US"/>
          </a:p>
        </p:txBody>
      </p:sp>
    </p:spTree>
    <p:extLst>
      <p:ext uri="{BB962C8B-B14F-4D97-AF65-F5344CB8AC3E}">
        <p14:creationId xmlns:p14="http://schemas.microsoft.com/office/powerpoint/2010/main" val="99685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病毒在生态学中的角色</a:t>
            </a:r>
          </a:p>
        </p:txBody>
      </p:sp>
      <p:sp>
        <p:nvSpPr>
          <p:cNvPr id="3" name="内容占位符 2"/>
          <p:cNvSpPr>
            <a:spLocks noGrp="1"/>
          </p:cNvSpPr>
          <p:nvPr>
            <p:ph idx="1"/>
          </p:nvPr>
        </p:nvSpPr>
        <p:spPr/>
        <p:txBody>
          <a:bodyPr>
            <a:normAutofit fontScale="55000" lnSpcReduction="20000"/>
          </a:bodyPr>
          <a:lstStyle/>
          <a:p>
            <a:r>
              <a:rPr lang="zh-CN" altLang="en-US" dirty="0"/>
              <a:t>在水生生物生活的环境中，病毒是数量最多的生物体</a:t>
            </a:r>
            <a:r>
              <a:rPr lang="en-US" altLang="zh-CN" dirty="0"/>
              <a:t>——</a:t>
            </a:r>
            <a:r>
              <a:rPr lang="zh-CN" altLang="en-US" dirty="0"/>
              <a:t>光是一茶匙的海水中就含有</a:t>
            </a:r>
            <a:r>
              <a:rPr lang="en-US" altLang="zh-CN" dirty="0"/>
              <a:t>100</a:t>
            </a:r>
            <a:r>
              <a:rPr lang="zh-CN" altLang="en-US" dirty="0"/>
              <a:t>万个病毒。它们在海洋生态系统和淡水生态系统的调节过程中扮演着重要角色。水中的病毒大都是对动植物无害的噬菌体。它们能够感染并杀灭水生生物群落中的细菌</a:t>
            </a:r>
            <a:r>
              <a:rPr lang="en-US" altLang="zh-CN" dirty="0"/>
              <a:t>——</a:t>
            </a:r>
            <a:r>
              <a:rPr lang="zh-CN" altLang="en-US" dirty="0"/>
              <a:t>这一过程对海洋生态系统的碳循环过程至关重要。因噬菌体的感染而裂解的细菌会释放出有机分子。这些有机分子能促进细菌的新生以及藻类的生长。 </a:t>
            </a:r>
          </a:p>
          <a:p>
            <a:r>
              <a:rPr lang="zh-CN" altLang="en-US" dirty="0"/>
              <a:t>在海洋生态系统中，病毒扮演着重要角色。它们能增强海洋生物的呼吸作用，每年可使大气中的二氧化碳含量减少约</a:t>
            </a:r>
            <a:r>
              <a:rPr lang="en-US" altLang="zh-CN" dirty="0"/>
              <a:t>110</a:t>
            </a:r>
            <a:r>
              <a:rPr lang="zh-CN" altLang="en-US" dirty="0"/>
              <a:t>亿吨。 </a:t>
            </a:r>
          </a:p>
          <a:p>
            <a:r>
              <a:rPr lang="zh-CN" altLang="en-US" dirty="0"/>
              <a:t>海洋哺乳动物也会受病毒感染。</a:t>
            </a:r>
            <a:r>
              <a:rPr lang="en-US" altLang="zh-CN" dirty="0"/>
              <a:t>1988</a:t>
            </a:r>
            <a:r>
              <a:rPr lang="zh-CN" altLang="en-US" dirty="0"/>
              <a:t>年和</a:t>
            </a:r>
            <a:r>
              <a:rPr lang="en-US" altLang="zh-CN" dirty="0"/>
              <a:t>2002</a:t>
            </a:r>
            <a:r>
              <a:rPr lang="zh-CN" altLang="en-US" dirty="0"/>
              <a:t>年，海豹瘟热病毒在欧洲杀死了数以千计的海豹。杯状病毒、疱疹病毒、腺病毒和细小病毒等亦在海洋哺乳动物中流行。</a:t>
            </a:r>
          </a:p>
          <a:p>
            <a:endParaRPr lang="zh-CN" altLang="en-US" dirty="0"/>
          </a:p>
        </p:txBody>
      </p:sp>
      <p:sp>
        <p:nvSpPr>
          <p:cNvPr id="4" name="灯片编号占位符 3"/>
          <p:cNvSpPr>
            <a:spLocks noGrp="1"/>
          </p:cNvSpPr>
          <p:nvPr>
            <p:ph type="sldNum" sz="quarter" idx="12"/>
          </p:nvPr>
        </p:nvSpPr>
        <p:spPr/>
        <p:txBody>
          <a:bodyPr/>
          <a:lstStyle/>
          <a:p>
            <a:fld id="{E362B070-ABF8-40A1-AFC2-7D6C9842DF10}" type="slidenum">
              <a:rPr lang="zh-CN" altLang="en-US" smtClean="0"/>
              <a:t>14</a:t>
            </a:fld>
            <a:endParaRPr lang="zh-CN" altLang="en-US" dirty="0"/>
          </a:p>
        </p:txBody>
      </p:sp>
    </p:spTree>
    <p:extLst>
      <p:ext uri="{BB962C8B-B14F-4D97-AF65-F5344CB8AC3E}">
        <p14:creationId xmlns:p14="http://schemas.microsoft.com/office/powerpoint/2010/main" val="17091017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文本框 13"/>
          <p:cNvSpPr txBox="1"/>
          <p:nvPr/>
        </p:nvSpPr>
        <p:spPr>
          <a:xfrm>
            <a:off x="3377327" y="1332037"/>
            <a:ext cx="5486559" cy="3077966"/>
          </a:xfrm>
          <a:prstGeom prst="rect">
            <a:avLst/>
          </a:prstGeom>
          <a:noFill/>
        </p:spPr>
        <p:txBody>
          <a:bodyPr wrap="square" lIns="122118" tIns="61059" rIns="122118" bIns="61059" rtlCol="0">
            <a:spAutoFit/>
          </a:bodyPr>
          <a:lstStyle/>
          <a:p>
            <a:pPr algn="ctr"/>
            <a:r>
              <a:rPr lang="zh-CN" altLang="en-US" sz="9600" b="1" dirty="0">
                <a:solidFill>
                  <a:schemeClr val="accent5">
                    <a:lumMod val="75000"/>
                  </a:schemeClr>
                </a:solidFill>
                <a:ea typeface="微软雅黑" panose="020B0503020204020204" pitchFamily="34" charset="-122"/>
                <a:sym typeface="Arial" panose="020B0604020202020204" pitchFamily="34" charset="0"/>
              </a:rPr>
              <a:t>讲座结束</a:t>
            </a:r>
            <a:endParaRPr lang="en-US" altLang="zh-CN" sz="9600" b="1" dirty="0">
              <a:solidFill>
                <a:schemeClr val="accent5">
                  <a:lumMod val="75000"/>
                </a:schemeClr>
              </a:solidFill>
              <a:ea typeface="微软雅黑" panose="020B0503020204020204" pitchFamily="34" charset="-122"/>
              <a:sym typeface="Arial" panose="020B0604020202020204" pitchFamily="34" charset="0"/>
            </a:endParaRPr>
          </a:p>
          <a:p>
            <a:pPr algn="ctr"/>
            <a:r>
              <a:rPr lang="zh-CN" altLang="en-US" sz="9600" b="1" dirty="0">
                <a:solidFill>
                  <a:schemeClr val="accent5">
                    <a:lumMod val="75000"/>
                  </a:schemeClr>
                </a:solidFill>
                <a:ea typeface="微软雅黑" panose="020B0503020204020204" pitchFamily="34" charset="-122"/>
                <a:sym typeface="Arial" panose="020B0604020202020204" pitchFamily="34" charset="0"/>
              </a:rPr>
              <a:t>谢谢聆听</a:t>
            </a:r>
            <a:endParaRPr lang="en-US" altLang="zh-CN" sz="9600" b="1" dirty="0">
              <a:solidFill>
                <a:schemeClr val="accent5">
                  <a:lumMod val="75000"/>
                </a:schemeClr>
              </a:solidFill>
              <a:ea typeface="微软雅黑" panose="020B0503020204020204" pitchFamily="34" charset="-122"/>
              <a:sym typeface="Arial" panose="020B0604020202020204" pitchFamily="34" charset="0"/>
            </a:endParaRPr>
          </a:p>
        </p:txBody>
      </p:sp>
      <p:sp>
        <p:nvSpPr>
          <p:cNvPr id="5" name="TextBox 4"/>
          <p:cNvSpPr txBox="1"/>
          <p:nvPr/>
        </p:nvSpPr>
        <p:spPr>
          <a:xfrm>
            <a:off x="4337239" y="5868541"/>
            <a:ext cx="3566734" cy="554198"/>
          </a:xfrm>
          <a:prstGeom prst="rect">
            <a:avLst/>
          </a:prstGeom>
          <a:noFill/>
        </p:spPr>
        <p:txBody>
          <a:bodyPr wrap="square" lIns="122118" tIns="61059" rIns="122118" bIns="61059" rtlCol="0">
            <a:spAutoFit/>
          </a:bodyPr>
          <a:lstStyle/>
          <a:p>
            <a:pPr algn="ctr"/>
            <a:r>
              <a:rPr lang="zh-CN" altLang="en-US" sz="2800" dirty="0">
                <a:solidFill>
                  <a:schemeClr val="bg1"/>
                </a:solidFill>
                <a:ea typeface="微软雅黑" panose="020B0503020204020204" pitchFamily="34" charset="-122"/>
              </a:rPr>
              <a:t>汇报人：小薛</a:t>
            </a:r>
          </a:p>
        </p:txBody>
      </p:sp>
      <p:sp>
        <p:nvSpPr>
          <p:cNvPr id="2" name="灯片编号占位符 1"/>
          <p:cNvSpPr>
            <a:spLocks noGrp="1"/>
          </p:cNvSpPr>
          <p:nvPr>
            <p:ph type="sldNum" sz="quarter" idx="12"/>
          </p:nvPr>
        </p:nvSpPr>
        <p:spPr/>
        <p:txBody>
          <a:bodyPr/>
          <a:lstStyle/>
          <a:p>
            <a:fld id="{E362B070-ABF8-40A1-AFC2-7D6C9842DF10}" type="slidenum">
              <a:rPr lang="zh-CN" altLang="en-US" smtClean="0"/>
              <a:t>15</a:t>
            </a:fld>
            <a:endParaRPr lang="zh-CN" altLang="en-US"/>
          </a:p>
        </p:txBody>
      </p:sp>
    </p:spTree>
    <p:extLst>
      <p:ext uri="{BB962C8B-B14F-4D97-AF65-F5344CB8AC3E}">
        <p14:creationId xmlns:p14="http://schemas.microsoft.com/office/powerpoint/2010/main" val="129607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1677</TotalTime>
  <Words>1106</Words>
  <Application>Microsoft Office PowerPoint</Application>
  <PresentationFormat>自定义</PresentationFormat>
  <Paragraphs>74</Paragraphs>
  <Slides>15</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15</vt:i4>
      </vt:variant>
    </vt:vector>
  </HeadingPairs>
  <TitlesOfParts>
    <vt:vector size="22" baseType="lpstr">
      <vt:lpstr>等线</vt:lpstr>
      <vt:lpstr>思源黑体 CN Regular</vt:lpstr>
      <vt:lpstr>微软雅黑</vt:lpstr>
      <vt:lpstr>Arial</vt:lpstr>
      <vt:lpstr>Calibri</vt:lpstr>
      <vt:lpstr>Times New Roman</vt:lpstr>
      <vt:lpstr>Office 主题​​</vt:lpstr>
      <vt:lpstr>病毒的前生和今世</vt:lpstr>
      <vt:lpstr>起源</vt:lpstr>
      <vt:lpstr>结构</vt:lpstr>
      <vt:lpstr>大小</vt:lpstr>
      <vt:lpstr>基因</vt:lpstr>
      <vt:lpstr>蛋白质合成</vt:lpstr>
      <vt:lpstr>生命周期</vt:lpstr>
      <vt:lpstr>对宿主细胞的影响</vt:lpstr>
      <vt:lpstr>病毒引起的疾病</vt:lpstr>
      <vt:lpstr>植物疾病</vt:lpstr>
      <vt:lpstr>噬菌体</vt:lpstr>
      <vt:lpstr>宿主的抵抗力</vt:lpstr>
      <vt:lpstr>人类和其他动物病毒性疾病的防治</vt:lpstr>
      <vt:lpstr>病毒在生态学中的角色</vt:lpstr>
      <vt:lpstr>PowerPoint 演示文稿</vt:lpstr>
    </vt:vector>
  </TitlesOfParts>
  <Company>microMACRO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micromacro</dc:creator>
  <cp:lastModifiedBy>Windows 用户11</cp:lastModifiedBy>
  <cp:revision>32</cp:revision>
  <dcterms:created xsi:type="dcterms:W3CDTF">2020-02-05T12:49:11Z</dcterms:created>
  <dcterms:modified xsi:type="dcterms:W3CDTF">2021-04-14T05:39:11Z</dcterms:modified>
</cp:coreProperties>
</file>