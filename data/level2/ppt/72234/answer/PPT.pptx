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id" ContentType="audio/mid"/>
  <Default Extension="jpg" ContentType="image/jpeg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11" initials="W用" lastIdx="1" clrIdx="0">
    <p:extLst>
      <p:ext uri="{19B8F6BF-5375-455C-9EA6-DF929625EA0E}">
        <p15:presenceInfo xmlns:p15="http://schemas.microsoft.com/office/powerpoint/2012/main" userId="Windows 用户1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09T09:06:32.394" idx="1">
    <p:pos x="10" y="10"/>
    <p:text>圣方济各又称圣法兰西斯。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slide" Target="../slides/slide4.xml"/><Relationship Id="rId1" Type="http://schemas.openxmlformats.org/officeDocument/2006/relationships/slide" Target="../slides/slide3.xml"/><Relationship Id="rId5" Type="http://schemas.openxmlformats.org/officeDocument/2006/relationships/slide" Target="../slides/slide7.xml"/><Relationship Id="rId4" Type="http://schemas.openxmlformats.org/officeDocument/2006/relationships/slide" Target="../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90FE27-4594-4E5E-9DC4-3CEEC6A26EC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BD550C3-D4FC-4046-B865-D75F1FC1857C}">
      <dgm:prSet/>
      <dgm:spPr/>
      <dgm:t>
        <a:bodyPr/>
        <a:lstStyle/>
        <a:p>
          <a:pPr rtl="0"/>
          <a:r>
            <a:rPr lang="zh-CN" dirty="0" smtClean="0">
              <a:latin typeface="方正姚体" panose="02010601030101010101" pitchFamily="2" charset="-122"/>
              <a:ea typeface="方正姚体" panose="02010601030101010101" pitchFamily="2" charset="-122"/>
            </a:rPr>
            <a:t>节日起源</a:t>
          </a:r>
          <a:endParaRPr lang="zh-CN" dirty="0">
            <a:latin typeface="方正姚体" panose="02010601030101010101" pitchFamily="2" charset="-122"/>
            <a:ea typeface="方正姚体" panose="02010601030101010101" pitchFamily="2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599C3920-D7DE-44D9-B213-ADE94AC40B3F}" type="parTrans" cxnId="{4D661563-782F-40A4-B63B-EE9F302937E3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DC9F4F05-3902-44C1-8B61-9DC1C098710A}" type="sibTrans" cxnId="{4D661563-782F-40A4-B63B-EE9F302937E3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1F4E63D8-3768-49CA-92C3-5735FF73143F}">
      <dgm:prSet/>
      <dgm:spPr/>
      <dgm:t>
        <a:bodyPr/>
        <a:lstStyle/>
        <a:p>
          <a:pPr rtl="0"/>
          <a:r>
            <a:rPr lang="zh-CN" dirty="0" smtClean="0">
              <a:latin typeface="方正姚体" panose="02010601030101010101" pitchFamily="2" charset="-122"/>
              <a:ea typeface="方正姚体" panose="02010601030101010101" pitchFamily="2" charset="-122"/>
            </a:rPr>
            <a:t>圣</a:t>
          </a:r>
          <a:r>
            <a:rPr lang="zh-CN" altLang="en-US" dirty="0" smtClean="0">
              <a:latin typeface="方正姚体" panose="02010601030101010101" pitchFamily="2" charset="-122"/>
              <a:ea typeface="方正姚体" panose="02010601030101010101" pitchFamily="2" charset="-122"/>
            </a:rPr>
            <a:t>方济各</a:t>
          </a:r>
          <a:r>
            <a:rPr lang="zh-CN" dirty="0" smtClean="0">
              <a:latin typeface="方正姚体" panose="02010601030101010101" pitchFamily="2" charset="-122"/>
              <a:ea typeface="方正姚体" panose="02010601030101010101" pitchFamily="2" charset="-122"/>
            </a:rPr>
            <a:t>生平</a:t>
          </a:r>
          <a:endParaRPr lang="zh-CN" dirty="0">
            <a:latin typeface="方正姚体" panose="02010601030101010101" pitchFamily="2" charset="-122"/>
            <a:ea typeface="方正姚体" panose="02010601030101010101" pitchFamily="2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6B980F34-28FD-4DAD-B5AE-9EA985B3D4AC}" type="parTrans" cxnId="{FD19AFD4-713D-4501-9583-A243795F3F86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C147F785-4BAE-4E50-9F70-B6164B70BE5A}" type="sibTrans" cxnId="{FD19AFD4-713D-4501-9583-A243795F3F86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76C8626D-ACBC-4189-B1DC-0C9761E23E3B}">
      <dgm:prSet/>
      <dgm:spPr/>
      <dgm:t>
        <a:bodyPr/>
        <a:lstStyle/>
        <a:p>
          <a:pPr rtl="0"/>
          <a:r>
            <a:rPr lang="zh-CN" smtClean="0">
              <a:latin typeface="方正姚体" panose="02010601030101010101" pitchFamily="2" charset="-122"/>
              <a:ea typeface="方正姚体" panose="02010601030101010101" pitchFamily="2" charset="-122"/>
            </a:rPr>
            <a:t>设立宗旨</a:t>
          </a:r>
          <a:endParaRPr lang="zh-CN">
            <a:latin typeface="方正姚体" panose="02010601030101010101" pitchFamily="2" charset="-122"/>
            <a:ea typeface="方正姚体" panose="02010601030101010101" pitchFamily="2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30876EA4-4942-42E3-8E26-391B9AEB25FE}" type="parTrans" cxnId="{4A40F35C-C449-4437-A8C6-EB6B5B1A28E3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30696A7E-0CA7-4D3C-83C2-DE1FDC0DD48E}" type="sibTrans" cxnId="{4A40F35C-C449-4437-A8C6-EB6B5B1A28E3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1D7983BC-4872-48FA-91C0-70A57290A7A6}">
      <dgm:prSet/>
      <dgm:spPr/>
      <dgm:t>
        <a:bodyPr/>
        <a:lstStyle/>
        <a:p>
          <a:pPr rtl="0"/>
          <a:r>
            <a:rPr lang="zh-CN" smtClean="0">
              <a:latin typeface="方正姚体" panose="02010601030101010101" pitchFamily="2" charset="-122"/>
              <a:ea typeface="方正姚体" panose="02010601030101010101" pitchFamily="2" charset="-122"/>
            </a:rPr>
            <a:t>纪念活动</a:t>
          </a:r>
          <a:endParaRPr lang="zh-CN">
            <a:latin typeface="方正姚体" panose="02010601030101010101" pitchFamily="2" charset="-122"/>
            <a:ea typeface="方正姚体" panose="02010601030101010101" pitchFamily="2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0144E67B-4E55-4732-A6AA-D4A1AB5318F6}" type="parTrans" cxnId="{50C9981B-6F78-40EB-B7E3-F4CDDE9B82F1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DF1F0E53-8417-412E-8A14-2C2E45578842}" type="sibTrans" cxnId="{50C9981B-6F78-40EB-B7E3-F4CDDE9B82F1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B2641FA7-A7BE-43E5-8AAB-609398CE976D}">
      <dgm:prSet/>
      <dgm:spPr/>
      <dgm:t>
        <a:bodyPr/>
        <a:lstStyle/>
        <a:p>
          <a:pPr rtl="0"/>
          <a:r>
            <a:rPr lang="zh-CN" smtClean="0">
              <a:latin typeface="方正姚体" panose="02010601030101010101" pitchFamily="2" charset="-122"/>
              <a:ea typeface="方正姚体" panose="02010601030101010101" pitchFamily="2" charset="-122"/>
            </a:rPr>
            <a:t>动物是我们最好的朋友</a:t>
          </a:r>
          <a:endParaRPr lang="zh-CN">
            <a:latin typeface="方正姚体" panose="02010601030101010101" pitchFamily="2" charset="-122"/>
            <a:ea typeface="方正姚体" panose="02010601030101010101" pitchFamily="2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923D9589-C03D-41AF-A247-893D726D32FB}" type="parTrans" cxnId="{6C605656-CA86-4AF8-8C4D-6A882DFD1E00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08D3B903-6E53-4A7E-99CF-3309D36EB473}" type="sibTrans" cxnId="{6C605656-CA86-4AF8-8C4D-6A882DFD1E00}">
      <dgm:prSet/>
      <dgm:spPr/>
      <dgm:t>
        <a:bodyPr/>
        <a:lstStyle/>
        <a:p>
          <a:endParaRPr lang="zh-CN" altLang="en-US">
            <a:latin typeface="方正姚体" panose="02010601030101010101" pitchFamily="2" charset="-122"/>
            <a:ea typeface="方正姚体" panose="02010601030101010101" pitchFamily="2" charset="-122"/>
          </a:endParaRPr>
        </a:p>
      </dgm:t>
    </dgm:pt>
    <dgm:pt modelId="{02154F91-A84E-424D-A338-A8A963A36B9C}" type="pres">
      <dgm:prSet presAssocID="{4D90FE27-4594-4E5E-9DC4-3CEEC6A26EC4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380BC83A-D177-4AC7-ADCA-C53272C1167C}" type="pres">
      <dgm:prSet presAssocID="{4D90FE27-4594-4E5E-9DC4-3CEEC6A26EC4}" presName="Name1" presStyleCnt="0"/>
      <dgm:spPr/>
    </dgm:pt>
    <dgm:pt modelId="{0735F8F8-F65D-48EF-A2AC-75AD55E93C39}" type="pres">
      <dgm:prSet presAssocID="{4D90FE27-4594-4E5E-9DC4-3CEEC6A26EC4}" presName="cycle" presStyleCnt="0"/>
      <dgm:spPr/>
    </dgm:pt>
    <dgm:pt modelId="{290E0E71-A0DD-4EC8-AF45-75EFC562AE68}" type="pres">
      <dgm:prSet presAssocID="{4D90FE27-4594-4E5E-9DC4-3CEEC6A26EC4}" presName="srcNode" presStyleLbl="node1" presStyleIdx="0" presStyleCnt="5"/>
      <dgm:spPr/>
    </dgm:pt>
    <dgm:pt modelId="{96C3B7CA-BE56-4A88-9075-DACFAA5C48F2}" type="pres">
      <dgm:prSet presAssocID="{4D90FE27-4594-4E5E-9DC4-3CEEC6A26EC4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277B7F42-5C8B-414B-84D5-A278E30320A9}" type="pres">
      <dgm:prSet presAssocID="{4D90FE27-4594-4E5E-9DC4-3CEEC6A26EC4}" presName="extraNode" presStyleLbl="node1" presStyleIdx="0" presStyleCnt="5"/>
      <dgm:spPr/>
    </dgm:pt>
    <dgm:pt modelId="{D663C34B-8EC0-4A0F-BE11-1D0357F1F9CE}" type="pres">
      <dgm:prSet presAssocID="{4D90FE27-4594-4E5E-9DC4-3CEEC6A26EC4}" presName="dstNode" presStyleLbl="node1" presStyleIdx="0" presStyleCnt="5"/>
      <dgm:spPr/>
    </dgm:pt>
    <dgm:pt modelId="{387D68F6-A908-4B1C-BEBA-7AA60157ED58}" type="pres">
      <dgm:prSet presAssocID="{4BD550C3-D4FC-4046-B865-D75F1FC1857C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B6979A-E81E-4B46-93F7-F54D068534EF}" type="pres">
      <dgm:prSet presAssocID="{4BD550C3-D4FC-4046-B865-D75F1FC1857C}" presName="accent_1" presStyleCnt="0"/>
      <dgm:spPr/>
    </dgm:pt>
    <dgm:pt modelId="{FAE8CB3A-E581-46CA-9B4A-E9AD6B09F32A}" type="pres">
      <dgm:prSet presAssocID="{4BD550C3-D4FC-4046-B865-D75F1FC1857C}" presName="accentRepeatNode" presStyleLbl="solidFgAcc1" presStyleIdx="0" presStyleCnt="5"/>
      <dgm:spPr/>
    </dgm:pt>
    <dgm:pt modelId="{70DB1DE2-AF9F-470F-B446-F1CC229B7828}" type="pres">
      <dgm:prSet presAssocID="{1F4E63D8-3768-49CA-92C3-5735FF73143F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73EE629-F8A0-44EF-907B-F370C718420B}" type="pres">
      <dgm:prSet presAssocID="{1F4E63D8-3768-49CA-92C3-5735FF73143F}" presName="accent_2" presStyleCnt="0"/>
      <dgm:spPr/>
    </dgm:pt>
    <dgm:pt modelId="{0B1E0DAF-4427-44F5-AB43-62CC2AB7B988}" type="pres">
      <dgm:prSet presAssocID="{1F4E63D8-3768-49CA-92C3-5735FF73143F}" presName="accentRepeatNode" presStyleLbl="solidFgAcc1" presStyleIdx="1" presStyleCnt="5"/>
      <dgm:spPr/>
    </dgm:pt>
    <dgm:pt modelId="{97612F36-BE49-4827-AA9D-5680A9D61A28}" type="pres">
      <dgm:prSet presAssocID="{76C8626D-ACBC-4189-B1DC-0C9761E23E3B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4F76E15-2F61-4231-9874-A2DE59101BBB}" type="pres">
      <dgm:prSet presAssocID="{76C8626D-ACBC-4189-B1DC-0C9761E23E3B}" presName="accent_3" presStyleCnt="0"/>
      <dgm:spPr/>
    </dgm:pt>
    <dgm:pt modelId="{45D496DB-B4F4-4612-B217-3544B6DD53BA}" type="pres">
      <dgm:prSet presAssocID="{76C8626D-ACBC-4189-B1DC-0C9761E23E3B}" presName="accentRepeatNode" presStyleLbl="solidFgAcc1" presStyleIdx="2" presStyleCnt="5"/>
      <dgm:spPr/>
    </dgm:pt>
    <dgm:pt modelId="{75174050-4F92-440F-A5AF-18D4124A85EA}" type="pres">
      <dgm:prSet presAssocID="{1D7983BC-4872-48FA-91C0-70A57290A7A6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92DE7A8-6CFB-4CCC-9B8F-ED15693C8730}" type="pres">
      <dgm:prSet presAssocID="{1D7983BC-4872-48FA-91C0-70A57290A7A6}" presName="accent_4" presStyleCnt="0"/>
      <dgm:spPr/>
    </dgm:pt>
    <dgm:pt modelId="{73075C00-D636-4467-892A-885FEFBBFE3B}" type="pres">
      <dgm:prSet presAssocID="{1D7983BC-4872-48FA-91C0-70A57290A7A6}" presName="accentRepeatNode" presStyleLbl="solidFgAcc1" presStyleIdx="3" presStyleCnt="5"/>
      <dgm:spPr/>
    </dgm:pt>
    <dgm:pt modelId="{235A20DF-2082-4AED-8647-8CE9803BBEAC}" type="pres">
      <dgm:prSet presAssocID="{B2641FA7-A7BE-43E5-8AAB-609398CE976D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D6ADBDD-E1BD-461E-A705-F735C6AD0C51}" type="pres">
      <dgm:prSet presAssocID="{B2641FA7-A7BE-43E5-8AAB-609398CE976D}" presName="accent_5" presStyleCnt="0"/>
      <dgm:spPr/>
    </dgm:pt>
    <dgm:pt modelId="{B060EFC0-BCDC-4305-9A29-0347B6BF757B}" type="pres">
      <dgm:prSet presAssocID="{B2641FA7-A7BE-43E5-8AAB-609398CE976D}" presName="accentRepeatNode" presStyleLbl="solidFgAcc1" presStyleIdx="4" presStyleCnt="5"/>
      <dgm:spPr/>
    </dgm:pt>
  </dgm:ptLst>
  <dgm:cxnLst>
    <dgm:cxn modelId="{4D661563-782F-40A4-B63B-EE9F302937E3}" srcId="{4D90FE27-4594-4E5E-9DC4-3CEEC6A26EC4}" destId="{4BD550C3-D4FC-4046-B865-D75F1FC1857C}" srcOrd="0" destOrd="0" parTransId="{599C3920-D7DE-44D9-B213-ADE94AC40B3F}" sibTransId="{DC9F4F05-3902-44C1-8B61-9DC1C098710A}"/>
    <dgm:cxn modelId="{92E0D255-DB6C-489E-B62D-775670EA7C79}" type="presOf" srcId="{1D7983BC-4872-48FA-91C0-70A57290A7A6}" destId="{75174050-4F92-440F-A5AF-18D4124A85EA}" srcOrd="0" destOrd="0" presId="urn:microsoft.com/office/officeart/2008/layout/VerticalCurvedList"/>
    <dgm:cxn modelId="{6C605656-CA86-4AF8-8C4D-6A882DFD1E00}" srcId="{4D90FE27-4594-4E5E-9DC4-3CEEC6A26EC4}" destId="{B2641FA7-A7BE-43E5-8AAB-609398CE976D}" srcOrd="4" destOrd="0" parTransId="{923D9589-C03D-41AF-A247-893D726D32FB}" sibTransId="{08D3B903-6E53-4A7E-99CF-3309D36EB473}"/>
    <dgm:cxn modelId="{1488252C-BB2E-49F3-B8A8-D75068E91D77}" type="presOf" srcId="{B2641FA7-A7BE-43E5-8AAB-609398CE976D}" destId="{235A20DF-2082-4AED-8647-8CE9803BBEAC}" srcOrd="0" destOrd="0" presId="urn:microsoft.com/office/officeart/2008/layout/VerticalCurvedList"/>
    <dgm:cxn modelId="{47FB6BBA-F225-4049-A177-F81773803C06}" type="presOf" srcId="{DC9F4F05-3902-44C1-8B61-9DC1C098710A}" destId="{96C3B7CA-BE56-4A88-9075-DACFAA5C48F2}" srcOrd="0" destOrd="0" presId="urn:microsoft.com/office/officeart/2008/layout/VerticalCurvedList"/>
    <dgm:cxn modelId="{4A40F35C-C449-4437-A8C6-EB6B5B1A28E3}" srcId="{4D90FE27-4594-4E5E-9DC4-3CEEC6A26EC4}" destId="{76C8626D-ACBC-4189-B1DC-0C9761E23E3B}" srcOrd="2" destOrd="0" parTransId="{30876EA4-4942-42E3-8E26-391B9AEB25FE}" sibTransId="{30696A7E-0CA7-4D3C-83C2-DE1FDC0DD48E}"/>
    <dgm:cxn modelId="{93B712CA-0A41-49DD-8067-2B7914F8B476}" type="presOf" srcId="{4D90FE27-4594-4E5E-9DC4-3CEEC6A26EC4}" destId="{02154F91-A84E-424D-A338-A8A963A36B9C}" srcOrd="0" destOrd="0" presId="urn:microsoft.com/office/officeart/2008/layout/VerticalCurvedList"/>
    <dgm:cxn modelId="{50C9981B-6F78-40EB-B7E3-F4CDDE9B82F1}" srcId="{4D90FE27-4594-4E5E-9DC4-3CEEC6A26EC4}" destId="{1D7983BC-4872-48FA-91C0-70A57290A7A6}" srcOrd="3" destOrd="0" parTransId="{0144E67B-4E55-4732-A6AA-D4A1AB5318F6}" sibTransId="{DF1F0E53-8417-412E-8A14-2C2E45578842}"/>
    <dgm:cxn modelId="{FD19AFD4-713D-4501-9583-A243795F3F86}" srcId="{4D90FE27-4594-4E5E-9DC4-3CEEC6A26EC4}" destId="{1F4E63D8-3768-49CA-92C3-5735FF73143F}" srcOrd="1" destOrd="0" parTransId="{6B980F34-28FD-4DAD-B5AE-9EA985B3D4AC}" sibTransId="{C147F785-4BAE-4E50-9F70-B6164B70BE5A}"/>
    <dgm:cxn modelId="{2AE0F0C2-B827-42EF-9CD7-BE3D8DBAD0FC}" type="presOf" srcId="{1F4E63D8-3768-49CA-92C3-5735FF73143F}" destId="{70DB1DE2-AF9F-470F-B446-F1CC229B7828}" srcOrd="0" destOrd="0" presId="urn:microsoft.com/office/officeart/2008/layout/VerticalCurvedList"/>
    <dgm:cxn modelId="{D4D22363-0460-4127-80B2-4722D8EF6C9F}" type="presOf" srcId="{4BD550C3-D4FC-4046-B865-D75F1FC1857C}" destId="{387D68F6-A908-4B1C-BEBA-7AA60157ED58}" srcOrd="0" destOrd="0" presId="urn:microsoft.com/office/officeart/2008/layout/VerticalCurvedList"/>
    <dgm:cxn modelId="{CB223E5A-1FC1-4EC1-A95C-DD9BBDBDF9BB}" type="presOf" srcId="{76C8626D-ACBC-4189-B1DC-0C9761E23E3B}" destId="{97612F36-BE49-4827-AA9D-5680A9D61A28}" srcOrd="0" destOrd="0" presId="urn:microsoft.com/office/officeart/2008/layout/VerticalCurvedList"/>
    <dgm:cxn modelId="{1946B373-4360-48C9-9A68-6F44DF7D63DE}" type="presParOf" srcId="{02154F91-A84E-424D-A338-A8A963A36B9C}" destId="{380BC83A-D177-4AC7-ADCA-C53272C1167C}" srcOrd="0" destOrd="0" presId="urn:microsoft.com/office/officeart/2008/layout/VerticalCurvedList"/>
    <dgm:cxn modelId="{9E6BF550-F873-4914-8AA9-4C667CECD181}" type="presParOf" srcId="{380BC83A-D177-4AC7-ADCA-C53272C1167C}" destId="{0735F8F8-F65D-48EF-A2AC-75AD55E93C39}" srcOrd="0" destOrd="0" presId="urn:microsoft.com/office/officeart/2008/layout/VerticalCurvedList"/>
    <dgm:cxn modelId="{CAC6AF3C-03E7-49E6-9B69-9CC5DFCDA3BE}" type="presParOf" srcId="{0735F8F8-F65D-48EF-A2AC-75AD55E93C39}" destId="{290E0E71-A0DD-4EC8-AF45-75EFC562AE68}" srcOrd="0" destOrd="0" presId="urn:microsoft.com/office/officeart/2008/layout/VerticalCurvedList"/>
    <dgm:cxn modelId="{F228D46A-551C-454F-A01B-96FFCA0570A7}" type="presParOf" srcId="{0735F8F8-F65D-48EF-A2AC-75AD55E93C39}" destId="{96C3B7CA-BE56-4A88-9075-DACFAA5C48F2}" srcOrd="1" destOrd="0" presId="urn:microsoft.com/office/officeart/2008/layout/VerticalCurvedList"/>
    <dgm:cxn modelId="{2C61CB38-8E3F-442D-BC5C-139328329D1C}" type="presParOf" srcId="{0735F8F8-F65D-48EF-A2AC-75AD55E93C39}" destId="{277B7F42-5C8B-414B-84D5-A278E30320A9}" srcOrd="2" destOrd="0" presId="urn:microsoft.com/office/officeart/2008/layout/VerticalCurvedList"/>
    <dgm:cxn modelId="{26F03BF1-8CFA-4EEB-A42F-DF227338D339}" type="presParOf" srcId="{0735F8F8-F65D-48EF-A2AC-75AD55E93C39}" destId="{D663C34B-8EC0-4A0F-BE11-1D0357F1F9CE}" srcOrd="3" destOrd="0" presId="urn:microsoft.com/office/officeart/2008/layout/VerticalCurvedList"/>
    <dgm:cxn modelId="{F1DBC07A-7E64-497A-AF19-9B4108216661}" type="presParOf" srcId="{380BC83A-D177-4AC7-ADCA-C53272C1167C}" destId="{387D68F6-A908-4B1C-BEBA-7AA60157ED58}" srcOrd="1" destOrd="0" presId="urn:microsoft.com/office/officeart/2008/layout/VerticalCurvedList"/>
    <dgm:cxn modelId="{9B36C9FC-30FD-4A75-863D-6E772FD6A18D}" type="presParOf" srcId="{380BC83A-D177-4AC7-ADCA-C53272C1167C}" destId="{BDB6979A-E81E-4B46-93F7-F54D068534EF}" srcOrd="2" destOrd="0" presId="urn:microsoft.com/office/officeart/2008/layout/VerticalCurvedList"/>
    <dgm:cxn modelId="{BE2D7398-1C3C-4BA3-A42D-42542947EFD5}" type="presParOf" srcId="{BDB6979A-E81E-4B46-93F7-F54D068534EF}" destId="{FAE8CB3A-E581-46CA-9B4A-E9AD6B09F32A}" srcOrd="0" destOrd="0" presId="urn:microsoft.com/office/officeart/2008/layout/VerticalCurvedList"/>
    <dgm:cxn modelId="{EA5E56C1-F616-458C-9A62-FDB5E39657FC}" type="presParOf" srcId="{380BC83A-D177-4AC7-ADCA-C53272C1167C}" destId="{70DB1DE2-AF9F-470F-B446-F1CC229B7828}" srcOrd="3" destOrd="0" presId="urn:microsoft.com/office/officeart/2008/layout/VerticalCurvedList"/>
    <dgm:cxn modelId="{E11281B5-8099-4FE4-9A56-AADB08E7CD5F}" type="presParOf" srcId="{380BC83A-D177-4AC7-ADCA-C53272C1167C}" destId="{E73EE629-F8A0-44EF-907B-F370C718420B}" srcOrd="4" destOrd="0" presId="urn:microsoft.com/office/officeart/2008/layout/VerticalCurvedList"/>
    <dgm:cxn modelId="{97C9DD89-36E9-4A60-A13F-B186677B8C64}" type="presParOf" srcId="{E73EE629-F8A0-44EF-907B-F370C718420B}" destId="{0B1E0DAF-4427-44F5-AB43-62CC2AB7B988}" srcOrd="0" destOrd="0" presId="urn:microsoft.com/office/officeart/2008/layout/VerticalCurvedList"/>
    <dgm:cxn modelId="{6A364C9E-37F1-4C9E-9579-56B67E30EA3B}" type="presParOf" srcId="{380BC83A-D177-4AC7-ADCA-C53272C1167C}" destId="{97612F36-BE49-4827-AA9D-5680A9D61A28}" srcOrd="5" destOrd="0" presId="urn:microsoft.com/office/officeart/2008/layout/VerticalCurvedList"/>
    <dgm:cxn modelId="{8262E5B7-16BA-4592-82C2-CF51BB749C51}" type="presParOf" srcId="{380BC83A-D177-4AC7-ADCA-C53272C1167C}" destId="{B4F76E15-2F61-4231-9874-A2DE59101BBB}" srcOrd="6" destOrd="0" presId="urn:microsoft.com/office/officeart/2008/layout/VerticalCurvedList"/>
    <dgm:cxn modelId="{3D253D84-0B2A-4BEC-B855-9F631178A9F2}" type="presParOf" srcId="{B4F76E15-2F61-4231-9874-A2DE59101BBB}" destId="{45D496DB-B4F4-4612-B217-3544B6DD53BA}" srcOrd="0" destOrd="0" presId="urn:microsoft.com/office/officeart/2008/layout/VerticalCurvedList"/>
    <dgm:cxn modelId="{908376D6-E5DE-4A94-AE7B-45DB61A822B4}" type="presParOf" srcId="{380BC83A-D177-4AC7-ADCA-C53272C1167C}" destId="{75174050-4F92-440F-A5AF-18D4124A85EA}" srcOrd="7" destOrd="0" presId="urn:microsoft.com/office/officeart/2008/layout/VerticalCurvedList"/>
    <dgm:cxn modelId="{84909955-F5AE-42F8-8304-21A37C2718FD}" type="presParOf" srcId="{380BC83A-D177-4AC7-ADCA-C53272C1167C}" destId="{792DE7A8-6CFB-4CCC-9B8F-ED15693C8730}" srcOrd="8" destOrd="0" presId="urn:microsoft.com/office/officeart/2008/layout/VerticalCurvedList"/>
    <dgm:cxn modelId="{59036885-A5CF-4807-82A7-3C7ECC8BC281}" type="presParOf" srcId="{792DE7A8-6CFB-4CCC-9B8F-ED15693C8730}" destId="{73075C00-D636-4467-892A-885FEFBBFE3B}" srcOrd="0" destOrd="0" presId="urn:microsoft.com/office/officeart/2008/layout/VerticalCurvedList"/>
    <dgm:cxn modelId="{ADA6EBA5-A8F0-46B9-B4CB-DDED4F0FA8C0}" type="presParOf" srcId="{380BC83A-D177-4AC7-ADCA-C53272C1167C}" destId="{235A20DF-2082-4AED-8647-8CE9803BBEAC}" srcOrd="9" destOrd="0" presId="urn:microsoft.com/office/officeart/2008/layout/VerticalCurvedList"/>
    <dgm:cxn modelId="{B11B31A2-6901-4D48-85C2-F2AF320E74FE}" type="presParOf" srcId="{380BC83A-D177-4AC7-ADCA-C53272C1167C}" destId="{3D6ADBDD-E1BD-461E-A705-F735C6AD0C51}" srcOrd="10" destOrd="0" presId="urn:microsoft.com/office/officeart/2008/layout/VerticalCurvedList"/>
    <dgm:cxn modelId="{85B75746-D040-4893-B50F-4E5822ED3BA7}" type="presParOf" srcId="{3D6ADBDD-E1BD-461E-A705-F735C6AD0C51}" destId="{B060EFC0-BCDC-4305-9A29-0347B6BF757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C3B7CA-BE56-4A88-9075-DACFAA5C48F2}">
      <dsp:nvSpPr>
        <dsp:cNvPr id="0" name=""/>
        <dsp:cNvSpPr/>
      </dsp:nvSpPr>
      <dsp:spPr>
        <a:xfrm>
          <a:off x="-3865725" y="-593639"/>
          <a:ext cx="4607280" cy="4607280"/>
        </a:xfrm>
        <a:prstGeom prst="blockArc">
          <a:avLst>
            <a:gd name="adj1" fmla="val 18900000"/>
            <a:gd name="adj2" fmla="val 2700000"/>
            <a:gd name="adj3" fmla="val 4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7D68F6-A908-4B1C-BEBA-7AA60157ED58}">
      <dsp:nvSpPr>
        <dsp:cNvPr id="0" name=""/>
        <dsp:cNvSpPr/>
      </dsp:nvSpPr>
      <dsp:spPr>
        <a:xfrm>
          <a:off x="325028" y="213681"/>
          <a:ext cx="5965956" cy="4276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437" tIns="48260" rIns="48260" bIns="4826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>
              <a:latin typeface="方正姚体" panose="02010601030101010101" pitchFamily="2" charset="-122"/>
              <a:ea typeface="方正姚体" panose="02010601030101010101" pitchFamily="2" charset="-122"/>
            </a:rPr>
            <a:t>节日起源</a:t>
          </a:r>
          <a:endParaRPr lang="zh-CN" altLang="en-US" sz="1900" kern="1200" dirty="0">
            <a:latin typeface="方正姚体" panose="02010601030101010101" pitchFamily="2" charset="-122"/>
            <a:ea typeface="方正姚体" panose="02010601030101010101" pitchFamily="2" charset="-122"/>
          </a:endParaRPr>
        </a:p>
      </dsp:txBody>
      <dsp:txXfrm>
        <a:off x="325028" y="213681"/>
        <a:ext cx="5965956" cy="427636"/>
      </dsp:txXfrm>
    </dsp:sp>
    <dsp:sp modelId="{FAE8CB3A-E581-46CA-9B4A-E9AD6B09F32A}">
      <dsp:nvSpPr>
        <dsp:cNvPr id="0" name=""/>
        <dsp:cNvSpPr/>
      </dsp:nvSpPr>
      <dsp:spPr>
        <a:xfrm>
          <a:off x="57755" y="160226"/>
          <a:ext cx="534546" cy="5345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DB1DE2-AF9F-470F-B446-F1CC229B7828}">
      <dsp:nvSpPr>
        <dsp:cNvPr id="0" name=""/>
        <dsp:cNvSpPr/>
      </dsp:nvSpPr>
      <dsp:spPr>
        <a:xfrm>
          <a:off x="631460" y="854931"/>
          <a:ext cx="5659524" cy="4276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437" tIns="48260" rIns="48260" bIns="4826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>
              <a:latin typeface="方正姚体" panose="02010601030101010101" pitchFamily="2" charset="-122"/>
              <a:ea typeface="方正姚体" panose="02010601030101010101" pitchFamily="2" charset="-122"/>
            </a:rPr>
            <a:t>圣方济各生平</a:t>
          </a:r>
          <a:endParaRPr lang="zh-CN" altLang="en-US" sz="1900" kern="1200" dirty="0">
            <a:latin typeface="方正姚体" panose="02010601030101010101" pitchFamily="2" charset="-122"/>
            <a:ea typeface="方正姚体" panose="02010601030101010101" pitchFamily="2" charset="-122"/>
          </a:endParaRPr>
        </a:p>
      </dsp:txBody>
      <dsp:txXfrm>
        <a:off x="631460" y="854931"/>
        <a:ext cx="5659524" cy="427636"/>
      </dsp:txXfrm>
    </dsp:sp>
    <dsp:sp modelId="{0B1E0DAF-4427-44F5-AB43-62CC2AB7B988}">
      <dsp:nvSpPr>
        <dsp:cNvPr id="0" name=""/>
        <dsp:cNvSpPr/>
      </dsp:nvSpPr>
      <dsp:spPr>
        <a:xfrm>
          <a:off x="364187" y="801477"/>
          <a:ext cx="534546" cy="5345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612F36-BE49-4827-AA9D-5680A9D61A28}">
      <dsp:nvSpPr>
        <dsp:cNvPr id="0" name=""/>
        <dsp:cNvSpPr/>
      </dsp:nvSpPr>
      <dsp:spPr>
        <a:xfrm>
          <a:off x="725510" y="1496181"/>
          <a:ext cx="5565474" cy="4276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437" tIns="48260" rIns="48260" bIns="4826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>
              <a:latin typeface="方正姚体" panose="02010601030101010101" pitchFamily="2" charset="-122"/>
              <a:ea typeface="方正姚体" panose="02010601030101010101" pitchFamily="2" charset="-122"/>
            </a:rPr>
            <a:t>设立宗旨</a:t>
          </a:r>
          <a:endParaRPr lang="zh-CN" altLang="en-US" sz="1900" kern="1200">
            <a:latin typeface="方正姚体" panose="02010601030101010101" pitchFamily="2" charset="-122"/>
            <a:ea typeface="方正姚体" panose="02010601030101010101" pitchFamily="2" charset="-122"/>
          </a:endParaRPr>
        </a:p>
      </dsp:txBody>
      <dsp:txXfrm>
        <a:off x="725510" y="1496181"/>
        <a:ext cx="5565474" cy="427636"/>
      </dsp:txXfrm>
    </dsp:sp>
    <dsp:sp modelId="{45D496DB-B4F4-4612-B217-3544B6DD53BA}">
      <dsp:nvSpPr>
        <dsp:cNvPr id="0" name=""/>
        <dsp:cNvSpPr/>
      </dsp:nvSpPr>
      <dsp:spPr>
        <a:xfrm>
          <a:off x="458237" y="1442727"/>
          <a:ext cx="534546" cy="5345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74050-4F92-440F-A5AF-18D4124A85EA}">
      <dsp:nvSpPr>
        <dsp:cNvPr id="0" name=""/>
        <dsp:cNvSpPr/>
      </dsp:nvSpPr>
      <dsp:spPr>
        <a:xfrm>
          <a:off x="631460" y="2137431"/>
          <a:ext cx="5659524" cy="4276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437" tIns="48260" rIns="48260" bIns="4826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>
              <a:latin typeface="方正姚体" panose="02010601030101010101" pitchFamily="2" charset="-122"/>
              <a:ea typeface="方正姚体" panose="02010601030101010101" pitchFamily="2" charset="-122"/>
            </a:rPr>
            <a:t>纪念活动</a:t>
          </a:r>
          <a:endParaRPr lang="zh-CN" altLang="en-US" sz="1900" kern="1200">
            <a:latin typeface="方正姚体" panose="02010601030101010101" pitchFamily="2" charset="-122"/>
            <a:ea typeface="方正姚体" panose="02010601030101010101" pitchFamily="2" charset="-122"/>
          </a:endParaRPr>
        </a:p>
      </dsp:txBody>
      <dsp:txXfrm>
        <a:off x="631460" y="2137431"/>
        <a:ext cx="5659524" cy="427636"/>
      </dsp:txXfrm>
    </dsp:sp>
    <dsp:sp modelId="{73075C00-D636-4467-892A-885FEFBBFE3B}">
      <dsp:nvSpPr>
        <dsp:cNvPr id="0" name=""/>
        <dsp:cNvSpPr/>
      </dsp:nvSpPr>
      <dsp:spPr>
        <a:xfrm>
          <a:off x="364187" y="2083977"/>
          <a:ext cx="534546" cy="5345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A20DF-2082-4AED-8647-8CE9803BBEAC}">
      <dsp:nvSpPr>
        <dsp:cNvPr id="0" name=""/>
        <dsp:cNvSpPr/>
      </dsp:nvSpPr>
      <dsp:spPr>
        <a:xfrm>
          <a:off x="325028" y="2778681"/>
          <a:ext cx="5965956" cy="4276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437" tIns="48260" rIns="48260" bIns="4826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>
              <a:latin typeface="方正姚体" panose="02010601030101010101" pitchFamily="2" charset="-122"/>
              <a:ea typeface="方正姚体" panose="02010601030101010101" pitchFamily="2" charset="-122"/>
            </a:rPr>
            <a:t>动物是我们最好的朋友</a:t>
          </a:r>
          <a:endParaRPr lang="zh-CN" altLang="en-US" sz="1900" kern="1200">
            <a:latin typeface="方正姚体" panose="02010601030101010101" pitchFamily="2" charset="-122"/>
            <a:ea typeface="方正姚体" panose="02010601030101010101" pitchFamily="2" charset="-122"/>
          </a:endParaRPr>
        </a:p>
      </dsp:txBody>
      <dsp:txXfrm>
        <a:off x="325028" y="2778681"/>
        <a:ext cx="5965956" cy="427636"/>
      </dsp:txXfrm>
    </dsp:sp>
    <dsp:sp modelId="{B060EFC0-BCDC-4305-9A29-0347B6BF757B}">
      <dsp:nvSpPr>
        <dsp:cNvPr id="0" name=""/>
        <dsp:cNvSpPr/>
      </dsp:nvSpPr>
      <dsp:spPr>
        <a:xfrm>
          <a:off x="57755" y="2725227"/>
          <a:ext cx="534546" cy="5345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FC3DB-CB1E-436E-9C8F-EEDDFD20CEE1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E3920-CCA1-43BD-B19E-EC43936C9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795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095D-78F8-4AD8-B9EB-02E4B5C9D3E5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180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世界动物日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9370" y="151925"/>
            <a:ext cx="63360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D015-3F67-4EE0-8F08-D0F5A9BA0E0B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29402" cy="5143500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579370" y="1280159"/>
            <a:ext cx="6336000" cy="32400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35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世界动物日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9370" y="151925"/>
            <a:ext cx="63360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7162-F13E-4993-BB50-DE867AEB255D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29402" cy="5143500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579370" y="1280159"/>
            <a:ext cx="3600000" cy="32400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6323370" y="1280159"/>
            <a:ext cx="2592000" cy="3240000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126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B5AC9-FA2C-4506-9A7D-E422D867AFD3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15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b="1" kern="1200" cap="none" spc="0">
          <a:ln w="10160">
            <a:solidFill>
              <a:schemeClr val="accent5"/>
            </a:solidFill>
            <a:prstDash val="solid"/>
          </a:ln>
          <a:solidFill>
            <a:srgbClr val="FFFFFF"/>
          </a:solidFill>
          <a:effectLst>
            <a:outerShdw blurRad="38100" dist="22860" dir="5400000" algn="tl" rotWithShape="0">
              <a:srgbClr val="000000">
                <a:alpha val="30000"/>
              </a:srgb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accent1"/>
          </a:solidFill>
          <a:latin typeface="方正姚体" panose="02010601030101010101" pitchFamily="2" charset="-122"/>
          <a:ea typeface="方正姚体" panose="02010601030101010101" pitchFamily="2" charset="-122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方正姚体" panose="02010601030101010101" pitchFamily="2" charset="-122"/>
          <a:ea typeface="方正姚体" panose="02010601030101010101" pitchFamily="2" charset="-122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accent1"/>
          </a:solidFill>
          <a:latin typeface="方正姚体" panose="02010601030101010101" pitchFamily="2" charset="-122"/>
          <a:ea typeface="方正姚体" panose="02010601030101010101" pitchFamily="2" charset="-122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accent1"/>
          </a:solidFill>
          <a:latin typeface="方正姚体" panose="02010601030101010101" pitchFamily="2" charset="-122"/>
          <a:ea typeface="方正姚体" panose="02010601030101010101" pitchFamily="2" charset="-122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accent1"/>
          </a:solidFill>
          <a:latin typeface="方正姚体" panose="02010601030101010101" pitchFamily="2" charset="-122"/>
          <a:ea typeface="方正姚体" panose="02010601030101010101" pitchFamily="2" charset="-122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id"/><Relationship Id="rId1" Type="http://schemas.microsoft.com/office/2007/relationships/media" Target="../media/media1.mid"/><Relationship Id="rId5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圣方济各与</a:t>
            </a:r>
            <a:r>
              <a:rPr lang="zh-CN" altLang="en-US" dirty="0"/>
              <a:t>世界动物日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22669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1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6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内容一览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72769325"/>
              </p:ext>
            </p:extLst>
          </p:nvPr>
        </p:nvGraphicFramePr>
        <p:xfrm>
          <a:off x="2579370" y="1280159"/>
          <a:ext cx="6336000" cy="34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60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节日起源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“世界动物日” </a:t>
            </a:r>
            <a:r>
              <a:rPr lang="en-US" altLang="zh-CN" dirty="0"/>
              <a:t>(World Animal Day) </a:t>
            </a:r>
            <a:r>
              <a:rPr lang="zh-CN" altLang="en-US" dirty="0"/>
              <a:t>源自</a:t>
            </a:r>
            <a:r>
              <a:rPr lang="en-US" altLang="zh-CN" dirty="0"/>
              <a:t>13</a:t>
            </a:r>
            <a:r>
              <a:rPr lang="zh-CN" altLang="en-US" dirty="0"/>
              <a:t>世纪意大利修道士圣</a:t>
            </a:r>
            <a:r>
              <a:rPr lang="en-US" altLang="zh-CN" dirty="0" smtClean="0"/>
              <a:t>·</a:t>
            </a:r>
            <a:r>
              <a:rPr lang="zh-CN" altLang="en-US" dirty="0" smtClean="0"/>
              <a:t>方济各的</a:t>
            </a:r>
            <a:r>
              <a:rPr lang="zh-CN" altLang="en-US" dirty="0"/>
              <a:t>倡议。他长期生活在阿西西岛上的森林中，热爱动物并和动物们建立了“兄弟姐妹”般的关系。他要求村民们在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4</a:t>
            </a:r>
            <a:r>
              <a:rPr lang="zh-CN" altLang="en-US" dirty="0"/>
              <a:t>日这天“向献爱心给人类的动物们致谢”。弗朗西斯为人类与动物建立正常文明的关系做出了榜样。后人为了纪念他，就把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4</a:t>
            </a:r>
            <a:r>
              <a:rPr lang="zh-CN" altLang="en-US" dirty="0"/>
              <a:t>日定为“世界动物日”，并自</a:t>
            </a: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20</a:t>
            </a:r>
            <a:r>
              <a:rPr lang="zh-CN" altLang="en-US" dirty="0"/>
              <a:t>年代开始，每年的这一天，在世界各地举办各种形式的纪念活动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75" b="19075"/>
          <a:stretch>
            <a:fillRect/>
          </a:stretch>
        </p:blipFill>
        <p:spPr/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50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圣方济各生平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18474193"/>
              </p:ext>
            </p:extLst>
          </p:nvPr>
        </p:nvGraphicFramePr>
        <p:xfrm>
          <a:off x="2804160" y="1146096"/>
          <a:ext cx="5577364" cy="3456000"/>
        </p:xfrm>
        <a:graphic>
          <a:graphicData uri="http://schemas.openxmlformats.org/drawingml/2006/table">
            <a:tbl>
              <a:tblPr bandRow="1">
                <a:blipFill>
                  <a:blip r:embed="rId2"/>
                  <a:stretch>
                    <a:fillRect/>
                  </a:stretch>
                </a:blipFill>
                <a:tableStyleId>{69012ECD-51FC-41F1-AA8D-1B2483CD663E}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35798130"/>
                    </a:ext>
                  </a:extLst>
                </a:gridCol>
                <a:gridCol w="3931444">
                  <a:extLst>
                    <a:ext uri="{9D8B030D-6E8A-4147-A177-3AD203B41FA5}">
                      <a16:colId xmlns:a16="http://schemas.microsoft.com/office/drawing/2014/main" val="191177128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中文名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 smtClean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圣方</a:t>
                      </a: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济</a:t>
                      </a:r>
                      <a:r>
                        <a:rPr lang="zh-CN" sz="1400" kern="100" dirty="0" smtClean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各迪阿西西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519019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外文名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San Francesco di </a:t>
                      </a:r>
                      <a:r>
                        <a:rPr lang="en-US" sz="1400" kern="100" dirty="0" smtClean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Assisi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93410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国籍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意大利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595338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出生地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亚西西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26243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出生日期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公元</a:t>
                      </a: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1182</a:t>
                      </a:r>
                      <a:r>
                        <a:rPr lang="zh-CN" sz="1400" kern="100" dirty="0" smtClean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年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175341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逝世日期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公元</a:t>
                      </a: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1226</a:t>
                      </a:r>
                      <a:r>
                        <a:rPr lang="zh-CN" sz="1400" kern="100" dirty="0" smtClean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年</a:t>
                      </a:r>
                      <a:r>
                        <a:rPr lang="en-US" sz="1400" kern="100" dirty="0" smtClean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10</a:t>
                      </a: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月</a:t>
                      </a: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3</a:t>
                      </a:r>
                      <a:r>
                        <a:rPr lang="zh-CN" sz="1400" kern="100" dirty="0" smtClean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日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437254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信仰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 smtClean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天主教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343559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主要成就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bg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方济各会和方济女修会的创始人</a:t>
                      </a:r>
                      <a:endParaRPr lang="zh-CN" sz="1400" b="1" kern="100" dirty="0">
                        <a:solidFill>
                          <a:schemeClr val="bg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3015488"/>
                  </a:ext>
                </a:extLst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50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设立宗旨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生态学家</a:t>
            </a:r>
            <a:r>
              <a:rPr lang="zh-CN" altLang="en-US" dirty="0"/>
              <a:t>的最初目的是希望借此唤起世人关注濒危生物，慢慢才发展为关怀所有动物。</a:t>
            </a:r>
          </a:p>
          <a:p>
            <a:r>
              <a:rPr lang="zh-CN" altLang="en-US" dirty="0"/>
              <a:t>“世界动物日”的对象是全人类，特别是关心动物人士。</a:t>
            </a:r>
          </a:p>
          <a:p>
            <a:r>
              <a:rPr lang="zh-CN" altLang="en-US" dirty="0"/>
              <a:t>庆祝“世界动物日”的宗旨在于宣传饲养伴侣动物所带来的乐趣，让公众意识到动物对人类社会所做的贡献，同时促使各个动物保护组织齐心协力，推动人们以负责任的态度饲养伴侣动物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16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纪念活动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每年</a:t>
            </a:r>
            <a:r>
              <a:rPr lang="zh-CN" altLang="en-US" dirty="0"/>
              <a:t>并有超过</a:t>
            </a:r>
            <a:r>
              <a:rPr lang="en-US" altLang="zh-CN" dirty="0"/>
              <a:t>85</a:t>
            </a:r>
            <a:r>
              <a:rPr lang="zh-CN" altLang="en-US" dirty="0"/>
              <a:t>个国家的动保团体与动保人士一同在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/10</a:t>
            </a:r>
            <a:r>
              <a:rPr lang="zh-CN" altLang="en-US" dirty="0"/>
              <a:t>月份举办活动，目的就是为了感谢动物们为人类所付出的代价以及呼吁大家 </a:t>
            </a:r>
            <a:r>
              <a:rPr lang="en-US" altLang="zh-CN" dirty="0"/>
              <a:t>"</a:t>
            </a:r>
            <a:r>
              <a:rPr lang="zh-CN" altLang="en-US" dirty="0"/>
              <a:t>动物是我们最好的朋友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在“世界动物日”那天，流浪在罗马街头的狗会暂时免遭城市管理部门的追捕，并可享受到由屠宰商提供的免费肉骨头。中国自上世纪</a:t>
            </a:r>
            <a:r>
              <a:rPr lang="en-US" altLang="zh-CN" dirty="0"/>
              <a:t>90</a:t>
            </a:r>
            <a:r>
              <a:rPr lang="zh-CN" altLang="en-US" dirty="0"/>
              <a:t>年代，开始正视世界动物日的存在，并组织有关的活动来纪念这一天。中国北京有爱护动物协会、小动物保护协会等多家民间公益性质的团体，它们每年都会纪念世界动物日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60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0000">
        <p:cut/>
      </p:transition>
    </mc:Choice>
    <mc:Fallback xmlns="">
      <p:transition advClick="0" advTm="10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动物是我们最好的朋友</a:t>
            </a:r>
          </a:p>
        </p:txBody>
      </p:sp>
      <p:pic>
        <p:nvPicPr>
          <p:cNvPr id="4" name="动物相册">
            <a:hlinkClick r:id="" action="ppaction://media"/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67100" y="1279525"/>
            <a:ext cx="4560888" cy="3421063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04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50000">
        <p:cut/>
      </p:transition>
    </mc:Choice>
    <mc:Fallback xmlns="">
      <p:transition advClick="0" advTm="50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世界动物日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424</Words>
  <Application>Microsoft Office PowerPoint</Application>
  <PresentationFormat>全屏显示(16:9)</PresentationFormat>
  <Paragraphs>40</Paragraphs>
  <Slides>7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方正姚体</vt:lpstr>
      <vt:lpstr>微软雅黑</vt:lpstr>
      <vt:lpstr>Arial</vt:lpstr>
      <vt:lpstr>Times New Roman</vt:lpstr>
      <vt:lpstr>世界动物日​​</vt:lpstr>
      <vt:lpstr>圣方济各与世界动物日</vt:lpstr>
      <vt:lpstr>内容一览</vt:lpstr>
      <vt:lpstr>节日起源 </vt:lpstr>
      <vt:lpstr>圣方济各生平 </vt:lpstr>
      <vt:lpstr>设立宗旨 </vt:lpstr>
      <vt:lpstr>纪念活动 </vt:lpstr>
      <vt:lpstr>动物是我们最好的朋友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圣法兰西斯与世界动物日</dc:title>
  <dc:creator>HE</dc:creator>
  <cp:lastModifiedBy>Windows 用户11</cp:lastModifiedBy>
  <cp:revision>10</cp:revision>
  <dcterms:created xsi:type="dcterms:W3CDTF">2020-09-01T09:55:07Z</dcterms:created>
  <dcterms:modified xsi:type="dcterms:W3CDTF">2021-04-14T03:36:53Z</dcterms:modified>
</cp:coreProperties>
</file>