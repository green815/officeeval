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3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18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091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767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93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05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74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92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422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00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759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B72F1-540E-4301-89C5-6232A4CD6383}" type="datetimeFigureOut">
              <a:rPr lang="zh-CN" altLang="en-US" smtClean="0"/>
              <a:t>2020-09-01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8D868-EA35-411D-95A9-897C89385D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151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</dc:creator>
  <cp:lastModifiedBy>HE</cp:lastModifiedBy>
  <cp:revision>1</cp:revision>
  <dcterms:created xsi:type="dcterms:W3CDTF">2020-09-01T09:55:07Z</dcterms:created>
  <dcterms:modified xsi:type="dcterms:W3CDTF">2020-09-01T09:56:42Z</dcterms:modified>
</cp:coreProperties>
</file>