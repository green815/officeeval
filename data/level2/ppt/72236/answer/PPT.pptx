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</p:sldMasterIdLst>
  <p:notesMasterIdLst>
    <p:notesMasterId r:id="rId17"/>
  </p:notesMasterIdLst>
  <p:sldIdLst>
    <p:sldId id="256" r:id="rId2"/>
    <p:sldId id="269" r:id="rId3"/>
    <p:sldId id="270" r:id="rId4"/>
    <p:sldId id="257" r:id="rId5"/>
    <p:sldId id="271" r:id="rId6"/>
    <p:sldId id="259" r:id="rId7"/>
    <p:sldId id="261" r:id="rId8"/>
    <p:sldId id="260" r:id="rId9"/>
    <p:sldId id="263" r:id="rId10"/>
    <p:sldId id="262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8E18A503-DEE7-4726-9AE1-23D02766FEF1}">
          <p14:sldIdLst>
            <p14:sldId id="256"/>
            <p14:sldId id="269"/>
          </p14:sldIdLst>
        </p14:section>
        <p14:section name="第1部分" id="{3E0426F7-744C-4876-8379-0262E3BAE133}">
          <p14:sldIdLst>
            <p14:sldId id="270"/>
            <p14:sldId id="257"/>
            <p14:sldId id="271"/>
            <p14:sldId id="259"/>
          </p14:sldIdLst>
        </p14:section>
        <p14:section name="第2部分" id="{4B4BFA34-8E00-4CCB-BD27-A1205A7B6D8B}">
          <p14:sldIdLst>
            <p14:sldId id="261"/>
            <p14:sldId id="260"/>
            <p14:sldId id="263"/>
            <p14:sldId id="262"/>
          </p14:sldIdLst>
        </p14:section>
        <p14:section name="第3部分" id="{1325A92A-B0C3-41FE-918F-695C8BB33444}">
          <p14:sldIdLst>
            <p14:sldId id="264"/>
            <p14:sldId id="265"/>
            <p14:sldId id="266"/>
            <p14:sldId id="267"/>
          </p14:sldIdLst>
        </p14:section>
        <p14:section name="结束" id="{F50410E9-1D1B-41B7-AC1C-E2EF62053BE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4660"/>
  </p:normalViewPr>
  <p:slideViewPr>
    <p:cSldViewPr>
      <p:cViewPr varScale="1">
        <p:scale>
          <a:sx n="60" d="100"/>
          <a:sy n="60" d="100"/>
        </p:scale>
        <p:origin x="72" y="5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金额（万瑞典克朗）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0034305317324184E-2"/>
                  <c:y val="-6.160594665057637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2C60007-103E-49D8-BFB6-B15208C6F296}" type="XVALUE">
                      <a:rPr lang="en-US" altLang="zh-CN" smtClean="0"/>
                      <a:pPr algn="l">
                        <a:defRPr/>
                      </a:pPr>
                      <a:t>[X 值]</a:t>
                    </a:fld>
                    <a:r>
                      <a:rPr lang="zh-CN" altLang="en-US" dirty="0" smtClean="0"/>
                      <a:t>年</a:t>
                    </a:r>
                  </a:p>
                  <a:p>
                    <a:pPr algn="l">
                      <a:defRPr/>
                    </a:pPr>
                    <a:r>
                      <a:rPr lang="zh-CN" altLang="en-US" baseline="0" dirty="0" smtClean="0"/>
                      <a:t> </a:t>
                    </a:r>
                    <a:fld id="{A24C87EC-1DF5-40A1-8152-102F85520C74}" type="YVALUE">
                      <a:rPr lang="en-US" altLang="zh-CN" baseline="0" smtClean="0"/>
                      <a:pPr algn="l">
                        <a:defRPr/>
                      </a:pPr>
                      <a:t>[Y 值]</a:t>
                    </a:fld>
                    <a:r>
                      <a:rPr lang="zh-CN" altLang="en-US" baseline="0" dirty="0" smtClean="0"/>
                      <a:t>万瑞典克朗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552302102888942"/>
                      <c:h val="0.13845876427462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5B8-4C21-BB9F-B9869AA468B4}"/>
                </c:ext>
              </c:extLst>
            </c:dLbl>
            <c:dLbl>
              <c:idx val="1"/>
              <c:layout>
                <c:manualLayout>
                  <c:x val="-0.18643994543563708"/>
                  <c:y val="-0.1061705455529029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D52FBC8-ADBE-47BB-999E-4A5D42F0C837}" type="XVALUE">
                      <a:rPr lang="en-US" altLang="zh-CN" smtClean="0"/>
                      <a:pPr algn="l">
                        <a:defRPr/>
                      </a:pPr>
                      <a:t>[X 值]</a:t>
                    </a:fld>
                    <a:r>
                      <a:rPr lang="zh-CN" altLang="en-US" dirty="0" smtClean="0"/>
                      <a:t>年</a:t>
                    </a:r>
                  </a:p>
                  <a:p>
                    <a:pPr algn="l">
                      <a:defRPr/>
                    </a:pPr>
                    <a:fld id="{9136ED27-EB9B-4EC1-BB99-3FF5C9F6EFB7}" type="YVALUE">
                      <a:rPr lang="en-US" altLang="zh-CN" baseline="0" smtClean="0"/>
                      <a:pPr algn="l">
                        <a:defRPr/>
                      </a:pPr>
                      <a:t>[Y 值]</a:t>
                    </a:fld>
                    <a:r>
                      <a:rPr lang="zh-CN" altLang="en-US" baseline="0" dirty="0" smtClean="0"/>
                      <a:t>万瑞典克朗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313691063059657"/>
                      <c:h val="0.2238298434363491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75B8-4C21-BB9F-B9869AA468B4}"/>
                </c:ext>
              </c:extLst>
            </c:dLbl>
            <c:dLbl>
              <c:idx val="2"/>
              <c:layout>
                <c:manualLayout>
                  <c:x val="-4.6312178387650088E-2"/>
                  <c:y val="-4.814737083973731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l"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C7FF6F15-30B0-4101-977F-CD3378C60C8E}" type="XVALUE">
                      <a:rPr lang="en-US" altLang="zh-CN" smtClean="0"/>
                      <a:pPr algn="l">
                        <a:defRPr/>
                      </a:pPr>
                      <a:t>[X 值]</a:t>
                    </a:fld>
                    <a:r>
                      <a:rPr lang="zh-CN" altLang="en-US" smtClean="0"/>
                      <a:t>年</a:t>
                    </a:r>
                  </a:p>
                  <a:p>
                    <a:pPr algn="l">
                      <a:defRPr/>
                    </a:pPr>
                    <a:fld id="{92D64D1D-F9CB-4DE6-970C-9869DB26CDB7}" type="YVALUE">
                      <a:rPr lang="en-US" altLang="zh-CN" baseline="0" smtClean="0"/>
                      <a:pPr algn="l">
                        <a:defRPr/>
                      </a:pPr>
                      <a:t>[Y 值]</a:t>
                    </a:fld>
                    <a:r>
                      <a:rPr lang="zh-CN" altLang="en-US" baseline="0" smtClean="0"/>
                      <a:t>万瑞典克朗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l"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531732418524872"/>
                      <c:h val="0.1711058180428895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5B8-4C21-BB9F-B9869AA468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Sheet1!$A$2:$A$4</c:f>
              <c:numCache>
                <c:formatCode>General</c:formatCode>
                <c:ptCount val="3"/>
                <c:pt idx="0">
                  <c:v>1901</c:v>
                </c:pt>
                <c:pt idx="1">
                  <c:v>1980</c:v>
                </c:pt>
                <c:pt idx="2">
                  <c:v>2000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100</c:v>
                </c:pt>
                <c:pt idx="2">
                  <c:v>900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5B8-4C21-BB9F-B9869AA468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5760912"/>
        <c:axId val="495762552"/>
      </c:scatterChart>
      <c:valAx>
        <c:axId val="495760912"/>
        <c:scaling>
          <c:orientation val="minMax"/>
          <c:max val="2000"/>
          <c:min val="1901"/>
        </c:scaling>
        <c:delete val="1"/>
        <c:axPos val="b"/>
        <c:numFmt formatCode="General" sourceLinked="1"/>
        <c:majorTickMark val="none"/>
        <c:minorTickMark val="none"/>
        <c:tickLblPos val="nextTo"/>
        <c:crossAx val="495762552"/>
        <c:crosses val="autoZero"/>
        <c:crossBetween val="midCat"/>
      </c:valAx>
      <c:valAx>
        <c:axId val="4957625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57609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slide" Target="../slides/slide7.xml"/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BD1702-1FC5-44C1-9381-9C45F741A50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3339875-2AC7-4C5A-B882-03CF1F1ACD49}">
      <dgm:prSet/>
      <dgm:spPr/>
      <dgm:t>
        <a:bodyPr/>
        <a:lstStyle/>
        <a:p>
          <a:pPr rtl="0"/>
          <a:r>
            <a:rPr lang="zh-CN" smtClean="0"/>
            <a:t>关于诺贝尔奖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3691FE19-9535-4D58-969E-8FCBF508D78E}" type="parTrans" cxnId="{14CA32C0-A3E6-46E7-9063-7C6CEC159C4F}">
      <dgm:prSet/>
      <dgm:spPr/>
      <dgm:t>
        <a:bodyPr/>
        <a:lstStyle/>
        <a:p>
          <a:endParaRPr lang="zh-CN" altLang="en-US"/>
        </a:p>
      </dgm:t>
    </dgm:pt>
    <dgm:pt modelId="{00C67BCB-A232-46B8-ACE3-20D66C44A27F}" type="sibTrans" cxnId="{14CA32C0-A3E6-46E7-9063-7C6CEC159C4F}">
      <dgm:prSet/>
      <dgm:spPr/>
      <dgm:t>
        <a:bodyPr/>
        <a:lstStyle/>
        <a:p>
          <a:endParaRPr lang="zh-CN" altLang="en-US"/>
        </a:p>
      </dgm:t>
    </dgm:pt>
    <dgm:pt modelId="{86E47F26-B414-4394-8904-AD4690BF39AF}">
      <dgm:prSet/>
      <dgm:spPr/>
      <dgm:t>
        <a:bodyPr/>
        <a:lstStyle/>
        <a:p>
          <a:pPr rtl="0"/>
          <a:r>
            <a:rPr lang="zh-CN" smtClean="0"/>
            <a:t>诺贝尔奖历史上的趣闻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E7AD8B21-BD62-4BB6-8D59-564DC2F6E942}" type="parTrans" cxnId="{B025DFE0-C048-460F-812E-62B8B17C668C}">
      <dgm:prSet/>
      <dgm:spPr/>
      <dgm:t>
        <a:bodyPr/>
        <a:lstStyle/>
        <a:p>
          <a:endParaRPr lang="zh-CN" altLang="en-US"/>
        </a:p>
      </dgm:t>
    </dgm:pt>
    <dgm:pt modelId="{1C67D39E-25CD-43A1-8DF5-2A2060773DF5}" type="sibTrans" cxnId="{B025DFE0-C048-460F-812E-62B8B17C668C}">
      <dgm:prSet/>
      <dgm:spPr/>
      <dgm:t>
        <a:bodyPr/>
        <a:lstStyle/>
        <a:p>
          <a:endParaRPr lang="zh-CN" altLang="en-US"/>
        </a:p>
      </dgm:t>
    </dgm:pt>
    <dgm:pt modelId="{A1E4E351-6187-4D26-AC4B-EE4A3EE4DF73}">
      <dgm:prSet/>
      <dgm:spPr/>
      <dgm:t>
        <a:bodyPr/>
        <a:lstStyle/>
        <a:p>
          <a:pPr rtl="0"/>
          <a:r>
            <a:rPr lang="zh-CN" smtClean="0"/>
            <a:t>诺贝尔奖证书，每张都是一幅画！</a:t>
          </a:r>
          <a:endParaRPr lang="zh-CN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FBB3C8F3-5A8C-4B65-9639-818A19ACB747}" type="parTrans" cxnId="{9BC99C99-F15A-4EBF-B36D-59ECAF1208AE}">
      <dgm:prSet/>
      <dgm:spPr/>
      <dgm:t>
        <a:bodyPr/>
        <a:lstStyle/>
        <a:p>
          <a:endParaRPr lang="zh-CN" altLang="en-US"/>
        </a:p>
      </dgm:t>
    </dgm:pt>
    <dgm:pt modelId="{71805AF6-73F5-4681-ACF2-B407C9D39FBA}" type="sibTrans" cxnId="{9BC99C99-F15A-4EBF-B36D-59ECAF1208AE}">
      <dgm:prSet/>
      <dgm:spPr/>
      <dgm:t>
        <a:bodyPr/>
        <a:lstStyle/>
        <a:p>
          <a:endParaRPr lang="zh-CN" altLang="en-US"/>
        </a:p>
      </dgm:t>
    </dgm:pt>
    <dgm:pt modelId="{A2B2C0D3-A51C-4150-A809-47611C1BF50D}" type="pres">
      <dgm:prSet presAssocID="{38BD1702-1FC5-44C1-9381-9C45F741A50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DDE4285-EEDD-4ACB-BA28-60F3C8EF42E3}" type="pres">
      <dgm:prSet presAssocID="{33339875-2AC7-4C5A-B882-03CF1F1ACD49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1C5B38A-539B-4EEA-A9A9-5C8E70F630FE}" type="pres">
      <dgm:prSet presAssocID="{00C67BCB-A232-46B8-ACE3-20D66C44A27F}" presName="sibTrans" presStyleCnt="0"/>
      <dgm:spPr/>
    </dgm:pt>
    <dgm:pt modelId="{FA5167FD-2F9E-400C-8412-BE37E0652D76}" type="pres">
      <dgm:prSet presAssocID="{86E47F26-B414-4394-8904-AD4690BF39A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A0918D-7868-4EC3-B30A-6423C9C01C22}" type="pres">
      <dgm:prSet presAssocID="{1C67D39E-25CD-43A1-8DF5-2A2060773DF5}" presName="sibTrans" presStyleCnt="0"/>
      <dgm:spPr/>
    </dgm:pt>
    <dgm:pt modelId="{1106C36F-F9E6-4C62-AE67-3EFBB9F3B8E3}" type="pres">
      <dgm:prSet presAssocID="{A1E4E351-6187-4D26-AC4B-EE4A3EE4DF7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2B022A8-16CA-44FE-8965-27FB1D0E6159}" type="presOf" srcId="{A1E4E351-6187-4D26-AC4B-EE4A3EE4DF73}" destId="{1106C36F-F9E6-4C62-AE67-3EFBB9F3B8E3}" srcOrd="0" destOrd="0" presId="urn:microsoft.com/office/officeart/2005/8/layout/hList6"/>
    <dgm:cxn modelId="{B025DFE0-C048-460F-812E-62B8B17C668C}" srcId="{38BD1702-1FC5-44C1-9381-9C45F741A50A}" destId="{86E47F26-B414-4394-8904-AD4690BF39AF}" srcOrd="1" destOrd="0" parTransId="{E7AD8B21-BD62-4BB6-8D59-564DC2F6E942}" sibTransId="{1C67D39E-25CD-43A1-8DF5-2A2060773DF5}"/>
    <dgm:cxn modelId="{9BC99C99-F15A-4EBF-B36D-59ECAF1208AE}" srcId="{38BD1702-1FC5-44C1-9381-9C45F741A50A}" destId="{A1E4E351-6187-4D26-AC4B-EE4A3EE4DF73}" srcOrd="2" destOrd="0" parTransId="{FBB3C8F3-5A8C-4B65-9639-818A19ACB747}" sibTransId="{71805AF6-73F5-4681-ACF2-B407C9D39FBA}"/>
    <dgm:cxn modelId="{33564164-F5A3-4157-834F-B5405F293D45}" type="presOf" srcId="{38BD1702-1FC5-44C1-9381-9C45F741A50A}" destId="{A2B2C0D3-A51C-4150-A809-47611C1BF50D}" srcOrd="0" destOrd="0" presId="urn:microsoft.com/office/officeart/2005/8/layout/hList6"/>
    <dgm:cxn modelId="{34C10C2D-615A-4313-88BE-A6D6D2170A2C}" type="presOf" srcId="{33339875-2AC7-4C5A-B882-03CF1F1ACD49}" destId="{7DDE4285-EEDD-4ACB-BA28-60F3C8EF42E3}" srcOrd="0" destOrd="0" presId="urn:microsoft.com/office/officeart/2005/8/layout/hList6"/>
    <dgm:cxn modelId="{1FF816BB-C17F-4ABA-8A9F-D9EE747C35C4}" type="presOf" srcId="{86E47F26-B414-4394-8904-AD4690BF39AF}" destId="{FA5167FD-2F9E-400C-8412-BE37E0652D76}" srcOrd="0" destOrd="0" presId="urn:microsoft.com/office/officeart/2005/8/layout/hList6"/>
    <dgm:cxn modelId="{14CA32C0-A3E6-46E7-9063-7C6CEC159C4F}" srcId="{38BD1702-1FC5-44C1-9381-9C45F741A50A}" destId="{33339875-2AC7-4C5A-B882-03CF1F1ACD49}" srcOrd="0" destOrd="0" parTransId="{3691FE19-9535-4D58-969E-8FCBF508D78E}" sibTransId="{00C67BCB-A232-46B8-ACE3-20D66C44A27F}"/>
    <dgm:cxn modelId="{6F54A9EB-723C-4D8D-9CAA-B380E16970F6}" type="presParOf" srcId="{A2B2C0D3-A51C-4150-A809-47611C1BF50D}" destId="{7DDE4285-EEDD-4ACB-BA28-60F3C8EF42E3}" srcOrd="0" destOrd="0" presId="urn:microsoft.com/office/officeart/2005/8/layout/hList6"/>
    <dgm:cxn modelId="{FCB34CD6-18B1-44FC-847A-B0E9575D4F57}" type="presParOf" srcId="{A2B2C0D3-A51C-4150-A809-47611C1BF50D}" destId="{D1C5B38A-539B-4EEA-A9A9-5C8E70F630FE}" srcOrd="1" destOrd="0" presId="urn:microsoft.com/office/officeart/2005/8/layout/hList6"/>
    <dgm:cxn modelId="{66D1E8C0-209A-433E-8713-DEAB7A12FFA4}" type="presParOf" srcId="{A2B2C0D3-A51C-4150-A809-47611C1BF50D}" destId="{FA5167FD-2F9E-400C-8412-BE37E0652D76}" srcOrd="2" destOrd="0" presId="urn:microsoft.com/office/officeart/2005/8/layout/hList6"/>
    <dgm:cxn modelId="{3B855F53-D5FF-4D58-9F87-9688E998F15C}" type="presParOf" srcId="{A2B2C0D3-A51C-4150-A809-47611C1BF50D}" destId="{EEA0918D-7868-4EC3-B30A-6423C9C01C22}" srcOrd="3" destOrd="0" presId="urn:microsoft.com/office/officeart/2005/8/layout/hList6"/>
    <dgm:cxn modelId="{F7803E84-AA63-45C5-A425-A31C1F155696}" type="presParOf" srcId="{A2B2C0D3-A51C-4150-A809-47611C1BF50D}" destId="{1106C36F-F9E6-4C62-AE67-3EFBB9F3B8E3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B5E4EB-3858-4298-93CC-4E8EBB20D59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05E07E3-38D8-4AC7-98F5-674CE5661503}">
      <dgm:prSet/>
      <dgm:spPr/>
      <dgm:t>
        <a:bodyPr/>
        <a:lstStyle/>
        <a:p>
          <a:pPr rtl="0"/>
          <a:r>
            <a:rPr lang="zh-CN" smtClean="0"/>
            <a:t>每年</a:t>
          </a:r>
          <a:r>
            <a:rPr lang="en-US" smtClean="0"/>
            <a:t>9</a:t>
          </a:r>
          <a:r>
            <a:rPr lang="zh-CN" smtClean="0"/>
            <a:t>月至次年</a:t>
          </a:r>
          <a:r>
            <a:rPr lang="en-US" smtClean="0"/>
            <a:t>1</a:t>
          </a:r>
          <a:r>
            <a:rPr lang="zh-CN" smtClean="0"/>
            <a:t>月</a:t>
          </a:r>
          <a:r>
            <a:rPr lang="en-US" smtClean="0"/>
            <a:t>31</a:t>
          </a:r>
          <a:r>
            <a:rPr lang="zh-CN" smtClean="0"/>
            <a:t>日</a:t>
          </a:r>
          <a:endParaRPr lang="zh-CN"/>
        </a:p>
      </dgm:t>
    </dgm:pt>
    <dgm:pt modelId="{8EA453A7-1F6A-4A11-B2E5-BE75691427DC}" type="parTrans" cxnId="{98C508DC-418E-4C8E-8060-4490C38553E2}">
      <dgm:prSet/>
      <dgm:spPr/>
      <dgm:t>
        <a:bodyPr/>
        <a:lstStyle/>
        <a:p>
          <a:endParaRPr lang="zh-CN" altLang="en-US"/>
        </a:p>
      </dgm:t>
    </dgm:pt>
    <dgm:pt modelId="{D3DEDBB7-027C-4F6B-B69E-6B0064F49BAC}" type="sibTrans" cxnId="{98C508DC-418E-4C8E-8060-4490C38553E2}">
      <dgm:prSet/>
      <dgm:spPr/>
      <dgm:t>
        <a:bodyPr/>
        <a:lstStyle/>
        <a:p>
          <a:endParaRPr lang="zh-CN" altLang="en-US"/>
        </a:p>
      </dgm:t>
    </dgm:pt>
    <dgm:pt modelId="{3C2AF2F0-4A77-423D-8C25-484041E4A8AC}">
      <dgm:prSet/>
      <dgm:spPr/>
      <dgm:t>
        <a:bodyPr/>
        <a:lstStyle/>
        <a:p>
          <a:pPr rtl="0"/>
          <a:r>
            <a:rPr lang="zh-CN" dirty="0" smtClean="0"/>
            <a:t>接受各项诺贝尔奖推荐的候选人</a:t>
          </a:r>
          <a:endParaRPr lang="zh-CN" dirty="0"/>
        </a:p>
      </dgm:t>
    </dgm:pt>
    <dgm:pt modelId="{AE17B54D-7085-42D2-BB73-7C02E2427749}" type="parTrans" cxnId="{DDC04765-7FD2-4191-81A9-724C07B0252E}">
      <dgm:prSet/>
      <dgm:spPr/>
      <dgm:t>
        <a:bodyPr/>
        <a:lstStyle/>
        <a:p>
          <a:endParaRPr lang="zh-CN" altLang="en-US"/>
        </a:p>
      </dgm:t>
    </dgm:pt>
    <dgm:pt modelId="{559B2ECF-8B60-41FC-8FFC-3C18A986A091}" type="sibTrans" cxnId="{DDC04765-7FD2-4191-81A9-724C07B0252E}">
      <dgm:prSet/>
      <dgm:spPr/>
      <dgm:t>
        <a:bodyPr/>
        <a:lstStyle/>
        <a:p>
          <a:endParaRPr lang="zh-CN" altLang="en-US"/>
        </a:p>
      </dgm:t>
    </dgm:pt>
    <dgm:pt modelId="{22199226-D90C-48F6-BED6-508F91886D86}">
      <dgm:prSet/>
      <dgm:spPr/>
      <dgm:t>
        <a:bodyPr/>
        <a:lstStyle/>
        <a:p>
          <a:pPr rtl="0"/>
          <a:r>
            <a:rPr lang="en-US" smtClean="0"/>
            <a:t>2</a:t>
          </a:r>
          <a:r>
            <a:rPr lang="zh-CN" smtClean="0"/>
            <a:t>月</a:t>
          </a:r>
          <a:r>
            <a:rPr lang="en-US" smtClean="0"/>
            <a:t>1</a:t>
          </a:r>
          <a:r>
            <a:rPr lang="zh-CN" smtClean="0"/>
            <a:t>日起</a:t>
          </a:r>
          <a:endParaRPr lang="zh-CN"/>
        </a:p>
      </dgm:t>
    </dgm:pt>
    <dgm:pt modelId="{A9DCCF14-9284-44ED-B45E-16300E9F3ADB}" type="parTrans" cxnId="{05F62FBC-B1E5-4A2D-8B41-C4E633ADE4B5}">
      <dgm:prSet/>
      <dgm:spPr/>
      <dgm:t>
        <a:bodyPr/>
        <a:lstStyle/>
        <a:p>
          <a:endParaRPr lang="zh-CN" altLang="en-US"/>
        </a:p>
      </dgm:t>
    </dgm:pt>
    <dgm:pt modelId="{BE8C776A-5B20-4824-96F8-DC9D68C73112}" type="sibTrans" cxnId="{05F62FBC-B1E5-4A2D-8B41-C4E633ADE4B5}">
      <dgm:prSet/>
      <dgm:spPr/>
      <dgm:t>
        <a:bodyPr/>
        <a:lstStyle/>
        <a:p>
          <a:endParaRPr lang="zh-CN" altLang="en-US"/>
        </a:p>
      </dgm:t>
    </dgm:pt>
    <dgm:pt modelId="{38E31E72-CF7A-4329-AF2F-834A882A3407}">
      <dgm:prSet/>
      <dgm:spPr/>
      <dgm:t>
        <a:bodyPr/>
        <a:lstStyle/>
        <a:p>
          <a:pPr rtl="0"/>
          <a:r>
            <a:rPr lang="zh-CN" dirty="0" smtClean="0"/>
            <a:t>各项诺贝尔奖评委会对推荐的候选人进行筛选、审定，工作情况严加保密</a:t>
          </a:r>
          <a:endParaRPr lang="zh-CN" dirty="0"/>
        </a:p>
      </dgm:t>
    </dgm:pt>
    <dgm:pt modelId="{5D534760-E60B-48DB-9E51-CE6C2E22A35E}" type="parTrans" cxnId="{52157F45-EE38-41A5-9585-6F50FB0A0237}">
      <dgm:prSet/>
      <dgm:spPr/>
      <dgm:t>
        <a:bodyPr/>
        <a:lstStyle/>
        <a:p>
          <a:endParaRPr lang="zh-CN" altLang="en-US"/>
        </a:p>
      </dgm:t>
    </dgm:pt>
    <dgm:pt modelId="{4FE1D891-3CBB-46C4-A8A5-62984C07C056}" type="sibTrans" cxnId="{52157F45-EE38-41A5-9585-6F50FB0A0237}">
      <dgm:prSet/>
      <dgm:spPr/>
      <dgm:t>
        <a:bodyPr/>
        <a:lstStyle/>
        <a:p>
          <a:endParaRPr lang="zh-CN" altLang="en-US"/>
        </a:p>
      </dgm:t>
    </dgm:pt>
    <dgm:pt modelId="{AF332857-AC97-4FFB-8F8C-2C9710231323}">
      <dgm:prSet/>
      <dgm:spPr/>
      <dgm:t>
        <a:bodyPr/>
        <a:lstStyle/>
        <a:p>
          <a:pPr rtl="0"/>
          <a:r>
            <a:rPr lang="en-US" smtClean="0"/>
            <a:t>10</a:t>
          </a:r>
          <a:r>
            <a:rPr lang="zh-CN" smtClean="0"/>
            <a:t>月中旬</a:t>
          </a:r>
          <a:endParaRPr lang="zh-CN"/>
        </a:p>
      </dgm:t>
    </dgm:pt>
    <dgm:pt modelId="{DCD8C8AA-DE55-4E4F-B75C-4DD9DF1369EC}" type="parTrans" cxnId="{4B089DEE-0474-46AA-A157-B56786F4BD70}">
      <dgm:prSet/>
      <dgm:spPr/>
      <dgm:t>
        <a:bodyPr/>
        <a:lstStyle/>
        <a:p>
          <a:endParaRPr lang="zh-CN" altLang="en-US"/>
        </a:p>
      </dgm:t>
    </dgm:pt>
    <dgm:pt modelId="{83564674-B270-460C-9027-052E15DB9D9E}" type="sibTrans" cxnId="{4B089DEE-0474-46AA-A157-B56786F4BD70}">
      <dgm:prSet/>
      <dgm:spPr/>
      <dgm:t>
        <a:bodyPr/>
        <a:lstStyle/>
        <a:p>
          <a:endParaRPr lang="zh-CN" altLang="en-US"/>
        </a:p>
      </dgm:t>
    </dgm:pt>
    <dgm:pt modelId="{FEA11485-8856-4A22-B4DA-0CD3E477E4F7}">
      <dgm:prSet/>
      <dgm:spPr/>
      <dgm:t>
        <a:bodyPr/>
        <a:lstStyle/>
        <a:p>
          <a:pPr rtl="0"/>
          <a:r>
            <a:rPr lang="zh-CN" dirty="0" smtClean="0"/>
            <a:t>公布各项诺贝尔奖获得者名单</a:t>
          </a:r>
          <a:endParaRPr lang="zh-CN" dirty="0"/>
        </a:p>
      </dgm:t>
    </dgm:pt>
    <dgm:pt modelId="{CB198A14-619E-4AAA-BF44-73F74B2DFC13}" type="parTrans" cxnId="{5D5758AE-A44E-403C-B8FB-85108519C809}">
      <dgm:prSet/>
      <dgm:spPr/>
      <dgm:t>
        <a:bodyPr/>
        <a:lstStyle/>
        <a:p>
          <a:endParaRPr lang="zh-CN" altLang="en-US"/>
        </a:p>
      </dgm:t>
    </dgm:pt>
    <dgm:pt modelId="{FA4DD963-4DC5-40B4-8E79-406A6C24ACF5}" type="sibTrans" cxnId="{5D5758AE-A44E-403C-B8FB-85108519C809}">
      <dgm:prSet/>
      <dgm:spPr/>
      <dgm:t>
        <a:bodyPr/>
        <a:lstStyle/>
        <a:p>
          <a:endParaRPr lang="zh-CN" altLang="en-US"/>
        </a:p>
      </dgm:t>
    </dgm:pt>
    <dgm:pt modelId="{2A3F069D-5297-4BC8-8A0E-9AB1C7F8E54D}">
      <dgm:prSet/>
      <dgm:spPr/>
      <dgm:t>
        <a:bodyPr/>
        <a:lstStyle/>
        <a:p>
          <a:pPr rtl="0"/>
          <a:r>
            <a:rPr lang="en-US" smtClean="0"/>
            <a:t>12</a:t>
          </a:r>
          <a:r>
            <a:rPr lang="zh-CN" smtClean="0"/>
            <a:t>月</a:t>
          </a:r>
          <a:r>
            <a:rPr lang="en-US" smtClean="0"/>
            <a:t>10</a:t>
          </a:r>
          <a:r>
            <a:rPr lang="zh-CN" smtClean="0"/>
            <a:t>日诺贝尔逝世纪念日</a:t>
          </a:r>
          <a:endParaRPr lang="zh-CN"/>
        </a:p>
      </dgm:t>
    </dgm:pt>
    <dgm:pt modelId="{32B90445-2D87-46DC-971D-4654D638093F}" type="parTrans" cxnId="{61D11A3A-CCAD-4143-84D5-3FCDB4272291}">
      <dgm:prSet/>
      <dgm:spPr/>
      <dgm:t>
        <a:bodyPr/>
        <a:lstStyle/>
        <a:p>
          <a:endParaRPr lang="zh-CN" altLang="en-US"/>
        </a:p>
      </dgm:t>
    </dgm:pt>
    <dgm:pt modelId="{D0983C37-1712-4338-AFF7-9F0AF49E820E}" type="sibTrans" cxnId="{61D11A3A-CCAD-4143-84D5-3FCDB4272291}">
      <dgm:prSet/>
      <dgm:spPr/>
      <dgm:t>
        <a:bodyPr/>
        <a:lstStyle/>
        <a:p>
          <a:endParaRPr lang="zh-CN" altLang="en-US"/>
        </a:p>
      </dgm:t>
    </dgm:pt>
    <dgm:pt modelId="{06157F65-FBB2-41AB-8D93-5A22D0A72364}">
      <dgm:prSet/>
      <dgm:spPr/>
      <dgm:t>
        <a:bodyPr/>
        <a:lstStyle/>
        <a:p>
          <a:pPr rtl="0"/>
          <a:r>
            <a:rPr lang="zh-CN" dirty="0" smtClean="0"/>
            <a:t>在斯德哥尔摩和奥斯陆分别举行诺贝尔奖颁发仪式，瑞典国王及王后出席并授奖</a:t>
          </a:r>
          <a:endParaRPr lang="zh-CN" dirty="0"/>
        </a:p>
      </dgm:t>
    </dgm:pt>
    <dgm:pt modelId="{5BDA352C-0602-41AF-8099-6688B59C2200}" type="parTrans" cxnId="{D99292E5-8034-42F6-83D4-E55BFD841FFF}">
      <dgm:prSet/>
      <dgm:spPr/>
      <dgm:t>
        <a:bodyPr/>
        <a:lstStyle/>
        <a:p>
          <a:endParaRPr lang="zh-CN" altLang="en-US"/>
        </a:p>
      </dgm:t>
    </dgm:pt>
    <dgm:pt modelId="{8FDF6936-8F31-4823-A91C-01C70FBB2EE4}" type="sibTrans" cxnId="{D99292E5-8034-42F6-83D4-E55BFD841FFF}">
      <dgm:prSet/>
      <dgm:spPr/>
      <dgm:t>
        <a:bodyPr/>
        <a:lstStyle/>
        <a:p>
          <a:endParaRPr lang="zh-CN" altLang="en-US"/>
        </a:p>
      </dgm:t>
    </dgm:pt>
    <dgm:pt modelId="{AC7F8EC5-433A-4216-96C6-9AB7676186AC}" type="pres">
      <dgm:prSet presAssocID="{0DB5E4EB-3858-4298-93CC-4E8EBB20D59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2D9BA93-CC41-4757-B0E0-CA416A8A1BF2}" type="pres">
      <dgm:prSet presAssocID="{0DB5E4EB-3858-4298-93CC-4E8EBB20D594}" presName="tSp" presStyleCnt="0"/>
      <dgm:spPr/>
    </dgm:pt>
    <dgm:pt modelId="{C41ADBE5-D308-4E09-8843-FF1181737C6E}" type="pres">
      <dgm:prSet presAssocID="{0DB5E4EB-3858-4298-93CC-4E8EBB20D594}" presName="bSp" presStyleCnt="0"/>
      <dgm:spPr/>
    </dgm:pt>
    <dgm:pt modelId="{445F78DB-793D-465E-A4BB-D561B80996A1}" type="pres">
      <dgm:prSet presAssocID="{0DB5E4EB-3858-4298-93CC-4E8EBB20D594}" presName="process" presStyleCnt="0"/>
      <dgm:spPr/>
    </dgm:pt>
    <dgm:pt modelId="{A2A6202D-4BD8-4D38-9E67-F5FE32FCAACD}" type="pres">
      <dgm:prSet presAssocID="{F05E07E3-38D8-4AC7-98F5-674CE5661503}" presName="composite1" presStyleCnt="0"/>
      <dgm:spPr/>
    </dgm:pt>
    <dgm:pt modelId="{F03CBF91-C238-40F2-81BA-CB2D5403DB22}" type="pres">
      <dgm:prSet presAssocID="{F05E07E3-38D8-4AC7-98F5-674CE5661503}" presName="dummyNode1" presStyleLbl="node1" presStyleIdx="0" presStyleCnt="4"/>
      <dgm:spPr/>
    </dgm:pt>
    <dgm:pt modelId="{A3C3423C-163A-498D-8F1E-9FEC3476478B}" type="pres">
      <dgm:prSet presAssocID="{F05E07E3-38D8-4AC7-98F5-674CE5661503}" presName="childNode1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06E0AE-8EAE-41E5-889F-7BFAB41CB5DC}" type="pres">
      <dgm:prSet presAssocID="{F05E07E3-38D8-4AC7-98F5-674CE5661503}" presName="childNode1tx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F367531-9B36-4704-B2CC-2B279BDD9D8D}" type="pres">
      <dgm:prSet presAssocID="{F05E07E3-38D8-4AC7-98F5-674CE5661503}" presName="parentNode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9DE992-8821-4519-AEDC-22B03740EA20}" type="pres">
      <dgm:prSet presAssocID="{F05E07E3-38D8-4AC7-98F5-674CE5661503}" presName="connSite1" presStyleCnt="0"/>
      <dgm:spPr/>
    </dgm:pt>
    <dgm:pt modelId="{DB18EF9E-0454-4340-910E-D826B8FB571C}" type="pres">
      <dgm:prSet presAssocID="{D3DEDBB7-027C-4F6B-B69E-6B0064F49BAC}" presName="Name9" presStyleLbl="sibTrans2D1" presStyleIdx="0" presStyleCnt="3"/>
      <dgm:spPr/>
      <dgm:t>
        <a:bodyPr/>
        <a:lstStyle/>
        <a:p>
          <a:endParaRPr lang="zh-CN" altLang="en-US"/>
        </a:p>
      </dgm:t>
    </dgm:pt>
    <dgm:pt modelId="{CBADD025-E656-4F1D-9B5A-0E8B38ABBD82}" type="pres">
      <dgm:prSet presAssocID="{22199226-D90C-48F6-BED6-508F91886D86}" presName="composite2" presStyleCnt="0"/>
      <dgm:spPr/>
    </dgm:pt>
    <dgm:pt modelId="{4408B233-DE1B-4E85-BC5E-6A7EA8F11733}" type="pres">
      <dgm:prSet presAssocID="{22199226-D90C-48F6-BED6-508F91886D86}" presName="dummyNode2" presStyleLbl="node1" presStyleIdx="0" presStyleCnt="4"/>
      <dgm:spPr/>
    </dgm:pt>
    <dgm:pt modelId="{BDF8EB4F-4F43-4247-AC2B-28E1C1AC5441}" type="pres">
      <dgm:prSet presAssocID="{22199226-D90C-48F6-BED6-508F91886D86}" presName="childNode2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DF9A69-2101-4E86-AA00-8F579A0537C6}" type="pres">
      <dgm:prSet presAssocID="{22199226-D90C-48F6-BED6-508F91886D86}" presName="childNode2tx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9FC31AB-6536-41A5-84DA-F6518F3DB662}" type="pres">
      <dgm:prSet presAssocID="{22199226-D90C-48F6-BED6-508F91886D86}" presName="parentNode2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2655287-BDFE-451F-ADA2-9BE6B69A7DBC}" type="pres">
      <dgm:prSet presAssocID="{22199226-D90C-48F6-BED6-508F91886D86}" presName="connSite2" presStyleCnt="0"/>
      <dgm:spPr/>
    </dgm:pt>
    <dgm:pt modelId="{C6FFDEA3-324C-4C74-9345-E1177B2BFA32}" type="pres">
      <dgm:prSet presAssocID="{BE8C776A-5B20-4824-96F8-DC9D68C73112}" presName="Name18" presStyleLbl="sibTrans2D1" presStyleIdx="1" presStyleCnt="3"/>
      <dgm:spPr/>
      <dgm:t>
        <a:bodyPr/>
        <a:lstStyle/>
        <a:p>
          <a:endParaRPr lang="zh-CN" altLang="en-US"/>
        </a:p>
      </dgm:t>
    </dgm:pt>
    <dgm:pt modelId="{C4CF902A-D1CE-465E-A8E2-96979F22A716}" type="pres">
      <dgm:prSet presAssocID="{AF332857-AC97-4FFB-8F8C-2C9710231323}" presName="composite1" presStyleCnt="0"/>
      <dgm:spPr/>
    </dgm:pt>
    <dgm:pt modelId="{B7EABF2C-86C1-46DE-9740-C3E9FD8AF366}" type="pres">
      <dgm:prSet presAssocID="{AF332857-AC97-4FFB-8F8C-2C9710231323}" presName="dummyNode1" presStyleLbl="node1" presStyleIdx="1" presStyleCnt="4"/>
      <dgm:spPr/>
    </dgm:pt>
    <dgm:pt modelId="{AF3A4455-7D1C-4C13-BDA5-07FCACBB112D}" type="pres">
      <dgm:prSet presAssocID="{AF332857-AC97-4FFB-8F8C-2C9710231323}" presName="childNode1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BD1451-590F-4BFF-ADA9-D2473CA6AEFC}" type="pres">
      <dgm:prSet presAssocID="{AF332857-AC97-4FFB-8F8C-2C9710231323}" presName="childNode1tx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74B223-958E-4B1B-8F92-A6E5F31532C3}" type="pres">
      <dgm:prSet presAssocID="{AF332857-AC97-4FFB-8F8C-2C9710231323}" presName="parentNode1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113636E-F681-44BF-95CE-1190CDE21567}" type="pres">
      <dgm:prSet presAssocID="{AF332857-AC97-4FFB-8F8C-2C9710231323}" presName="connSite1" presStyleCnt="0"/>
      <dgm:spPr/>
    </dgm:pt>
    <dgm:pt modelId="{870B66C4-AB49-41EA-BC24-A317360A3867}" type="pres">
      <dgm:prSet presAssocID="{83564674-B270-460C-9027-052E15DB9D9E}" presName="Name9" presStyleLbl="sibTrans2D1" presStyleIdx="2" presStyleCnt="3"/>
      <dgm:spPr/>
      <dgm:t>
        <a:bodyPr/>
        <a:lstStyle/>
        <a:p>
          <a:endParaRPr lang="zh-CN" altLang="en-US"/>
        </a:p>
      </dgm:t>
    </dgm:pt>
    <dgm:pt modelId="{E23D9E56-6F44-4DD9-AD94-7F6046639371}" type="pres">
      <dgm:prSet presAssocID="{2A3F069D-5297-4BC8-8A0E-9AB1C7F8E54D}" presName="composite2" presStyleCnt="0"/>
      <dgm:spPr/>
    </dgm:pt>
    <dgm:pt modelId="{66EE3E6E-8212-44D7-9B81-40984097B28D}" type="pres">
      <dgm:prSet presAssocID="{2A3F069D-5297-4BC8-8A0E-9AB1C7F8E54D}" presName="dummyNode2" presStyleLbl="node1" presStyleIdx="2" presStyleCnt="4"/>
      <dgm:spPr/>
    </dgm:pt>
    <dgm:pt modelId="{7BB39245-E9FD-4C2D-8144-EF0758B82ED9}" type="pres">
      <dgm:prSet presAssocID="{2A3F069D-5297-4BC8-8A0E-9AB1C7F8E54D}" presName="childNode2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2BB509D-DB21-4F04-B83D-E676ADCB6E49}" type="pres">
      <dgm:prSet presAssocID="{2A3F069D-5297-4BC8-8A0E-9AB1C7F8E54D}" presName="childNode2tx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CE8748B-0568-421A-9A22-52BC2ED8E2C9}" type="pres">
      <dgm:prSet presAssocID="{2A3F069D-5297-4BC8-8A0E-9AB1C7F8E54D}" presName="parentNode2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713D33-386B-44AB-87FF-0ACBD2A1EAD5}" type="pres">
      <dgm:prSet presAssocID="{2A3F069D-5297-4BC8-8A0E-9AB1C7F8E54D}" presName="connSite2" presStyleCnt="0"/>
      <dgm:spPr/>
    </dgm:pt>
  </dgm:ptLst>
  <dgm:cxnLst>
    <dgm:cxn modelId="{121BB7A6-6CAE-4617-9DC0-9DF45AC5570B}" type="presOf" srcId="{83564674-B270-460C-9027-052E15DB9D9E}" destId="{870B66C4-AB49-41EA-BC24-A317360A3867}" srcOrd="0" destOrd="0" presId="urn:microsoft.com/office/officeart/2005/8/layout/hProcess4"/>
    <dgm:cxn modelId="{4B089DEE-0474-46AA-A157-B56786F4BD70}" srcId="{0DB5E4EB-3858-4298-93CC-4E8EBB20D594}" destId="{AF332857-AC97-4FFB-8F8C-2C9710231323}" srcOrd="2" destOrd="0" parTransId="{DCD8C8AA-DE55-4E4F-B75C-4DD9DF1369EC}" sibTransId="{83564674-B270-460C-9027-052E15DB9D9E}"/>
    <dgm:cxn modelId="{F8560D44-6F23-40AC-B5A5-3B06059E1AF5}" type="presOf" srcId="{3C2AF2F0-4A77-423D-8C25-484041E4A8AC}" destId="{4B06E0AE-8EAE-41E5-889F-7BFAB41CB5DC}" srcOrd="1" destOrd="0" presId="urn:microsoft.com/office/officeart/2005/8/layout/hProcess4"/>
    <dgm:cxn modelId="{DDC04765-7FD2-4191-81A9-724C07B0252E}" srcId="{F05E07E3-38D8-4AC7-98F5-674CE5661503}" destId="{3C2AF2F0-4A77-423D-8C25-484041E4A8AC}" srcOrd="0" destOrd="0" parTransId="{AE17B54D-7085-42D2-BB73-7C02E2427749}" sibTransId="{559B2ECF-8B60-41FC-8FFC-3C18A986A091}"/>
    <dgm:cxn modelId="{D99292E5-8034-42F6-83D4-E55BFD841FFF}" srcId="{2A3F069D-5297-4BC8-8A0E-9AB1C7F8E54D}" destId="{06157F65-FBB2-41AB-8D93-5A22D0A72364}" srcOrd="0" destOrd="0" parTransId="{5BDA352C-0602-41AF-8099-6688B59C2200}" sibTransId="{8FDF6936-8F31-4823-A91C-01C70FBB2EE4}"/>
    <dgm:cxn modelId="{3FB4FB48-5755-47D9-A1AE-65276A3D5E6F}" type="presOf" srcId="{06157F65-FBB2-41AB-8D93-5A22D0A72364}" destId="{62BB509D-DB21-4F04-B83D-E676ADCB6E49}" srcOrd="1" destOrd="0" presId="urn:microsoft.com/office/officeart/2005/8/layout/hProcess4"/>
    <dgm:cxn modelId="{593C2B00-E4B0-42F4-8EE9-845BF1E2856B}" type="presOf" srcId="{22199226-D90C-48F6-BED6-508F91886D86}" destId="{A9FC31AB-6536-41A5-84DA-F6518F3DB662}" srcOrd="0" destOrd="0" presId="urn:microsoft.com/office/officeart/2005/8/layout/hProcess4"/>
    <dgm:cxn modelId="{0678A0AC-A21B-461F-92C0-DECE237D859D}" type="presOf" srcId="{F05E07E3-38D8-4AC7-98F5-674CE5661503}" destId="{DF367531-9B36-4704-B2CC-2B279BDD9D8D}" srcOrd="0" destOrd="0" presId="urn:microsoft.com/office/officeart/2005/8/layout/hProcess4"/>
    <dgm:cxn modelId="{5D5758AE-A44E-403C-B8FB-85108519C809}" srcId="{AF332857-AC97-4FFB-8F8C-2C9710231323}" destId="{FEA11485-8856-4A22-B4DA-0CD3E477E4F7}" srcOrd="0" destOrd="0" parTransId="{CB198A14-619E-4AAA-BF44-73F74B2DFC13}" sibTransId="{FA4DD963-4DC5-40B4-8E79-406A6C24ACF5}"/>
    <dgm:cxn modelId="{98C508DC-418E-4C8E-8060-4490C38553E2}" srcId="{0DB5E4EB-3858-4298-93CC-4E8EBB20D594}" destId="{F05E07E3-38D8-4AC7-98F5-674CE5661503}" srcOrd="0" destOrd="0" parTransId="{8EA453A7-1F6A-4A11-B2E5-BE75691427DC}" sibTransId="{D3DEDBB7-027C-4F6B-B69E-6B0064F49BAC}"/>
    <dgm:cxn modelId="{8154A576-74E1-4244-8515-CAB62966E49C}" type="presOf" srcId="{FEA11485-8856-4A22-B4DA-0CD3E477E4F7}" destId="{AF3A4455-7D1C-4C13-BDA5-07FCACBB112D}" srcOrd="0" destOrd="0" presId="urn:microsoft.com/office/officeart/2005/8/layout/hProcess4"/>
    <dgm:cxn modelId="{05F62FBC-B1E5-4A2D-8B41-C4E633ADE4B5}" srcId="{0DB5E4EB-3858-4298-93CC-4E8EBB20D594}" destId="{22199226-D90C-48F6-BED6-508F91886D86}" srcOrd="1" destOrd="0" parTransId="{A9DCCF14-9284-44ED-B45E-16300E9F3ADB}" sibTransId="{BE8C776A-5B20-4824-96F8-DC9D68C73112}"/>
    <dgm:cxn modelId="{980438A9-C5E5-41E4-A882-6193D2922037}" type="presOf" srcId="{2A3F069D-5297-4BC8-8A0E-9AB1C7F8E54D}" destId="{1CE8748B-0568-421A-9A22-52BC2ED8E2C9}" srcOrd="0" destOrd="0" presId="urn:microsoft.com/office/officeart/2005/8/layout/hProcess4"/>
    <dgm:cxn modelId="{61D11A3A-CCAD-4143-84D5-3FCDB4272291}" srcId="{0DB5E4EB-3858-4298-93CC-4E8EBB20D594}" destId="{2A3F069D-5297-4BC8-8A0E-9AB1C7F8E54D}" srcOrd="3" destOrd="0" parTransId="{32B90445-2D87-46DC-971D-4654D638093F}" sibTransId="{D0983C37-1712-4338-AFF7-9F0AF49E820E}"/>
    <dgm:cxn modelId="{41964D2D-DA67-4E38-A2B5-6C3ADAD9BF60}" type="presOf" srcId="{AF332857-AC97-4FFB-8F8C-2C9710231323}" destId="{1574B223-958E-4B1B-8F92-A6E5F31532C3}" srcOrd="0" destOrd="0" presId="urn:microsoft.com/office/officeart/2005/8/layout/hProcess4"/>
    <dgm:cxn modelId="{87BB60AA-CD8E-4B04-8F8D-F12983DCD20E}" type="presOf" srcId="{38E31E72-CF7A-4329-AF2F-834A882A3407}" destId="{BDF8EB4F-4F43-4247-AC2B-28E1C1AC5441}" srcOrd="0" destOrd="0" presId="urn:microsoft.com/office/officeart/2005/8/layout/hProcess4"/>
    <dgm:cxn modelId="{52157F45-EE38-41A5-9585-6F50FB0A0237}" srcId="{22199226-D90C-48F6-BED6-508F91886D86}" destId="{38E31E72-CF7A-4329-AF2F-834A882A3407}" srcOrd="0" destOrd="0" parTransId="{5D534760-E60B-48DB-9E51-CE6C2E22A35E}" sibTransId="{4FE1D891-3CBB-46C4-A8A5-62984C07C056}"/>
    <dgm:cxn modelId="{4F4E1BB7-1317-4C55-96B9-7FA6E124AE14}" type="presOf" srcId="{0DB5E4EB-3858-4298-93CC-4E8EBB20D594}" destId="{AC7F8EC5-433A-4216-96C6-9AB7676186AC}" srcOrd="0" destOrd="0" presId="urn:microsoft.com/office/officeart/2005/8/layout/hProcess4"/>
    <dgm:cxn modelId="{057A2598-3530-4486-ABA6-3AA7E2C1C8D7}" type="presOf" srcId="{FEA11485-8856-4A22-B4DA-0CD3E477E4F7}" destId="{C8BD1451-590F-4BFF-ADA9-D2473CA6AEFC}" srcOrd="1" destOrd="0" presId="urn:microsoft.com/office/officeart/2005/8/layout/hProcess4"/>
    <dgm:cxn modelId="{F6A13351-2966-41E8-A881-522A53089730}" type="presOf" srcId="{38E31E72-CF7A-4329-AF2F-834A882A3407}" destId="{55DF9A69-2101-4E86-AA00-8F579A0537C6}" srcOrd="1" destOrd="0" presId="urn:microsoft.com/office/officeart/2005/8/layout/hProcess4"/>
    <dgm:cxn modelId="{F9ACABFD-AF4E-4B39-9BDC-693462ED1A38}" type="presOf" srcId="{06157F65-FBB2-41AB-8D93-5A22D0A72364}" destId="{7BB39245-E9FD-4C2D-8144-EF0758B82ED9}" srcOrd="0" destOrd="0" presId="urn:microsoft.com/office/officeart/2005/8/layout/hProcess4"/>
    <dgm:cxn modelId="{2A8A7EEF-D14C-453E-8F6E-91E6D6C550FE}" type="presOf" srcId="{D3DEDBB7-027C-4F6B-B69E-6B0064F49BAC}" destId="{DB18EF9E-0454-4340-910E-D826B8FB571C}" srcOrd="0" destOrd="0" presId="urn:microsoft.com/office/officeart/2005/8/layout/hProcess4"/>
    <dgm:cxn modelId="{9AF69AF3-3922-43F2-9A9D-A637D34200FD}" type="presOf" srcId="{3C2AF2F0-4A77-423D-8C25-484041E4A8AC}" destId="{A3C3423C-163A-498D-8F1E-9FEC3476478B}" srcOrd="0" destOrd="0" presId="urn:microsoft.com/office/officeart/2005/8/layout/hProcess4"/>
    <dgm:cxn modelId="{A9E5C11A-E2DE-4E7D-8800-3D0E02C5B0EE}" type="presOf" srcId="{BE8C776A-5B20-4824-96F8-DC9D68C73112}" destId="{C6FFDEA3-324C-4C74-9345-E1177B2BFA32}" srcOrd="0" destOrd="0" presId="urn:microsoft.com/office/officeart/2005/8/layout/hProcess4"/>
    <dgm:cxn modelId="{FFDD3A63-EC12-4ED0-93EA-8077DF9354CF}" type="presParOf" srcId="{AC7F8EC5-433A-4216-96C6-9AB7676186AC}" destId="{E2D9BA93-CC41-4757-B0E0-CA416A8A1BF2}" srcOrd="0" destOrd="0" presId="urn:microsoft.com/office/officeart/2005/8/layout/hProcess4"/>
    <dgm:cxn modelId="{365875D7-1294-4838-AF30-91E1A1F3183F}" type="presParOf" srcId="{AC7F8EC5-433A-4216-96C6-9AB7676186AC}" destId="{C41ADBE5-D308-4E09-8843-FF1181737C6E}" srcOrd="1" destOrd="0" presId="urn:microsoft.com/office/officeart/2005/8/layout/hProcess4"/>
    <dgm:cxn modelId="{ADCE6F77-B127-48B2-99A0-A2B9EE3A3253}" type="presParOf" srcId="{AC7F8EC5-433A-4216-96C6-9AB7676186AC}" destId="{445F78DB-793D-465E-A4BB-D561B80996A1}" srcOrd="2" destOrd="0" presId="urn:microsoft.com/office/officeart/2005/8/layout/hProcess4"/>
    <dgm:cxn modelId="{192EDEDD-66DE-4ACD-91C8-3533D066EAA9}" type="presParOf" srcId="{445F78DB-793D-465E-A4BB-D561B80996A1}" destId="{A2A6202D-4BD8-4D38-9E67-F5FE32FCAACD}" srcOrd="0" destOrd="0" presId="urn:microsoft.com/office/officeart/2005/8/layout/hProcess4"/>
    <dgm:cxn modelId="{7FF12410-3A50-479A-9026-EE0039F7BD15}" type="presParOf" srcId="{A2A6202D-4BD8-4D38-9E67-F5FE32FCAACD}" destId="{F03CBF91-C238-40F2-81BA-CB2D5403DB22}" srcOrd="0" destOrd="0" presId="urn:microsoft.com/office/officeart/2005/8/layout/hProcess4"/>
    <dgm:cxn modelId="{19C0D3E9-0DAF-4584-8961-0DAB7A838D9D}" type="presParOf" srcId="{A2A6202D-4BD8-4D38-9E67-F5FE32FCAACD}" destId="{A3C3423C-163A-498D-8F1E-9FEC3476478B}" srcOrd="1" destOrd="0" presId="urn:microsoft.com/office/officeart/2005/8/layout/hProcess4"/>
    <dgm:cxn modelId="{44ED9687-051B-41A8-B2C2-2B6BA484729A}" type="presParOf" srcId="{A2A6202D-4BD8-4D38-9E67-F5FE32FCAACD}" destId="{4B06E0AE-8EAE-41E5-889F-7BFAB41CB5DC}" srcOrd="2" destOrd="0" presId="urn:microsoft.com/office/officeart/2005/8/layout/hProcess4"/>
    <dgm:cxn modelId="{05F442D2-8930-4694-99FC-EB4E7535B5CA}" type="presParOf" srcId="{A2A6202D-4BD8-4D38-9E67-F5FE32FCAACD}" destId="{DF367531-9B36-4704-B2CC-2B279BDD9D8D}" srcOrd="3" destOrd="0" presId="urn:microsoft.com/office/officeart/2005/8/layout/hProcess4"/>
    <dgm:cxn modelId="{B101645A-F220-4DFE-AA25-FF51D02D6D88}" type="presParOf" srcId="{A2A6202D-4BD8-4D38-9E67-F5FE32FCAACD}" destId="{869DE992-8821-4519-AEDC-22B03740EA20}" srcOrd="4" destOrd="0" presId="urn:microsoft.com/office/officeart/2005/8/layout/hProcess4"/>
    <dgm:cxn modelId="{A6042368-B402-4416-9796-0729E32139FC}" type="presParOf" srcId="{445F78DB-793D-465E-A4BB-D561B80996A1}" destId="{DB18EF9E-0454-4340-910E-D826B8FB571C}" srcOrd="1" destOrd="0" presId="urn:microsoft.com/office/officeart/2005/8/layout/hProcess4"/>
    <dgm:cxn modelId="{EDDE8420-A32F-41AF-ACFE-242B7B97CDD7}" type="presParOf" srcId="{445F78DB-793D-465E-A4BB-D561B80996A1}" destId="{CBADD025-E656-4F1D-9B5A-0E8B38ABBD82}" srcOrd="2" destOrd="0" presId="urn:microsoft.com/office/officeart/2005/8/layout/hProcess4"/>
    <dgm:cxn modelId="{B46D9C5F-39EC-4CA4-8F83-C721E5F11D64}" type="presParOf" srcId="{CBADD025-E656-4F1D-9B5A-0E8B38ABBD82}" destId="{4408B233-DE1B-4E85-BC5E-6A7EA8F11733}" srcOrd="0" destOrd="0" presId="urn:microsoft.com/office/officeart/2005/8/layout/hProcess4"/>
    <dgm:cxn modelId="{27B493AF-F2FC-4939-8B36-B71C41228A44}" type="presParOf" srcId="{CBADD025-E656-4F1D-9B5A-0E8B38ABBD82}" destId="{BDF8EB4F-4F43-4247-AC2B-28E1C1AC5441}" srcOrd="1" destOrd="0" presId="urn:microsoft.com/office/officeart/2005/8/layout/hProcess4"/>
    <dgm:cxn modelId="{CFA738B7-A94D-4A6A-9E54-1FFD679390BD}" type="presParOf" srcId="{CBADD025-E656-4F1D-9B5A-0E8B38ABBD82}" destId="{55DF9A69-2101-4E86-AA00-8F579A0537C6}" srcOrd="2" destOrd="0" presId="urn:microsoft.com/office/officeart/2005/8/layout/hProcess4"/>
    <dgm:cxn modelId="{26C6B751-05CE-4C5F-A729-4D4380014B02}" type="presParOf" srcId="{CBADD025-E656-4F1D-9B5A-0E8B38ABBD82}" destId="{A9FC31AB-6536-41A5-84DA-F6518F3DB662}" srcOrd="3" destOrd="0" presId="urn:microsoft.com/office/officeart/2005/8/layout/hProcess4"/>
    <dgm:cxn modelId="{C19F7039-CBCE-4D58-90F1-FEDBE53D02E6}" type="presParOf" srcId="{CBADD025-E656-4F1D-9B5A-0E8B38ABBD82}" destId="{F2655287-BDFE-451F-ADA2-9BE6B69A7DBC}" srcOrd="4" destOrd="0" presId="urn:microsoft.com/office/officeart/2005/8/layout/hProcess4"/>
    <dgm:cxn modelId="{2346B070-E35A-489A-8AD9-02D796A19A4A}" type="presParOf" srcId="{445F78DB-793D-465E-A4BB-D561B80996A1}" destId="{C6FFDEA3-324C-4C74-9345-E1177B2BFA32}" srcOrd="3" destOrd="0" presId="urn:microsoft.com/office/officeart/2005/8/layout/hProcess4"/>
    <dgm:cxn modelId="{2CFF11BB-538D-46DE-B286-55B608B3F978}" type="presParOf" srcId="{445F78DB-793D-465E-A4BB-D561B80996A1}" destId="{C4CF902A-D1CE-465E-A8E2-96979F22A716}" srcOrd="4" destOrd="0" presId="urn:microsoft.com/office/officeart/2005/8/layout/hProcess4"/>
    <dgm:cxn modelId="{7716A32A-F686-464E-BA9D-1522CB4B1AF1}" type="presParOf" srcId="{C4CF902A-D1CE-465E-A8E2-96979F22A716}" destId="{B7EABF2C-86C1-46DE-9740-C3E9FD8AF366}" srcOrd="0" destOrd="0" presId="urn:microsoft.com/office/officeart/2005/8/layout/hProcess4"/>
    <dgm:cxn modelId="{635E2A88-6003-4EA2-81C8-0D1F2F918358}" type="presParOf" srcId="{C4CF902A-D1CE-465E-A8E2-96979F22A716}" destId="{AF3A4455-7D1C-4C13-BDA5-07FCACBB112D}" srcOrd="1" destOrd="0" presId="urn:microsoft.com/office/officeart/2005/8/layout/hProcess4"/>
    <dgm:cxn modelId="{29B7131F-A05B-418E-BB14-73746A18382A}" type="presParOf" srcId="{C4CF902A-D1CE-465E-A8E2-96979F22A716}" destId="{C8BD1451-590F-4BFF-ADA9-D2473CA6AEFC}" srcOrd="2" destOrd="0" presId="urn:microsoft.com/office/officeart/2005/8/layout/hProcess4"/>
    <dgm:cxn modelId="{A7E99E44-1361-4708-AD27-A39C898036BC}" type="presParOf" srcId="{C4CF902A-D1CE-465E-A8E2-96979F22A716}" destId="{1574B223-958E-4B1B-8F92-A6E5F31532C3}" srcOrd="3" destOrd="0" presId="urn:microsoft.com/office/officeart/2005/8/layout/hProcess4"/>
    <dgm:cxn modelId="{1A19399C-4D9B-4B75-BD55-90F6FBF5A612}" type="presParOf" srcId="{C4CF902A-D1CE-465E-A8E2-96979F22A716}" destId="{9113636E-F681-44BF-95CE-1190CDE21567}" srcOrd="4" destOrd="0" presId="urn:microsoft.com/office/officeart/2005/8/layout/hProcess4"/>
    <dgm:cxn modelId="{CD1B89D8-A26D-4567-B98C-923C2D85A4F8}" type="presParOf" srcId="{445F78DB-793D-465E-A4BB-D561B80996A1}" destId="{870B66C4-AB49-41EA-BC24-A317360A3867}" srcOrd="5" destOrd="0" presId="urn:microsoft.com/office/officeart/2005/8/layout/hProcess4"/>
    <dgm:cxn modelId="{B0C5C913-CDB2-48F3-BF62-988AF9D95E7C}" type="presParOf" srcId="{445F78DB-793D-465E-A4BB-D561B80996A1}" destId="{E23D9E56-6F44-4DD9-AD94-7F6046639371}" srcOrd="6" destOrd="0" presId="urn:microsoft.com/office/officeart/2005/8/layout/hProcess4"/>
    <dgm:cxn modelId="{9D645E5E-E2AD-4282-9179-67933F55829F}" type="presParOf" srcId="{E23D9E56-6F44-4DD9-AD94-7F6046639371}" destId="{66EE3E6E-8212-44D7-9B81-40984097B28D}" srcOrd="0" destOrd="0" presId="urn:microsoft.com/office/officeart/2005/8/layout/hProcess4"/>
    <dgm:cxn modelId="{7523D197-32C4-4AA9-B1B3-29193840EBDA}" type="presParOf" srcId="{E23D9E56-6F44-4DD9-AD94-7F6046639371}" destId="{7BB39245-E9FD-4C2D-8144-EF0758B82ED9}" srcOrd="1" destOrd="0" presId="urn:microsoft.com/office/officeart/2005/8/layout/hProcess4"/>
    <dgm:cxn modelId="{EDA3BBA6-36DF-4325-8B2F-85D71E27955C}" type="presParOf" srcId="{E23D9E56-6F44-4DD9-AD94-7F6046639371}" destId="{62BB509D-DB21-4F04-B83D-E676ADCB6E49}" srcOrd="2" destOrd="0" presId="urn:microsoft.com/office/officeart/2005/8/layout/hProcess4"/>
    <dgm:cxn modelId="{86FAA116-C314-4928-8816-A21D9F378CDF}" type="presParOf" srcId="{E23D9E56-6F44-4DD9-AD94-7F6046639371}" destId="{1CE8748B-0568-421A-9A22-52BC2ED8E2C9}" srcOrd="3" destOrd="0" presId="urn:microsoft.com/office/officeart/2005/8/layout/hProcess4"/>
    <dgm:cxn modelId="{4A02D9A7-C096-44E3-8FCA-DCB41F72590F}" type="presParOf" srcId="{E23D9E56-6F44-4DD9-AD94-7F6046639371}" destId="{28713D33-386B-44AB-87FF-0ACBD2A1EAD5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E4285-EEDD-4ACB-BA28-60F3C8EF42E3}">
      <dsp:nvSpPr>
        <dsp:cNvPr id="0" name=""/>
        <dsp:cNvSpPr/>
      </dsp:nvSpPr>
      <dsp:spPr>
        <a:xfrm rot="16200000">
          <a:off x="-827658" y="828574"/>
          <a:ext cx="4041162" cy="238401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6865" bIns="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700" kern="1200" smtClean="0"/>
            <a:t>关于诺贝尔奖</a:t>
          </a:r>
          <a:endParaRPr lang="zh-CN" sz="3700" kern="1200"/>
        </a:p>
      </dsp:txBody>
      <dsp:txXfrm rot="5400000">
        <a:off x="917" y="808231"/>
        <a:ext cx="2384012" cy="2424698"/>
      </dsp:txXfrm>
    </dsp:sp>
    <dsp:sp modelId="{FA5167FD-2F9E-400C-8412-BE37E0652D76}">
      <dsp:nvSpPr>
        <dsp:cNvPr id="0" name=""/>
        <dsp:cNvSpPr/>
      </dsp:nvSpPr>
      <dsp:spPr>
        <a:xfrm rot="16200000">
          <a:off x="1735155" y="828574"/>
          <a:ext cx="4041162" cy="238401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6865" bIns="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700" kern="1200" smtClean="0"/>
            <a:t>诺贝尔奖历史上的趣闻</a:t>
          </a:r>
          <a:endParaRPr lang="zh-CN" sz="3700" kern="1200"/>
        </a:p>
      </dsp:txBody>
      <dsp:txXfrm rot="5400000">
        <a:off x="2563730" y="808231"/>
        <a:ext cx="2384012" cy="2424698"/>
      </dsp:txXfrm>
    </dsp:sp>
    <dsp:sp modelId="{1106C36F-F9E6-4C62-AE67-3EFBB9F3B8E3}">
      <dsp:nvSpPr>
        <dsp:cNvPr id="0" name=""/>
        <dsp:cNvSpPr/>
      </dsp:nvSpPr>
      <dsp:spPr>
        <a:xfrm rot="16200000">
          <a:off x="4297968" y="828574"/>
          <a:ext cx="4041162" cy="238401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6865" bIns="0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700" kern="1200" smtClean="0"/>
            <a:t>诺贝尔奖证书，每张都是一幅画！</a:t>
          </a:r>
          <a:endParaRPr lang="zh-CN" sz="3700" kern="1200"/>
        </a:p>
      </dsp:txBody>
      <dsp:txXfrm rot="5400000">
        <a:off x="5126543" y="808231"/>
        <a:ext cx="2384012" cy="2424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C3423C-163A-498D-8F1E-9FEC3476478B}">
      <dsp:nvSpPr>
        <dsp:cNvPr id="0" name=""/>
        <dsp:cNvSpPr/>
      </dsp:nvSpPr>
      <dsp:spPr>
        <a:xfrm>
          <a:off x="48" y="1390175"/>
          <a:ext cx="1528643" cy="1260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100" kern="1200" dirty="0" smtClean="0"/>
            <a:t>接受各项诺贝尔奖推荐的候选人</a:t>
          </a:r>
          <a:endParaRPr lang="zh-CN" sz="1100" kern="1200" dirty="0"/>
        </a:p>
      </dsp:txBody>
      <dsp:txXfrm>
        <a:off x="29063" y="1419190"/>
        <a:ext cx="1470613" cy="932607"/>
      </dsp:txXfrm>
    </dsp:sp>
    <dsp:sp modelId="{DB18EF9E-0454-4340-910E-D826B8FB571C}">
      <dsp:nvSpPr>
        <dsp:cNvPr id="0" name=""/>
        <dsp:cNvSpPr/>
      </dsp:nvSpPr>
      <dsp:spPr>
        <a:xfrm>
          <a:off x="863367" y="1705765"/>
          <a:ext cx="1663200" cy="1663200"/>
        </a:xfrm>
        <a:prstGeom prst="leftCircularArrow">
          <a:avLst>
            <a:gd name="adj1" fmla="val 3019"/>
            <a:gd name="adj2" fmla="val 370394"/>
            <a:gd name="adj3" fmla="val 2145904"/>
            <a:gd name="adj4" fmla="val 9024489"/>
            <a:gd name="adj5" fmla="val 352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67531-9B36-4704-B2CC-2B279BDD9D8D}">
      <dsp:nvSpPr>
        <dsp:cNvPr id="0" name=""/>
        <dsp:cNvSpPr/>
      </dsp:nvSpPr>
      <dsp:spPr>
        <a:xfrm>
          <a:off x="339747" y="2380812"/>
          <a:ext cx="1358793" cy="540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500" kern="1200" smtClean="0"/>
            <a:t>每年</a:t>
          </a:r>
          <a:r>
            <a:rPr lang="en-US" sz="1500" kern="1200" smtClean="0"/>
            <a:t>9</a:t>
          </a:r>
          <a:r>
            <a:rPr lang="zh-CN" sz="1500" kern="1200" smtClean="0"/>
            <a:t>月至次年</a:t>
          </a:r>
          <a:r>
            <a:rPr lang="en-US" sz="1500" kern="1200" smtClean="0"/>
            <a:t>1</a:t>
          </a:r>
          <a:r>
            <a:rPr lang="zh-CN" sz="1500" kern="1200" smtClean="0"/>
            <a:t>月</a:t>
          </a:r>
          <a:r>
            <a:rPr lang="en-US" sz="1500" kern="1200" smtClean="0"/>
            <a:t>31</a:t>
          </a:r>
          <a:r>
            <a:rPr lang="zh-CN" sz="1500" kern="1200" smtClean="0"/>
            <a:t>日</a:t>
          </a:r>
          <a:endParaRPr lang="zh-CN" sz="1500" kern="1200"/>
        </a:p>
      </dsp:txBody>
      <dsp:txXfrm>
        <a:off x="355573" y="2396638"/>
        <a:ext cx="1327141" cy="508695"/>
      </dsp:txXfrm>
    </dsp:sp>
    <dsp:sp modelId="{BDF8EB4F-4F43-4247-AC2B-28E1C1AC5441}">
      <dsp:nvSpPr>
        <dsp:cNvPr id="0" name=""/>
        <dsp:cNvSpPr/>
      </dsp:nvSpPr>
      <dsp:spPr>
        <a:xfrm>
          <a:off x="1937676" y="1390175"/>
          <a:ext cx="1528643" cy="1260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100" kern="1200" dirty="0" smtClean="0"/>
            <a:t>各项诺贝尔奖评委会对推荐的候选人进行筛选、审定，工作情况严加保密</a:t>
          </a:r>
          <a:endParaRPr lang="zh-CN" sz="1100" kern="1200" dirty="0"/>
        </a:p>
      </dsp:txBody>
      <dsp:txXfrm>
        <a:off x="1966691" y="1689364"/>
        <a:ext cx="1470613" cy="932607"/>
      </dsp:txXfrm>
    </dsp:sp>
    <dsp:sp modelId="{C6FFDEA3-324C-4C74-9345-E1177B2BFA32}">
      <dsp:nvSpPr>
        <dsp:cNvPr id="0" name=""/>
        <dsp:cNvSpPr/>
      </dsp:nvSpPr>
      <dsp:spPr>
        <a:xfrm>
          <a:off x="2788256" y="622760"/>
          <a:ext cx="1858527" cy="1858527"/>
        </a:xfrm>
        <a:prstGeom prst="circularArrow">
          <a:avLst>
            <a:gd name="adj1" fmla="val 2702"/>
            <a:gd name="adj2" fmla="val 329012"/>
            <a:gd name="adj3" fmla="val 19495477"/>
            <a:gd name="adj4" fmla="val 12575511"/>
            <a:gd name="adj5" fmla="val 315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C31AB-6536-41A5-84DA-F6518F3DB662}">
      <dsp:nvSpPr>
        <dsp:cNvPr id="0" name=""/>
        <dsp:cNvSpPr/>
      </dsp:nvSpPr>
      <dsp:spPr>
        <a:xfrm>
          <a:off x="2277374" y="1120001"/>
          <a:ext cx="1358793" cy="540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2</a:t>
          </a:r>
          <a:r>
            <a:rPr lang="zh-CN" sz="1500" kern="1200" smtClean="0"/>
            <a:t>月</a:t>
          </a:r>
          <a:r>
            <a:rPr lang="en-US" sz="1500" kern="1200" smtClean="0"/>
            <a:t>1</a:t>
          </a:r>
          <a:r>
            <a:rPr lang="zh-CN" sz="1500" kern="1200" smtClean="0"/>
            <a:t>日起</a:t>
          </a:r>
          <a:endParaRPr lang="zh-CN" sz="1500" kern="1200"/>
        </a:p>
      </dsp:txBody>
      <dsp:txXfrm>
        <a:off x="2293200" y="1135827"/>
        <a:ext cx="1327141" cy="508695"/>
      </dsp:txXfrm>
    </dsp:sp>
    <dsp:sp modelId="{AF3A4455-7D1C-4C13-BDA5-07FCACBB112D}">
      <dsp:nvSpPr>
        <dsp:cNvPr id="0" name=""/>
        <dsp:cNvSpPr/>
      </dsp:nvSpPr>
      <dsp:spPr>
        <a:xfrm>
          <a:off x="3875303" y="1390175"/>
          <a:ext cx="1528643" cy="1260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100" kern="1200" dirty="0" smtClean="0"/>
            <a:t>公布各项诺贝尔奖获得者名单</a:t>
          </a:r>
          <a:endParaRPr lang="zh-CN" sz="1100" kern="1200" dirty="0"/>
        </a:p>
      </dsp:txBody>
      <dsp:txXfrm>
        <a:off x="3904318" y="1419190"/>
        <a:ext cx="1470613" cy="932607"/>
      </dsp:txXfrm>
    </dsp:sp>
    <dsp:sp modelId="{870B66C4-AB49-41EA-BC24-A317360A3867}">
      <dsp:nvSpPr>
        <dsp:cNvPr id="0" name=""/>
        <dsp:cNvSpPr/>
      </dsp:nvSpPr>
      <dsp:spPr>
        <a:xfrm>
          <a:off x="4738622" y="1705765"/>
          <a:ext cx="1663200" cy="1663200"/>
        </a:xfrm>
        <a:prstGeom prst="leftCircularArrow">
          <a:avLst>
            <a:gd name="adj1" fmla="val 3019"/>
            <a:gd name="adj2" fmla="val 370394"/>
            <a:gd name="adj3" fmla="val 2145904"/>
            <a:gd name="adj4" fmla="val 9024489"/>
            <a:gd name="adj5" fmla="val 352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4B223-958E-4B1B-8F92-A6E5F31532C3}">
      <dsp:nvSpPr>
        <dsp:cNvPr id="0" name=""/>
        <dsp:cNvSpPr/>
      </dsp:nvSpPr>
      <dsp:spPr>
        <a:xfrm>
          <a:off x="4215001" y="2380812"/>
          <a:ext cx="1358793" cy="540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10</a:t>
          </a:r>
          <a:r>
            <a:rPr lang="zh-CN" sz="1500" kern="1200" smtClean="0"/>
            <a:t>月中旬</a:t>
          </a:r>
          <a:endParaRPr lang="zh-CN" sz="1500" kern="1200"/>
        </a:p>
      </dsp:txBody>
      <dsp:txXfrm>
        <a:off x="4230827" y="2396638"/>
        <a:ext cx="1327141" cy="508695"/>
      </dsp:txXfrm>
    </dsp:sp>
    <dsp:sp modelId="{7BB39245-E9FD-4C2D-8144-EF0758B82ED9}">
      <dsp:nvSpPr>
        <dsp:cNvPr id="0" name=""/>
        <dsp:cNvSpPr/>
      </dsp:nvSpPr>
      <dsp:spPr>
        <a:xfrm>
          <a:off x="5812930" y="1390175"/>
          <a:ext cx="1528643" cy="12608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sz="1100" kern="1200" dirty="0" smtClean="0"/>
            <a:t>在斯德哥尔摩和奥斯陆分别举行诺贝尔奖颁发仪式，瑞典国王及王后出席并授奖</a:t>
          </a:r>
          <a:endParaRPr lang="zh-CN" sz="1100" kern="1200" dirty="0"/>
        </a:p>
      </dsp:txBody>
      <dsp:txXfrm>
        <a:off x="5841945" y="1689364"/>
        <a:ext cx="1470613" cy="932607"/>
      </dsp:txXfrm>
    </dsp:sp>
    <dsp:sp modelId="{1CE8748B-0568-421A-9A22-52BC2ED8E2C9}">
      <dsp:nvSpPr>
        <dsp:cNvPr id="0" name=""/>
        <dsp:cNvSpPr/>
      </dsp:nvSpPr>
      <dsp:spPr>
        <a:xfrm>
          <a:off x="6152629" y="1120001"/>
          <a:ext cx="1358793" cy="5403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smtClean="0"/>
            <a:t>12</a:t>
          </a:r>
          <a:r>
            <a:rPr lang="zh-CN" sz="1500" kern="1200" smtClean="0"/>
            <a:t>月</a:t>
          </a:r>
          <a:r>
            <a:rPr lang="en-US" sz="1500" kern="1200" smtClean="0"/>
            <a:t>10</a:t>
          </a:r>
          <a:r>
            <a:rPr lang="zh-CN" sz="1500" kern="1200" smtClean="0"/>
            <a:t>日诺贝尔逝世纪念日</a:t>
          </a:r>
          <a:endParaRPr lang="zh-CN" sz="1500" kern="1200"/>
        </a:p>
      </dsp:txBody>
      <dsp:txXfrm>
        <a:off x="6168455" y="1135827"/>
        <a:ext cx="1327141" cy="508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1F448-7B3D-43E3-846C-81B2C86DF3EF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36397-9FBF-4445-B27A-55D4B56CE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089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BEA2-D600-467E-A583-505E92C0AA87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76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F110-BD46-405C-B7F1-59C84ED203B2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18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F1188-8AA2-4311-A437-39B12CCC43C6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76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395D-C208-4AA0-8C2A-3790A8209B82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0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88B0-81F5-476B-8A30-219A0792E04F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8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4E39-348E-4F8E-B23A-E9000E72D2FC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31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049E9-AAA1-4ABD-9A18-906623FF6BD2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23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3A63-827D-4A16-9C8F-6CE815204F11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4005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00117175-CFB8-42A5-8432-61923CE848C6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9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FBA26-EF9D-4FEF-B414-09CDB0E999F5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70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B486-0F96-4E0E-A6A4-14A8902B923D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60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6287E-7FEA-4F5E-A4F7-91F6CB1AE1CF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24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96153-1092-47B2-87BF-8DD7457A796D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3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7E000-2A16-4955-8409-1F29C97DA4FE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673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C8C3-ABB3-4A3C-B5C0-0240E6BAD141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432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4A76-93EB-4568-A978-B644765C42B3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634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2C91-FD5B-4889-AD75-7F816150F271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7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76DCC23-FEE2-489E-BE93-D1760993FA83}" type="datetime1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5259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E777675-8CD4-4F9C-BAE8-A5EDBB6B8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006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1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slide" Target="slide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诺贝尔奖，你了解多少？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430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299413"/>
              </p:ext>
            </p:extLst>
          </p:nvPr>
        </p:nvGraphicFramePr>
        <p:xfrm>
          <a:off x="818348" y="2060898"/>
          <a:ext cx="7511472" cy="404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18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9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诺贝尔奖的由来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诺贝尔奖，是以瑞典著名的化学家、硝化甘油炸药的发明人阿尔弗雷德•贝恩哈德•诺贝尔的部分遗产（</a:t>
            </a:r>
            <a:r>
              <a:rPr lang="en-US" altLang="zh-CN" dirty="0"/>
              <a:t>3100</a:t>
            </a:r>
            <a:r>
              <a:rPr lang="zh-CN" altLang="zh-CN" dirty="0"/>
              <a:t>万瑞典克朗）作为基金创立的。</a:t>
            </a:r>
          </a:p>
          <a:p>
            <a:r>
              <a:rPr lang="zh-CN" altLang="zh-CN" dirty="0"/>
              <a:t>诺贝尔奖分设物理学、化学、生理学或医学、文学、和平和经济学六个奖项，授予世界上在这些领域对人类做出重大贡献的人。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98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奖品设置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奖牌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5" y="2786063"/>
            <a:ext cx="3272651" cy="3316287"/>
          </a:xfrm>
          <a:ln>
            <a:solidFill>
              <a:schemeClr val="accent1"/>
            </a:solidFill>
          </a:ln>
        </p:spPr>
      </p:pic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 smtClean="0"/>
              <a:t>奖金</a:t>
            </a:r>
            <a:endParaRPr lang="zh-CN" altLang="en-US" dirty="0"/>
          </a:p>
        </p:txBody>
      </p:sp>
      <p:graphicFrame>
        <p:nvGraphicFramePr>
          <p:cNvPr id="12" name="内容占位符 11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465804183"/>
              </p:ext>
            </p:extLst>
          </p:nvPr>
        </p:nvGraphicFramePr>
        <p:xfrm>
          <a:off x="4629150" y="2786063"/>
          <a:ext cx="3702050" cy="3316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-3204864" y="2132856"/>
            <a:ext cx="2952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年份</a:t>
            </a:r>
            <a:r>
              <a:rPr lang="zh-CN" altLang="en-US" dirty="0"/>
              <a:t>	金额（万瑞典克朗）</a:t>
            </a:r>
          </a:p>
          <a:p>
            <a:r>
              <a:rPr lang="en-US" altLang="zh-CN" dirty="0"/>
              <a:t>1901	15</a:t>
            </a:r>
          </a:p>
          <a:p>
            <a:r>
              <a:rPr lang="en-US" altLang="zh-CN" dirty="0"/>
              <a:t>1980	100</a:t>
            </a:r>
          </a:p>
          <a:p>
            <a:r>
              <a:rPr lang="en-US" altLang="zh-CN" dirty="0"/>
              <a:t>2000	900</a:t>
            </a:r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603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评选流程</a:t>
            </a:r>
            <a:endParaRPr lang="zh-CN" altLang="en-US" dirty="0"/>
          </a:p>
        </p:txBody>
      </p:sp>
      <p:graphicFrame>
        <p:nvGraphicFramePr>
          <p:cNvPr id="3" name="内容占位符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0361543"/>
              </p:ext>
            </p:extLst>
          </p:nvPr>
        </p:nvGraphicFramePr>
        <p:xfrm>
          <a:off x="818348" y="2060898"/>
          <a:ext cx="7511472" cy="404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动作按钮: 后退或前一项 1">
            <a:hlinkClick r:id="rId7" action="ppaction://hlinksldjump" highlightClick="1"/>
          </p:cNvPr>
          <p:cNvSpPr/>
          <p:nvPr/>
        </p:nvSpPr>
        <p:spPr>
          <a:xfrm>
            <a:off x="8388000" y="6238800"/>
            <a:ext cx="504000" cy="360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138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F367531-9B36-4704-B2CC-2B279BDD9D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DF367531-9B36-4704-B2CC-2B279BDD9D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3C3423C-163A-498D-8F1E-9FEC34764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A3C3423C-163A-498D-8F1E-9FEC347647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B18EF9E-0454-4340-910E-D826B8FB57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DB18EF9E-0454-4340-910E-D826B8FB57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FC31AB-6536-41A5-84DA-F6518F3DB6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A9FC31AB-6536-41A5-84DA-F6518F3DB6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F8EB4F-4F43-4247-AC2B-28E1C1AC54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graphicEl>
                                              <a:dgm id="{BDF8EB4F-4F43-4247-AC2B-28E1C1AC54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FFDEA3-324C-4C74-9345-E1177B2BFA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graphicEl>
                                              <a:dgm id="{C6FFDEA3-324C-4C74-9345-E1177B2BFA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574B223-958E-4B1B-8F92-A6E5F31532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1574B223-958E-4B1B-8F92-A6E5F31532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3A4455-7D1C-4C13-BDA5-07FCACBB11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AF3A4455-7D1C-4C13-BDA5-07FCACBB11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70B66C4-AB49-41EA-BC24-A317360A38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870B66C4-AB49-41EA-BC24-A317360A38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E8748B-0568-421A-9A22-52BC2ED8E2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graphicEl>
                                              <a:dgm id="{1CE8748B-0568-421A-9A22-52BC2ED8E2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B39245-E9FD-4C2D-8144-EF0758B82E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graphicEl>
                                              <a:dgm id="{7BB39245-E9FD-4C2D-8144-EF0758B82E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诺贝尔奖历史上的趣闻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90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最“另类”的诺贝尔奖得主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总有那么“另类”的人，面对殊荣不屑一顾。法国当代著名文学家让</a:t>
            </a:r>
            <a:r>
              <a:rPr lang="en-US" altLang="zh-CN" dirty="0"/>
              <a:t>•</a:t>
            </a:r>
            <a:r>
              <a:rPr lang="zh-CN" altLang="en-US" dirty="0"/>
              <a:t>保罗</a:t>
            </a:r>
            <a:r>
              <a:rPr lang="en-US" altLang="zh-CN" dirty="0"/>
              <a:t>•</a:t>
            </a:r>
            <a:r>
              <a:rPr lang="zh-CN" altLang="en-US" dirty="0"/>
              <a:t>萨特就是如此，当他得知自己获得诺贝尔文学奖后即刻对外发表声明，拒绝接受此奖项，理由很简单：谢绝一切来自官方的荣誉。</a:t>
            </a:r>
          </a:p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26" y="2060575"/>
            <a:ext cx="3115424" cy="4032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834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最“奇葩”的诺贝尔奖得主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000" dirty="0"/>
              <a:t>现代社会，手机无处不在，你能想象没有手机的生活吗？</a:t>
            </a:r>
            <a:r>
              <a:rPr lang="en-US" altLang="zh-CN" sz="2000" dirty="0"/>
              <a:t>2013</a:t>
            </a:r>
            <a:r>
              <a:rPr lang="zh-CN" altLang="en-US" sz="2000" dirty="0"/>
              <a:t>年度诺贝尔物理学奖获得者彼得</a:t>
            </a:r>
            <a:r>
              <a:rPr lang="en-US" altLang="zh-CN" sz="2000" dirty="0"/>
              <a:t>•</a:t>
            </a:r>
            <a:r>
              <a:rPr lang="zh-CN" altLang="en-US" sz="2000" dirty="0"/>
              <a:t>希格斯教授就是这样一个“奇葩”人物，他至今都不用手机，以至于他未能在第一时间获得自己获奖的消息，而是从邻居的祝贺中才得知自己获奖的事情。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365" y="2060575"/>
            <a:ext cx="2691146" cy="4032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1854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最“省事儿”的诺贝尔奖得主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 fontScale="92500"/>
          </a:bodyPr>
          <a:lstStyle/>
          <a:p>
            <a:r>
              <a:rPr lang="en-US" altLang="zh-CN" sz="2000" dirty="0"/>
              <a:t>1901</a:t>
            </a:r>
            <a:r>
              <a:rPr lang="zh-CN" altLang="en-US" sz="2000" dirty="0"/>
              <a:t>年，</a:t>
            </a:r>
            <a:r>
              <a:rPr lang="en-US" altLang="zh-CN" sz="2000" dirty="0"/>
              <a:t>X</a:t>
            </a:r>
            <a:r>
              <a:rPr lang="zh-CN" altLang="en-US" sz="2000" dirty="0"/>
              <a:t>射线发明人德国科学家伦琴收到来信，信中邀请他前往斯德哥尔摩领取诺贝尔物理学奖。而这位教授随即回复了一封出人意料的回信，信上说：斯德哥尔摩路途遥远，需向校长请假才行，麻烦得很，将奖牌与奖金寄过来行不行？瑞典的答复是，奖牌不能寄，还是跑一趟吧。伦琴无奈来到了斯德哥尔摩，但他领到奖金和奖牌后就即刻打道回府，连获奖后例行的讲座也取消了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1" y="2300828"/>
            <a:ext cx="2547325" cy="35764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动作按钮: 后退或前一项 6">
            <a:hlinkClick r:id="rId3" action="ppaction://hlinksldjump" highlightClick="1"/>
          </p:cNvPr>
          <p:cNvSpPr/>
          <p:nvPr/>
        </p:nvSpPr>
        <p:spPr>
          <a:xfrm>
            <a:off x="8388000" y="6238800"/>
            <a:ext cx="504000" cy="360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280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诺贝尔奖证书，每张都是一幅画！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396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早期：古典朴素的美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50" y="1814890"/>
            <a:ext cx="4500563" cy="3067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占位符 1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是</a:t>
            </a:r>
            <a:r>
              <a:rPr lang="en-US" altLang="zh-CN" dirty="0"/>
              <a:t>1962</a:t>
            </a:r>
            <a:r>
              <a:rPr lang="zh-CN" altLang="en-US" dirty="0"/>
              <a:t>年生理学</a:t>
            </a:r>
            <a:r>
              <a:rPr lang="en-US" altLang="zh-CN" dirty="0"/>
              <a:t>/</a:t>
            </a:r>
            <a:r>
              <a:rPr lang="zh-CN" altLang="en-US" dirty="0"/>
              <a:t>医学奖得住弗朗西斯</a:t>
            </a:r>
            <a:r>
              <a:rPr lang="en-US" altLang="zh-CN" dirty="0"/>
              <a:t>•</a:t>
            </a:r>
            <a:r>
              <a:rPr lang="zh-CN" altLang="en-US" dirty="0"/>
              <a:t>克里克的证书。克里克是发现</a:t>
            </a:r>
            <a:r>
              <a:rPr lang="en-US" altLang="zh-CN" dirty="0"/>
              <a:t>DNA</a:t>
            </a:r>
            <a:r>
              <a:rPr lang="zh-CN" altLang="en-US" dirty="0"/>
              <a:t>结构的二人之一，</a:t>
            </a:r>
            <a:r>
              <a:rPr lang="en-US" altLang="zh-CN" dirty="0"/>
              <a:t>DNA</a:t>
            </a:r>
            <a:r>
              <a:rPr lang="zh-CN" altLang="en-US" dirty="0"/>
              <a:t>是生命的螺旋，画上的这个人，手中也拿着一个发出光亮的好像是螺旋的东西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42002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如今的科学奖项</a:t>
            </a:r>
            <a:r>
              <a:rPr lang="zh-CN" altLang="en-US"/>
              <a:t>证书</a:t>
            </a:r>
            <a:r>
              <a:rPr lang="zh-CN" altLang="en-US" smtClean="0"/>
              <a:t>：艺术</a:t>
            </a:r>
            <a:r>
              <a:rPr lang="zh-CN" altLang="en-US" dirty="0"/>
              <a:t>，是种感觉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50" y="1638618"/>
            <a:ext cx="4500563" cy="3420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占位符 1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近年来，诺贝尔证书的艺术风格更加多样化，除了传统的版画、装饰画和油画以外，还有富有现代艺术气息的水彩、抽象画、波普风设计的等等。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2013</a:t>
            </a:r>
            <a:r>
              <a:rPr lang="zh-CN" altLang="en-US" dirty="0"/>
              <a:t>年物理学奖彼得</a:t>
            </a:r>
            <a:r>
              <a:rPr lang="en-US" altLang="zh-CN" dirty="0"/>
              <a:t>•</a:t>
            </a:r>
            <a:r>
              <a:rPr lang="zh-CN" altLang="en-US" dirty="0"/>
              <a:t>希格斯的证书。证书里面的深邃的蓝色隐喻宇宙，而那颗仿佛有质量的粒子正坠进深空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8833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文学奖证书：看，艺术的共通之处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050" y="1653619"/>
            <a:ext cx="4500563" cy="3390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文本占位符 1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文学奖的证书是最有艺术气息，也最能传达获奖者主旨的。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犹太作家辛格的证书。版画风格的设计，融合了许多元素：中间是犹太人的大卫之星，旁边分别有</a:t>
            </a:r>
            <a:r>
              <a:rPr lang="en-US" altLang="zh-CN" dirty="0"/>
              <a:t>The Magician of Lublin</a:t>
            </a:r>
            <a:r>
              <a:rPr lang="zh-CN" altLang="en-US" dirty="0"/>
              <a:t>、拉比拿着犹太人的</a:t>
            </a:r>
            <a:r>
              <a:rPr lang="en-US" altLang="zh-CN" dirty="0"/>
              <a:t>Torah Roll</a:t>
            </a:r>
            <a:r>
              <a:rPr lang="zh-CN" altLang="en-US" dirty="0"/>
              <a:t>、</a:t>
            </a:r>
            <a:r>
              <a:rPr lang="en-US" altLang="zh-CN" dirty="0"/>
              <a:t>The Slave</a:t>
            </a:r>
            <a:r>
              <a:rPr lang="zh-CN" altLang="en-US" dirty="0"/>
              <a:t>里的</a:t>
            </a:r>
            <a:r>
              <a:rPr lang="en-US" altLang="zh-CN" dirty="0"/>
              <a:t>Jacob</a:t>
            </a:r>
            <a:r>
              <a:rPr lang="zh-CN" altLang="en-US" dirty="0"/>
              <a:t>、</a:t>
            </a:r>
            <a:r>
              <a:rPr lang="en-US" altLang="zh-CN" dirty="0"/>
              <a:t>Satan in </a:t>
            </a:r>
            <a:r>
              <a:rPr lang="en-US" altLang="zh-CN" dirty="0" err="1"/>
              <a:t>Goray</a:t>
            </a:r>
            <a:r>
              <a:rPr lang="zh-CN" altLang="en-US" dirty="0"/>
              <a:t>、弥赛亚，最右边还有纳粹。中间是纽约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6" name="动作按钮: 后退或前一项 5">
            <a:hlinkClick r:id="rId3" action="ppaction://hlinksldjump" highlightClick="1"/>
          </p:cNvPr>
          <p:cNvSpPr/>
          <p:nvPr/>
        </p:nvSpPr>
        <p:spPr>
          <a:xfrm>
            <a:off x="8388000" y="6238800"/>
            <a:ext cx="504000" cy="360000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7597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2040" y="2780928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與柏拉圖為友</a:t>
            </a:r>
            <a:r>
              <a:rPr lang="en-US" altLang="zh-CN" dirty="0" smtClean="0"/>
              <a:t>,</a:t>
            </a:r>
            <a:endParaRPr lang="en-US" altLang="zh-CN" dirty="0"/>
          </a:p>
          <a:p>
            <a:r>
              <a:rPr lang="zh-CN" altLang="en-US" dirty="0" smtClean="0"/>
              <a:t>與亞裡斯多德為友</a:t>
            </a:r>
            <a:r>
              <a:rPr lang="en-US" altLang="zh-CN" dirty="0" smtClean="0"/>
              <a:t>,</a:t>
            </a:r>
            <a:endParaRPr lang="en-US" altLang="zh-CN" dirty="0"/>
          </a:p>
          <a:p>
            <a:r>
              <a:rPr lang="zh-CN" altLang="en-US" dirty="0" smtClean="0"/>
              <a:t>更要與真理為友！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1640" y="2780928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谢谢聆听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2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2ba1ef23c1f5bdc293c5234722f85bbcd872ec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诺贝尔">
  <a:themeElements>
    <a:clrScheme name="网状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自定义 32">
      <a:majorFont>
        <a:latin typeface="Cambria"/>
        <a:ea typeface="黑体"/>
        <a:cs typeface=""/>
      </a:majorFont>
      <a:minorFont>
        <a:latin typeface="Cambria"/>
        <a:ea typeface="黑体"/>
        <a:cs typeface=""/>
      </a:minorFont>
    </a:fontScheme>
    <a:fmtScheme name="网状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诺贝尔" id="{0D5825B4-8B1C-41A4-9C10-CA8486E8C192}" vid="{6FB1187C-5A93-4969-A533-B1790917DC9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诺贝尔</Template>
  <TotalTime>0</TotalTime>
  <Words>721</Words>
  <Application>Microsoft Office PowerPoint</Application>
  <PresentationFormat>全屏显示(4:3)</PresentationFormat>
  <Paragraphs>65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黑体</vt:lpstr>
      <vt:lpstr>Arial</vt:lpstr>
      <vt:lpstr>Cambria</vt:lpstr>
      <vt:lpstr>诺贝尔</vt:lpstr>
      <vt:lpstr>诺贝尔奖，你了解多少？</vt:lpstr>
      <vt:lpstr>内容提要</vt:lpstr>
      <vt:lpstr>关于诺贝尔奖</vt:lpstr>
      <vt:lpstr>诺贝尔奖的由来</vt:lpstr>
      <vt:lpstr>奖品设置</vt:lpstr>
      <vt:lpstr>评选流程</vt:lpstr>
      <vt:lpstr>诺贝尔奖历史上的趣闻</vt:lpstr>
      <vt:lpstr>最“另类”的诺贝尔奖得主</vt:lpstr>
      <vt:lpstr>最“奇葩”的诺贝尔奖得主</vt:lpstr>
      <vt:lpstr>最“省事儿”的诺贝尔奖得主</vt:lpstr>
      <vt:lpstr>诺贝尔奖证书，每张都是一幅画！</vt:lpstr>
      <vt:lpstr>早期：古典朴素的美</vt:lpstr>
      <vt:lpstr>如今的科学奖项证书：艺术，是种感觉……</vt:lpstr>
      <vt:lpstr>文学奖证书：看，艺术的共通之处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2017-01-07T06:52:44Z</dcterms:created>
  <dcterms:modified xsi:type="dcterms:W3CDTF">2021-04-09T05:57:54Z</dcterms:modified>
</cp:coreProperties>
</file>