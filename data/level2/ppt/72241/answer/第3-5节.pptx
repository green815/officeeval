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60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84" y="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1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441F2-459F-4685-88FF-437B4C0AD194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E030C-0296-48D6-85DC-3D578274C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99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4763"/>
            <a:ext cx="3761184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380069"/>
            <a:ext cx="6430967" cy="261619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3996267"/>
            <a:ext cx="5240734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D13A-7F05-452C-93DC-B3C2530B7864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5883276"/>
            <a:ext cx="324303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87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407E-2492-46CC-B740-F2E3C0FEC3AA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5867132"/>
            <a:ext cx="413375" cy="365125"/>
          </a:xfrm>
        </p:spPr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4167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666999"/>
            <a:ext cx="6698060" cy="2110382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4777381"/>
            <a:ext cx="669806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5BC0-9E99-4374-A32E-E8B284EA1F9D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04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685801"/>
            <a:ext cx="7514035" cy="17525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667000"/>
            <a:ext cx="3671291" cy="312420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667000"/>
            <a:ext cx="3671292" cy="312420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C4EC-7F0F-4327-834D-E992CF303535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4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2658533"/>
            <a:ext cx="3455391" cy="576262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3335337"/>
            <a:ext cx="3671292" cy="2455862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667000"/>
            <a:ext cx="3466903" cy="576262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3335337"/>
            <a:ext cx="3671292" cy="2455862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347A-CBDD-44D6-9E5A-159EBB9F1DED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40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80F1-C869-426C-98AF-32A5D71AFAFA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697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D6D1-F510-45B1-8598-C66CC5706E08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9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600200"/>
            <a:ext cx="2661841" cy="13716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685800"/>
            <a:ext cx="4680743" cy="510540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971800"/>
            <a:ext cx="266184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9EEE-843B-4764-B363-FB37167556E0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486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752599"/>
            <a:ext cx="4069619" cy="13716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914400"/>
            <a:ext cx="246073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3124199"/>
            <a:ext cx="406961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F872-3926-4640-969D-62AB00C9BA63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571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4732865"/>
            <a:ext cx="7514033" cy="566738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932112"/>
            <a:ext cx="6169458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5299603"/>
            <a:ext cx="7514033" cy="493712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28151-A283-4BA6-B5B2-BBBCFAA21DE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5083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685800"/>
            <a:ext cx="7514033" cy="3048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4343400"/>
            <a:ext cx="7514035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28151-A283-4BA6-B5B2-BBBCFAA21DE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2134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863023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819399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685801"/>
            <a:ext cx="6742509" cy="27431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3428999"/>
            <a:ext cx="6399611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4343400"/>
            <a:ext cx="751403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28151-A283-4BA6-B5B2-BBBCFAA21DE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8519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3308581"/>
            <a:ext cx="7514032" cy="14688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4777381"/>
            <a:ext cx="7514033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28151-A283-4BA6-B5B2-BBBCFAA21DE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1404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863023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819399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685801"/>
            <a:ext cx="6742509" cy="27431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3886200"/>
            <a:ext cx="7514033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4775200"/>
            <a:ext cx="7514033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28151-A283-4BA6-B5B2-BBBCFAA21DE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9567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685801"/>
            <a:ext cx="7514034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3505200"/>
            <a:ext cx="7514035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4343400"/>
            <a:ext cx="7514035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28151-A283-4BA6-B5B2-BBBCFAA21DE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3078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87BD-AFAF-4736-B024-B1FE03CC8A27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468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685800"/>
            <a:ext cx="1327777" cy="5105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685800"/>
            <a:ext cx="6014807" cy="51054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28151-A283-4BA6-B5B2-BBBCFAA21DE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86613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1"/>
            <a:ext cx="1827610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685801"/>
            <a:ext cx="7514035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667000"/>
            <a:ext cx="7514035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5883276"/>
            <a:ext cx="857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528151-A283-4BA6-B5B2-BBBCFAA21DE2}" type="datetime1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5883276"/>
            <a:ext cx="5313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5883276"/>
            <a:ext cx="413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546C0E-C871-4B9A-B5A8-D4B7C2A67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99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三、汽化和液化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知识点一  汽化</a:t>
            </a:r>
            <a:endParaRPr lang="en-US" altLang="zh-CN" dirty="0"/>
          </a:p>
          <a:p>
            <a:pPr lvl="1"/>
            <a:r>
              <a:rPr lang="zh-CN" altLang="en-US" dirty="0"/>
              <a:t>物质从液态变为气态叫汽化</a:t>
            </a:r>
            <a:endParaRPr lang="en-US" altLang="zh-CN" dirty="0"/>
          </a:p>
          <a:p>
            <a:r>
              <a:rPr lang="zh-CN" altLang="en-US" dirty="0"/>
              <a:t>知识点二  汽化的方式</a:t>
            </a:r>
            <a:endParaRPr lang="en-US" altLang="zh-CN" dirty="0"/>
          </a:p>
          <a:p>
            <a:pPr lvl="1"/>
            <a:r>
              <a:rPr lang="zh-CN" altLang="en-US" dirty="0"/>
              <a:t>蒸发：在任何温度下都能发生</a:t>
            </a:r>
            <a:r>
              <a:rPr lang="en-US" altLang="zh-CN" dirty="0"/>
              <a:t>,</a:t>
            </a:r>
            <a:r>
              <a:rPr lang="zh-CN" altLang="en-US" dirty="0"/>
              <a:t>且只在液体表面发生的缓慢的汽化现象</a:t>
            </a:r>
            <a:endParaRPr lang="en-US" altLang="zh-CN" dirty="0"/>
          </a:p>
          <a:p>
            <a:pPr lvl="1"/>
            <a:r>
              <a:rPr lang="zh-CN" altLang="en-US" dirty="0"/>
              <a:t>沸腾：在一定温度下</a:t>
            </a:r>
            <a:r>
              <a:rPr lang="en-US" altLang="zh-CN" dirty="0"/>
              <a:t>(</a:t>
            </a:r>
            <a:r>
              <a:rPr lang="zh-CN" altLang="en-US" dirty="0"/>
              <a:t>沸点</a:t>
            </a:r>
            <a:r>
              <a:rPr lang="en-US" altLang="zh-CN" dirty="0"/>
              <a:t>),</a:t>
            </a:r>
            <a:r>
              <a:rPr lang="zh-CN" altLang="en-US" dirty="0"/>
              <a:t>在液体表面和内部同时发生的剧烈的汽化现象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3178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三、汽化和液化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/>
              <a:t>知识点三  液化</a:t>
            </a:r>
            <a:endParaRPr lang="en-US" altLang="zh-CN" dirty="0"/>
          </a:p>
          <a:p>
            <a:pPr lvl="1"/>
            <a:r>
              <a:rPr lang="zh-CN" altLang="en-US" dirty="0"/>
              <a:t>物质从气态变为液态叫液化</a:t>
            </a:r>
            <a:endParaRPr lang="en-US" altLang="zh-CN" dirty="0"/>
          </a:p>
          <a:p>
            <a:r>
              <a:rPr lang="zh-CN" altLang="en-US" dirty="0"/>
              <a:t>知识点四  液化的方法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降低温度</a:t>
            </a:r>
            <a:r>
              <a:rPr lang="en-US" altLang="zh-CN" dirty="0"/>
              <a:t>;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压缩体积</a:t>
            </a:r>
            <a:r>
              <a:rPr lang="en-US" altLang="zh-CN" dirty="0"/>
              <a:t>(</a:t>
            </a:r>
            <a:r>
              <a:rPr lang="zh-CN" altLang="en-US" dirty="0"/>
              <a:t>增大压强</a:t>
            </a:r>
            <a:r>
              <a:rPr lang="en-US" altLang="zh-CN" dirty="0"/>
              <a:t>,</a:t>
            </a:r>
            <a:r>
              <a:rPr lang="zh-CN" altLang="en-US" dirty="0"/>
              <a:t>提高沸点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461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四、升华和凝华</a:t>
            </a:r>
            <a:endParaRPr lang="en-US" altLang="zh-CN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1A5437-3D98-4204-A968-D14A7C5E8FA7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435100"/>
            <a:ext cx="3008313" cy="4691063"/>
          </a:xfrm>
        </p:spPr>
        <p:txBody>
          <a:bodyPr tIns="252000" anchor="t">
            <a:normAutofit/>
          </a:bodyPr>
          <a:lstStyle/>
          <a:p>
            <a:r>
              <a:rPr lang="zh-CN" altLang="en-US" sz="2000" dirty="0"/>
              <a:t>物质从固态直接变为气态叫升华</a:t>
            </a:r>
            <a:r>
              <a:rPr lang="en-US" altLang="zh-CN" sz="2000" dirty="0"/>
              <a:t>;</a:t>
            </a:r>
            <a:r>
              <a:rPr lang="zh-CN" altLang="en-US" sz="2000" dirty="0"/>
              <a:t>物质从气态直接变为固态叫凝华</a:t>
            </a:r>
            <a:r>
              <a:rPr lang="en-US" altLang="zh-CN" sz="2000" dirty="0"/>
              <a:t>,</a:t>
            </a:r>
            <a:r>
              <a:rPr lang="zh-CN" altLang="en-US" sz="2000" dirty="0"/>
              <a:t>升华吸热</a:t>
            </a:r>
            <a:r>
              <a:rPr lang="en-US" altLang="zh-CN" sz="2000" dirty="0"/>
              <a:t>,</a:t>
            </a:r>
            <a:r>
              <a:rPr lang="zh-CN" altLang="en-US" sz="2000" dirty="0"/>
              <a:t>凝华放热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032250" y="273050"/>
            <a:ext cx="5111750" cy="5853113"/>
          </a:xfrm>
        </p:spPr>
        <p:txBody>
          <a:bodyPr vert="eaVert" anchor="ctr" anchorCtr="0">
            <a:normAutofit/>
          </a:bodyPr>
          <a:lstStyle/>
          <a:p>
            <a:r>
              <a:rPr lang="zh-CN" altLang="en-US" dirty="0"/>
              <a:t>知识点一  升华</a:t>
            </a:r>
            <a:endParaRPr lang="en-US" altLang="zh-CN" dirty="0"/>
          </a:p>
          <a:p>
            <a:r>
              <a:rPr lang="zh-CN" altLang="en-US" dirty="0"/>
              <a:t>知识点二  凝华</a:t>
            </a:r>
            <a:endParaRPr lang="en-US" altLang="zh-CN" dirty="0"/>
          </a:p>
          <a:p>
            <a:r>
              <a:rPr lang="zh-CN" altLang="en-US" dirty="0"/>
              <a:t>知识点三  升华吸热、凝华放热</a:t>
            </a:r>
          </a:p>
        </p:txBody>
      </p:sp>
    </p:spTree>
    <p:extLst>
      <p:ext uri="{BB962C8B-B14F-4D97-AF65-F5344CB8AC3E}">
        <p14:creationId xmlns:p14="http://schemas.microsoft.com/office/powerpoint/2010/main" val="3840769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五、生活和技术中的物态变化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知识点一  自然界中的水循环</a:t>
            </a:r>
            <a:endParaRPr lang="en-US" altLang="zh-CN" dirty="0"/>
          </a:p>
          <a:p>
            <a:pPr lvl="1"/>
            <a:r>
              <a:rPr lang="zh-CN" altLang="en-US" dirty="0"/>
              <a:t>自然界中的云、雨、雪、雾、霜等现象</a:t>
            </a:r>
            <a:endParaRPr lang="en-US" altLang="zh-CN" dirty="0"/>
          </a:p>
          <a:p>
            <a:pPr lvl="1"/>
            <a:r>
              <a:rPr lang="zh-CN" altLang="en-US" dirty="0"/>
              <a:t>江河湖海、土壤、植物中的水汽化（蒸发）</a:t>
            </a:r>
            <a:endParaRPr lang="en-US" altLang="zh-CN" dirty="0"/>
          </a:p>
          <a:p>
            <a:r>
              <a:rPr lang="zh-CN" altLang="en-US" dirty="0"/>
              <a:t>知识点二  高压锅和电冰箱</a:t>
            </a:r>
            <a:endParaRPr lang="en-US" altLang="zh-CN" dirty="0"/>
          </a:p>
          <a:p>
            <a:r>
              <a:rPr lang="zh-CN" altLang="en-US" dirty="0"/>
              <a:t>知识点三  航天技术中的物态变化</a:t>
            </a:r>
          </a:p>
        </p:txBody>
      </p:sp>
    </p:spTree>
    <p:extLst>
      <p:ext uri="{BB962C8B-B14F-4D97-AF65-F5344CB8AC3E}">
        <p14:creationId xmlns:p14="http://schemas.microsoft.com/office/powerpoint/2010/main" val="25667153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视差">
  <a:themeElements>
    <a:clrScheme name="视差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视差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视差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视差" id="{39EE0330-3E9D-4B77-983D-418A5416D797}" vid="{1D097C1B-8F3D-4EF6-A95D-9B8D32CE9D2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视差</Template>
  <TotalTime>266</TotalTime>
  <Words>199</Words>
  <Application>Microsoft Office PowerPoint</Application>
  <PresentationFormat>全屏显示(4:3)</PresentationFormat>
  <Paragraphs>23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华文楷体</vt:lpstr>
      <vt:lpstr>宋体</vt:lpstr>
      <vt:lpstr>Arial</vt:lpstr>
      <vt:lpstr>Calibri</vt:lpstr>
      <vt:lpstr>Corbel</vt:lpstr>
      <vt:lpstr>视差</vt:lpstr>
      <vt:lpstr>三、汽化和液化</vt:lpstr>
      <vt:lpstr>三、汽化和液化</vt:lpstr>
      <vt:lpstr>四、升华和凝华</vt:lpstr>
      <vt:lpstr>五、生活和技术中的物态变化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三、汽化和液化</dc:title>
  <dc:creator>jiyan</dc:creator>
  <cp:lastModifiedBy>Windows 用户11</cp:lastModifiedBy>
  <cp:revision>11</cp:revision>
  <dcterms:created xsi:type="dcterms:W3CDTF">2013-09-16T02:19:43Z</dcterms:created>
  <dcterms:modified xsi:type="dcterms:W3CDTF">2021-04-10T01:17:42Z</dcterms:modified>
</cp:coreProperties>
</file>