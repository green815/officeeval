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6" r:id="rId8"/>
    <p:sldId id="267" r:id="rId9"/>
    <p:sldId id="262" r:id="rId10"/>
    <p:sldId id="268" r:id="rId11"/>
    <p:sldId id="269" r:id="rId12"/>
    <p:sldId id="270" r:id="rId13"/>
    <p:sldId id="263" r:id="rId14"/>
    <p:sldId id="264" r:id="rId15"/>
    <p:sldId id="265"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D1993995-C1AD-4A8D-9B1E-D9C8EBAA7D78}">
          <p14:sldIdLst>
            <p14:sldId id="256"/>
            <p14:sldId id="257"/>
          </p14:sldIdLst>
        </p14:section>
        <p14:section name="概况" id="{C638F905-B391-47C1-91F6-F1872073773C}">
          <p14:sldIdLst>
            <p14:sldId id="258"/>
            <p14:sldId id="259"/>
            <p14:sldId id="260"/>
            <p14:sldId id="261"/>
            <p14:sldId id="266"/>
            <p14:sldId id="267"/>
          </p14:sldIdLst>
        </p14:section>
        <p14:section name="服务" id="{A036F195-DAB5-4216-8335-8E011FBCB1FD}">
          <p14:sldIdLst>
            <p14:sldId id="262"/>
            <p14:sldId id="268"/>
            <p14:sldId id="269"/>
            <p14:sldId id="270"/>
          </p14:sldIdLst>
        </p14:section>
        <p14:section name="无标题节" id="{9122DCA0-EE31-4757-9D34-007DDCBD643A}">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9" autoAdjust="0"/>
    <p:restoredTop sz="94660"/>
  </p:normalViewPr>
  <p:slideViewPr>
    <p:cSldViewPr snapToGrid="0">
      <p:cViewPr>
        <p:scale>
          <a:sx n="60" d="100"/>
          <a:sy n="60" d="100"/>
        </p:scale>
        <p:origin x="-324" y="6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635191-A6FD-4CA9-BFFC-E01CCBDC35C0}" type="doc">
      <dgm:prSet loTypeId="urn:microsoft.com/office/officeart/2005/8/layout/orgChart1" loCatId="hierarchy" qsTypeId="urn:microsoft.com/office/officeart/2005/8/quickstyle/3d1" qsCatId="3D" csTypeId="urn:microsoft.com/office/officeart/2005/8/colors/colorful4" csCatId="colorful" phldr="1"/>
      <dgm:spPr/>
      <dgm:t>
        <a:bodyPr/>
        <a:lstStyle/>
        <a:p>
          <a:endParaRPr lang="zh-CN" altLang="en-US"/>
        </a:p>
      </dgm:t>
    </dgm:pt>
    <dgm:pt modelId="{3DF79FFE-7FA7-4889-8E0A-25488E6454D0}">
      <dgm:prSet/>
      <dgm:spPr/>
      <dgm:t>
        <a:bodyPr/>
        <a:lstStyle/>
        <a:p>
          <a:pPr rtl="0"/>
          <a:r>
            <a:rPr lang="zh-CN" dirty="0" smtClean="0"/>
            <a:t>会员代表大会</a:t>
          </a:r>
          <a:endParaRPr lang="zh-CN" dirty="0"/>
        </a:p>
      </dgm:t>
    </dgm:pt>
    <dgm:pt modelId="{B4381B81-346A-4B8F-8197-24BB8EFE918C}" type="parTrans" cxnId="{D48D2F47-9670-4D63-AFAA-7FCBF89A2531}">
      <dgm:prSet/>
      <dgm:spPr/>
      <dgm:t>
        <a:bodyPr/>
        <a:lstStyle/>
        <a:p>
          <a:endParaRPr lang="zh-CN" altLang="en-US"/>
        </a:p>
      </dgm:t>
    </dgm:pt>
    <dgm:pt modelId="{D921EEB5-2129-4D2F-842D-CB3511A7819A}" type="sibTrans" cxnId="{D48D2F47-9670-4D63-AFAA-7FCBF89A2531}">
      <dgm:prSet/>
      <dgm:spPr/>
      <dgm:t>
        <a:bodyPr/>
        <a:lstStyle/>
        <a:p>
          <a:endParaRPr lang="zh-CN" altLang="en-US"/>
        </a:p>
      </dgm:t>
    </dgm:pt>
    <dgm:pt modelId="{F41C76B9-1FBF-47D0-A4DD-B0A2CB0EF50B}">
      <dgm:prSet/>
      <dgm:spPr/>
      <dgm:t>
        <a:bodyPr/>
        <a:lstStyle/>
        <a:p>
          <a:pPr rtl="0"/>
          <a:r>
            <a:rPr lang="zh-CN" dirty="0" smtClean="0"/>
            <a:t>会长</a:t>
          </a:r>
          <a:endParaRPr lang="zh-CN" dirty="0"/>
        </a:p>
      </dgm:t>
    </dgm:pt>
    <dgm:pt modelId="{014F437C-0697-4B12-AC66-58767B34A3DC}" type="parTrans" cxnId="{690E59D5-6D4D-4612-96D7-9B7F0C535E33}">
      <dgm:prSet/>
      <dgm:spPr/>
      <dgm:t>
        <a:bodyPr/>
        <a:lstStyle/>
        <a:p>
          <a:endParaRPr lang="zh-CN" altLang="en-US"/>
        </a:p>
      </dgm:t>
    </dgm:pt>
    <dgm:pt modelId="{3A9784FE-5D4B-41F2-98F9-05337737C137}" type="sibTrans" cxnId="{690E59D5-6D4D-4612-96D7-9B7F0C535E33}">
      <dgm:prSet/>
      <dgm:spPr/>
      <dgm:t>
        <a:bodyPr/>
        <a:lstStyle/>
        <a:p>
          <a:endParaRPr lang="zh-CN" altLang="en-US"/>
        </a:p>
      </dgm:t>
    </dgm:pt>
    <dgm:pt modelId="{B718A865-B88F-4FDC-9213-62E005239AD6}">
      <dgm:prSet/>
      <dgm:spPr/>
      <dgm:t>
        <a:bodyPr/>
        <a:lstStyle/>
        <a:p>
          <a:pPr rtl="0"/>
          <a:r>
            <a:rPr lang="zh-CN" smtClean="0"/>
            <a:t>秘书长</a:t>
          </a:r>
          <a:endParaRPr lang="zh-CN"/>
        </a:p>
      </dgm:t>
    </dgm:pt>
    <dgm:pt modelId="{5C5FD373-A7DA-414C-ACD0-93D2D83B6A91}" type="parTrans" cxnId="{3002D13C-AD8C-4D4F-9BC0-DBEC1782F711}">
      <dgm:prSet/>
      <dgm:spPr/>
      <dgm:t>
        <a:bodyPr/>
        <a:lstStyle/>
        <a:p>
          <a:endParaRPr lang="zh-CN" altLang="en-US"/>
        </a:p>
      </dgm:t>
    </dgm:pt>
    <dgm:pt modelId="{3F44E49D-E0F8-4835-91E0-6D9E8E04F8FC}" type="sibTrans" cxnId="{3002D13C-AD8C-4D4F-9BC0-DBEC1782F711}">
      <dgm:prSet/>
      <dgm:spPr/>
      <dgm:t>
        <a:bodyPr/>
        <a:lstStyle/>
        <a:p>
          <a:endParaRPr lang="zh-CN" altLang="en-US"/>
        </a:p>
      </dgm:t>
    </dgm:pt>
    <dgm:pt modelId="{FC624F68-B21C-4643-9964-C4E4FDDCFB5C}">
      <dgm:prSet/>
      <dgm:spPr/>
      <dgm:t>
        <a:bodyPr/>
        <a:lstStyle/>
        <a:p>
          <a:pPr rtl="0"/>
          <a:r>
            <a:rPr lang="zh-CN" smtClean="0"/>
            <a:t>秘书处</a:t>
          </a:r>
          <a:endParaRPr lang="zh-CN"/>
        </a:p>
      </dgm:t>
    </dgm:pt>
    <dgm:pt modelId="{8909DD6E-6801-40C8-A4DA-A0471F46ACC0}" type="parTrans" cxnId="{7A7A7EF3-2589-4AA1-BA6A-BF944DE6CA1A}">
      <dgm:prSet/>
      <dgm:spPr/>
      <dgm:t>
        <a:bodyPr/>
        <a:lstStyle/>
        <a:p>
          <a:endParaRPr lang="zh-CN" altLang="en-US"/>
        </a:p>
      </dgm:t>
    </dgm:pt>
    <dgm:pt modelId="{1335FAAB-CE2D-4F98-BF3B-CA615DC135DB}" type="sibTrans" cxnId="{7A7A7EF3-2589-4AA1-BA6A-BF944DE6CA1A}">
      <dgm:prSet/>
      <dgm:spPr/>
      <dgm:t>
        <a:bodyPr/>
        <a:lstStyle/>
        <a:p>
          <a:endParaRPr lang="zh-CN" altLang="en-US"/>
        </a:p>
      </dgm:t>
    </dgm:pt>
    <dgm:pt modelId="{37DEC1FF-3C4F-439C-8CCC-9BDB7278E259}">
      <dgm:prSet/>
      <dgm:spPr/>
      <dgm:t>
        <a:bodyPr/>
        <a:lstStyle/>
        <a:p>
          <a:pPr rtl="0"/>
          <a:r>
            <a:rPr lang="zh-CN" smtClean="0"/>
            <a:t>办事机构</a:t>
          </a:r>
          <a:endParaRPr lang="zh-CN"/>
        </a:p>
      </dgm:t>
    </dgm:pt>
    <dgm:pt modelId="{26CE22FD-7F7A-4A8B-8B5C-88D282025BD0}" type="parTrans" cxnId="{FF20EC40-F2A2-43D2-8BEC-DB59174D763B}">
      <dgm:prSet/>
      <dgm:spPr/>
      <dgm:t>
        <a:bodyPr/>
        <a:lstStyle/>
        <a:p>
          <a:endParaRPr lang="zh-CN" altLang="en-US"/>
        </a:p>
      </dgm:t>
    </dgm:pt>
    <dgm:pt modelId="{66D089FE-C2D8-4209-ACFE-A606DB058981}" type="sibTrans" cxnId="{FF20EC40-F2A2-43D2-8BEC-DB59174D763B}">
      <dgm:prSet/>
      <dgm:spPr/>
      <dgm:t>
        <a:bodyPr/>
        <a:lstStyle/>
        <a:p>
          <a:endParaRPr lang="zh-CN" altLang="en-US"/>
        </a:p>
      </dgm:t>
    </dgm:pt>
    <dgm:pt modelId="{3D0AC80F-F6D8-4FA7-A0E8-75C58BB00E8E}">
      <dgm:prSet/>
      <dgm:spPr/>
      <dgm:t>
        <a:bodyPr/>
        <a:lstStyle/>
        <a:p>
          <a:pPr rtl="0"/>
          <a:r>
            <a:rPr lang="zh-CN" smtClean="0"/>
            <a:t>办公室</a:t>
          </a:r>
          <a:endParaRPr lang="zh-CN"/>
        </a:p>
      </dgm:t>
    </dgm:pt>
    <dgm:pt modelId="{79FACDE3-C4D3-463D-BD09-49504931DF2D}" type="parTrans" cxnId="{328BD0D9-A833-4559-9D45-C081B90F79D2}">
      <dgm:prSet/>
      <dgm:spPr/>
      <dgm:t>
        <a:bodyPr/>
        <a:lstStyle/>
        <a:p>
          <a:endParaRPr lang="zh-CN" altLang="en-US"/>
        </a:p>
      </dgm:t>
    </dgm:pt>
    <dgm:pt modelId="{85E0B82F-C076-49E1-88F0-04DDC8C0FA40}" type="sibTrans" cxnId="{328BD0D9-A833-4559-9D45-C081B90F79D2}">
      <dgm:prSet/>
      <dgm:spPr/>
      <dgm:t>
        <a:bodyPr/>
        <a:lstStyle/>
        <a:p>
          <a:endParaRPr lang="zh-CN" altLang="en-US"/>
        </a:p>
      </dgm:t>
    </dgm:pt>
    <dgm:pt modelId="{7D31FC40-807D-4A1D-8887-10A203B1B2EE}">
      <dgm:prSet/>
      <dgm:spPr/>
      <dgm:t>
        <a:bodyPr/>
        <a:lstStyle/>
        <a:p>
          <a:pPr rtl="0"/>
          <a:r>
            <a:rPr lang="zh-CN" smtClean="0"/>
            <a:t>会员管理部</a:t>
          </a:r>
          <a:endParaRPr lang="zh-CN"/>
        </a:p>
      </dgm:t>
    </dgm:pt>
    <dgm:pt modelId="{45D75AD4-8591-47AA-8A56-B76B7D2CB34B}" type="parTrans" cxnId="{904D9F28-711F-4051-9E50-6821B9839A80}">
      <dgm:prSet/>
      <dgm:spPr/>
      <dgm:t>
        <a:bodyPr/>
        <a:lstStyle/>
        <a:p>
          <a:endParaRPr lang="zh-CN" altLang="en-US"/>
        </a:p>
      </dgm:t>
    </dgm:pt>
    <dgm:pt modelId="{809F36D3-8022-471A-BBFC-466090B7CB21}" type="sibTrans" cxnId="{904D9F28-711F-4051-9E50-6821B9839A80}">
      <dgm:prSet/>
      <dgm:spPr/>
      <dgm:t>
        <a:bodyPr/>
        <a:lstStyle/>
        <a:p>
          <a:endParaRPr lang="zh-CN" altLang="en-US"/>
        </a:p>
      </dgm:t>
    </dgm:pt>
    <dgm:pt modelId="{E2F4B9E5-5490-46DA-B3F5-5B2BB3AA87AF}">
      <dgm:prSet/>
      <dgm:spPr/>
      <dgm:t>
        <a:bodyPr/>
        <a:lstStyle/>
        <a:p>
          <a:pPr rtl="0"/>
          <a:r>
            <a:rPr lang="zh-CN" dirty="0" smtClean="0"/>
            <a:t>业务准则部</a:t>
          </a:r>
          <a:endParaRPr lang="zh-CN" dirty="0"/>
        </a:p>
      </dgm:t>
    </dgm:pt>
    <dgm:pt modelId="{3C6E03B5-D493-4E6F-9001-4CF5A9805E51}" type="parTrans" cxnId="{3872BCB8-5A9C-4E18-B772-08A41A3602DE}">
      <dgm:prSet/>
      <dgm:spPr/>
      <dgm:t>
        <a:bodyPr/>
        <a:lstStyle/>
        <a:p>
          <a:endParaRPr lang="zh-CN" altLang="en-US"/>
        </a:p>
      </dgm:t>
    </dgm:pt>
    <dgm:pt modelId="{EBA004D6-D39B-4739-BD49-7774FCC2ED63}" type="sibTrans" cxnId="{3872BCB8-5A9C-4E18-B772-08A41A3602DE}">
      <dgm:prSet/>
      <dgm:spPr/>
      <dgm:t>
        <a:bodyPr/>
        <a:lstStyle/>
        <a:p>
          <a:endParaRPr lang="zh-CN" altLang="en-US"/>
        </a:p>
      </dgm:t>
    </dgm:pt>
    <dgm:pt modelId="{361AD439-B6D8-4B8F-9B8B-86AB6EE3F729}">
      <dgm:prSet/>
      <dgm:spPr/>
      <dgm:t>
        <a:bodyPr/>
        <a:lstStyle/>
        <a:p>
          <a:pPr rtl="0"/>
          <a:r>
            <a:rPr lang="zh-CN" smtClean="0"/>
            <a:t>咨询机构</a:t>
          </a:r>
          <a:endParaRPr lang="zh-CN"/>
        </a:p>
      </dgm:t>
    </dgm:pt>
    <dgm:pt modelId="{52E16AA8-A775-4C22-B7A5-DB4F0194507D}" type="parTrans" cxnId="{758DDF31-8A12-471B-9A7B-D99598AAB4F2}">
      <dgm:prSet/>
      <dgm:spPr/>
      <dgm:t>
        <a:bodyPr/>
        <a:lstStyle/>
        <a:p>
          <a:endParaRPr lang="zh-CN" altLang="en-US"/>
        </a:p>
      </dgm:t>
    </dgm:pt>
    <dgm:pt modelId="{5C0BC605-4D38-4203-9785-FEA4EADB3D22}" type="sibTrans" cxnId="{758DDF31-8A12-471B-9A7B-D99598AAB4F2}">
      <dgm:prSet/>
      <dgm:spPr/>
      <dgm:t>
        <a:bodyPr/>
        <a:lstStyle/>
        <a:p>
          <a:endParaRPr lang="zh-CN" altLang="en-US"/>
        </a:p>
      </dgm:t>
    </dgm:pt>
    <dgm:pt modelId="{45A26A6D-74A6-4F49-8D42-70F50805009D}">
      <dgm:prSet/>
      <dgm:spPr/>
      <dgm:t>
        <a:bodyPr/>
        <a:lstStyle/>
        <a:p>
          <a:pPr rtl="0"/>
          <a:r>
            <a:rPr lang="zh-CN" dirty="0" smtClean="0"/>
            <a:t>业务准则和发展委员会</a:t>
          </a:r>
          <a:endParaRPr lang="zh-CN" dirty="0"/>
        </a:p>
      </dgm:t>
    </dgm:pt>
    <dgm:pt modelId="{952B4C9E-321A-408A-BD18-94210C15D340}" type="parTrans" cxnId="{39ABD011-00E0-4CFE-ACC1-1FC66AFC368E}">
      <dgm:prSet/>
      <dgm:spPr/>
      <dgm:t>
        <a:bodyPr/>
        <a:lstStyle/>
        <a:p>
          <a:endParaRPr lang="zh-CN" altLang="en-US"/>
        </a:p>
      </dgm:t>
    </dgm:pt>
    <dgm:pt modelId="{C4651BAE-40FA-4E4D-B0C9-340F7DAE8BCF}" type="sibTrans" cxnId="{39ABD011-00E0-4CFE-ACC1-1FC66AFC368E}">
      <dgm:prSet/>
      <dgm:spPr/>
      <dgm:t>
        <a:bodyPr/>
        <a:lstStyle/>
        <a:p>
          <a:endParaRPr lang="zh-CN" altLang="en-US"/>
        </a:p>
      </dgm:t>
    </dgm:pt>
    <dgm:pt modelId="{9D627BE3-90BE-4B9B-A247-6CA5E77B8C84}" type="asst">
      <dgm:prSet/>
      <dgm:spPr/>
      <dgm:t>
        <a:bodyPr/>
        <a:lstStyle/>
        <a:p>
          <a:r>
            <a:rPr lang="zh-CN" altLang="en-US" dirty="0" smtClean="0"/>
            <a:t>理事会</a:t>
          </a:r>
          <a:endParaRPr lang="zh-CN" altLang="en-US" dirty="0"/>
        </a:p>
      </dgm:t>
    </dgm:pt>
    <dgm:pt modelId="{AA4BD4EF-4A17-447A-81B5-866A02A94065}" type="parTrans" cxnId="{7DD1F0AC-8218-4744-92B0-CA61F6313676}">
      <dgm:prSet/>
      <dgm:spPr/>
      <dgm:t>
        <a:bodyPr/>
        <a:lstStyle/>
        <a:p>
          <a:endParaRPr lang="zh-CN" altLang="en-US"/>
        </a:p>
      </dgm:t>
    </dgm:pt>
    <dgm:pt modelId="{C2B9842D-CC99-46A4-930A-D6893742775A}" type="sibTrans" cxnId="{7DD1F0AC-8218-4744-92B0-CA61F6313676}">
      <dgm:prSet/>
      <dgm:spPr/>
      <dgm:t>
        <a:bodyPr/>
        <a:lstStyle/>
        <a:p>
          <a:endParaRPr lang="zh-CN" altLang="en-US"/>
        </a:p>
      </dgm:t>
    </dgm:pt>
    <dgm:pt modelId="{EAEFB709-F171-420E-B1EA-AA1DA02A1ECF}" type="asst">
      <dgm:prSet/>
      <dgm:spPr/>
      <dgm:t>
        <a:bodyPr/>
        <a:lstStyle/>
        <a:p>
          <a:r>
            <a:rPr lang="zh-CN" altLang="en-US" dirty="0" smtClean="0"/>
            <a:t>常务理事会</a:t>
          </a:r>
          <a:endParaRPr lang="zh-CN" altLang="en-US" dirty="0"/>
        </a:p>
      </dgm:t>
    </dgm:pt>
    <dgm:pt modelId="{CCAF1C36-0231-4F00-8B5E-DEE81B785385}" type="parTrans" cxnId="{4EE4978C-AC24-4C08-9E8B-4C4655AD3E63}">
      <dgm:prSet/>
      <dgm:spPr/>
      <dgm:t>
        <a:bodyPr/>
        <a:lstStyle/>
        <a:p>
          <a:endParaRPr lang="zh-CN" altLang="en-US"/>
        </a:p>
      </dgm:t>
    </dgm:pt>
    <dgm:pt modelId="{AFC8052D-8705-48F6-AEFF-4B3E3128900E}" type="sibTrans" cxnId="{4EE4978C-AC24-4C08-9E8B-4C4655AD3E63}">
      <dgm:prSet/>
      <dgm:spPr/>
      <dgm:t>
        <a:bodyPr/>
        <a:lstStyle/>
        <a:p>
          <a:endParaRPr lang="zh-CN" altLang="en-US"/>
        </a:p>
      </dgm:t>
    </dgm:pt>
    <dgm:pt modelId="{F454AA05-1AEC-48CC-B124-EBE3764BBD03}">
      <dgm:prSet/>
      <dgm:spPr/>
      <dgm:t>
        <a:bodyPr/>
        <a:lstStyle/>
        <a:p>
          <a:pPr rtl="0"/>
          <a:r>
            <a:rPr lang="zh-CN" dirty="0" smtClean="0"/>
            <a:t>教育培训部</a:t>
          </a:r>
          <a:endParaRPr lang="zh-CN" dirty="0"/>
        </a:p>
      </dgm:t>
    </dgm:pt>
    <dgm:pt modelId="{89C639B8-C1F2-4BE2-9110-E21915364F23}" type="parTrans" cxnId="{FA4F868B-537F-43E3-AEDC-61908F7FF3E0}">
      <dgm:prSet/>
      <dgm:spPr/>
      <dgm:t>
        <a:bodyPr/>
        <a:lstStyle/>
        <a:p>
          <a:endParaRPr lang="zh-CN" altLang="en-US"/>
        </a:p>
      </dgm:t>
    </dgm:pt>
    <dgm:pt modelId="{B931D66A-D1F9-4B70-A021-C399AC4A149A}" type="sibTrans" cxnId="{FA4F868B-537F-43E3-AEDC-61908F7FF3E0}">
      <dgm:prSet/>
      <dgm:spPr/>
      <dgm:t>
        <a:bodyPr/>
        <a:lstStyle/>
        <a:p>
          <a:endParaRPr lang="zh-CN" altLang="en-US"/>
        </a:p>
      </dgm:t>
    </dgm:pt>
    <dgm:pt modelId="{E57E7BF8-5413-405F-8A9E-375E35D881E7}">
      <dgm:prSet/>
      <dgm:spPr/>
      <dgm:t>
        <a:bodyPr/>
        <a:lstStyle/>
        <a:p>
          <a:pPr rtl="0"/>
          <a:r>
            <a:rPr lang="zh-CN" dirty="0" smtClean="0"/>
            <a:t>信息工作部</a:t>
          </a:r>
          <a:endParaRPr lang="zh-CN" dirty="0"/>
        </a:p>
      </dgm:t>
    </dgm:pt>
    <dgm:pt modelId="{BE562EF4-ED4E-49B2-80B3-2FAD8470B511}" type="parTrans" cxnId="{4B6FF8B0-A6A1-4BC5-9B6A-F471895F7653}">
      <dgm:prSet/>
      <dgm:spPr/>
      <dgm:t>
        <a:bodyPr/>
        <a:lstStyle/>
        <a:p>
          <a:endParaRPr lang="zh-CN" altLang="en-US"/>
        </a:p>
      </dgm:t>
    </dgm:pt>
    <dgm:pt modelId="{DFEC5A23-E547-48B8-8F76-44FDA30FB97A}" type="sibTrans" cxnId="{4B6FF8B0-A6A1-4BC5-9B6A-F471895F7653}">
      <dgm:prSet/>
      <dgm:spPr/>
      <dgm:t>
        <a:bodyPr/>
        <a:lstStyle/>
        <a:p>
          <a:endParaRPr lang="zh-CN" altLang="en-US"/>
        </a:p>
      </dgm:t>
    </dgm:pt>
    <dgm:pt modelId="{11F88F58-8928-49DB-9C61-6F1093335003}">
      <dgm:prSet/>
      <dgm:spPr/>
      <dgm:t>
        <a:bodyPr/>
        <a:lstStyle/>
        <a:p>
          <a:pPr rtl="0"/>
          <a:r>
            <a:rPr lang="zh-CN" dirty="0" smtClean="0"/>
            <a:t>宣传编辑部</a:t>
          </a:r>
          <a:endParaRPr lang="zh-CN" dirty="0"/>
        </a:p>
      </dgm:t>
    </dgm:pt>
    <dgm:pt modelId="{E6DF8054-EA9C-4E63-AC7E-2382AA843BE5}" type="parTrans" cxnId="{310C9E66-0E3F-4F26-BDE4-06F83942BC33}">
      <dgm:prSet/>
      <dgm:spPr/>
      <dgm:t>
        <a:bodyPr/>
        <a:lstStyle/>
        <a:p>
          <a:endParaRPr lang="zh-CN" altLang="en-US"/>
        </a:p>
      </dgm:t>
    </dgm:pt>
    <dgm:pt modelId="{D5D19971-BF82-4B5F-B8E1-CB1A54E1D0FF}" type="sibTrans" cxnId="{310C9E66-0E3F-4F26-BDE4-06F83942BC33}">
      <dgm:prSet/>
      <dgm:spPr/>
      <dgm:t>
        <a:bodyPr/>
        <a:lstStyle/>
        <a:p>
          <a:endParaRPr lang="zh-CN" altLang="en-US"/>
        </a:p>
      </dgm:t>
    </dgm:pt>
    <dgm:pt modelId="{BF87FF48-C61C-4A85-8B4B-A7620C8E6992}">
      <dgm:prSet/>
      <dgm:spPr/>
      <dgm:t>
        <a:bodyPr/>
        <a:lstStyle/>
        <a:p>
          <a:pPr rtl="0"/>
          <a:r>
            <a:rPr lang="zh-CN" smtClean="0"/>
            <a:t>党委</a:t>
          </a:r>
          <a:r>
            <a:rPr lang="zh-CN" dirty="0" smtClean="0"/>
            <a:t>工作部</a:t>
          </a:r>
          <a:endParaRPr lang="zh-CN" dirty="0"/>
        </a:p>
      </dgm:t>
    </dgm:pt>
    <dgm:pt modelId="{2A56351B-30F1-4BB1-8BD8-29EC7623666C}" type="parTrans" cxnId="{5D3FD9C0-DCF2-4910-8C54-78D5F41076D5}">
      <dgm:prSet/>
      <dgm:spPr/>
      <dgm:t>
        <a:bodyPr/>
        <a:lstStyle/>
        <a:p>
          <a:endParaRPr lang="zh-CN" altLang="en-US"/>
        </a:p>
      </dgm:t>
    </dgm:pt>
    <dgm:pt modelId="{2EB95BE2-D136-4721-A06F-0FAAAD03E6A7}" type="sibTrans" cxnId="{5D3FD9C0-DCF2-4910-8C54-78D5F41076D5}">
      <dgm:prSet/>
      <dgm:spPr/>
      <dgm:t>
        <a:bodyPr/>
        <a:lstStyle/>
        <a:p>
          <a:endParaRPr lang="zh-CN" altLang="en-US"/>
        </a:p>
      </dgm:t>
    </dgm:pt>
    <dgm:pt modelId="{696CC718-ADD5-45B0-9CA4-01653696136D}">
      <dgm:prSet/>
      <dgm:spPr/>
      <dgm:t>
        <a:bodyPr/>
        <a:lstStyle/>
        <a:p>
          <a:pPr rtl="0"/>
          <a:r>
            <a:rPr lang="zh-CN" dirty="0" smtClean="0"/>
            <a:t>教育培训委员会</a:t>
          </a:r>
          <a:endParaRPr lang="zh-CN" dirty="0"/>
        </a:p>
      </dgm:t>
    </dgm:pt>
    <dgm:pt modelId="{306A1B10-FBD6-4419-A129-58D72BCBA7BC}" type="parTrans" cxnId="{1E332603-1515-4D8F-816A-C7162A98974C}">
      <dgm:prSet/>
      <dgm:spPr/>
      <dgm:t>
        <a:bodyPr/>
        <a:lstStyle/>
        <a:p>
          <a:endParaRPr lang="zh-CN" altLang="en-US"/>
        </a:p>
      </dgm:t>
    </dgm:pt>
    <dgm:pt modelId="{C01AD995-C750-494F-A771-035B7E9DC286}" type="sibTrans" cxnId="{1E332603-1515-4D8F-816A-C7162A98974C}">
      <dgm:prSet/>
      <dgm:spPr/>
      <dgm:t>
        <a:bodyPr/>
        <a:lstStyle/>
        <a:p>
          <a:endParaRPr lang="zh-CN" altLang="en-US"/>
        </a:p>
      </dgm:t>
    </dgm:pt>
    <dgm:pt modelId="{B0E15C89-5EA1-48E5-8C17-1CFDD5C3C40D}">
      <dgm:prSet/>
      <dgm:spPr/>
      <dgm:t>
        <a:bodyPr/>
        <a:lstStyle/>
        <a:p>
          <a:pPr rtl="0"/>
          <a:r>
            <a:rPr lang="zh-CN" dirty="0" smtClean="0"/>
            <a:t>奖惩维权委员会</a:t>
          </a:r>
          <a:endParaRPr lang="zh-CN" dirty="0"/>
        </a:p>
      </dgm:t>
    </dgm:pt>
    <dgm:pt modelId="{F87E7754-10C2-4FA6-91BE-C21890D77342}" type="parTrans" cxnId="{25BA7361-B66D-4795-AAC9-64427DFE52B4}">
      <dgm:prSet/>
      <dgm:spPr/>
      <dgm:t>
        <a:bodyPr/>
        <a:lstStyle/>
        <a:p>
          <a:endParaRPr lang="zh-CN" altLang="en-US"/>
        </a:p>
      </dgm:t>
    </dgm:pt>
    <dgm:pt modelId="{41E44078-EF2D-4167-A5C6-AF982F59DA77}" type="sibTrans" cxnId="{25BA7361-B66D-4795-AAC9-64427DFE52B4}">
      <dgm:prSet/>
      <dgm:spPr/>
      <dgm:t>
        <a:bodyPr/>
        <a:lstStyle/>
        <a:p>
          <a:endParaRPr lang="zh-CN" altLang="en-US"/>
        </a:p>
      </dgm:t>
    </dgm:pt>
    <dgm:pt modelId="{FBA42293-CCFF-4FFC-BD86-1B8D7659FBEB}">
      <dgm:prSet/>
      <dgm:spPr/>
      <dgm:t>
        <a:bodyPr/>
        <a:lstStyle/>
        <a:p>
          <a:pPr rtl="0"/>
          <a:r>
            <a:rPr lang="zh-CN" dirty="0" smtClean="0"/>
            <a:t>资本市场委员会</a:t>
          </a:r>
          <a:endParaRPr lang="zh-CN" dirty="0"/>
        </a:p>
      </dgm:t>
    </dgm:pt>
    <dgm:pt modelId="{BF4B0C01-F7B7-4398-83AE-12CA38A89668}" type="parTrans" cxnId="{9C2EDE1A-F584-4A7C-A347-18D871C82445}">
      <dgm:prSet/>
      <dgm:spPr/>
      <dgm:t>
        <a:bodyPr/>
        <a:lstStyle/>
        <a:p>
          <a:endParaRPr lang="zh-CN" altLang="en-US"/>
        </a:p>
      </dgm:t>
    </dgm:pt>
    <dgm:pt modelId="{93A003EE-3B33-413D-B887-113708521ADB}" type="sibTrans" cxnId="{9C2EDE1A-F584-4A7C-A347-18D871C82445}">
      <dgm:prSet/>
      <dgm:spPr/>
      <dgm:t>
        <a:bodyPr/>
        <a:lstStyle/>
        <a:p>
          <a:endParaRPr lang="zh-CN" altLang="en-US"/>
        </a:p>
      </dgm:t>
    </dgm:pt>
    <dgm:pt modelId="{3F893F77-C44F-472C-84D2-8ACAE7C7289E}">
      <dgm:prSet/>
      <dgm:spPr/>
      <dgm:t>
        <a:bodyPr/>
        <a:lstStyle/>
        <a:p>
          <a:pPr rtl="0"/>
          <a:r>
            <a:rPr lang="zh-CN" dirty="0" smtClean="0"/>
            <a:t>信息化建设委员会</a:t>
          </a:r>
          <a:endParaRPr lang="zh-CN" dirty="0"/>
        </a:p>
      </dgm:t>
    </dgm:pt>
    <dgm:pt modelId="{EBB26D52-C2CA-410E-BE75-A27F3A532D76}" type="parTrans" cxnId="{236EA528-669F-4F3A-89D9-0E200E4C8827}">
      <dgm:prSet/>
      <dgm:spPr/>
      <dgm:t>
        <a:bodyPr/>
        <a:lstStyle/>
        <a:p>
          <a:endParaRPr lang="zh-CN" altLang="en-US"/>
        </a:p>
      </dgm:t>
    </dgm:pt>
    <dgm:pt modelId="{9F3AFCA6-B2A8-4231-A0EE-876124DCF44E}" type="sibTrans" cxnId="{236EA528-669F-4F3A-89D9-0E200E4C8827}">
      <dgm:prSet/>
      <dgm:spPr/>
      <dgm:t>
        <a:bodyPr/>
        <a:lstStyle/>
        <a:p>
          <a:endParaRPr lang="zh-CN" altLang="en-US"/>
        </a:p>
      </dgm:t>
    </dgm:pt>
    <dgm:pt modelId="{CB323BB8-0175-42E9-B57A-5658D316ECA5}">
      <dgm:prSet/>
      <dgm:spPr/>
      <dgm:t>
        <a:bodyPr/>
        <a:lstStyle/>
        <a:p>
          <a:pPr rtl="0"/>
          <a:r>
            <a:rPr lang="zh-CN" smtClean="0"/>
            <a:t>宣传</a:t>
          </a:r>
          <a:r>
            <a:rPr lang="zh-CN" dirty="0" smtClean="0"/>
            <a:t>委员会</a:t>
          </a:r>
          <a:endParaRPr lang="zh-CN" dirty="0"/>
        </a:p>
      </dgm:t>
    </dgm:pt>
    <dgm:pt modelId="{4EEF41F8-51B3-4D91-AEAC-B2259488B181}" type="parTrans" cxnId="{061EC450-3822-43C6-9984-B86802EDB17E}">
      <dgm:prSet/>
      <dgm:spPr/>
      <dgm:t>
        <a:bodyPr/>
        <a:lstStyle/>
        <a:p>
          <a:endParaRPr lang="zh-CN" altLang="en-US"/>
        </a:p>
      </dgm:t>
    </dgm:pt>
    <dgm:pt modelId="{C1C2B7CC-BF2C-4011-B9B2-DD9994E7EFF8}" type="sibTrans" cxnId="{061EC450-3822-43C6-9984-B86802EDB17E}">
      <dgm:prSet/>
      <dgm:spPr/>
      <dgm:t>
        <a:bodyPr/>
        <a:lstStyle/>
        <a:p>
          <a:endParaRPr lang="zh-CN" altLang="en-US"/>
        </a:p>
      </dgm:t>
    </dgm:pt>
    <dgm:pt modelId="{90066B55-9194-48FC-80CF-B96B7BD2434F}" type="pres">
      <dgm:prSet presAssocID="{B9635191-A6FD-4CA9-BFFC-E01CCBDC35C0}" presName="hierChild1" presStyleCnt="0">
        <dgm:presLayoutVars>
          <dgm:orgChart val="1"/>
          <dgm:chPref val="1"/>
          <dgm:dir/>
          <dgm:animOne val="branch"/>
          <dgm:animLvl val="lvl"/>
          <dgm:resizeHandles/>
        </dgm:presLayoutVars>
      </dgm:prSet>
      <dgm:spPr/>
    </dgm:pt>
    <dgm:pt modelId="{519DF63E-D0FA-497C-9CD1-6330B388B751}" type="pres">
      <dgm:prSet presAssocID="{3DF79FFE-7FA7-4889-8E0A-25488E6454D0}" presName="hierRoot1" presStyleCnt="0">
        <dgm:presLayoutVars>
          <dgm:hierBranch val="init"/>
        </dgm:presLayoutVars>
      </dgm:prSet>
      <dgm:spPr/>
    </dgm:pt>
    <dgm:pt modelId="{6C3901F5-52D4-4E1A-8434-7EF8A5FE8545}" type="pres">
      <dgm:prSet presAssocID="{3DF79FFE-7FA7-4889-8E0A-25488E6454D0}" presName="rootComposite1" presStyleCnt="0"/>
      <dgm:spPr/>
    </dgm:pt>
    <dgm:pt modelId="{6E09E201-F28A-4989-A3BC-50E1CD668482}" type="pres">
      <dgm:prSet presAssocID="{3DF79FFE-7FA7-4889-8E0A-25488E6454D0}" presName="rootText1" presStyleLbl="node0" presStyleIdx="0" presStyleCnt="1">
        <dgm:presLayoutVars>
          <dgm:chPref val="3"/>
        </dgm:presLayoutVars>
      </dgm:prSet>
      <dgm:spPr/>
    </dgm:pt>
    <dgm:pt modelId="{BE310073-C256-45B0-AA95-2F51AD0309E4}" type="pres">
      <dgm:prSet presAssocID="{3DF79FFE-7FA7-4889-8E0A-25488E6454D0}" presName="rootConnector1" presStyleLbl="node1" presStyleIdx="0" presStyleCnt="0"/>
      <dgm:spPr/>
    </dgm:pt>
    <dgm:pt modelId="{3C17D871-DB7C-4016-8305-AA82031B5FAC}" type="pres">
      <dgm:prSet presAssocID="{3DF79FFE-7FA7-4889-8E0A-25488E6454D0}" presName="hierChild2" presStyleCnt="0"/>
      <dgm:spPr/>
    </dgm:pt>
    <dgm:pt modelId="{98949229-9634-4A80-9380-94FAEEB22B10}" type="pres">
      <dgm:prSet presAssocID="{014F437C-0697-4B12-AC66-58767B34A3DC}" presName="Name37" presStyleLbl="parChTrans1D2" presStyleIdx="0" presStyleCnt="3"/>
      <dgm:spPr/>
    </dgm:pt>
    <dgm:pt modelId="{24E4D5A0-43AE-41B5-B2B6-56BF7CFC6184}" type="pres">
      <dgm:prSet presAssocID="{F41C76B9-1FBF-47D0-A4DD-B0A2CB0EF50B}" presName="hierRoot2" presStyleCnt="0">
        <dgm:presLayoutVars>
          <dgm:hierBranch val="init"/>
        </dgm:presLayoutVars>
      </dgm:prSet>
      <dgm:spPr/>
    </dgm:pt>
    <dgm:pt modelId="{6266F16D-A202-4297-B835-9C8E3390F089}" type="pres">
      <dgm:prSet presAssocID="{F41C76B9-1FBF-47D0-A4DD-B0A2CB0EF50B}" presName="rootComposite" presStyleCnt="0"/>
      <dgm:spPr/>
    </dgm:pt>
    <dgm:pt modelId="{BA300125-6BBA-431E-9B28-3F32A35A059E}" type="pres">
      <dgm:prSet presAssocID="{F41C76B9-1FBF-47D0-A4DD-B0A2CB0EF50B}" presName="rootText" presStyleLbl="node2" presStyleIdx="0" presStyleCnt="1">
        <dgm:presLayoutVars>
          <dgm:chPref val="3"/>
        </dgm:presLayoutVars>
      </dgm:prSet>
      <dgm:spPr/>
    </dgm:pt>
    <dgm:pt modelId="{430C2ABC-516A-4EB5-93EB-90432D42550E}" type="pres">
      <dgm:prSet presAssocID="{F41C76B9-1FBF-47D0-A4DD-B0A2CB0EF50B}" presName="rootConnector" presStyleLbl="node2" presStyleIdx="0" presStyleCnt="1"/>
      <dgm:spPr/>
    </dgm:pt>
    <dgm:pt modelId="{FBFB54E4-CC28-4F4E-AA07-0B0BA8A86D32}" type="pres">
      <dgm:prSet presAssocID="{F41C76B9-1FBF-47D0-A4DD-B0A2CB0EF50B}" presName="hierChild4" presStyleCnt="0"/>
      <dgm:spPr/>
    </dgm:pt>
    <dgm:pt modelId="{5CD21459-5376-47F0-B62A-F4D218974CCA}" type="pres">
      <dgm:prSet presAssocID="{5C5FD373-A7DA-414C-ACD0-93D2D83B6A91}" presName="Name37" presStyleLbl="parChTrans1D3" presStyleIdx="0" presStyleCnt="1"/>
      <dgm:spPr/>
    </dgm:pt>
    <dgm:pt modelId="{006AAB61-ED99-4E7E-A61A-5CCB8EBE8F2A}" type="pres">
      <dgm:prSet presAssocID="{B718A865-B88F-4FDC-9213-62E005239AD6}" presName="hierRoot2" presStyleCnt="0">
        <dgm:presLayoutVars>
          <dgm:hierBranch val="init"/>
        </dgm:presLayoutVars>
      </dgm:prSet>
      <dgm:spPr/>
    </dgm:pt>
    <dgm:pt modelId="{46BDB87D-840A-4857-8296-B5B41E76F0F2}" type="pres">
      <dgm:prSet presAssocID="{B718A865-B88F-4FDC-9213-62E005239AD6}" presName="rootComposite" presStyleCnt="0"/>
      <dgm:spPr/>
    </dgm:pt>
    <dgm:pt modelId="{FFF9EB4D-650D-470C-A95A-F4426553B105}" type="pres">
      <dgm:prSet presAssocID="{B718A865-B88F-4FDC-9213-62E005239AD6}" presName="rootText" presStyleLbl="node3" presStyleIdx="0" presStyleCnt="1">
        <dgm:presLayoutVars>
          <dgm:chPref val="3"/>
        </dgm:presLayoutVars>
      </dgm:prSet>
      <dgm:spPr/>
    </dgm:pt>
    <dgm:pt modelId="{292E1CC5-ABB6-4AE7-A291-FC2BD0B33E23}" type="pres">
      <dgm:prSet presAssocID="{B718A865-B88F-4FDC-9213-62E005239AD6}" presName="rootConnector" presStyleLbl="node3" presStyleIdx="0" presStyleCnt="1"/>
      <dgm:spPr/>
    </dgm:pt>
    <dgm:pt modelId="{CB13AAF8-BAA1-4362-9DEA-82A93841D4D3}" type="pres">
      <dgm:prSet presAssocID="{B718A865-B88F-4FDC-9213-62E005239AD6}" presName="hierChild4" presStyleCnt="0"/>
      <dgm:spPr/>
    </dgm:pt>
    <dgm:pt modelId="{38FAEBC6-357B-4DA6-8530-11AC7448E354}" type="pres">
      <dgm:prSet presAssocID="{8909DD6E-6801-40C8-A4DA-A0471F46ACC0}" presName="Name37" presStyleLbl="parChTrans1D4" presStyleIdx="0" presStyleCnt="16"/>
      <dgm:spPr/>
    </dgm:pt>
    <dgm:pt modelId="{7BA4182A-4BFF-43AD-9583-13FD1176FCCC}" type="pres">
      <dgm:prSet presAssocID="{FC624F68-B21C-4643-9964-C4E4FDDCFB5C}" presName="hierRoot2" presStyleCnt="0">
        <dgm:presLayoutVars>
          <dgm:hierBranch val="init"/>
        </dgm:presLayoutVars>
      </dgm:prSet>
      <dgm:spPr/>
    </dgm:pt>
    <dgm:pt modelId="{66A0FD6F-E8F4-4301-B6B8-AADFA7BB3B74}" type="pres">
      <dgm:prSet presAssocID="{FC624F68-B21C-4643-9964-C4E4FDDCFB5C}" presName="rootComposite" presStyleCnt="0"/>
      <dgm:spPr/>
    </dgm:pt>
    <dgm:pt modelId="{3C1DDF5F-980E-4367-A491-982F35B45DD0}" type="pres">
      <dgm:prSet presAssocID="{FC624F68-B21C-4643-9964-C4E4FDDCFB5C}" presName="rootText" presStyleLbl="node4" presStyleIdx="0" presStyleCnt="16">
        <dgm:presLayoutVars>
          <dgm:chPref val="3"/>
        </dgm:presLayoutVars>
      </dgm:prSet>
      <dgm:spPr/>
    </dgm:pt>
    <dgm:pt modelId="{15569A8E-3BC1-4A87-9D27-CD99F9E49239}" type="pres">
      <dgm:prSet presAssocID="{FC624F68-B21C-4643-9964-C4E4FDDCFB5C}" presName="rootConnector" presStyleLbl="node4" presStyleIdx="0" presStyleCnt="16"/>
      <dgm:spPr/>
    </dgm:pt>
    <dgm:pt modelId="{889A1C8B-CE89-4012-A4A9-F7EFB0ABA796}" type="pres">
      <dgm:prSet presAssocID="{FC624F68-B21C-4643-9964-C4E4FDDCFB5C}" presName="hierChild4" presStyleCnt="0"/>
      <dgm:spPr/>
    </dgm:pt>
    <dgm:pt modelId="{32355DFA-BA9E-46DA-8950-21565EA41794}" type="pres">
      <dgm:prSet presAssocID="{26CE22FD-7F7A-4A8B-8B5C-88D282025BD0}" presName="Name37" presStyleLbl="parChTrans1D4" presStyleIdx="1" presStyleCnt="16"/>
      <dgm:spPr/>
    </dgm:pt>
    <dgm:pt modelId="{7E3A5F35-8589-4522-B13F-B6287D406215}" type="pres">
      <dgm:prSet presAssocID="{37DEC1FF-3C4F-439C-8CCC-9BDB7278E259}" presName="hierRoot2" presStyleCnt="0">
        <dgm:presLayoutVars>
          <dgm:hierBranch val="hang"/>
        </dgm:presLayoutVars>
      </dgm:prSet>
      <dgm:spPr/>
    </dgm:pt>
    <dgm:pt modelId="{1DAF9EA8-15BF-43E5-9A60-3987E63157A0}" type="pres">
      <dgm:prSet presAssocID="{37DEC1FF-3C4F-439C-8CCC-9BDB7278E259}" presName="rootComposite" presStyleCnt="0"/>
      <dgm:spPr/>
    </dgm:pt>
    <dgm:pt modelId="{529FFEF0-87D1-4A36-A673-0700D5F0FD7E}" type="pres">
      <dgm:prSet presAssocID="{37DEC1FF-3C4F-439C-8CCC-9BDB7278E259}" presName="rootText" presStyleLbl="node4" presStyleIdx="1" presStyleCnt="16">
        <dgm:presLayoutVars>
          <dgm:chPref val="3"/>
        </dgm:presLayoutVars>
      </dgm:prSet>
      <dgm:spPr/>
    </dgm:pt>
    <dgm:pt modelId="{ADB1F474-512B-4812-B5AF-EB2D2F8C7C4E}" type="pres">
      <dgm:prSet presAssocID="{37DEC1FF-3C4F-439C-8CCC-9BDB7278E259}" presName="rootConnector" presStyleLbl="node4" presStyleIdx="1" presStyleCnt="16"/>
      <dgm:spPr/>
    </dgm:pt>
    <dgm:pt modelId="{F404FD34-85E3-46CD-B8E5-79AE0F0CA5A5}" type="pres">
      <dgm:prSet presAssocID="{37DEC1FF-3C4F-439C-8CCC-9BDB7278E259}" presName="hierChild4" presStyleCnt="0"/>
      <dgm:spPr/>
    </dgm:pt>
    <dgm:pt modelId="{CD326A34-841B-4551-805A-5F5115A58806}" type="pres">
      <dgm:prSet presAssocID="{79FACDE3-C4D3-463D-BD09-49504931DF2D}" presName="Name48" presStyleLbl="parChTrans1D4" presStyleIdx="2" presStyleCnt="16"/>
      <dgm:spPr/>
    </dgm:pt>
    <dgm:pt modelId="{0B0E217B-FCB1-4BA6-9621-9A955968F6A0}" type="pres">
      <dgm:prSet presAssocID="{3D0AC80F-F6D8-4FA7-A0E8-75C58BB00E8E}" presName="hierRoot2" presStyleCnt="0">
        <dgm:presLayoutVars>
          <dgm:hierBranch val="init"/>
        </dgm:presLayoutVars>
      </dgm:prSet>
      <dgm:spPr/>
    </dgm:pt>
    <dgm:pt modelId="{CB041CE5-3537-4013-9DCC-D82870F0388C}" type="pres">
      <dgm:prSet presAssocID="{3D0AC80F-F6D8-4FA7-A0E8-75C58BB00E8E}" presName="rootComposite" presStyleCnt="0"/>
      <dgm:spPr/>
    </dgm:pt>
    <dgm:pt modelId="{77A48C17-9E09-4E62-B4EF-AD2D2136AB70}" type="pres">
      <dgm:prSet presAssocID="{3D0AC80F-F6D8-4FA7-A0E8-75C58BB00E8E}" presName="rootText" presStyleLbl="node4" presStyleIdx="2" presStyleCnt="16">
        <dgm:presLayoutVars>
          <dgm:chPref val="3"/>
        </dgm:presLayoutVars>
      </dgm:prSet>
      <dgm:spPr/>
    </dgm:pt>
    <dgm:pt modelId="{19A3DFEC-9974-4F2F-9583-6CA6CDEDA7AA}" type="pres">
      <dgm:prSet presAssocID="{3D0AC80F-F6D8-4FA7-A0E8-75C58BB00E8E}" presName="rootConnector" presStyleLbl="node4" presStyleIdx="2" presStyleCnt="16"/>
      <dgm:spPr/>
    </dgm:pt>
    <dgm:pt modelId="{340D61E9-0B3D-4225-9FFA-454D2C80F093}" type="pres">
      <dgm:prSet presAssocID="{3D0AC80F-F6D8-4FA7-A0E8-75C58BB00E8E}" presName="hierChild4" presStyleCnt="0"/>
      <dgm:spPr/>
    </dgm:pt>
    <dgm:pt modelId="{17B70E13-317C-46E9-8D82-237598CB4025}" type="pres">
      <dgm:prSet presAssocID="{3D0AC80F-F6D8-4FA7-A0E8-75C58BB00E8E}" presName="hierChild5" presStyleCnt="0"/>
      <dgm:spPr/>
    </dgm:pt>
    <dgm:pt modelId="{269A6A53-0642-4C58-B48D-0FE16F174062}" type="pres">
      <dgm:prSet presAssocID="{45D75AD4-8591-47AA-8A56-B76B7D2CB34B}" presName="Name48" presStyleLbl="parChTrans1D4" presStyleIdx="3" presStyleCnt="16"/>
      <dgm:spPr/>
    </dgm:pt>
    <dgm:pt modelId="{D0468AAD-DCCD-4F6F-983B-D3D1C85E2C02}" type="pres">
      <dgm:prSet presAssocID="{7D31FC40-807D-4A1D-8887-10A203B1B2EE}" presName="hierRoot2" presStyleCnt="0">
        <dgm:presLayoutVars>
          <dgm:hierBranch val="init"/>
        </dgm:presLayoutVars>
      </dgm:prSet>
      <dgm:spPr/>
    </dgm:pt>
    <dgm:pt modelId="{0EB96169-303A-4068-9CA3-99292386FFBF}" type="pres">
      <dgm:prSet presAssocID="{7D31FC40-807D-4A1D-8887-10A203B1B2EE}" presName="rootComposite" presStyleCnt="0"/>
      <dgm:spPr/>
    </dgm:pt>
    <dgm:pt modelId="{D60FB705-B6EA-40C6-B225-68F8F2EA5CB4}" type="pres">
      <dgm:prSet presAssocID="{7D31FC40-807D-4A1D-8887-10A203B1B2EE}" presName="rootText" presStyleLbl="node4" presStyleIdx="3" presStyleCnt="16">
        <dgm:presLayoutVars>
          <dgm:chPref val="3"/>
        </dgm:presLayoutVars>
      </dgm:prSet>
      <dgm:spPr/>
    </dgm:pt>
    <dgm:pt modelId="{D6AB061D-18BA-4C63-A774-730444420019}" type="pres">
      <dgm:prSet presAssocID="{7D31FC40-807D-4A1D-8887-10A203B1B2EE}" presName="rootConnector" presStyleLbl="node4" presStyleIdx="3" presStyleCnt="16"/>
      <dgm:spPr/>
    </dgm:pt>
    <dgm:pt modelId="{17BBA870-497B-4572-ADE4-A6F5BED809F0}" type="pres">
      <dgm:prSet presAssocID="{7D31FC40-807D-4A1D-8887-10A203B1B2EE}" presName="hierChild4" presStyleCnt="0"/>
      <dgm:spPr/>
    </dgm:pt>
    <dgm:pt modelId="{76FD4C3D-47D5-4D78-8583-810CB7D5C65A}" type="pres">
      <dgm:prSet presAssocID="{7D31FC40-807D-4A1D-8887-10A203B1B2EE}" presName="hierChild5" presStyleCnt="0"/>
      <dgm:spPr/>
    </dgm:pt>
    <dgm:pt modelId="{93D05673-8E09-4FF6-AC41-1DF4B521FD68}" type="pres">
      <dgm:prSet presAssocID="{3C6E03B5-D493-4E6F-9001-4CF5A9805E51}" presName="Name48" presStyleLbl="parChTrans1D4" presStyleIdx="4" presStyleCnt="16"/>
      <dgm:spPr/>
    </dgm:pt>
    <dgm:pt modelId="{7843E6DB-16B5-4CBD-A5A2-8E75087716B7}" type="pres">
      <dgm:prSet presAssocID="{E2F4B9E5-5490-46DA-B3F5-5B2BB3AA87AF}" presName="hierRoot2" presStyleCnt="0">
        <dgm:presLayoutVars>
          <dgm:hierBranch val="init"/>
        </dgm:presLayoutVars>
      </dgm:prSet>
      <dgm:spPr/>
    </dgm:pt>
    <dgm:pt modelId="{D70186B9-B845-435F-B19D-F14B476929D1}" type="pres">
      <dgm:prSet presAssocID="{E2F4B9E5-5490-46DA-B3F5-5B2BB3AA87AF}" presName="rootComposite" presStyleCnt="0"/>
      <dgm:spPr/>
    </dgm:pt>
    <dgm:pt modelId="{BBC4AF97-E8AA-4574-94FA-200CB32124A7}" type="pres">
      <dgm:prSet presAssocID="{E2F4B9E5-5490-46DA-B3F5-5B2BB3AA87AF}" presName="rootText" presStyleLbl="node4" presStyleIdx="4" presStyleCnt="16">
        <dgm:presLayoutVars>
          <dgm:chPref val="3"/>
        </dgm:presLayoutVars>
      </dgm:prSet>
      <dgm:spPr/>
    </dgm:pt>
    <dgm:pt modelId="{5B871FB8-26DA-44F2-A45E-F21338A4A407}" type="pres">
      <dgm:prSet presAssocID="{E2F4B9E5-5490-46DA-B3F5-5B2BB3AA87AF}" presName="rootConnector" presStyleLbl="node4" presStyleIdx="4" presStyleCnt="16"/>
      <dgm:spPr/>
    </dgm:pt>
    <dgm:pt modelId="{FBC52E8C-7FD0-48E1-BA86-6509787D9707}" type="pres">
      <dgm:prSet presAssocID="{E2F4B9E5-5490-46DA-B3F5-5B2BB3AA87AF}" presName="hierChild4" presStyleCnt="0"/>
      <dgm:spPr/>
    </dgm:pt>
    <dgm:pt modelId="{8D85DDE6-7522-486C-ACA3-8D96F68E80D1}" type="pres">
      <dgm:prSet presAssocID="{E2F4B9E5-5490-46DA-B3F5-5B2BB3AA87AF}" presName="hierChild5" presStyleCnt="0"/>
      <dgm:spPr/>
    </dgm:pt>
    <dgm:pt modelId="{FB9112AC-BFA5-4FA1-BEB7-37B40D9CCBFC}" type="pres">
      <dgm:prSet presAssocID="{89C639B8-C1F2-4BE2-9110-E21915364F23}" presName="Name48" presStyleLbl="parChTrans1D4" presStyleIdx="5" presStyleCnt="16"/>
      <dgm:spPr/>
    </dgm:pt>
    <dgm:pt modelId="{E049B8C9-FFD6-4227-A74D-88790725738D}" type="pres">
      <dgm:prSet presAssocID="{F454AA05-1AEC-48CC-B124-EBE3764BBD03}" presName="hierRoot2" presStyleCnt="0">
        <dgm:presLayoutVars>
          <dgm:hierBranch val="init"/>
        </dgm:presLayoutVars>
      </dgm:prSet>
      <dgm:spPr/>
    </dgm:pt>
    <dgm:pt modelId="{085E568F-F723-4667-984B-3F9A75916BA2}" type="pres">
      <dgm:prSet presAssocID="{F454AA05-1AEC-48CC-B124-EBE3764BBD03}" presName="rootComposite" presStyleCnt="0"/>
      <dgm:spPr/>
    </dgm:pt>
    <dgm:pt modelId="{989E6605-9232-48F1-BD6D-C962B3CD2689}" type="pres">
      <dgm:prSet presAssocID="{F454AA05-1AEC-48CC-B124-EBE3764BBD03}" presName="rootText" presStyleLbl="node4" presStyleIdx="5" presStyleCnt="16">
        <dgm:presLayoutVars>
          <dgm:chPref val="3"/>
        </dgm:presLayoutVars>
      </dgm:prSet>
      <dgm:spPr/>
    </dgm:pt>
    <dgm:pt modelId="{07189F42-89D1-402C-A515-9011A358A483}" type="pres">
      <dgm:prSet presAssocID="{F454AA05-1AEC-48CC-B124-EBE3764BBD03}" presName="rootConnector" presStyleLbl="node4" presStyleIdx="5" presStyleCnt="16"/>
      <dgm:spPr/>
    </dgm:pt>
    <dgm:pt modelId="{57B251D7-E8F1-40E5-8FC5-7BAD6F017BD1}" type="pres">
      <dgm:prSet presAssocID="{F454AA05-1AEC-48CC-B124-EBE3764BBD03}" presName="hierChild4" presStyleCnt="0"/>
      <dgm:spPr/>
    </dgm:pt>
    <dgm:pt modelId="{BA50D7E1-3C2B-4CA6-9331-0F2A4E3F7FA2}" type="pres">
      <dgm:prSet presAssocID="{F454AA05-1AEC-48CC-B124-EBE3764BBD03}" presName="hierChild5" presStyleCnt="0"/>
      <dgm:spPr/>
    </dgm:pt>
    <dgm:pt modelId="{47EF1C31-1910-4F70-9877-0DFFDA42B1E3}" type="pres">
      <dgm:prSet presAssocID="{BE562EF4-ED4E-49B2-80B3-2FAD8470B511}" presName="Name48" presStyleLbl="parChTrans1D4" presStyleIdx="6" presStyleCnt="16"/>
      <dgm:spPr/>
    </dgm:pt>
    <dgm:pt modelId="{812B2CA9-FBB8-4784-A7BF-7186D1165B91}" type="pres">
      <dgm:prSet presAssocID="{E57E7BF8-5413-405F-8A9E-375E35D881E7}" presName="hierRoot2" presStyleCnt="0">
        <dgm:presLayoutVars>
          <dgm:hierBranch val="init"/>
        </dgm:presLayoutVars>
      </dgm:prSet>
      <dgm:spPr/>
    </dgm:pt>
    <dgm:pt modelId="{4CDE6995-5EB3-477B-A79C-D4901F0530FD}" type="pres">
      <dgm:prSet presAssocID="{E57E7BF8-5413-405F-8A9E-375E35D881E7}" presName="rootComposite" presStyleCnt="0"/>
      <dgm:spPr/>
    </dgm:pt>
    <dgm:pt modelId="{96BEDCD6-CC11-4AFA-8230-BB0D8194B173}" type="pres">
      <dgm:prSet presAssocID="{E57E7BF8-5413-405F-8A9E-375E35D881E7}" presName="rootText" presStyleLbl="node4" presStyleIdx="6" presStyleCnt="16">
        <dgm:presLayoutVars>
          <dgm:chPref val="3"/>
        </dgm:presLayoutVars>
      </dgm:prSet>
      <dgm:spPr/>
    </dgm:pt>
    <dgm:pt modelId="{DE3E9DE9-E4D7-4AFD-8D8A-D1D45D391CEB}" type="pres">
      <dgm:prSet presAssocID="{E57E7BF8-5413-405F-8A9E-375E35D881E7}" presName="rootConnector" presStyleLbl="node4" presStyleIdx="6" presStyleCnt="16"/>
      <dgm:spPr/>
    </dgm:pt>
    <dgm:pt modelId="{3AF9901A-24EC-4642-9546-883BC9972B9F}" type="pres">
      <dgm:prSet presAssocID="{E57E7BF8-5413-405F-8A9E-375E35D881E7}" presName="hierChild4" presStyleCnt="0"/>
      <dgm:spPr/>
    </dgm:pt>
    <dgm:pt modelId="{C3A9DE42-7D14-4491-BEE6-2BD687F57368}" type="pres">
      <dgm:prSet presAssocID="{E57E7BF8-5413-405F-8A9E-375E35D881E7}" presName="hierChild5" presStyleCnt="0"/>
      <dgm:spPr/>
    </dgm:pt>
    <dgm:pt modelId="{5AF49CE9-CEBE-4A6B-BA2A-1BE9DE3C6D4B}" type="pres">
      <dgm:prSet presAssocID="{E6DF8054-EA9C-4E63-AC7E-2382AA843BE5}" presName="Name48" presStyleLbl="parChTrans1D4" presStyleIdx="7" presStyleCnt="16"/>
      <dgm:spPr/>
    </dgm:pt>
    <dgm:pt modelId="{B98659A0-5899-4B7B-B556-EA574B139EA8}" type="pres">
      <dgm:prSet presAssocID="{11F88F58-8928-49DB-9C61-6F1093335003}" presName="hierRoot2" presStyleCnt="0">
        <dgm:presLayoutVars>
          <dgm:hierBranch val="init"/>
        </dgm:presLayoutVars>
      </dgm:prSet>
      <dgm:spPr/>
    </dgm:pt>
    <dgm:pt modelId="{277E559A-7C41-42F2-8735-58DF613157EB}" type="pres">
      <dgm:prSet presAssocID="{11F88F58-8928-49DB-9C61-6F1093335003}" presName="rootComposite" presStyleCnt="0"/>
      <dgm:spPr/>
    </dgm:pt>
    <dgm:pt modelId="{70F7226E-E013-4A04-B7F3-0252FFC23AC9}" type="pres">
      <dgm:prSet presAssocID="{11F88F58-8928-49DB-9C61-6F1093335003}" presName="rootText" presStyleLbl="node4" presStyleIdx="7" presStyleCnt="16">
        <dgm:presLayoutVars>
          <dgm:chPref val="3"/>
        </dgm:presLayoutVars>
      </dgm:prSet>
      <dgm:spPr/>
    </dgm:pt>
    <dgm:pt modelId="{F1801516-B8E6-4843-A35C-A7FB801C4EBF}" type="pres">
      <dgm:prSet presAssocID="{11F88F58-8928-49DB-9C61-6F1093335003}" presName="rootConnector" presStyleLbl="node4" presStyleIdx="7" presStyleCnt="16"/>
      <dgm:spPr/>
    </dgm:pt>
    <dgm:pt modelId="{56630E6E-F6F8-41D2-8520-EB7110A40B71}" type="pres">
      <dgm:prSet presAssocID="{11F88F58-8928-49DB-9C61-6F1093335003}" presName="hierChild4" presStyleCnt="0"/>
      <dgm:spPr/>
    </dgm:pt>
    <dgm:pt modelId="{2E4912BF-AD00-40C6-B131-C68A846B6E29}" type="pres">
      <dgm:prSet presAssocID="{11F88F58-8928-49DB-9C61-6F1093335003}" presName="hierChild5" presStyleCnt="0"/>
      <dgm:spPr/>
    </dgm:pt>
    <dgm:pt modelId="{3E4AC8E4-D157-415B-A7F5-4B377D269AF4}" type="pres">
      <dgm:prSet presAssocID="{2A56351B-30F1-4BB1-8BD8-29EC7623666C}" presName="Name48" presStyleLbl="parChTrans1D4" presStyleIdx="8" presStyleCnt="16"/>
      <dgm:spPr/>
    </dgm:pt>
    <dgm:pt modelId="{AFA753EB-2C15-4658-9FF4-66CCA19ADCC8}" type="pres">
      <dgm:prSet presAssocID="{BF87FF48-C61C-4A85-8B4B-A7620C8E6992}" presName="hierRoot2" presStyleCnt="0">
        <dgm:presLayoutVars>
          <dgm:hierBranch val="init"/>
        </dgm:presLayoutVars>
      </dgm:prSet>
      <dgm:spPr/>
    </dgm:pt>
    <dgm:pt modelId="{99A7950E-9AF3-4ED5-A9F3-0005F624A879}" type="pres">
      <dgm:prSet presAssocID="{BF87FF48-C61C-4A85-8B4B-A7620C8E6992}" presName="rootComposite" presStyleCnt="0"/>
      <dgm:spPr/>
    </dgm:pt>
    <dgm:pt modelId="{78AE9235-8634-4059-83D9-4F066531197E}" type="pres">
      <dgm:prSet presAssocID="{BF87FF48-C61C-4A85-8B4B-A7620C8E6992}" presName="rootText" presStyleLbl="node4" presStyleIdx="8" presStyleCnt="16">
        <dgm:presLayoutVars>
          <dgm:chPref val="3"/>
        </dgm:presLayoutVars>
      </dgm:prSet>
      <dgm:spPr/>
    </dgm:pt>
    <dgm:pt modelId="{F2FE6CC7-8B48-4CBF-9341-D234888A9414}" type="pres">
      <dgm:prSet presAssocID="{BF87FF48-C61C-4A85-8B4B-A7620C8E6992}" presName="rootConnector" presStyleLbl="node4" presStyleIdx="8" presStyleCnt="16"/>
      <dgm:spPr/>
    </dgm:pt>
    <dgm:pt modelId="{78A3A240-8625-4926-ACAA-D605ED8133BB}" type="pres">
      <dgm:prSet presAssocID="{BF87FF48-C61C-4A85-8B4B-A7620C8E6992}" presName="hierChild4" presStyleCnt="0"/>
      <dgm:spPr/>
    </dgm:pt>
    <dgm:pt modelId="{4E9170BC-6DF8-4768-A9A2-F75D83D7DA46}" type="pres">
      <dgm:prSet presAssocID="{BF87FF48-C61C-4A85-8B4B-A7620C8E6992}" presName="hierChild5" presStyleCnt="0"/>
      <dgm:spPr/>
    </dgm:pt>
    <dgm:pt modelId="{A6C876E5-3DB8-4CC5-9849-B786C61C436B}" type="pres">
      <dgm:prSet presAssocID="{37DEC1FF-3C4F-439C-8CCC-9BDB7278E259}" presName="hierChild5" presStyleCnt="0"/>
      <dgm:spPr/>
    </dgm:pt>
    <dgm:pt modelId="{DF395130-5005-4933-848E-A5DC03493FD9}" type="pres">
      <dgm:prSet presAssocID="{52E16AA8-A775-4C22-B7A5-DB4F0194507D}" presName="Name37" presStyleLbl="parChTrans1D4" presStyleIdx="9" presStyleCnt="16"/>
      <dgm:spPr/>
    </dgm:pt>
    <dgm:pt modelId="{9A30D7B8-DD65-401F-A8EA-F4EA3BB639F3}" type="pres">
      <dgm:prSet presAssocID="{361AD439-B6D8-4B8F-9B8B-86AB6EE3F729}" presName="hierRoot2" presStyleCnt="0">
        <dgm:presLayoutVars>
          <dgm:hierBranch val="hang"/>
        </dgm:presLayoutVars>
      </dgm:prSet>
      <dgm:spPr/>
    </dgm:pt>
    <dgm:pt modelId="{749E11B4-801A-4C70-A293-78530BCB400A}" type="pres">
      <dgm:prSet presAssocID="{361AD439-B6D8-4B8F-9B8B-86AB6EE3F729}" presName="rootComposite" presStyleCnt="0"/>
      <dgm:spPr/>
    </dgm:pt>
    <dgm:pt modelId="{402E6B74-380B-43A3-9EEB-D6AA6DC24DD0}" type="pres">
      <dgm:prSet presAssocID="{361AD439-B6D8-4B8F-9B8B-86AB6EE3F729}" presName="rootText" presStyleLbl="node4" presStyleIdx="9" presStyleCnt="16">
        <dgm:presLayoutVars>
          <dgm:chPref val="3"/>
        </dgm:presLayoutVars>
      </dgm:prSet>
      <dgm:spPr/>
    </dgm:pt>
    <dgm:pt modelId="{8C9FF81D-F1D8-43D8-8615-E75D77D3804A}" type="pres">
      <dgm:prSet presAssocID="{361AD439-B6D8-4B8F-9B8B-86AB6EE3F729}" presName="rootConnector" presStyleLbl="node4" presStyleIdx="9" presStyleCnt="16"/>
      <dgm:spPr/>
    </dgm:pt>
    <dgm:pt modelId="{CAA15C6F-5654-49F6-A9CE-9109E859D92E}" type="pres">
      <dgm:prSet presAssocID="{361AD439-B6D8-4B8F-9B8B-86AB6EE3F729}" presName="hierChild4" presStyleCnt="0"/>
      <dgm:spPr/>
    </dgm:pt>
    <dgm:pt modelId="{590345E2-511D-4F0A-A481-5DD565F2E2FE}" type="pres">
      <dgm:prSet presAssocID="{952B4C9E-321A-408A-BD18-94210C15D340}" presName="Name48" presStyleLbl="parChTrans1D4" presStyleIdx="10" presStyleCnt="16"/>
      <dgm:spPr/>
    </dgm:pt>
    <dgm:pt modelId="{52F9CAFA-A547-4689-8FF3-F92688F915B7}" type="pres">
      <dgm:prSet presAssocID="{45A26A6D-74A6-4F49-8D42-70F50805009D}" presName="hierRoot2" presStyleCnt="0">
        <dgm:presLayoutVars>
          <dgm:hierBranch val="init"/>
        </dgm:presLayoutVars>
      </dgm:prSet>
      <dgm:spPr/>
    </dgm:pt>
    <dgm:pt modelId="{E25F7F3A-1B99-40E4-96E0-01DB32B37113}" type="pres">
      <dgm:prSet presAssocID="{45A26A6D-74A6-4F49-8D42-70F50805009D}" presName="rootComposite" presStyleCnt="0"/>
      <dgm:spPr/>
    </dgm:pt>
    <dgm:pt modelId="{1A18249C-4C2B-46EF-A781-4EDAB15B5F0D}" type="pres">
      <dgm:prSet presAssocID="{45A26A6D-74A6-4F49-8D42-70F50805009D}" presName="rootText" presStyleLbl="node4" presStyleIdx="10" presStyleCnt="16">
        <dgm:presLayoutVars>
          <dgm:chPref val="3"/>
        </dgm:presLayoutVars>
      </dgm:prSet>
      <dgm:spPr/>
    </dgm:pt>
    <dgm:pt modelId="{EAE28F1E-E589-4833-B25A-7C627915C787}" type="pres">
      <dgm:prSet presAssocID="{45A26A6D-74A6-4F49-8D42-70F50805009D}" presName="rootConnector" presStyleLbl="node4" presStyleIdx="10" presStyleCnt="16"/>
      <dgm:spPr/>
    </dgm:pt>
    <dgm:pt modelId="{4FA7146D-8DAD-4FAE-ABF7-33FB2BB7F7C7}" type="pres">
      <dgm:prSet presAssocID="{45A26A6D-74A6-4F49-8D42-70F50805009D}" presName="hierChild4" presStyleCnt="0"/>
      <dgm:spPr/>
    </dgm:pt>
    <dgm:pt modelId="{B1086534-9EBD-433C-A57D-CCBB60F764ED}" type="pres">
      <dgm:prSet presAssocID="{45A26A6D-74A6-4F49-8D42-70F50805009D}" presName="hierChild5" presStyleCnt="0"/>
      <dgm:spPr/>
    </dgm:pt>
    <dgm:pt modelId="{0EBBB59F-0C87-4541-AA1C-F5A73B85789F}" type="pres">
      <dgm:prSet presAssocID="{306A1B10-FBD6-4419-A129-58D72BCBA7BC}" presName="Name48" presStyleLbl="parChTrans1D4" presStyleIdx="11" presStyleCnt="16"/>
      <dgm:spPr/>
    </dgm:pt>
    <dgm:pt modelId="{A3D482D8-6E4F-40BE-B3BF-E3AED1DBDFC4}" type="pres">
      <dgm:prSet presAssocID="{696CC718-ADD5-45B0-9CA4-01653696136D}" presName="hierRoot2" presStyleCnt="0">
        <dgm:presLayoutVars>
          <dgm:hierBranch val="init"/>
        </dgm:presLayoutVars>
      </dgm:prSet>
      <dgm:spPr/>
    </dgm:pt>
    <dgm:pt modelId="{FDC1061B-5EB5-4402-B905-EB54DDF1BE28}" type="pres">
      <dgm:prSet presAssocID="{696CC718-ADD5-45B0-9CA4-01653696136D}" presName="rootComposite" presStyleCnt="0"/>
      <dgm:spPr/>
    </dgm:pt>
    <dgm:pt modelId="{D0759C92-C68C-4D58-A09E-A84396911A14}" type="pres">
      <dgm:prSet presAssocID="{696CC718-ADD5-45B0-9CA4-01653696136D}" presName="rootText" presStyleLbl="node4" presStyleIdx="11" presStyleCnt="16">
        <dgm:presLayoutVars>
          <dgm:chPref val="3"/>
        </dgm:presLayoutVars>
      </dgm:prSet>
      <dgm:spPr/>
    </dgm:pt>
    <dgm:pt modelId="{DBF04B3D-C6F0-477C-8A79-E6EE6AE6076A}" type="pres">
      <dgm:prSet presAssocID="{696CC718-ADD5-45B0-9CA4-01653696136D}" presName="rootConnector" presStyleLbl="node4" presStyleIdx="11" presStyleCnt="16"/>
      <dgm:spPr/>
    </dgm:pt>
    <dgm:pt modelId="{D22BD943-911E-464F-A272-03765FEA45E3}" type="pres">
      <dgm:prSet presAssocID="{696CC718-ADD5-45B0-9CA4-01653696136D}" presName="hierChild4" presStyleCnt="0"/>
      <dgm:spPr/>
    </dgm:pt>
    <dgm:pt modelId="{D039F4B8-9C7B-455D-A0A2-5219CB5EF28B}" type="pres">
      <dgm:prSet presAssocID="{696CC718-ADD5-45B0-9CA4-01653696136D}" presName="hierChild5" presStyleCnt="0"/>
      <dgm:spPr/>
    </dgm:pt>
    <dgm:pt modelId="{EABC3036-9DB0-419C-83C5-EECADBA2D16C}" type="pres">
      <dgm:prSet presAssocID="{F87E7754-10C2-4FA6-91BE-C21890D77342}" presName="Name48" presStyleLbl="parChTrans1D4" presStyleIdx="12" presStyleCnt="16"/>
      <dgm:spPr/>
    </dgm:pt>
    <dgm:pt modelId="{CA9532F6-B052-4048-A781-412DCB9D739A}" type="pres">
      <dgm:prSet presAssocID="{B0E15C89-5EA1-48E5-8C17-1CFDD5C3C40D}" presName="hierRoot2" presStyleCnt="0">
        <dgm:presLayoutVars>
          <dgm:hierBranch val="init"/>
        </dgm:presLayoutVars>
      </dgm:prSet>
      <dgm:spPr/>
    </dgm:pt>
    <dgm:pt modelId="{624C2316-DFD3-4FCC-94D6-F65890100293}" type="pres">
      <dgm:prSet presAssocID="{B0E15C89-5EA1-48E5-8C17-1CFDD5C3C40D}" presName="rootComposite" presStyleCnt="0"/>
      <dgm:spPr/>
    </dgm:pt>
    <dgm:pt modelId="{F2DA5862-D451-4D10-A612-D693C36E05F6}" type="pres">
      <dgm:prSet presAssocID="{B0E15C89-5EA1-48E5-8C17-1CFDD5C3C40D}" presName="rootText" presStyleLbl="node4" presStyleIdx="12" presStyleCnt="16">
        <dgm:presLayoutVars>
          <dgm:chPref val="3"/>
        </dgm:presLayoutVars>
      </dgm:prSet>
      <dgm:spPr/>
    </dgm:pt>
    <dgm:pt modelId="{C4F4DDDE-B02C-4BC9-BD0B-5C16098603F1}" type="pres">
      <dgm:prSet presAssocID="{B0E15C89-5EA1-48E5-8C17-1CFDD5C3C40D}" presName="rootConnector" presStyleLbl="node4" presStyleIdx="12" presStyleCnt="16"/>
      <dgm:spPr/>
    </dgm:pt>
    <dgm:pt modelId="{5BD4DA56-BFE2-400D-A286-E6C96B1754E2}" type="pres">
      <dgm:prSet presAssocID="{B0E15C89-5EA1-48E5-8C17-1CFDD5C3C40D}" presName="hierChild4" presStyleCnt="0"/>
      <dgm:spPr/>
    </dgm:pt>
    <dgm:pt modelId="{DB5711B3-EB97-4E23-B60A-52746377106D}" type="pres">
      <dgm:prSet presAssocID="{B0E15C89-5EA1-48E5-8C17-1CFDD5C3C40D}" presName="hierChild5" presStyleCnt="0"/>
      <dgm:spPr/>
    </dgm:pt>
    <dgm:pt modelId="{11D42EDB-B7C8-43F8-8E48-8A4402A87922}" type="pres">
      <dgm:prSet presAssocID="{BF4B0C01-F7B7-4398-83AE-12CA38A89668}" presName="Name48" presStyleLbl="parChTrans1D4" presStyleIdx="13" presStyleCnt="16"/>
      <dgm:spPr/>
    </dgm:pt>
    <dgm:pt modelId="{695807FF-A0BE-4264-8602-D86D85A758F9}" type="pres">
      <dgm:prSet presAssocID="{FBA42293-CCFF-4FFC-BD86-1B8D7659FBEB}" presName="hierRoot2" presStyleCnt="0">
        <dgm:presLayoutVars>
          <dgm:hierBranch val="init"/>
        </dgm:presLayoutVars>
      </dgm:prSet>
      <dgm:spPr/>
    </dgm:pt>
    <dgm:pt modelId="{8A6D4C91-D57E-45CE-847E-385AC058F287}" type="pres">
      <dgm:prSet presAssocID="{FBA42293-CCFF-4FFC-BD86-1B8D7659FBEB}" presName="rootComposite" presStyleCnt="0"/>
      <dgm:spPr/>
    </dgm:pt>
    <dgm:pt modelId="{53E51ECC-9A32-4F5F-9727-6E09578585FC}" type="pres">
      <dgm:prSet presAssocID="{FBA42293-CCFF-4FFC-BD86-1B8D7659FBEB}" presName="rootText" presStyleLbl="node4" presStyleIdx="13" presStyleCnt="16">
        <dgm:presLayoutVars>
          <dgm:chPref val="3"/>
        </dgm:presLayoutVars>
      </dgm:prSet>
      <dgm:spPr/>
    </dgm:pt>
    <dgm:pt modelId="{7BDCD23F-71C6-4E29-B35A-DD94F27AB96F}" type="pres">
      <dgm:prSet presAssocID="{FBA42293-CCFF-4FFC-BD86-1B8D7659FBEB}" presName="rootConnector" presStyleLbl="node4" presStyleIdx="13" presStyleCnt="16"/>
      <dgm:spPr/>
    </dgm:pt>
    <dgm:pt modelId="{37AD6C8A-CCA9-4DCE-AB36-A3216109771C}" type="pres">
      <dgm:prSet presAssocID="{FBA42293-CCFF-4FFC-BD86-1B8D7659FBEB}" presName="hierChild4" presStyleCnt="0"/>
      <dgm:spPr/>
    </dgm:pt>
    <dgm:pt modelId="{AA1E5E9B-C6E9-4839-A1F5-5428AC97F3B2}" type="pres">
      <dgm:prSet presAssocID="{FBA42293-CCFF-4FFC-BD86-1B8D7659FBEB}" presName="hierChild5" presStyleCnt="0"/>
      <dgm:spPr/>
    </dgm:pt>
    <dgm:pt modelId="{B489241B-2B23-4774-84C8-899DE8B3A0EC}" type="pres">
      <dgm:prSet presAssocID="{EBB26D52-C2CA-410E-BE75-A27F3A532D76}" presName="Name48" presStyleLbl="parChTrans1D4" presStyleIdx="14" presStyleCnt="16"/>
      <dgm:spPr/>
    </dgm:pt>
    <dgm:pt modelId="{F65E43C3-BB18-4CB6-A7B3-D4DA6D5744EA}" type="pres">
      <dgm:prSet presAssocID="{3F893F77-C44F-472C-84D2-8ACAE7C7289E}" presName="hierRoot2" presStyleCnt="0">
        <dgm:presLayoutVars>
          <dgm:hierBranch val="init"/>
        </dgm:presLayoutVars>
      </dgm:prSet>
      <dgm:spPr/>
    </dgm:pt>
    <dgm:pt modelId="{3F8FA917-6F47-44E6-A697-91E43BEDD01E}" type="pres">
      <dgm:prSet presAssocID="{3F893F77-C44F-472C-84D2-8ACAE7C7289E}" presName="rootComposite" presStyleCnt="0"/>
      <dgm:spPr/>
    </dgm:pt>
    <dgm:pt modelId="{19A835E9-042F-44DC-9004-F3AD49354681}" type="pres">
      <dgm:prSet presAssocID="{3F893F77-C44F-472C-84D2-8ACAE7C7289E}" presName="rootText" presStyleLbl="node4" presStyleIdx="14" presStyleCnt="16">
        <dgm:presLayoutVars>
          <dgm:chPref val="3"/>
        </dgm:presLayoutVars>
      </dgm:prSet>
      <dgm:spPr/>
    </dgm:pt>
    <dgm:pt modelId="{955F0196-BD14-4761-89CD-0F9B64D924C0}" type="pres">
      <dgm:prSet presAssocID="{3F893F77-C44F-472C-84D2-8ACAE7C7289E}" presName="rootConnector" presStyleLbl="node4" presStyleIdx="14" presStyleCnt="16"/>
      <dgm:spPr/>
    </dgm:pt>
    <dgm:pt modelId="{F20ABEEC-D4A7-41BB-9003-EFC7479BE60F}" type="pres">
      <dgm:prSet presAssocID="{3F893F77-C44F-472C-84D2-8ACAE7C7289E}" presName="hierChild4" presStyleCnt="0"/>
      <dgm:spPr/>
    </dgm:pt>
    <dgm:pt modelId="{9D34C270-0ADA-4090-9CF9-BC958F30F620}" type="pres">
      <dgm:prSet presAssocID="{3F893F77-C44F-472C-84D2-8ACAE7C7289E}" presName="hierChild5" presStyleCnt="0"/>
      <dgm:spPr/>
    </dgm:pt>
    <dgm:pt modelId="{C57BD374-4A23-4FE1-9C10-4A3763157BD2}" type="pres">
      <dgm:prSet presAssocID="{4EEF41F8-51B3-4D91-AEAC-B2259488B181}" presName="Name48" presStyleLbl="parChTrans1D4" presStyleIdx="15" presStyleCnt="16"/>
      <dgm:spPr/>
    </dgm:pt>
    <dgm:pt modelId="{819C1518-C51C-4D5A-8B4B-D39D792AC297}" type="pres">
      <dgm:prSet presAssocID="{CB323BB8-0175-42E9-B57A-5658D316ECA5}" presName="hierRoot2" presStyleCnt="0">
        <dgm:presLayoutVars>
          <dgm:hierBranch val="init"/>
        </dgm:presLayoutVars>
      </dgm:prSet>
      <dgm:spPr/>
    </dgm:pt>
    <dgm:pt modelId="{DA462169-767E-416D-86A4-AF58ED1C5134}" type="pres">
      <dgm:prSet presAssocID="{CB323BB8-0175-42E9-B57A-5658D316ECA5}" presName="rootComposite" presStyleCnt="0"/>
      <dgm:spPr/>
    </dgm:pt>
    <dgm:pt modelId="{5D38B50F-9FDC-45F4-8D0A-86A450779714}" type="pres">
      <dgm:prSet presAssocID="{CB323BB8-0175-42E9-B57A-5658D316ECA5}" presName="rootText" presStyleLbl="node4" presStyleIdx="15" presStyleCnt="16">
        <dgm:presLayoutVars>
          <dgm:chPref val="3"/>
        </dgm:presLayoutVars>
      </dgm:prSet>
      <dgm:spPr/>
    </dgm:pt>
    <dgm:pt modelId="{386DC623-4E15-4C44-A334-FA938AE27AD9}" type="pres">
      <dgm:prSet presAssocID="{CB323BB8-0175-42E9-B57A-5658D316ECA5}" presName="rootConnector" presStyleLbl="node4" presStyleIdx="15" presStyleCnt="16"/>
      <dgm:spPr/>
    </dgm:pt>
    <dgm:pt modelId="{4DDB269A-0EDF-443D-BDAF-ED88045F4213}" type="pres">
      <dgm:prSet presAssocID="{CB323BB8-0175-42E9-B57A-5658D316ECA5}" presName="hierChild4" presStyleCnt="0"/>
      <dgm:spPr/>
    </dgm:pt>
    <dgm:pt modelId="{7CD3E42F-BD2D-42C4-8137-8E478932FF47}" type="pres">
      <dgm:prSet presAssocID="{CB323BB8-0175-42E9-B57A-5658D316ECA5}" presName="hierChild5" presStyleCnt="0"/>
      <dgm:spPr/>
    </dgm:pt>
    <dgm:pt modelId="{0D3239B5-19F3-470C-8696-BC99A4947009}" type="pres">
      <dgm:prSet presAssocID="{361AD439-B6D8-4B8F-9B8B-86AB6EE3F729}" presName="hierChild5" presStyleCnt="0"/>
      <dgm:spPr/>
    </dgm:pt>
    <dgm:pt modelId="{3D0B31E5-2200-4DFF-821A-FFFDEA03A67B}" type="pres">
      <dgm:prSet presAssocID="{FC624F68-B21C-4643-9964-C4E4FDDCFB5C}" presName="hierChild5" presStyleCnt="0"/>
      <dgm:spPr/>
    </dgm:pt>
    <dgm:pt modelId="{72236770-A5E0-4CF7-94AE-81789058B830}" type="pres">
      <dgm:prSet presAssocID="{B718A865-B88F-4FDC-9213-62E005239AD6}" presName="hierChild5" presStyleCnt="0"/>
      <dgm:spPr/>
    </dgm:pt>
    <dgm:pt modelId="{87591008-484F-4427-AA68-258F506CBDED}" type="pres">
      <dgm:prSet presAssocID="{F41C76B9-1FBF-47D0-A4DD-B0A2CB0EF50B}" presName="hierChild5" presStyleCnt="0"/>
      <dgm:spPr/>
    </dgm:pt>
    <dgm:pt modelId="{950B8C8B-4515-4346-9FEF-4D637266B728}" type="pres">
      <dgm:prSet presAssocID="{3DF79FFE-7FA7-4889-8E0A-25488E6454D0}" presName="hierChild3" presStyleCnt="0"/>
      <dgm:spPr/>
    </dgm:pt>
    <dgm:pt modelId="{2A032771-D921-4C84-A456-B34B60DD5DAE}" type="pres">
      <dgm:prSet presAssocID="{AA4BD4EF-4A17-447A-81B5-866A02A94065}" presName="Name111" presStyleLbl="parChTrans1D2" presStyleIdx="1" presStyleCnt="3"/>
      <dgm:spPr/>
    </dgm:pt>
    <dgm:pt modelId="{72A55B94-8238-45BB-9F4D-E2999D491ED6}" type="pres">
      <dgm:prSet presAssocID="{9D627BE3-90BE-4B9B-A247-6CA5E77B8C84}" presName="hierRoot3" presStyleCnt="0">
        <dgm:presLayoutVars>
          <dgm:hierBranch val="init"/>
        </dgm:presLayoutVars>
      </dgm:prSet>
      <dgm:spPr/>
    </dgm:pt>
    <dgm:pt modelId="{BB5527D0-F87B-47D8-873A-C9E6BEAB6E4B}" type="pres">
      <dgm:prSet presAssocID="{9D627BE3-90BE-4B9B-A247-6CA5E77B8C84}" presName="rootComposite3" presStyleCnt="0"/>
      <dgm:spPr/>
    </dgm:pt>
    <dgm:pt modelId="{DC1E29A4-7257-49BA-B351-77E2A630D2FF}" type="pres">
      <dgm:prSet presAssocID="{9D627BE3-90BE-4B9B-A247-6CA5E77B8C84}" presName="rootText3" presStyleLbl="asst1" presStyleIdx="0" presStyleCnt="2">
        <dgm:presLayoutVars>
          <dgm:chPref val="3"/>
        </dgm:presLayoutVars>
      </dgm:prSet>
      <dgm:spPr/>
      <dgm:t>
        <a:bodyPr/>
        <a:lstStyle/>
        <a:p>
          <a:endParaRPr lang="zh-CN" altLang="en-US"/>
        </a:p>
      </dgm:t>
    </dgm:pt>
    <dgm:pt modelId="{70ECC304-81A1-4639-B19E-AF57ABAB42B3}" type="pres">
      <dgm:prSet presAssocID="{9D627BE3-90BE-4B9B-A247-6CA5E77B8C84}" presName="rootConnector3" presStyleLbl="asst1" presStyleIdx="0" presStyleCnt="2"/>
      <dgm:spPr/>
    </dgm:pt>
    <dgm:pt modelId="{E8139B3B-EE7C-4DDE-AAED-07DE3D32C19D}" type="pres">
      <dgm:prSet presAssocID="{9D627BE3-90BE-4B9B-A247-6CA5E77B8C84}" presName="hierChild6" presStyleCnt="0"/>
      <dgm:spPr/>
    </dgm:pt>
    <dgm:pt modelId="{6AF5551B-E2A2-4E92-BEA7-D22064372AD2}" type="pres">
      <dgm:prSet presAssocID="{9D627BE3-90BE-4B9B-A247-6CA5E77B8C84}" presName="hierChild7" presStyleCnt="0"/>
      <dgm:spPr/>
    </dgm:pt>
    <dgm:pt modelId="{410B4AE6-2BF9-40BF-9693-8CBBE52A2E57}" type="pres">
      <dgm:prSet presAssocID="{CCAF1C36-0231-4F00-8B5E-DEE81B785385}" presName="Name111" presStyleLbl="parChTrans1D2" presStyleIdx="2" presStyleCnt="3"/>
      <dgm:spPr/>
    </dgm:pt>
    <dgm:pt modelId="{9AAD94D9-4172-4A74-AE21-30F1BE10A7B7}" type="pres">
      <dgm:prSet presAssocID="{EAEFB709-F171-420E-B1EA-AA1DA02A1ECF}" presName="hierRoot3" presStyleCnt="0">
        <dgm:presLayoutVars>
          <dgm:hierBranch val="init"/>
        </dgm:presLayoutVars>
      </dgm:prSet>
      <dgm:spPr/>
    </dgm:pt>
    <dgm:pt modelId="{CA8BE96A-4832-4F96-BE08-8BA1238335CB}" type="pres">
      <dgm:prSet presAssocID="{EAEFB709-F171-420E-B1EA-AA1DA02A1ECF}" presName="rootComposite3" presStyleCnt="0"/>
      <dgm:spPr/>
    </dgm:pt>
    <dgm:pt modelId="{7E24CF14-10A8-4746-B852-C673D71B66D6}" type="pres">
      <dgm:prSet presAssocID="{EAEFB709-F171-420E-B1EA-AA1DA02A1ECF}" presName="rootText3" presStyleLbl="asst1" presStyleIdx="1" presStyleCnt="2">
        <dgm:presLayoutVars>
          <dgm:chPref val="3"/>
        </dgm:presLayoutVars>
      </dgm:prSet>
      <dgm:spPr/>
    </dgm:pt>
    <dgm:pt modelId="{A7D0F47E-6B91-4A71-9714-E2D38FA66E55}" type="pres">
      <dgm:prSet presAssocID="{EAEFB709-F171-420E-B1EA-AA1DA02A1ECF}" presName="rootConnector3" presStyleLbl="asst1" presStyleIdx="1" presStyleCnt="2"/>
      <dgm:spPr/>
    </dgm:pt>
    <dgm:pt modelId="{15796118-B9AD-4F9E-A324-5762C46D8BF3}" type="pres">
      <dgm:prSet presAssocID="{EAEFB709-F171-420E-B1EA-AA1DA02A1ECF}" presName="hierChild6" presStyleCnt="0"/>
      <dgm:spPr/>
    </dgm:pt>
    <dgm:pt modelId="{E0211175-3967-4796-B989-F175E22A7B6C}" type="pres">
      <dgm:prSet presAssocID="{EAEFB709-F171-420E-B1EA-AA1DA02A1ECF}" presName="hierChild7" presStyleCnt="0"/>
      <dgm:spPr/>
    </dgm:pt>
  </dgm:ptLst>
  <dgm:cxnLst>
    <dgm:cxn modelId="{78D8B9B3-B788-41CA-A6B9-C126B6C61170}" type="presOf" srcId="{FC624F68-B21C-4643-9964-C4E4FDDCFB5C}" destId="{15569A8E-3BC1-4A87-9D27-CD99F9E49239}" srcOrd="1" destOrd="0" presId="urn:microsoft.com/office/officeart/2005/8/layout/orgChart1"/>
    <dgm:cxn modelId="{758DDF31-8A12-471B-9A7B-D99598AAB4F2}" srcId="{FC624F68-B21C-4643-9964-C4E4FDDCFB5C}" destId="{361AD439-B6D8-4B8F-9B8B-86AB6EE3F729}" srcOrd="1" destOrd="0" parTransId="{52E16AA8-A775-4C22-B7A5-DB4F0194507D}" sibTransId="{5C0BC605-4D38-4203-9785-FEA4EADB3D22}"/>
    <dgm:cxn modelId="{0F657E2C-EC9E-4A8C-A35E-2AC44A7D76EF}" type="presOf" srcId="{3DF79FFE-7FA7-4889-8E0A-25488E6454D0}" destId="{BE310073-C256-45B0-AA95-2F51AD0309E4}" srcOrd="1" destOrd="0" presId="urn:microsoft.com/office/officeart/2005/8/layout/orgChart1"/>
    <dgm:cxn modelId="{BFD86A80-3241-4376-8839-B87F9DE84EC5}" type="presOf" srcId="{45A26A6D-74A6-4F49-8D42-70F50805009D}" destId="{EAE28F1E-E589-4833-B25A-7C627915C787}" srcOrd="1" destOrd="0" presId="urn:microsoft.com/office/officeart/2005/8/layout/orgChart1"/>
    <dgm:cxn modelId="{B191CB1F-F3B9-4C1C-8F29-3ABC26407138}" type="presOf" srcId="{7D31FC40-807D-4A1D-8887-10A203B1B2EE}" destId="{D60FB705-B6EA-40C6-B225-68F8F2EA5CB4}" srcOrd="0" destOrd="0" presId="urn:microsoft.com/office/officeart/2005/8/layout/orgChart1"/>
    <dgm:cxn modelId="{E8014047-DABF-4058-BFEE-984634D3F771}" type="presOf" srcId="{952B4C9E-321A-408A-BD18-94210C15D340}" destId="{590345E2-511D-4F0A-A481-5DD565F2E2FE}" srcOrd="0" destOrd="0" presId="urn:microsoft.com/office/officeart/2005/8/layout/orgChart1"/>
    <dgm:cxn modelId="{8CA1B9FC-9312-4B00-BF32-E435044D6878}" type="presOf" srcId="{F41C76B9-1FBF-47D0-A4DD-B0A2CB0EF50B}" destId="{BA300125-6BBA-431E-9B28-3F32A35A059E}" srcOrd="0" destOrd="0" presId="urn:microsoft.com/office/officeart/2005/8/layout/orgChart1"/>
    <dgm:cxn modelId="{200F5A47-23CC-45FD-9CD9-D67D5847D874}" type="presOf" srcId="{F41C76B9-1FBF-47D0-A4DD-B0A2CB0EF50B}" destId="{430C2ABC-516A-4EB5-93EB-90432D42550E}" srcOrd="1" destOrd="0" presId="urn:microsoft.com/office/officeart/2005/8/layout/orgChart1"/>
    <dgm:cxn modelId="{88C7BC45-8700-43BF-A806-3A6F12702ABA}" type="presOf" srcId="{361AD439-B6D8-4B8F-9B8B-86AB6EE3F729}" destId="{402E6B74-380B-43A3-9EEB-D6AA6DC24DD0}" srcOrd="0" destOrd="0" presId="urn:microsoft.com/office/officeart/2005/8/layout/orgChart1"/>
    <dgm:cxn modelId="{3002D13C-AD8C-4D4F-9BC0-DBEC1782F711}" srcId="{F41C76B9-1FBF-47D0-A4DD-B0A2CB0EF50B}" destId="{B718A865-B88F-4FDC-9213-62E005239AD6}" srcOrd="0" destOrd="0" parTransId="{5C5FD373-A7DA-414C-ACD0-93D2D83B6A91}" sibTransId="{3F44E49D-E0F8-4835-91E0-6D9E8E04F8FC}"/>
    <dgm:cxn modelId="{7DD1F0AC-8218-4744-92B0-CA61F6313676}" srcId="{3DF79FFE-7FA7-4889-8E0A-25488E6454D0}" destId="{9D627BE3-90BE-4B9B-A247-6CA5E77B8C84}" srcOrd="0" destOrd="0" parTransId="{AA4BD4EF-4A17-447A-81B5-866A02A94065}" sibTransId="{C2B9842D-CC99-46A4-930A-D6893742775A}"/>
    <dgm:cxn modelId="{0431C4ED-5566-4D18-8BE9-1DE7715CC991}" type="presOf" srcId="{11F88F58-8928-49DB-9C61-6F1093335003}" destId="{70F7226E-E013-4A04-B7F3-0252FFC23AC9}" srcOrd="0" destOrd="0" presId="urn:microsoft.com/office/officeart/2005/8/layout/orgChart1"/>
    <dgm:cxn modelId="{3CB108DA-C31D-4E50-91EB-3D3C87F0C1AB}" type="presOf" srcId="{B0E15C89-5EA1-48E5-8C17-1CFDD5C3C40D}" destId="{C4F4DDDE-B02C-4BC9-BD0B-5C16098603F1}" srcOrd="1" destOrd="0" presId="urn:microsoft.com/office/officeart/2005/8/layout/orgChart1"/>
    <dgm:cxn modelId="{B51B40C9-DBBC-4877-893F-2AAF2767DCAC}" type="presOf" srcId="{B718A865-B88F-4FDC-9213-62E005239AD6}" destId="{FFF9EB4D-650D-470C-A95A-F4426553B105}" srcOrd="0" destOrd="0" presId="urn:microsoft.com/office/officeart/2005/8/layout/orgChart1"/>
    <dgm:cxn modelId="{7A7A7EF3-2589-4AA1-BA6A-BF944DE6CA1A}" srcId="{B718A865-B88F-4FDC-9213-62E005239AD6}" destId="{FC624F68-B21C-4643-9964-C4E4FDDCFB5C}" srcOrd="0" destOrd="0" parTransId="{8909DD6E-6801-40C8-A4DA-A0471F46ACC0}" sibTransId="{1335FAAB-CE2D-4F98-BF3B-CA615DC135DB}"/>
    <dgm:cxn modelId="{BD07BC9B-D8A1-486A-BC4C-F4BA26E3CFAE}" type="presOf" srcId="{3D0AC80F-F6D8-4FA7-A0E8-75C58BB00E8E}" destId="{77A48C17-9E09-4E62-B4EF-AD2D2136AB70}" srcOrd="0" destOrd="0" presId="urn:microsoft.com/office/officeart/2005/8/layout/orgChart1"/>
    <dgm:cxn modelId="{EABC38F5-5033-4C3C-AAE3-D94ACBAA629C}" type="presOf" srcId="{306A1B10-FBD6-4419-A129-58D72BCBA7BC}" destId="{0EBBB59F-0C87-4541-AA1C-F5A73B85789F}" srcOrd="0" destOrd="0" presId="urn:microsoft.com/office/officeart/2005/8/layout/orgChart1"/>
    <dgm:cxn modelId="{7F1FA0D5-5471-4077-8618-C5502C113C34}" type="presOf" srcId="{F454AA05-1AEC-48CC-B124-EBE3764BBD03}" destId="{07189F42-89D1-402C-A515-9011A358A483}" srcOrd="1" destOrd="0" presId="urn:microsoft.com/office/officeart/2005/8/layout/orgChart1"/>
    <dgm:cxn modelId="{FF20EC40-F2A2-43D2-8BEC-DB59174D763B}" srcId="{FC624F68-B21C-4643-9964-C4E4FDDCFB5C}" destId="{37DEC1FF-3C4F-439C-8CCC-9BDB7278E259}" srcOrd="0" destOrd="0" parTransId="{26CE22FD-7F7A-4A8B-8B5C-88D282025BD0}" sibTransId="{66D089FE-C2D8-4209-ACFE-A606DB058981}"/>
    <dgm:cxn modelId="{911783A4-8DF4-43BE-AAEF-7ADA4D932377}" type="presOf" srcId="{361AD439-B6D8-4B8F-9B8B-86AB6EE3F729}" destId="{8C9FF81D-F1D8-43D8-8615-E75D77D3804A}" srcOrd="1" destOrd="0" presId="urn:microsoft.com/office/officeart/2005/8/layout/orgChart1"/>
    <dgm:cxn modelId="{76594C95-FD78-47FD-BE38-D4723547D325}" type="presOf" srcId="{EAEFB709-F171-420E-B1EA-AA1DA02A1ECF}" destId="{A7D0F47E-6B91-4A71-9714-E2D38FA66E55}" srcOrd="1" destOrd="0" presId="urn:microsoft.com/office/officeart/2005/8/layout/orgChart1"/>
    <dgm:cxn modelId="{9A8CC8E2-56D9-4A01-90FB-9BB4117AEDA1}" type="presOf" srcId="{E6DF8054-EA9C-4E63-AC7E-2382AA843BE5}" destId="{5AF49CE9-CEBE-4A6B-BA2A-1BE9DE3C6D4B}" srcOrd="0" destOrd="0" presId="urn:microsoft.com/office/officeart/2005/8/layout/orgChart1"/>
    <dgm:cxn modelId="{78AE8AE6-E959-4DC4-A794-EA81ACE128F7}" type="presOf" srcId="{EAEFB709-F171-420E-B1EA-AA1DA02A1ECF}" destId="{7E24CF14-10A8-4746-B852-C673D71B66D6}" srcOrd="0" destOrd="0" presId="urn:microsoft.com/office/officeart/2005/8/layout/orgChart1"/>
    <dgm:cxn modelId="{D48D2F47-9670-4D63-AFAA-7FCBF89A2531}" srcId="{B9635191-A6FD-4CA9-BFFC-E01CCBDC35C0}" destId="{3DF79FFE-7FA7-4889-8E0A-25488E6454D0}" srcOrd="0" destOrd="0" parTransId="{B4381B81-346A-4B8F-8197-24BB8EFE918C}" sibTransId="{D921EEB5-2129-4D2F-842D-CB3511A7819A}"/>
    <dgm:cxn modelId="{E9E56552-7154-4623-BDFB-0F6B86AA63F0}" type="presOf" srcId="{BF87FF48-C61C-4A85-8B4B-A7620C8E6992}" destId="{78AE9235-8634-4059-83D9-4F066531197E}" srcOrd="0" destOrd="0" presId="urn:microsoft.com/office/officeart/2005/8/layout/orgChart1"/>
    <dgm:cxn modelId="{3E3E41EF-DCC2-4D86-ADD3-FE90DD9A2B80}" type="presOf" srcId="{3C6E03B5-D493-4E6F-9001-4CF5A9805E51}" destId="{93D05673-8E09-4FF6-AC41-1DF4B521FD68}" srcOrd="0" destOrd="0" presId="urn:microsoft.com/office/officeart/2005/8/layout/orgChart1"/>
    <dgm:cxn modelId="{A0134B41-AEC8-4B5D-9613-5E0B691B6A9B}" type="presOf" srcId="{CB323BB8-0175-42E9-B57A-5658D316ECA5}" destId="{5D38B50F-9FDC-45F4-8D0A-86A450779714}" srcOrd="0" destOrd="0" presId="urn:microsoft.com/office/officeart/2005/8/layout/orgChart1"/>
    <dgm:cxn modelId="{4B903068-B252-418C-A0B4-E2093FFA60C2}" type="presOf" srcId="{89C639B8-C1F2-4BE2-9110-E21915364F23}" destId="{FB9112AC-BFA5-4FA1-BEB7-37B40D9CCBFC}" srcOrd="0" destOrd="0" presId="urn:microsoft.com/office/officeart/2005/8/layout/orgChart1"/>
    <dgm:cxn modelId="{904D9F28-711F-4051-9E50-6821B9839A80}" srcId="{37DEC1FF-3C4F-439C-8CCC-9BDB7278E259}" destId="{7D31FC40-807D-4A1D-8887-10A203B1B2EE}" srcOrd="1" destOrd="0" parTransId="{45D75AD4-8591-47AA-8A56-B76B7D2CB34B}" sibTransId="{809F36D3-8022-471A-BBFC-466090B7CB21}"/>
    <dgm:cxn modelId="{4064B16C-C566-4359-B1D0-1982C8B4CB16}" type="presOf" srcId="{3F893F77-C44F-472C-84D2-8ACAE7C7289E}" destId="{955F0196-BD14-4761-89CD-0F9B64D924C0}" srcOrd="1" destOrd="0" presId="urn:microsoft.com/office/officeart/2005/8/layout/orgChart1"/>
    <dgm:cxn modelId="{18DC6780-21DC-4BFF-B9EA-D7EF48057AEF}" type="presOf" srcId="{FC624F68-B21C-4643-9964-C4E4FDDCFB5C}" destId="{3C1DDF5F-980E-4367-A491-982F35B45DD0}" srcOrd="0" destOrd="0" presId="urn:microsoft.com/office/officeart/2005/8/layout/orgChart1"/>
    <dgm:cxn modelId="{0835BF34-5446-42FD-A6B6-F771A9B24EE9}" type="presOf" srcId="{B9635191-A6FD-4CA9-BFFC-E01CCBDC35C0}" destId="{90066B55-9194-48FC-80CF-B96B7BD2434F}" srcOrd="0" destOrd="0" presId="urn:microsoft.com/office/officeart/2005/8/layout/orgChart1"/>
    <dgm:cxn modelId="{3D5FF021-5A73-4E78-BAA5-62B7D6CF1643}" type="presOf" srcId="{FBA42293-CCFF-4FFC-BD86-1B8D7659FBEB}" destId="{7BDCD23F-71C6-4E29-B35A-DD94F27AB96F}" srcOrd="1" destOrd="0" presId="urn:microsoft.com/office/officeart/2005/8/layout/orgChart1"/>
    <dgm:cxn modelId="{D6278DE9-604B-426B-BD12-4442667EAE14}" type="presOf" srcId="{79FACDE3-C4D3-463D-BD09-49504931DF2D}" destId="{CD326A34-841B-4551-805A-5F5115A58806}" srcOrd="0" destOrd="0" presId="urn:microsoft.com/office/officeart/2005/8/layout/orgChart1"/>
    <dgm:cxn modelId="{12417CF6-4270-493D-88CA-543CB0B22BAD}" type="presOf" srcId="{3DF79FFE-7FA7-4889-8E0A-25488E6454D0}" destId="{6E09E201-F28A-4989-A3BC-50E1CD668482}" srcOrd="0" destOrd="0" presId="urn:microsoft.com/office/officeart/2005/8/layout/orgChart1"/>
    <dgm:cxn modelId="{310C9E66-0E3F-4F26-BDE4-06F83942BC33}" srcId="{37DEC1FF-3C4F-439C-8CCC-9BDB7278E259}" destId="{11F88F58-8928-49DB-9C61-6F1093335003}" srcOrd="5" destOrd="0" parTransId="{E6DF8054-EA9C-4E63-AC7E-2382AA843BE5}" sibTransId="{D5D19971-BF82-4B5F-B8E1-CB1A54E1D0FF}"/>
    <dgm:cxn modelId="{73FDA21B-17EA-4EE8-A6B7-FDDD6D1A5AAB}" type="presOf" srcId="{F87E7754-10C2-4FA6-91BE-C21890D77342}" destId="{EABC3036-9DB0-419C-83C5-EECADBA2D16C}" srcOrd="0" destOrd="0" presId="urn:microsoft.com/office/officeart/2005/8/layout/orgChart1"/>
    <dgm:cxn modelId="{4726BDED-33CF-4256-8FAC-DCFB053BBE5A}" type="presOf" srcId="{26CE22FD-7F7A-4A8B-8B5C-88D282025BD0}" destId="{32355DFA-BA9E-46DA-8950-21565EA41794}" srcOrd="0" destOrd="0" presId="urn:microsoft.com/office/officeart/2005/8/layout/orgChart1"/>
    <dgm:cxn modelId="{25BA7361-B66D-4795-AAC9-64427DFE52B4}" srcId="{361AD439-B6D8-4B8F-9B8B-86AB6EE3F729}" destId="{B0E15C89-5EA1-48E5-8C17-1CFDD5C3C40D}" srcOrd="2" destOrd="0" parTransId="{F87E7754-10C2-4FA6-91BE-C21890D77342}" sibTransId="{41E44078-EF2D-4167-A5C6-AF982F59DA77}"/>
    <dgm:cxn modelId="{84A28B6D-8D02-43CF-A46F-2D644A8A9C79}" type="presOf" srcId="{B718A865-B88F-4FDC-9213-62E005239AD6}" destId="{292E1CC5-ABB6-4AE7-A291-FC2BD0B33E23}" srcOrd="1" destOrd="0" presId="urn:microsoft.com/office/officeart/2005/8/layout/orgChart1"/>
    <dgm:cxn modelId="{2A3B5097-D74C-4CA6-9AFF-0B6694674E70}" type="presOf" srcId="{9D627BE3-90BE-4B9B-A247-6CA5E77B8C84}" destId="{DC1E29A4-7257-49BA-B351-77E2A630D2FF}" srcOrd="0" destOrd="0" presId="urn:microsoft.com/office/officeart/2005/8/layout/orgChart1"/>
    <dgm:cxn modelId="{0B5881C7-B357-47E5-98CF-707C1AF831A9}" type="presOf" srcId="{BE562EF4-ED4E-49B2-80B3-2FAD8470B511}" destId="{47EF1C31-1910-4F70-9877-0DFFDA42B1E3}" srcOrd="0" destOrd="0" presId="urn:microsoft.com/office/officeart/2005/8/layout/orgChart1"/>
    <dgm:cxn modelId="{0985C451-A415-4ACA-99C5-0165909BCC25}" type="presOf" srcId="{EBB26D52-C2CA-410E-BE75-A27F3A532D76}" destId="{B489241B-2B23-4774-84C8-899DE8B3A0EC}" srcOrd="0" destOrd="0" presId="urn:microsoft.com/office/officeart/2005/8/layout/orgChart1"/>
    <dgm:cxn modelId="{4EE4978C-AC24-4C08-9E8B-4C4655AD3E63}" srcId="{3DF79FFE-7FA7-4889-8E0A-25488E6454D0}" destId="{EAEFB709-F171-420E-B1EA-AA1DA02A1ECF}" srcOrd="1" destOrd="0" parTransId="{CCAF1C36-0231-4F00-8B5E-DEE81B785385}" sibTransId="{AFC8052D-8705-48F6-AEFF-4B3E3128900E}"/>
    <dgm:cxn modelId="{6FFDF644-09AF-4F16-B6DE-CB432956A0DC}" type="presOf" srcId="{014F437C-0697-4B12-AC66-58767B34A3DC}" destId="{98949229-9634-4A80-9380-94FAEEB22B10}" srcOrd="0" destOrd="0" presId="urn:microsoft.com/office/officeart/2005/8/layout/orgChart1"/>
    <dgm:cxn modelId="{1E332603-1515-4D8F-816A-C7162A98974C}" srcId="{361AD439-B6D8-4B8F-9B8B-86AB6EE3F729}" destId="{696CC718-ADD5-45B0-9CA4-01653696136D}" srcOrd="1" destOrd="0" parTransId="{306A1B10-FBD6-4419-A129-58D72BCBA7BC}" sibTransId="{C01AD995-C750-494F-A771-035B7E9DC286}"/>
    <dgm:cxn modelId="{061EC450-3822-43C6-9984-B86802EDB17E}" srcId="{361AD439-B6D8-4B8F-9B8B-86AB6EE3F729}" destId="{CB323BB8-0175-42E9-B57A-5658D316ECA5}" srcOrd="5" destOrd="0" parTransId="{4EEF41F8-51B3-4D91-AEAC-B2259488B181}" sibTransId="{C1C2B7CC-BF2C-4011-B9B2-DD9994E7EFF8}"/>
    <dgm:cxn modelId="{425DE24B-726B-486E-8769-E2183709882D}" type="presOf" srcId="{11F88F58-8928-49DB-9C61-6F1093335003}" destId="{F1801516-B8E6-4843-A35C-A7FB801C4EBF}" srcOrd="1" destOrd="0" presId="urn:microsoft.com/office/officeart/2005/8/layout/orgChart1"/>
    <dgm:cxn modelId="{38A7E769-70CE-43CF-8C20-CC6EB7B5D6F0}" type="presOf" srcId="{CB323BB8-0175-42E9-B57A-5658D316ECA5}" destId="{386DC623-4E15-4C44-A334-FA938AE27AD9}" srcOrd="1" destOrd="0" presId="urn:microsoft.com/office/officeart/2005/8/layout/orgChart1"/>
    <dgm:cxn modelId="{236EA528-669F-4F3A-89D9-0E200E4C8827}" srcId="{361AD439-B6D8-4B8F-9B8B-86AB6EE3F729}" destId="{3F893F77-C44F-472C-84D2-8ACAE7C7289E}" srcOrd="4" destOrd="0" parTransId="{EBB26D52-C2CA-410E-BE75-A27F3A532D76}" sibTransId="{9F3AFCA6-B2A8-4231-A0EE-876124DCF44E}"/>
    <dgm:cxn modelId="{07ADBECE-1BDE-435F-B878-1B67643862A5}" type="presOf" srcId="{E2F4B9E5-5490-46DA-B3F5-5B2BB3AA87AF}" destId="{BBC4AF97-E8AA-4574-94FA-200CB32124A7}" srcOrd="0" destOrd="0" presId="urn:microsoft.com/office/officeart/2005/8/layout/orgChart1"/>
    <dgm:cxn modelId="{4315FF18-01D6-4124-BD81-4AF34EA31D1F}" type="presOf" srcId="{BF87FF48-C61C-4A85-8B4B-A7620C8E6992}" destId="{F2FE6CC7-8B48-4CBF-9341-D234888A9414}" srcOrd="1" destOrd="0" presId="urn:microsoft.com/office/officeart/2005/8/layout/orgChart1"/>
    <dgm:cxn modelId="{6E499D16-F321-414A-AE9F-781AC06062F7}" type="presOf" srcId="{4EEF41F8-51B3-4D91-AEAC-B2259488B181}" destId="{C57BD374-4A23-4FE1-9C10-4A3763157BD2}" srcOrd="0" destOrd="0" presId="urn:microsoft.com/office/officeart/2005/8/layout/orgChart1"/>
    <dgm:cxn modelId="{86CADF4A-17E2-44BC-9F5B-7AE2017433C1}" type="presOf" srcId="{3D0AC80F-F6D8-4FA7-A0E8-75C58BB00E8E}" destId="{19A3DFEC-9974-4F2F-9583-6CA6CDEDA7AA}" srcOrd="1" destOrd="0" presId="urn:microsoft.com/office/officeart/2005/8/layout/orgChart1"/>
    <dgm:cxn modelId="{33FDEE27-E439-41A4-8C36-E11B0562D0E6}" type="presOf" srcId="{FBA42293-CCFF-4FFC-BD86-1B8D7659FBEB}" destId="{53E51ECC-9A32-4F5F-9727-6E09578585FC}" srcOrd="0" destOrd="0" presId="urn:microsoft.com/office/officeart/2005/8/layout/orgChart1"/>
    <dgm:cxn modelId="{39ABD011-00E0-4CFE-ACC1-1FC66AFC368E}" srcId="{361AD439-B6D8-4B8F-9B8B-86AB6EE3F729}" destId="{45A26A6D-74A6-4F49-8D42-70F50805009D}" srcOrd="0" destOrd="0" parTransId="{952B4C9E-321A-408A-BD18-94210C15D340}" sibTransId="{C4651BAE-40FA-4E4D-B0C9-340F7DAE8BCF}"/>
    <dgm:cxn modelId="{4B6FF8B0-A6A1-4BC5-9B6A-F471895F7653}" srcId="{37DEC1FF-3C4F-439C-8CCC-9BDB7278E259}" destId="{E57E7BF8-5413-405F-8A9E-375E35D881E7}" srcOrd="4" destOrd="0" parTransId="{BE562EF4-ED4E-49B2-80B3-2FAD8470B511}" sibTransId="{DFEC5A23-E547-48B8-8F76-44FDA30FB97A}"/>
    <dgm:cxn modelId="{268352FD-7D56-423D-BEF4-DFBDCF85E036}" type="presOf" srcId="{696CC718-ADD5-45B0-9CA4-01653696136D}" destId="{D0759C92-C68C-4D58-A09E-A84396911A14}" srcOrd="0" destOrd="0" presId="urn:microsoft.com/office/officeart/2005/8/layout/orgChart1"/>
    <dgm:cxn modelId="{A6A93C3B-9739-4F4B-8FFF-F1BC6B926681}" type="presOf" srcId="{E57E7BF8-5413-405F-8A9E-375E35D881E7}" destId="{96BEDCD6-CC11-4AFA-8230-BB0D8194B173}" srcOrd="0" destOrd="0" presId="urn:microsoft.com/office/officeart/2005/8/layout/orgChart1"/>
    <dgm:cxn modelId="{89E27063-E6ED-4682-8D52-825AFDE00E08}" type="presOf" srcId="{E57E7BF8-5413-405F-8A9E-375E35D881E7}" destId="{DE3E9DE9-E4D7-4AFD-8D8A-D1D45D391CEB}" srcOrd="1" destOrd="0" presId="urn:microsoft.com/office/officeart/2005/8/layout/orgChart1"/>
    <dgm:cxn modelId="{821C4C70-AE85-46E9-8F40-157151A2EF37}" type="presOf" srcId="{CCAF1C36-0231-4F00-8B5E-DEE81B785385}" destId="{410B4AE6-2BF9-40BF-9693-8CBBE52A2E57}" srcOrd="0" destOrd="0" presId="urn:microsoft.com/office/officeart/2005/8/layout/orgChart1"/>
    <dgm:cxn modelId="{5480D481-BDA6-42ED-83BB-B7F7DDE0230A}" type="presOf" srcId="{5C5FD373-A7DA-414C-ACD0-93D2D83B6A91}" destId="{5CD21459-5376-47F0-B62A-F4D218974CCA}" srcOrd="0" destOrd="0" presId="urn:microsoft.com/office/officeart/2005/8/layout/orgChart1"/>
    <dgm:cxn modelId="{5D3FD9C0-DCF2-4910-8C54-78D5F41076D5}" srcId="{37DEC1FF-3C4F-439C-8CCC-9BDB7278E259}" destId="{BF87FF48-C61C-4A85-8B4B-A7620C8E6992}" srcOrd="6" destOrd="0" parTransId="{2A56351B-30F1-4BB1-8BD8-29EC7623666C}" sibTransId="{2EB95BE2-D136-4721-A06F-0FAAAD03E6A7}"/>
    <dgm:cxn modelId="{0230B181-DFFE-4E0E-B5DA-43DD53E7F527}" type="presOf" srcId="{B0E15C89-5EA1-48E5-8C17-1CFDD5C3C40D}" destId="{F2DA5862-D451-4D10-A612-D693C36E05F6}" srcOrd="0" destOrd="0" presId="urn:microsoft.com/office/officeart/2005/8/layout/orgChart1"/>
    <dgm:cxn modelId="{1BEF2F2D-F626-4263-8286-1D4A963C4519}" type="presOf" srcId="{E2F4B9E5-5490-46DA-B3F5-5B2BB3AA87AF}" destId="{5B871FB8-26DA-44F2-A45E-F21338A4A407}" srcOrd="1" destOrd="0" presId="urn:microsoft.com/office/officeart/2005/8/layout/orgChart1"/>
    <dgm:cxn modelId="{BE9940A8-F288-4DEB-9DBD-38F220BB5531}" type="presOf" srcId="{52E16AA8-A775-4C22-B7A5-DB4F0194507D}" destId="{DF395130-5005-4933-848E-A5DC03493FD9}" srcOrd="0" destOrd="0" presId="urn:microsoft.com/office/officeart/2005/8/layout/orgChart1"/>
    <dgm:cxn modelId="{C632E6EC-9659-4BA5-B631-64541725BF83}" type="presOf" srcId="{3F893F77-C44F-472C-84D2-8ACAE7C7289E}" destId="{19A835E9-042F-44DC-9004-F3AD49354681}" srcOrd="0" destOrd="0" presId="urn:microsoft.com/office/officeart/2005/8/layout/orgChart1"/>
    <dgm:cxn modelId="{F36EE82B-B093-476E-B470-F483C83219B8}" type="presOf" srcId="{45A26A6D-74A6-4F49-8D42-70F50805009D}" destId="{1A18249C-4C2B-46EF-A781-4EDAB15B5F0D}" srcOrd="0" destOrd="0" presId="urn:microsoft.com/office/officeart/2005/8/layout/orgChart1"/>
    <dgm:cxn modelId="{AA14AD3A-3CEC-4757-A46D-61C5F587078F}" type="presOf" srcId="{8909DD6E-6801-40C8-A4DA-A0471F46ACC0}" destId="{38FAEBC6-357B-4DA6-8530-11AC7448E354}" srcOrd="0" destOrd="0" presId="urn:microsoft.com/office/officeart/2005/8/layout/orgChart1"/>
    <dgm:cxn modelId="{C1AC231A-9F86-4A86-842E-AEC14BAE7592}" type="presOf" srcId="{45D75AD4-8591-47AA-8A56-B76B7D2CB34B}" destId="{269A6A53-0642-4C58-B48D-0FE16F174062}" srcOrd="0" destOrd="0" presId="urn:microsoft.com/office/officeart/2005/8/layout/orgChart1"/>
    <dgm:cxn modelId="{328BD0D9-A833-4559-9D45-C081B90F79D2}" srcId="{37DEC1FF-3C4F-439C-8CCC-9BDB7278E259}" destId="{3D0AC80F-F6D8-4FA7-A0E8-75C58BB00E8E}" srcOrd="0" destOrd="0" parTransId="{79FACDE3-C4D3-463D-BD09-49504931DF2D}" sibTransId="{85E0B82F-C076-49E1-88F0-04DDC8C0FA40}"/>
    <dgm:cxn modelId="{16FF3941-297A-4234-9075-4F3D980667BD}" type="presOf" srcId="{F454AA05-1AEC-48CC-B124-EBE3764BBD03}" destId="{989E6605-9232-48F1-BD6D-C962B3CD2689}" srcOrd="0" destOrd="0" presId="urn:microsoft.com/office/officeart/2005/8/layout/orgChart1"/>
    <dgm:cxn modelId="{3CC852E0-C53B-43B7-A938-2D02C35EB48B}" type="presOf" srcId="{AA4BD4EF-4A17-447A-81B5-866A02A94065}" destId="{2A032771-D921-4C84-A456-B34B60DD5DAE}" srcOrd="0" destOrd="0" presId="urn:microsoft.com/office/officeart/2005/8/layout/orgChart1"/>
    <dgm:cxn modelId="{FA4F868B-537F-43E3-AEDC-61908F7FF3E0}" srcId="{37DEC1FF-3C4F-439C-8CCC-9BDB7278E259}" destId="{F454AA05-1AEC-48CC-B124-EBE3764BBD03}" srcOrd="3" destOrd="0" parTransId="{89C639B8-C1F2-4BE2-9110-E21915364F23}" sibTransId="{B931D66A-D1F9-4B70-A021-C399AC4A149A}"/>
    <dgm:cxn modelId="{9C2EDE1A-F584-4A7C-A347-18D871C82445}" srcId="{361AD439-B6D8-4B8F-9B8B-86AB6EE3F729}" destId="{FBA42293-CCFF-4FFC-BD86-1B8D7659FBEB}" srcOrd="3" destOrd="0" parTransId="{BF4B0C01-F7B7-4398-83AE-12CA38A89668}" sibTransId="{93A003EE-3B33-413D-B887-113708521ADB}"/>
    <dgm:cxn modelId="{0292B640-B353-4524-B145-415F6220DDF4}" type="presOf" srcId="{7D31FC40-807D-4A1D-8887-10A203B1B2EE}" destId="{D6AB061D-18BA-4C63-A774-730444420019}" srcOrd="1" destOrd="0" presId="urn:microsoft.com/office/officeart/2005/8/layout/orgChart1"/>
    <dgm:cxn modelId="{6C5B3EE5-72D2-4315-8B66-65D84DE67470}" type="presOf" srcId="{696CC718-ADD5-45B0-9CA4-01653696136D}" destId="{DBF04B3D-C6F0-477C-8A79-E6EE6AE6076A}" srcOrd="1" destOrd="0" presId="urn:microsoft.com/office/officeart/2005/8/layout/orgChart1"/>
    <dgm:cxn modelId="{690E59D5-6D4D-4612-96D7-9B7F0C535E33}" srcId="{3DF79FFE-7FA7-4889-8E0A-25488E6454D0}" destId="{F41C76B9-1FBF-47D0-A4DD-B0A2CB0EF50B}" srcOrd="2" destOrd="0" parTransId="{014F437C-0697-4B12-AC66-58767B34A3DC}" sibTransId="{3A9784FE-5D4B-41F2-98F9-05337737C137}"/>
    <dgm:cxn modelId="{568185EB-64C3-4D24-B610-A8835665EBCD}" type="presOf" srcId="{9D627BE3-90BE-4B9B-A247-6CA5E77B8C84}" destId="{70ECC304-81A1-4639-B19E-AF57ABAB42B3}" srcOrd="1" destOrd="0" presId="urn:microsoft.com/office/officeart/2005/8/layout/orgChart1"/>
    <dgm:cxn modelId="{C581E7F5-B7A5-4DCE-82ED-93B1A878FECB}" type="presOf" srcId="{37DEC1FF-3C4F-439C-8CCC-9BDB7278E259}" destId="{ADB1F474-512B-4812-B5AF-EB2D2F8C7C4E}" srcOrd="1" destOrd="0" presId="urn:microsoft.com/office/officeart/2005/8/layout/orgChart1"/>
    <dgm:cxn modelId="{3872BCB8-5A9C-4E18-B772-08A41A3602DE}" srcId="{37DEC1FF-3C4F-439C-8CCC-9BDB7278E259}" destId="{E2F4B9E5-5490-46DA-B3F5-5B2BB3AA87AF}" srcOrd="2" destOrd="0" parTransId="{3C6E03B5-D493-4E6F-9001-4CF5A9805E51}" sibTransId="{EBA004D6-D39B-4739-BD49-7774FCC2ED63}"/>
    <dgm:cxn modelId="{C5865EE8-9301-4D14-A817-A4A0751FA29D}" type="presOf" srcId="{2A56351B-30F1-4BB1-8BD8-29EC7623666C}" destId="{3E4AC8E4-D157-415B-A7F5-4B377D269AF4}" srcOrd="0" destOrd="0" presId="urn:microsoft.com/office/officeart/2005/8/layout/orgChart1"/>
    <dgm:cxn modelId="{BA5CB535-2AF1-4433-B694-97934E60B58B}" type="presOf" srcId="{BF4B0C01-F7B7-4398-83AE-12CA38A89668}" destId="{11D42EDB-B7C8-43F8-8E48-8A4402A87922}" srcOrd="0" destOrd="0" presId="urn:microsoft.com/office/officeart/2005/8/layout/orgChart1"/>
    <dgm:cxn modelId="{34D9054E-A03F-4875-82A1-6219DAF42D25}" type="presOf" srcId="{37DEC1FF-3C4F-439C-8CCC-9BDB7278E259}" destId="{529FFEF0-87D1-4A36-A673-0700D5F0FD7E}" srcOrd="0" destOrd="0" presId="urn:microsoft.com/office/officeart/2005/8/layout/orgChart1"/>
    <dgm:cxn modelId="{D2D01F75-E8BB-4D7E-B232-DB923BD0CFA5}" type="presParOf" srcId="{90066B55-9194-48FC-80CF-B96B7BD2434F}" destId="{519DF63E-D0FA-497C-9CD1-6330B388B751}" srcOrd="0" destOrd="0" presId="urn:microsoft.com/office/officeart/2005/8/layout/orgChart1"/>
    <dgm:cxn modelId="{98707E0A-EA9E-485A-8113-CCDD49B8EFDB}" type="presParOf" srcId="{519DF63E-D0FA-497C-9CD1-6330B388B751}" destId="{6C3901F5-52D4-4E1A-8434-7EF8A5FE8545}" srcOrd="0" destOrd="0" presId="urn:microsoft.com/office/officeart/2005/8/layout/orgChart1"/>
    <dgm:cxn modelId="{F630D3F2-CB8B-4068-A630-A44A9EBC1F1D}" type="presParOf" srcId="{6C3901F5-52D4-4E1A-8434-7EF8A5FE8545}" destId="{6E09E201-F28A-4989-A3BC-50E1CD668482}" srcOrd="0" destOrd="0" presId="urn:microsoft.com/office/officeart/2005/8/layout/orgChart1"/>
    <dgm:cxn modelId="{BB0BF52D-1A74-4C70-ACAA-42D8A4FCF664}" type="presParOf" srcId="{6C3901F5-52D4-4E1A-8434-7EF8A5FE8545}" destId="{BE310073-C256-45B0-AA95-2F51AD0309E4}" srcOrd="1" destOrd="0" presId="urn:microsoft.com/office/officeart/2005/8/layout/orgChart1"/>
    <dgm:cxn modelId="{A080D23F-08E7-40F1-A60A-D8AD59557E54}" type="presParOf" srcId="{519DF63E-D0FA-497C-9CD1-6330B388B751}" destId="{3C17D871-DB7C-4016-8305-AA82031B5FAC}" srcOrd="1" destOrd="0" presId="urn:microsoft.com/office/officeart/2005/8/layout/orgChart1"/>
    <dgm:cxn modelId="{E14D6B0E-FF36-4725-97E4-8B837D6B7895}" type="presParOf" srcId="{3C17D871-DB7C-4016-8305-AA82031B5FAC}" destId="{98949229-9634-4A80-9380-94FAEEB22B10}" srcOrd="0" destOrd="0" presId="urn:microsoft.com/office/officeart/2005/8/layout/orgChart1"/>
    <dgm:cxn modelId="{63AE0DA5-746F-424A-B915-29F04280805A}" type="presParOf" srcId="{3C17D871-DB7C-4016-8305-AA82031B5FAC}" destId="{24E4D5A0-43AE-41B5-B2B6-56BF7CFC6184}" srcOrd="1" destOrd="0" presId="urn:microsoft.com/office/officeart/2005/8/layout/orgChart1"/>
    <dgm:cxn modelId="{623DB7B6-3699-44A9-A20D-16B63C18C235}" type="presParOf" srcId="{24E4D5A0-43AE-41B5-B2B6-56BF7CFC6184}" destId="{6266F16D-A202-4297-B835-9C8E3390F089}" srcOrd="0" destOrd="0" presId="urn:microsoft.com/office/officeart/2005/8/layout/orgChart1"/>
    <dgm:cxn modelId="{527BFEEA-8DC6-4076-8A0E-AE8DA08AC688}" type="presParOf" srcId="{6266F16D-A202-4297-B835-9C8E3390F089}" destId="{BA300125-6BBA-431E-9B28-3F32A35A059E}" srcOrd="0" destOrd="0" presId="urn:microsoft.com/office/officeart/2005/8/layout/orgChart1"/>
    <dgm:cxn modelId="{E11031B0-AF16-4409-87F5-8E4046284486}" type="presParOf" srcId="{6266F16D-A202-4297-B835-9C8E3390F089}" destId="{430C2ABC-516A-4EB5-93EB-90432D42550E}" srcOrd="1" destOrd="0" presId="urn:microsoft.com/office/officeart/2005/8/layout/orgChart1"/>
    <dgm:cxn modelId="{77A257F4-C1CB-4BF4-B437-4E8DBECF3850}" type="presParOf" srcId="{24E4D5A0-43AE-41B5-B2B6-56BF7CFC6184}" destId="{FBFB54E4-CC28-4F4E-AA07-0B0BA8A86D32}" srcOrd="1" destOrd="0" presId="urn:microsoft.com/office/officeart/2005/8/layout/orgChart1"/>
    <dgm:cxn modelId="{DB8F191B-9D65-4D67-8F6E-95752F41392B}" type="presParOf" srcId="{FBFB54E4-CC28-4F4E-AA07-0B0BA8A86D32}" destId="{5CD21459-5376-47F0-B62A-F4D218974CCA}" srcOrd="0" destOrd="0" presId="urn:microsoft.com/office/officeart/2005/8/layout/orgChart1"/>
    <dgm:cxn modelId="{6E120A91-8C2C-4494-B5F2-63B56A35D105}" type="presParOf" srcId="{FBFB54E4-CC28-4F4E-AA07-0B0BA8A86D32}" destId="{006AAB61-ED99-4E7E-A61A-5CCB8EBE8F2A}" srcOrd="1" destOrd="0" presId="urn:microsoft.com/office/officeart/2005/8/layout/orgChart1"/>
    <dgm:cxn modelId="{B5EADAA3-B6E3-4955-AAC5-84C9567D14B1}" type="presParOf" srcId="{006AAB61-ED99-4E7E-A61A-5CCB8EBE8F2A}" destId="{46BDB87D-840A-4857-8296-B5B41E76F0F2}" srcOrd="0" destOrd="0" presId="urn:microsoft.com/office/officeart/2005/8/layout/orgChart1"/>
    <dgm:cxn modelId="{665BE58F-3CB6-4882-A523-B6A8DD7642D9}" type="presParOf" srcId="{46BDB87D-840A-4857-8296-B5B41E76F0F2}" destId="{FFF9EB4D-650D-470C-A95A-F4426553B105}" srcOrd="0" destOrd="0" presId="urn:microsoft.com/office/officeart/2005/8/layout/orgChart1"/>
    <dgm:cxn modelId="{560FF1B9-FEC9-418C-97DE-6BD977D45AE0}" type="presParOf" srcId="{46BDB87D-840A-4857-8296-B5B41E76F0F2}" destId="{292E1CC5-ABB6-4AE7-A291-FC2BD0B33E23}" srcOrd="1" destOrd="0" presId="urn:microsoft.com/office/officeart/2005/8/layout/orgChart1"/>
    <dgm:cxn modelId="{C2C12FA5-9904-47E8-A9D8-8E170558BF25}" type="presParOf" srcId="{006AAB61-ED99-4E7E-A61A-5CCB8EBE8F2A}" destId="{CB13AAF8-BAA1-4362-9DEA-82A93841D4D3}" srcOrd="1" destOrd="0" presId="urn:microsoft.com/office/officeart/2005/8/layout/orgChart1"/>
    <dgm:cxn modelId="{CDF4B94E-62A9-427A-96D6-A9ABFF3F46B7}" type="presParOf" srcId="{CB13AAF8-BAA1-4362-9DEA-82A93841D4D3}" destId="{38FAEBC6-357B-4DA6-8530-11AC7448E354}" srcOrd="0" destOrd="0" presId="urn:microsoft.com/office/officeart/2005/8/layout/orgChart1"/>
    <dgm:cxn modelId="{CBCF28A7-3331-48E9-95BE-AA18E191E8DF}" type="presParOf" srcId="{CB13AAF8-BAA1-4362-9DEA-82A93841D4D3}" destId="{7BA4182A-4BFF-43AD-9583-13FD1176FCCC}" srcOrd="1" destOrd="0" presId="urn:microsoft.com/office/officeart/2005/8/layout/orgChart1"/>
    <dgm:cxn modelId="{44730ABD-49D1-4559-8EF9-D7DFE849CC60}" type="presParOf" srcId="{7BA4182A-4BFF-43AD-9583-13FD1176FCCC}" destId="{66A0FD6F-E8F4-4301-B6B8-AADFA7BB3B74}" srcOrd="0" destOrd="0" presId="urn:microsoft.com/office/officeart/2005/8/layout/orgChart1"/>
    <dgm:cxn modelId="{9A4F307D-B1A4-4BFF-8DFE-54149CF41D56}" type="presParOf" srcId="{66A0FD6F-E8F4-4301-B6B8-AADFA7BB3B74}" destId="{3C1DDF5F-980E-4367-A491-982F35B45DD0}" srcOrd="0" destOrd="0" presId="urn:microsoft.com/office/officeart/2005/8/layout/orgChart1"/>
    <dgm:cxn modelId="{09E0A03B-E308-4732-AF9C-A89258F1C836}" type="presParOf" srcId="{66A0FD6F-E8F4-4301-B6B8-AADFA7BB3B74}" destId="{15569A8E-3BC1-4A87-9D27-CD99F9E49239}" srcOrd="1" destOrd="0" presId="urn:microsoft.com/office/officeart/2005/8/layout/orgChart1"/>
    <dgm:cxn modelId="{3C5ACC74-95A5-49C7-807D-D8E034D0954A}" type="presParOf" srcId="{7BA4182A-4BFF-43AD-9583-13FD1176FCCC}" destId="{889A1C8B-CE89-4012-A4A9-F7EFB0ABA796}" srcOrd="1" destOrd="0" presId="urn:microsoft.com/office/officeart/2005/8/layout/orgChart1"/>
    <dgm:cxn modelId="{4EE51BB4-8B4B-488D-B749-65A7B37D8AFC}" type="presParOf" srcId="{889A1C8B-CE89-4012-A4A9-F7EFB0ABA796}" destId="{32355DFA-BA9E-46DA-8950-21565EA41794}" srcOrd="0" destOrd="0" presId="urn:microsoft.com/office/officeart/2005/8/layout/orgChart1"/>
    <dgm:cxn modelId="{6CF651B5-8BAB-4A3F-B388-A09B001F0DD7}" type="presParOf" srcId="{889A1C8B-CE89-4012-A4A9-F7EFB0ABA796}" destId="{7E3A5F35-8589-4522-B13F-B6287D406215}" srcOrd="1" destOrd="0" presId="urn:microsoft.com/office/officeart/2005/8/layout/orgChart1"/>
    <dgm:cxn modelId="{DE227F86-C077-41EE-8BD4-C3FA844E0A13}" type="presParOf" srcId="{7E3A5F35-8589-4522-B13F-B6287D406215}" destId="{1DAF9EA8-15BF-43E5-9A60-3987E63157A0}" srcOrd="0" destOrd="0" presId="urn:microsoft.com/office/officeart/2005/8/layout/orgChart1"/>
    <dgm:cxn modelId="{178FBD7F-F7FB-4903-A6A6-44DA50CE4C7F}" type="presParOf" srcId="{1DAF9EA8-15BF-43E5-9A60-3987E63157A0}" destId="{529FFEF0-87D1-4A36-A673-0700D5F0FD7E}" srcOrd="0" destOrd="0" presId="urn:microsoft.com/office/officeart/2005/8/layout/orgChart1"/>
    <dgm:cxn modelId="{1833AE5A-0925-428A-8589-9A8F608D0288}" type="presParOf" srcId="{1DAF9EA8-15BF-43E5-9A60-3987E63157A0}" destId="{ADB1F474-512B-4812-B5AF-EB2D2F8C7C4E}" srcOrd="1" destOrd="0" presId="urn:microsoft.com/office/officeart/2005/8/layout/orgChart1"/>
    <dgm:cxn modelId="{17F97420-877B-4665-B56F-9C03C97C1FDA}" type="presParOf" srcId="{7E3A5F35-8589-4522-B13F-B6287D406215}" destId="{F404FD34-85E3-46CD-B8E5-79AE0F0CA5A5}" srcOrd="1" destOrd="0" presId="urn:microsoft.com/office/officeart/2005/8/layout/orgChart1"/>
    <dgm:cxn modelId="{3032C4A5-2263-45D5-BD72-F5CBE953B803}" type="presParOf" srcId="{F404FD34-85E3-46CD-B8E5-79AE0F0CA5A5}" destId="{CD326A34-841B-4551-805A-5F5115A58806}" srcOrd="0" destOrd="0" presId="urn:microsoft.com/office/officeart/2005/8/layout/orgChart1"/>
    <dgm:cxn modelId="{A0B76A3E-8A75-4209-87FD-8CC569B2EB0A}" type="presParOf" srcId="{F404FD34-85E3-46CD-B8E5-79AE0F0CA5A5}" destId="{0B0E217B-FCB1-4BA6-9621-9A955968F6A0}" srcOrd="1" destOrd="0" presId="urn:microsoft.com/office/officeart/2005/8/layout/orgChart1"/>
    <dgm:cxn modelId="{1AEB3D21-0B27-49F0-BAD5-2D82B11F78A0}" type="presParOf" srcId="{0B0E217B-FCB1-4BA6-9621-9A955968F6A0}" destId="{CB041CE5-3537-4013-9DCC-D82870F0388C}" srcOrd="0" destOrd="0" presId="urn:microsoft.com/office/officeart/2005/8/layout/orgChart1"/>
    <dgm:cxn modelId="{6FFAAE3B-B159-4055-87A2-923EFB31EE52}" type="presParOf" srcId="{CB041CE5-3537-4013-9DCC-D82870F0388C}" destId="{77A48C17-9E09-4E62-B4EF-AD2D2136AB70}" srcOrd="0" destOrd="0" presId="urn:microsoft.com/office/officeart/2005/8/layout/orgChart1"/>
    <dgm:cxn modelId="{50148A81-2D44-465C-8E7E-AF5A8A9C47C4}" type="presParOf" srcId="{CB041CE5-3537-4013-9DCC-D82870F0388C}" destId="{19A3DFEC-9974-4F2F-9583-6CA6CDEDA7AA}" srcOrd="1" destOrd="0" presId="urn:microsoft.com/office/officeart/2005/8/layout/orgChart1"/>
    <dgm:cxn modelId="{ED6BC724-184F-45E1-8E50-8A3D3258D51D}" type="presParOf" srcId="{0B0E217B-FCB1-4BA6-9621-9A955968F6A0}" destId="{340D61E9-0B3D-4225-9FFA-454D2C80F093}" srcOrd="1" destOrd="0" presId="urn:microsoft.com/office/officeart/2005/8/layout/orgChart1"/>
    <dgm:cxn modelId="{C879305E-F91D-4EA4-8A28-7515B0C4126D}" type="presParOf" srcId="{0B0E217B-FCB1-4BA6-9621-9A955968F6A0}" destId="{17B70E13-317C-46E9-8D82-237598CB4025}" srcOrd="2" destOrd="0" presId="urn:microsoft.com/office/officeart/2005/8/layout/orgChart1"/>
    <dgm:cxn modelId="{901A672A-628B-4743-A790-CACA6B96545A}" type="presParOf" srcId="{F404FD34-85E3-46CD-B8E5-79AE0F0CA5A5}" destId="{269A6A53-0642-4C58-B48D-0FE16F174062}" srcOrd="2" destOrd="0" presId="urn:microsoft.com/office/officeart/2005/8/layout/orgChart1"/>
    <dgm:cxn modelId="{6CFA7F20-98CF-4400-A4E5-8C76FF26F18E}" type="presParOf" srcId="{F404FD34-85E3-46CD-B8E5-79AE0F0CA5A5}" destId="{D0468AAD-DCCD-4F6F-983B-D3D1C85E2C02}" srcOrd="3" destOrd="0" presId="urn:microsoft.com/office/officeart/2005/8/layout/orgChart1"/>
    <dgm:cxn modelId="{23ECAC61-3829-4357-A948-BF4B5D85C684}" type="presParOf" srcId="{D0468AAD-DCCD-4F6F-983B-D3D1C85E2C02}" destId="{0EB96169-303A-4068-9CA3-99292386FFBF}" srcOrd="0" destOrd="0" presId="urn:microsoft.com/office/officeart/2005/8/layout/orgChart1"/>
    <dgm:cxn modelId="{9345D3C3-37EF-4F04-89F8-1AC2D8F0DE7D}" type="presParOf" srcId="{0EB96169-303A-4068-9CA3-99292386FFBF}" destId="{D60FB705-B6EA-40C6-B225-68F8F2EA5CB4}" srcOrd="0" destOrd="0" presId="urn:microsoft.com/office/officeart/2005/8/layout/orgChart1"/>
    <dgm:cxn modelId="{FF5238BB-F2E9-46C7-92E8-B169EF2ED907}" type="presParOf" srcId="{0EB96169-303A-4068-9CA3-99292386FFBF}" destId="{D6AB061D-18BA-4C63-A774-730444420019}" srcOrd="1" destOrd="0" presId="urn:microsoft.com/office/officeart/2005/8/layout/orgChart1"/>
    <dgm:cxn modelId="{51CC7B6D-D46B-4273-997C-59EC2307E5FA}" type="presParOf" srcId="{D0468AAD-DCCD-4F6F-983B-D3D1C85E2C02}" destId="{17BBA870-497B-4572-ADE4-A6F5BED809F0}" srcOrd="1" destOrd="0" presId="urn:microsoft.com/office/officeart/2005/8/layout/orgChart1"/>
    <dgm:cxn modelId="{1B807905-7FA1-4413-B1F3-3B469AF40360}" type="presParOf" srcId="{D0468AAD-DCCD-4F6F-983B-D3D1C85E2C02}" destId="{76FD4C3D-47D5-4D78-8583-810CB7D5C65A}" srcOrd="2" destOrd="0" presId="urn:microsoft.com/office/officeart/2005/8/layout/orgChart1"/>
    <dgm:cxn modelId="{4F08DFA5-625B-4469-BA01-3C3F49401F21}" type="presParOf" srcId="{F404FD34-85E3-46CD-B8E5-79AE0F0CA5A5}" destId="{93D05673-8E09-4FF6-AC41-1DF4B521FD68}" srcOrd="4" destOrd="0" presId="urn:microsoft.com/office/officeart/2005/8/layout/orgChart1"/>
    <dgm:cxn modelId="{889D4081-9D7A-48BF-8CE5-6140AFA0133C}" type="presParOf" srcId="{F404FD34-85E3-46CD-B8E5-79AE0F0CA5A5}" destId="{7843E6DB-16B5-4CBD-A5A2-8E75087716B7}" srcOrd="5" destOrd="0" presId="urn:microsoft.com/office/officeart/2005/8/layout/orgChart1"/>
    <dgm:cxn modelId="{437FEE78-EDF7-42DF-ACC6-3B9D164A7022}" type="presParOf" srcId="{7843E6DB-16B5-4CBD-A5A2-8E75087716B7}" destId="{D70186B9-B845-435F-B19D-F14B476929D1}" srcOrd="0" destOrd="0" presId="urn:microsoft.com/office/officeart/2005/8/layout/orgChart1"/>
    <dgm:cxn modelId="{30B6092A-5FCB-434E-824A-AEFA61404ECC}" type="presParOf" srcId="{D70186B9-B845-435F-B19D-F14B476929D1}" destId="{BBC4AF97-E8AA-4574-94FA-200CB32124A7}" srcOrd="0" destOrd="0" presId="urn:microsoft.com/office/officeart/2005/8/layout/orgChart1"/>
    <dgm:cxn modelId="{504991A1-93D8-4E26-9023-A252D6DD07A3}" type="presParOf" srcId="{D70186B9-B845-435F-B19D-F14B476929D1}" destId="{5B871FB8-26DA-44F2-A45E-F21338A4A407}" srcOrd="1" destOrd="0" presId="urn:microsoft.com/office/officeart/2005/8/layout/orgChart1"/>
    <dgm:cxn modelId="{F38B408A-D471-4FB9-9E8E-19EFDB53C5A6}" type="presParOf" srcId="{7843E6DB-16B5-4CBD-A5A2-8E75087716B7}" destId="{FBC52E8C-7FD0-48E1-BA86-6509787D9707}" srcOrd="1" destOrd="0" presId="urn:microsoft.com/office/officeart/2005/8/layout/orgChart1"/>
    <dgm:cxn modelId="{B001A62D-C354-4167-8AA0-8451D90B708A}" type="presParOf" srcId="{7843E6DB-16B5-4CBD-A5A2-8E75087716B7}" destId="{8D85DDE6-7522-486C-ACA3-8D96F68E80D1}" srcOrd="2" destOrd="0" presId="urn:microsoft.com/office/officeart/2005/8/layout/orgChart1"/>
    <dgm:cxn modelId="{BF9F5947-9C85-4223-BBF5-49A54DC5CA33}" type="presParOf" srcId="{F404FD34-85E3-46CD-B8E5-79AE0F0CA5A5}" destId="{FB9112AC-BFA5-4FA1-BEB7-37B40D9CCBFC}" srcOrd="6" destOrd="0" presId="urn:microsoft.com/office/officeart/2005/8/layout/orgChart1"/>
    <dgm:cxn modelId="{971924EE-F46D-4A3E-88E5-7ABF153A3B5F}" type="presParOf" srcId="{F404FD34-85E3-46CD-B8E5-79AE0F0CA5A5}" destId="{E049B8C9-FFD6-4227-A74D-88790725738D}" srcOrd="7" destOrd="0" presId="urn:microsoft.com/office/officeart/2005/8/layout/orgChart1"/>
    <dgm:cxn modelId="{E8DDA4C3-F118-437D-B7E4-B2D54B5B0B5E}" type="presParOf" srcId="{E049B8C9-FFD6-4227-A74D-88790725738D}" destId="{085E568F-F723-4667-984B-3F9A75916BA2}" srcOrd="0" destOrd="0" presId="urn:microsoft.com/office/officeart/2005/8/layout/orgChart1"/>
    <dgm:cxn modelId="{B1262788-C431-44D2-A12C-6E304E474F40}" type="presParOf" srcId="{085E568F-F723-4667-984B-3F9A75916BA2}" destId="{989E6605-9232-48F1-BD6D-C962B3CD2689}" srcOrd="0" destOrd="0" presId="urn:microsoft.com/office/officeart/2005/8/layout/orgChart1"/>
    <dgm:cxn modelId="{D579D3A0-F838-443A-8B0E-EF0F83BBE0A1}" type="presParOf" srcId="{085E568F-F723-4667-984B-3F9A75916BA2}" destId="{07189F42-89D1-402C-A515-9011A358A483}" srcOrd="1" destOrd="0" presId="urn:microsoft.com/office/officeart/2005/8/layout/orgChart1"/>
    <dgm:cxn modelId="{39639F86-E50D-455E-9601-914E1D424A8A}" type="presParOf" srcId="{E049B8C9-FFD6-4227-A74D-88790725738D}" destId="{57B251D7-E8F1-40E5-8FC5-7BAD6F017BD1}" srcOrd="1" destOrd="0" presId="urn:microsoft.com/office/officeart/2005/8/layout/orgChart1"/>
    <dgm:cxn modelId="{8C556D36-CC7B-415B-8E08-8A4AE7CC37C8}" type="presParOf" srcId="{E049B8C9-FFD6-4227-A74D-88790725738D}" destId="{BA50D7E1-3C2B-4CA6-9331-0F2A4E3F7FA2}" srcOrd="2" destOrd="0" presId="urn:microsoft.com/office/officeart/2005/8/layout/orgChart1"/>
    <dgm:cxn modelId="{299F21D2-42AB-43A5-A04F-128E95B535D6}" type="presParOf" srcId="{F404FD34-85E3-46CD-B8E5-79AE0F0CA5A5}" destId="{47EF1C31-1910-4F70-9877-0DFFDA42B1E3}" srcOrd="8" destOrd="0" presId="urn:microsoft.com/office/officeart/2005/8/layout/orgChart1"/>
    <dgm:cxn modelId="{2A6FAF4B-5904-46E4-A1FC-757FCBEF51E8}" type="presParOf" srcId="{F404FD34-85E3-46CD-B8E5-79AE0F0CA5A5}" destId="{812B2CA9-FBB8-4784-A7BF-7186D1165B91}" srcOrd="9" destOrd="0" presId="urn:microsoft.com/office/officeart/2005/8/layout/orgChart1"/>
    <dgm:cxn modelId="{DE3830F9-BC2C-48A4-B304-AA3A3526FCED}" type="presParOf" srcId="{812B2CA9-FBB8-4784-A7BF-7186D1165B91}" destId="{4CDE6995-5EB3-477B-A79C-D4901F0530FD}" srcOrd="0" destOrd="0" presId="urn:microsoft.com/office/officeart/2005/8/layout/orgChart1"/>
    <dgm:cxn modelId="{A84D3AA3-B7AE-4F1F-B33E-FFE5C9159D90}" type="presParOf" srcId="{4CDE6995-5EB3-477B-A79C-D4901F0530FD}" destId="{96BEDCD6-CC11-4AFA-8230-BB0D8194B173}" srcOrd="0" destOrd="0" presId="urn:microsoft.com/office/officeart/2005/8/layout/orgChart1"/>
    <dgm:cxn modelId="{ADA71108-7CAB-4C4A-8F19-73D7108CC31F}" type="presParOf" srcId="{4CDE6995-5EB3-477B-A79C-D4901F0530FD}" destId="{DE3E9DE9-E4D7-4AFD-8D8A-D1D45D391CEB}" srcOrd="1" destOrd="0" presId="urn:microsoft.com/office/officeart/2005/8/layout/orgChart1"/>
    <dgm:cxn modelId="{6934982F-53E9-40E2-A5AF-DBBDB5E68AD2}" type="presParOf" srcId="{812B2CA9-FBB8-4784-A7BF-7186D1165B91}" destId="{3AF9901A-24EC-4642-9546-883BC9972B9F}" srcOrd="1" destOrd="0" presId="urn:microsoft.com/office/officeart/2005/8/layout/orgChart1"/>
    <dgm:cxn modelId="{0F1E9E17-8783-425F-8236-F11EA16E6FAC}" type="presParOf" srcId="{812B2CA9-FBB8-4784-A7BF-7186D1165B91}" destId="{C3A9DE42-7D14-4491-BEE6-2BD687F57368}" srcOrd="2" destOrd="0" presId="urn:microsoft.com/office/officeart/2005/8/layout/orgChart1"/>
    <dgm:cxn modelId="{F051A02B-60B9-42EB-B9A1-DABA1B14484F}" type="presParOf" srcId="{F404FD34-85E3-46CD-B8E5-79AE0F0CA5A5}" destId="{5AF49CE9-CEBE-4A6B-BA2A-1BE9DE3C6D4B}" srcOrd="10" destOrd="0" presId="urn:microsoft.com/office/officeart/2005/8/layout/orgChart1"/>
    <dgm:cxn modelId="{465AA485-6A2F-42DB-B0C9-AEA478B43773}" type="presParOf" srcId="{F404FD34-85E3-46CD-B8E5-79AE0F0CA5A5}" destId="{B98659A0-5899-4B7B-B556-EA574B139EA8}" srcOrd="11" destOrd="0" presId="urn:microsoft.com/office/officeart/2005/8/layout/orgChart1"/>
    <dgm:cxn modelId="{AD87C8DE-E2C1-4D51-8AC6-275DFF86F66F}" type="presParOf" srcId="{B98659A0-5899-4B7B-B556-EA574B139EA8}" destId="{277E559A-7C41-42F2-8735-58DF613157EB}" srcOrd="0" destOrd="0" presId="urn:microsoft.com/office/officeart/2005/8/layout/orgChart1"/>
    <dgm:cxn modelId="{B0D4561E-6DC0-4372-827C-D0F5B311DD84}" type="presParOf" srcId="{277E559A-7C41-42F2-8735-58DF613157EB}" destId="{70F7226E-E013-4A04-B7F3-0252FFC23AC9}" srcOrd="0" destOrd="0" presId="urn:microsoft.com/office/officeart/2005/8/layout/orgChart1"/>
    <dgm:cxn modelId="{FA40FDAA-66CA-44D6-A6A1-3A35DD069B2F}" type="presParOf" srcId="{277E559A-7C41-42F2-8735-58DF613157EB}" destId="{F1801516-B8E6-4843-A35C-A7FB801C4EBF}" srcOrd="1" destOrd="0" presId="urn:microsoft.com/office/officeart/2005/8/layout/orgChart1"/>
    <dgm:cxn modelId="{CCFC4CD7-DB03-4B2A-B6C5-F5E90B89C140}" type="presParOf" srcId="{B98659A0-5899-4B7B-B556-EA574B139EA8}" destId="{56630E6E-F6F8-41D2-8520-EB7110A40B71}" srcOrd="1" destOrd="0" presId="urn:microsoft.com/office/officeart/2005/8/layout/orgChart1"/>
    <dgm:cxn modelId="{7365553F-159C-4D1F-ADAB-0B35E387EDFD}" type="presParOf" srcId="{B98659A0-5899-4B7B-B556-EA574B139EA8}" destId="{2E4912BF-AD00-40C6-B131-C68A846B6E29}" srcOrd="2" destOrd="0" presId="urn:microsoft.com/office/officeart/2005/8/layout/orgChart1"/>
    <dgm:cxn modelId="{29C66FE5-0627-4F6F-9889-3E3271E95D81}" type="presParOf" srcId="{F404FD34-85E3-46CD-B8E5-79AE0F0CA5A5}" destId="{3E4AC8E4-D157-415B-A7F5-4B377D269AF4}" srcOrd="12" destOrd="0" presId="urn:microsoft.com/office/officeart/2005/8/layout/orgChart1"/>
    <dgm:cxn modelId="{0A761937-A6BF-45E0-8E5F-F216E4FF72DE}" type="presParOf" srcId="{F404FD34-85E3-46CD-B8E5-79AE0F0CA5A5}" destId="{AFA753EB-2C15-4658-9FF4-66CCA19ADCC8}" srcOrd="13" destOrd="0" presId="urn:microsoft.com/office/officeart/2005/8/layout/orgChart1"/>
    <dgm:cxn modelId="{CE5E3E3D-D66B-432B-8499-343246DAE173}" type="presParOf" srcId="{AFA753EB-2C15-4658-9FF4-66CCA19ADCC8}" destId="{99A7950E-9AF3-4ED5-A9F3-0005F624A879}" srcOrd="0" destOrd="0" presId="urn:microsoft.com/office/officeart/2005/8/layout/orgChart1"/>
    <dgm:cxn modelId="{7D65277C-7392-463F-AB2A-4FBDE2A6C743}" type="presParOf" srcId="{99A7950E-9AF3-4ED5-A9F3-0005F624A879}" destId="{78AE9235-8634-4059-83D9-4F066531197E}" srcOrd="0" destOrd="0" presId="urn:microsoft.com/office/officeart/2005/8/layout/orgChart1"/>
    <dgm:cxn modelId="{778CA3B1-57F7-4ABD-B619-ABECB8D8B855}" type="presParOf" srcId="{99A7950E-9AF3-4ED5-A9F3-0005F624A879}" destId="{F2FE6CC7-8B48-4CBF-9341-D234888A9414}" srcOrd="1" destOrd="0" presId="urn:microsoft.com/office/officeart/2005/8/layout/orgChart1"/>
    <dgm:cxn modelId="{D4F20AB3-68B6-4CC4-9193-580E590A97DE}" type="presParOf" srcId="{AFA753EB-2C15-4658-9FF4-66CCA19ADCC8}" destId="{78A3A240-8625-4926-ACAA-D605ED8133BB}" srcOrd="1" destOrd="0" presId="urn:microsoft.com/office/officeart/2005/8/layout/orgChart1"/>
    <dgm:cxn modelId="{B4392199-2C85-42CF-A0F6-24C4BC25D53B}" type="presParOf" srcId="{AFA753EB-2C15-4658-9FF4-66CCA19ADCC8}" destId="{4E9170BC-6DF8-4768-A9A2-F75D83D7DA46}" srcOrd="2" destOrd="0" presId="urn:microsoft.com/office/officeart/2005/8/layout/orgChart1"/>
    <dgm:cxn modelId="{2AAC3B03-6C04-4BF9-89DC-5FF1AC16C893}" type="presParOf" srcId="{7E3A5F35-8589-4522-B13F-B6287D406215}" destId="{A6C876E5-3DB8-4CC5-9849-B786C61C436B}" srcOrd="2" destOrd="0" presId="urn:microsoft.com/office/officeart/2005/8/layout/orgChart1"/>
    <dgm:cxn modelId="{FC444A22-7E7B-4EDE-AEA5-A03802286357}" type="presParOf" srcId="{889A1C8B-CE89-4012-A4A9-F7EFB0ABA796}" destId="{DF395130-5005-4933-848E-A5DC03493FD9}" srcOrd="2" destOrd="0" presId="urn:microsoft.com/office/officeart/2005/8/layout/orgChart1"/>
    <dgm:cxn modelId="{900B8B27-6200-4C57-8C44-FDBC257B1DEF}" type="presParOf" srcId="{889A1C8B-CE89-4012-A4A9-F7EFB0ABA796}" destId="{9A30D7B8-DD65-401F-A8EA-F4EA3BB639F3}" srcOrd="3" destOrd="0" presId="urn:microsoft.com/office/officeart/2005/8/layout/orgChart1"/>
    <dgm:cxn modelId="{626ED9C2-A105-4434-BDFD-E89C20031ECE}" type="presParOf" srcId="{9A30D7B8-DD65-401F-A8EA-F4EA3BB639F3}" destId="{749E11B4-801A-4C70-A293-78530BCB400A}" srcOrd="0" destOrd="0" presId="urn:microsoft.com/office/officeart/2005/8/layout/orgChart1"/>
    <dgm:cxn modelId="{A56874D2-6DA3-405D-A1B6-9573A24376ED}" type="presParOf" srcId="{749E11B4-801A-4C70-A293-78530BCB400A}" destId="{402E6B74-380B-43A3-9EEB-D6AA6DC24DD0}" srcOrd="0" destOrd="0" presId="urn:microsoft.com/office/officeart/2005/8/layout/orgChart1"/>
    <dgm:cxn modelId="{0571A06F-74EB-4281-B499-3CD3B58B4098}" type="presParOf" srcId="{749E11B4-801A-4C70-A293-78530BCB400A}" destId="{8C9FF81D-F1D8-43D8-8615-E75D77D3804A}" srcOrd="1" destOrd="0" presId="urn:microsoft.com/office/officeart/2005/8/layout/orgChart1"/>
    <dgm:cxn modelId="{4E878630-6108-49AB-ACB8-8A8FDE198FC4}" type="presParOf" srcId="{9A30D7B8-DD65-401F-A8EA-F4EA3BB639F3}" destId="{CAA15C6F-5654-49F6-A9CE-9109E859D92E}" srcOrd="1" destOrd="0" presId="urn:microsoft.com/office/officeart/2005/8/layout/orgChart1"/>
    <dgm:cxn modelId="{34F612E3-9084-4E7C-8009-5F07BFFEADF5}" type="presParOf" srcId="{CAA15C6F-5654-49F6-A9CE-9109E859D92E}" destId="{590345E2-511D-4F0A-A481-5DD565F2E2FE}" srcOrd="0" destOrd="0" presId="urn:microsoft.com/office/officeart/2005/8/layout/orgChart1"/>
    <dgm:cxn modelId="{BE2D2AA6-8C7A-4895-923C-6FCA1F2B0B34}" type="presParOf" srcId="{CAA15C6F-5654-49F6-A9CE-9109E859D92E}" destId="{52F9CAFA-A547-4689-8FF3-F92688F915B7}" srcOrd="1" destOrd="0" presId="urn:microsoft.com/office/officeart/2005/8/layout/orgChart1"/>
    <dgm:cxn modelId="{3E3CC19A-15D4-44DC-B948-D893EC0AD970}" type="presParOf" srcId="{52F9CAFA-A547-4689-8FF3-F92688F915B7}" destId="{E25F7F3A-1B99-40E4-96E0-01DB32B37113}" srcOrd="0" destOrd="0" presId="urn:microsoft.com/office/officeart/2005/8/layout/orgChart1"/>
    <dgm:cxn modelId="{8915367F-A793-4F83-9739-5748E92ABA04}" type="presParOf" srcId="{E25F7F3A-1B99-40E4-96E0-01DB32B37113}" destId="{1A18249C-4C2B-46EF-A781-4EDAB15B5F0D}" srcOrd="0" destOrd="0" presId="urn:microsoft.com/office/officeart/2005/8/layout/orgChart1"/>
    <dgm:cxn modelId="{AA5D7B0E-E37C-4885-B5BD-12884883C6D0}" type="presParOf" srcId="{E25F7F3A-1B99-40E4-96E0-01DB32B37113}" destId="{EAE28F1E-E589-4833-B25A-7C627915C787}" srcOrd="1" destOrd="0" presId="urn:microsoft.com/office/officeart/2005/8/layout/orgChart1"/>
    <dgm:cxn modelId="{F57F1DFC-7E52-4DBA-9CB5-25D88E7B3481}" type="presParOf" srcId="{52F9CAFA-A547-4689-8FF3-F92688F915B7}" destId="{4FA7146D-8DAD-4FAE-ABF7-33FB2BB7F7C7}" srcOrd="1" destOrd="0" presId="urn:microsoft.com/office/officeart/2005/8/layout/orgChart1"/>
    <dgm:cxn modelId="{E0E48D3B-93F7-42C3-ADF6-7BE567D9491C}" type="presParOf" srcId="{52F9CAFA-A547-4689-8FF3-F92688F915B7}" destId="{B1086534-9EBD-433C-A57D-CCBB60F764ED}" srcOrd="2" destOrd="0" presId="urn:microsoft.com/office/officeart/2005/8/layout/orgChart1"/>
    <dgm:cxn modelId="{2A66B085-B63C-43F6-97F3-21805EBF2B28}" type="presParOf" srcId="{CAA15C6F-5654-49F6-A9CE-9109E859D92E}" destId="{0EBBB59F-0C87-4541-AA1C-F5A73B85789F}" srcOrd="2" destOrd="0" presId="urn:microsoft.com/office/officeart/2005/8/layout/orgChart1"/>
    <dgm:cxn modelId="{D21ECA5C-E048-4BE7-B444-87831D30D08A}" type="presParOf" srcId="{CAA15C6F-5654-49F6-A9CE-9109E859D92E}" destId="{A3D482D8-6E4F-40BE-B3BF-E3AED1DBDFC4}" srcOrd="3" destOrd="0" presId="urn:microsoft.com/office/officeart/2005/8/layout/orgChart1"/>
    <dgm:cxn modelId="{FFF28643-2BF0-4527-9031-7A91869E0D37}" type="presParOf" srcId="{A3D482D8-6E4F-40BE-B3BF-E3AED1DBDFC4}" destId="{FDC1061B-5EB5-4402-B905-EB54DDF1BE28}" srcOrd="0" destOrd="0" presId="urn:microsoft.com/office/officeart/2005/8/layout/orgChart1"/>
    <dgm:cxn modelId="{4B18AC55-21E7-4A1D-86AD-87DF55B31AD4}" type="presParOf" srcId="{FDC1061B-5EB5-4402-B905-EB54DDF1BE28}" destId="{D0759C92-C68C-4D58-A09E-A84396911A14}" srcOrd="0" destOrd="0" presId="urn:microsoft.com/office/officeart/2005/8/layout/orgChart1"/>
    <dgm:cxn modelId="{8D91F384-7E05-4334-ABF3-2765C072BF57}" type="presParOf" srcId="{FDC1061B-5EB5-4402-B905-EB54DDF1BE28}" destId="{DBF04B3D-C6F0-477C-8A79-E6EE6AE6076A}" srcOrd="1" destOrd="0" presId="urn:microsoft.com/office/officeart/2005/8/layout/orgChart1"/>
    <dgm:cxn modelId="{AD4FCE80-2455-489C-8664-648D38B7BB24}" type="presParOf" srcId="{A3D482D8-6E4F-40BE-B3BF-E3AED1DBDFC4}" destId="{D22BD943-911E-464F-A272-03765FEA45E3}" srcOrd="1" destOrd="0" presId="urn:microsoft.com/office/officeart/2005/8/layout/orgChart1"/>
    <dgm:cxn modelId="{39C59FB3-7DB6-463B-843C-7694C17DB9A7}" type="presParOf" srcId="{A3D482D8-6E4F-40BE-B3BF-E3AED1DBDFC4}" destId="{D039F4B8-9C7B-455D-A0A2-5219CB5EF28B}" srcOrd="2" destOrd="0" presId="urn:microsoft.com/office/officeart/2005/8/layout/orgChart1"/>
    <dgm:cxn modelId="{0D255FD8-04E5-4FCB-9688-91455785C927}" type="presParOf" srcId="{CAA15C6F-5654-49F6-A9CE-9109E859D92E}" destId="{EABC3036-9DB0-419C-83C5-EECADBA2D16C}" srcOrd="4" destOrd="0" presId="urn:microsoft.com/office/officeart/2005/8/layout/orgChart1"/>
    <dgm:cxn modelId="{29E38098-87AE-4C76-973D-76ED4C532402}" type="presParOf" srcId="{CAA15C6F-5654-49F6-A9CE-9109E859D92E}" destId="{CA9532F6-B052-4048-A781-412DCB9D739A}" srcOrd="5" destOrd="0" presId="urn:microsoft.com/office/officeart/2005/8/layout/orgChart1"/>
    <dgm:cxn modelId="{21069540-2BB4-407E-B5D1-8C19DDDC147E}" type="presParOf" srcId="{CA9532F6-B052-4048-A781-412DCB9D739A}" destId="{624C2316-DFD3-4FCC-94D6-F65890100293}" srcOrd="0" destOrd="0" presId="urn:microsoft.com/office/officeart/2005/8/layout/orgChart1"/>
    <dgm:cxn modelId="{7C5F64C1-2277-4B1C-AC72-95E1000F57BE}" type="presParOf" srcId="{624C2316-DFD3-4FCC-94D6-F65890100293}" destId="{F2DA5862-D451-4D10-A612-D693C36E05F6}" srcOrd="0" destOrd="0" presId="urn:microsoft.com/office/officeart/2005/8/layout/orgChart1"/>
    <dgm:cxn modelId="{1B3F9FA5-FD32-4A10-8A99-F7678B15D623}" type="presParOf" srcId="{624C2316-DFD3-4FCC-94D6-F65890100293}" destId="{C4F4DDDE-B02C-4BC9-BD0B-5C16098603F1}" srcOrd="1" destOrd="0" presId="urn:microsoft.com/office/officeart/2005/8/layout/orgChart1"/>
    <dgm:cxn modelId="{AC20B7B2-93C5-4D9D-A6EF-51A5D0F8E39D}" type="presParOf" srcId="{CA9532F6-B052-4048-A781-412DCB9D739A}" destId="{5BD4DA56-BFE2-400D-A286-E6C96B1754E2}" srcOrd="1" destOrd="0" presId="urn:microsoft.com/office/officeart/2005/8/layout/orgChart1"/>
    <dgm:cxn modelId="{F17D62FB-9EFD-48AB-81DF-ABA41FB618CA}" type="presParOf" srcId="{CA9532F6-B052-4048-A781-412DCB9D739A}" destId="{DB5711B3-EB97-4E23-B60A-52746377106D}" srcOrd="2" destOrd="0" presId="urn:microsoft.com/office/officeart/2005/8/layout/orgChart1"/>
    <dgm:cxn modelId="{4F6BBB56-E140-415B-AFA8-A18FFD89256F}" type="presParOf" srcId="{CAA15C6F-5654-49F6-A9CE-9109E859D92E}" destId="{11D42EDB-B7C8-43F8-8E48-8A4402A87922}" srcOrd="6" destOrd="0" presId="urn:microsoft.com/office/officeart/2005/8/layout/orgChart1"/>
    <dgm:cxn modelId="{081AC34B-8DF3-4A08-A9E3-A2DCF5C00CFF}" type="presParOf" srcId="{CAA15C6F-5654-49F6-A9CE-9109E859D92E}" destId="{695807FF-A0BE-4264-8602-D86D85A758F9}" srcOrd="7" destOrd="0" presId="urn:microsoft.com/office/officeart/2005/8/layout/orgChart1"/>
    <dgm:cxn modelId="{288FBCF5-1E37-4A43-A6A9-5C107CFB8C6F}" type="presParOf" srcId="{695807FF-A0BE-4264-8602-D86D85A758F9}" destId="{8A6D4C91-D57E-45CE-847E-385AC058F287}" srcOrd="0" destOrd="0" presId="urn:microsoft.com/office/officeart/2005/8/layout/orgChart1"/>
    <dgm:cxn modelId="{73EC6A9D-DC09-4ADD-A3A0-B445E8E3E183}" type="presParOf" srcId="{8A6D4C91-D57E-45CE-847E-385AC058F287}" destId="{53E51ECC-9A32-4F5F-9727-6E09578585FC}" srcOrd="0" destOrd="0" presId="urn:microsoft.com/office/officeart/2005/8/layout/orgChart1"/>
    <dgm:cxn modelId="{940DDB26-00B9-4551-AA06-97CA1F552E67}" type="presParOf" srcId="{8A6D4C91-D57E-45CE-847E-385AC058F287}" destId="{7BDCD23F-71C6-4E29-B35A-DD94F27AB96F}" srcOrd="1" destOrd="0" presId="urn:microsoft.com/office/officeart/2005/8/layout/orgChart1"/>
    <dgm:cxn modelId="{D81BD390-D2FF-45DB-958E-956FCD03E287}" type="presParOf" srcId="{695807FF-A0BE-4264-8602-D86D85A758F9}" destId="{37AD6C8A-CCA9-4DCE-AB36-A3216109771C}" srcOrd="1" destOrd="0" presId="urn:microsoft.com/office/officeart/2005/8/layout/orgChart1"/>
    <dgm:cxn modelId="{9C035C51-6678-4F9C-8B5C-24DD143D5F5F}" type="presParOf" srcId="{695807FF-A0BE-4264-8602-D86D85A758F9}" destId="{AA1E5E9B-C6E9-4839-A1F5-5428AC97F3B2}" srcOrd="2" destOrd="0" presId="urn:microsoft.com/office/officeart/2005/8/layout/orgChart1"/>
    <dgm:cxn modelId="{04702E90-5DD2-4998-A397-BA1771026900}" type="presParOf" srcId="{CAA15C6F-5654-49F6-A9CE-9109E859D92E}" destId="{B489241B-2B23-4774-84C8-899DE8B3A0EC}" srcOrd="8" destOrd="0" presId="urn:microsoft.com/office/officeart/2005/8/layout/orgChart1"/>
    <dgm:cxn modelId="{28B59DFA-405C-422F-A0BC-CB0007C56962}" type="presParOf" srcId="{CAA15C6F-5654-49F6-A9CE-9109E859D92E}" destId="{F65E43C3-BB18-4CB6-A7B3-D4DA6D5744EA}" srcOrd="9" destOrd="0" presId="urn:microsoft.com/office/officeart/2005/8/layout/orgChart1"/>
    <dgm:cxn modelId="{9F489F8E-55B0-46F8-8587-51352666926C}" type="presParOf" srcId="{F65E43C3-BB18-4CB6-A7B3-D4DA6D5744EA}" destId="{3F8FA917-6F47-44E6-A697-91E43BEDD01E}" srcOrd="0" destOrd="0" presId="urn:microsoft.com/office/officeart/2005/8/layout/orgChart1"/>
    <dgm:cxn modelId="{6F279A5B-DF56-4DAD-B9B2-A6D7AA0F03E1}" type="presParOf" srcId="{3F8FA917-6F47-44E6-A697-91E43BEDD01E}" destId="{19A835E9-042F-44DC-9004-F3AD49354681}" srcOrd="0" destOrd="0" presId="urn:microsoft.com/office/officeart/2005/8/layout/orgChart1"/>
    <dgm:cxn modelId="{8C2C4B7F-9C34-444B-A83D-842C8DDA1A0B}" type="presParOf" srcId="{3F8FA917-6F47-44E6-A697-91E43BEDD01E}" destId="{955F0196-BD14-4761-89CD-0F9B64D924C0}" srcOrd="1" destOrd="0" presId="urn:microsoft.com/office/officeart/2005/8/layout/orgChart1"/>
    <dgm:cxn modelId="{C48DF9A0-573F-48F6-8773-5288C76EAA3F}" type="presParOf" srcId="{F65E43C3-BB18-4CB6-A7B3-D4DA6D5744EA}" destId="{F20ABEEC-D4A7-41BB-9003-EFC7479BE60F}" srcOrd="1" destOrd="0" presId="urn:microsoft.com/office/officeart/2005/8/layout/orgChart1"/>
    <dgm:cxn modelId="{2E7E62D1-F13D-489B-A66B-0C5F9B824A46}" type="presParOf" srcId="{F65E43C3-BB18-4CB6-A7B3-D4DA6D5744EA}" destId="{9D34C270-0ADA-4090-9CF9-BC958F30F620}" srcOrd="2" destOrd="0" presId="urn:microsoft.com/office/officeart/2005/8/layout/orgChart1"/>
    <dgm:cxn modelId="{01E13D6C-2C88-4146-A623-AAD24389DB89}" type="presParOf" srcId="{CAA15C6F-5654-49F6-A9CE-9109E859D92E}" destId="{C57BD374-4A23-4FE1-9C10-4A3763157BD2}" srcOrd="10" destOrd="0" presId="urn:microsoft.com/office/officeart/2005/8/layout/orgChart1"/>
    <dgm:cxn modelId="{3831FFC8-2140-4FBF-A3F6-A16A0B4D778E}" type="presParOf" srcId="{CAA15C6F-5654-49F6-A9CE-9109E859D92E}" destId="{819C1518-C51C-4D5A-8B4B-D39D792AC297}" srcOrd="11" destOrd="0" presId="urn:microsoft.com/office/officeart/2005/8/layout/orgChart1"/>
    <dgm:cxn modelId="{8B9FDE14-829E-44E0-A5AD-F665ADEC02C7}" type="presParOf" srcId="{819C1518-C51C-4D5A-8B4B-D39D792AC297}" destId="{DA462169-767E-416D-86A4-AF58ED1C5134}" srcOrd="0" destOrd="0" presId="urn:microsoft.com/office/officeart/2005/8/layout/orgChart1"/>
    <dgm:cxn modelId="{88ADD2A6-7E0C-4A27-B619-596787B1B686}" type="presParOf" srcId="{DA462169-767E-416D-86A4-AF58ED1C5134}" destId="{5D38B50F-9FDC-45F4-8D0A-86A450779714}" srcOrd="0" destOrd="0" presId="urn:microsoft.com/office/officeart/2005/8/layout/orgChart1"/>
    <dgm:cxn modelId="{B6D37F84-CBAD-45A5-B8AC-750CA654BFB8}" type="presParOf" srcId="{DA462169-767E-416D-86A4-AF58ED1C5134}" destId="{386DC623-4E15-4C44-A334-FA938AE27AD9}" srcOrd="1" destOrd="0" presId="urn:microsoft.com/office/officeart/2005/8/layout/orgChart1"/>
    <dgm:cxn modelId="{F81EA7FA-BA62-419F-B870-BCEC508F3A41}" type="presParOf" srcId="{819C1518-C51C-4D5A-8B4B-D39D792AC297}" destId="{4DDB269A-0EDF-443D-BDAF-ED88045F4213}" srcOrd="1" destOrd="0" presId="urn:microsoft.com/office/officeart/2005/8/layout/orgChart1"/>
    <dgm:cxn modelId="{475C7539-DE0C-4E25-9FD0-4A45309BF169}" type="presParOf" srcId="{819C1518-C51C-4D5A-8B4B-D39D792AC297}" destId="{7CD3E42F-BD2D-42C4-8137-8E478932FF47}" srcOrd="2" destOrd="0" presId="urn:microsoft.com/office/officeart/2005/8/layout/orgChart1"/>
    <dgm:cxn modelId="{A7F6EE44-0C55-4CBF-B6B4-6581C0185489}" type="presParOf" srcId="{9A30D7B8-DD65-401F-A8EA-F4EA3BB639F3}" destId="{0D3239B5-19F3-470C-8696-BC99A4947009}" srcOrd="2" destOrd="0" presId="urn:microsoft.com/office/officeart/2005/8/layout/orgChart1"/>
    <dgm:cxn modelId="{1158FB70-C744-45CE-AD50-F0BFB4F1AFA8}" type="presParOf" srcId="{7BA4182A-4BFF-43AD-9583-13FD1176FCCC}" destId="{3D0B31E5-2200-4DFF-821A-FFFDEA03A67B}" srcOrd="2" destOrd="0" presId="urn:microsoft.com/office/officeart/2005/8/layout/orgChart1"/>
    <dgm:cxn modelId="{FB203BB1-D328-4467-AD7E-6FB5F2C3A604}" type="presParOf" srcId="{006AAB61-ED99-4E7E-A61A-5CCB8EBE8F2A}" destId="{72236770-A5E0-4CF7-94AE-81789058B830}" srcOrd="2" destOrd="0" presId="urn:microsoft.com/office/officeart/2005/8/layout/orgChart1"/>
    <dgm:cxn modelId="{96C351FB-BC29-4D62-8C48-5322F30D13C7}" type="presParOf" srcId="{24E4D5A0-43AE-41B5-B2B6-56BF7CFC6184}" destId="{87591008-484F-4427-AA68-258F506CBDED}" srcOrd="2" destOrd="0" presId="urn:microsoft.com/office/officeart/2005/8/layout/orgChart1"/>
    <dgm:cxn modelId="{638AA5AF-7169-45E7-9FD8-C7D1239F2426}" type="presParOf" srcId="{519DF63E-D0FA-497C-9CD1-6330B388B751}" destId="{950B8C8B-4515-4346-9FEF-4D637266B728}" srcOrd="2" destOrd="0" presId="urn:microsoft.com/office/officeart/2005/8/layout/orgChart1"/>
    <dgm:cxn modelId="{136E8610-4D77-48CC-98F4-5CBCBF2B87A3}" type="presParOf" srcId="{950B8C8B-4515-4346-9FEF-4D637266B728}" destId="{2A032771-D921-4C84-A456-B34B60DD5DAE}" srcOrd="0" destOrd="0" presId="urn:microsoft.com/office/officeart/2005/8/layout/orgChart1"/>
    <dgm:cxn modelId="{EF0D161F-3BA7-4D0A-AF2A-F38E982DE18E}" type="presParOf" srcId="{950B8C8B-4515-4346-9FEF-4D637266B728}" destId="{72A55B94-8238-45BB-9F4D-E2999D491ED6}" srcOrd="1" destOrd="0" presId="urn:microsoft.com/office/officeart/2005/8/layout/orgChart1"/>
    <dgm:cxn modelId="{A3A6D704-E650-46F7-A7A6-C5977AB8074C}" type="presParOf" srcId="{72A55B94-8238-45BB-9F4D-E2999D491ED6}" destId="{BB5527D0-F87B-47D8-873A-C9E6BEAB6E4B}" srcOrd="0" destOrd="0" presId="urn:microsoft.com/office/officeart/2005/8/layout/orgChart1"/>
    <dgm:cxn modelId="{282A76A9-024C-417E-8C66-F40DD5CEA5C0}" type="presParOf" srcId="{BB5527D0-F87B-47D8-873A-C9E6BEAB6E4B}" destId="{DC1E29A4-7257-49BA-B351-77E2A630D2FF}" srcOrd="0" destOrd="0" presId="urn:microsoft.com/office/officeart/2005/8/layout/orgChart1"/>
    <dgm:cxn modelId="{0F1BB8B2-E59C-431B-8A14-2954F08DEBE8}" type="presParOf" srcId="{BB5527D0-F87B-47D8-873A-C9E6BEAB6E4B}" destId="{70ECC304-81A1-4639-B19E-AF57ABAB42B3}" srcOrd="1" destOrd="0" presId="urn:microsoft.com/office/officeart/2005/8/layout/orgChart1"/>
    <dgm:cxn modelId="{343A4026-9898-4B05-9456-F08FC40D6E80}" type="presParOf" srcId="{72A55B94-8238-45BB-9F4D-E2999D491ED6}" destId="{E8139B3B-EE7C-4DDE-AAED-07DE3D32C19D}" srcOrd="1" destOrd="0" presId="urn:microsoft.com/office/officeart/2005/8/layout/orgChart1"/>
    <dgm:cxn modelId="{E2F5ED28-9B34-4AB2-9545-3113EB17C24C}" type="presParOf" srcId="{72A55B94-8238-45BB-9F4D-E2999D491ED6}" destId="{6AF5551B-E2A2-4E92-BEA7-D22064372AD2}" srcOrd="2" destOrd="0" presId="urn:microsoft.com/office/officeart/2005/8/layout/orgChart1"/>
    <dgm:cxn modelId="{8D9AF7E2-4E5D-4EB8-ACA2-AEF39AB98933}" type="presParOf" srcId="{950B8C8B-4515-4346-9FEF-4D637266B728}" destId="{410B4AE6-2BF9-40BF-9693-8CBBE52A2E57}" srcOrd="2" destOrd="0" presId="urn:microsoft.com/office/officeart/2005/8/layout/orgChart1"/>
    <dgm:cxn modelId="{7702634B-F026-437A-A097-1DCC769B4DA0}" type="presParOf" srcId="{950B8C8B-4515-4346-9FEF-4D637266B728}" destId="{9AAD94D9-4172-4A74-AE21-30F1BE10A7B7}" srcOrd="3" destOrd="0" presId="urn:microsoft.com/office/officeart/2005/8/layout/orgChart1"/>
    <dgm:cxn modelId="{8BA7DE10-ED1D-4C92-80E3-AA6E2C359AB5}" type="presParOf" srcId="{9AAD94D9-4172-4A74-AE21-30F1BE10A7B7}" destId="{CA8BE96A-4832-4F96-BE08-8BA1238335CB}" srcOrd="0" destOrd="0" presId="urn:microsoft.com/office/officeart/2005/8/layout/orgChart1"/>
    <dgm:cxn modelId="{CE7757D8-8BC6-499E-A64B-96407A661BDD}" type="presParOf" srcId="{CA8BE96A-4832-4F96-BE08-8BA1238335CB}" destId="{7E24CF14-10A8-4746-B852-C673D71B66D6}" srcOrd="0" destOrd="0" presId="urn:microsoft.com/office/officeart/2005/8/layout/orgChart1"/>
    <dgm:cxn modelId="{1810EEA8-2DE0-4322-B881-CA2265EA3966}" type="presParOf" srcId="{CA8BE96A-4832-4F96-BE08-8BA1238335CB}" destId="{A7D0F47E-6B91-4A71-9714-E2D38FA66E55}" srcOrd="1" destOrd="0" presId="urn:microsoft.com/office/officeart/2005/8/layout/orgChart1"/>
    <dgm:cxn modelId="{85B20E9F-06E9-471B-93E2-E35F6DF77221}" type="presParOf" srcId="{9AAD94D9-4172-4A74-AE21-30F1BE10A7B7}" destId="{15796118-B9AD-4F9E-A324-5762C46D8BF3}" srcOrd="1" destOrd="0" presId="urn:microsoft.com/office/officeart/2005/8/layout/orgChart1"/>
    <dgm:cxn modelId="{0CDF4CF0-5A41-4806-9452-A2AC48AC10BB}" type="presParOf" srcId="{9AAD94D9-4172-4A74-AE21-30F1BE10A7B7}" destId="{E0211175-3967-4796-B989-F175E22A7B6C}"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0B4AE6-2BF9-40BF-9693-8CBBE52A2E57}">
      <dsp:nvSpPr>
        <dsp:cNvPr id="0" name=""/>
        <dsp:cNvSpPr/>
      </dsp:nvSpPr>
      <dsp:spPr>
        <a:xfrm>
          <a:off x="5212080" y="339978"/>
          <a:ext cx="91440" cy="311475"/>
        </a:xfrm>
        <a:custGeom>
          <a:avLst/>
          <a:gdLst/>
          <a:ahLst/>
          <a:cxnLst/>
          <a:rect l="0" t="0" r="0" b="0"/>
          <a:pathLst>
            <a:path>
              <a:moveTo>
                <a:pt x="45720" y="0"/>
              </a:moveTo>
              <a:lnTo>
                <a:pt x="45720" y="311475"/>
              </a:lnTo>
              <a:lnTo>
                <a:pt x="116817" y="311475"/>
              </a:lnTo>
            </a:path>
          </a:pathLst>
        </a:custGeom>
        <a:noFill/>
        <a:ln w="12700" cap="flat" cmpd="sng" algn="ctr">
          <a:solidFill>
            <a:schemeClr val="accent5">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2A032771-D921-4C84-A456-B34B60DD5DAE}">
      <dsp:nvSpPr>
        <dsp:cNvPr id="0" name=""/>
        <dsp:cNvSpPr/>
      </dsp:nvSpPr>
      <dsp:spPr>
        <a:xfrm>
          <a:off x="5140982" y="339978"/>
          <a:ext cx="91440" cy="311475"/>
        </a:xfrm>
        <a:custGeom>
          <a:avLst/>
          <a:gdLst/>
          <a:ahLst/>
          <a:cxnLst/>
          <a:rect l="0" t="0" r="0" b="0"/>
          <a:pathLst>
            <a:path>
              <a:moveTo>
                <a:pt x="116817" y="0"/>
              </a:moveTo>
              <a:lnTo>
                <a:pt x="116817" y="311475"/>
              </a:lnTo>
              <a:lnTo>
                <a:pt x="45720" y="311475"/>
              </a:lnTo>
            </a:path>
          </a:pathLst>
        </a:custGeom>
        <a:noFill/>
        <a:ln w="12700" cap="flat" cmpd="sng" algn="ctr">
          <a:solidFill>
            <a:schemeClr val="accent5">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C57BD374-4A23-4FE1-9C10-4A3763157BD2}">
      <dsp:nvSpPr>
        <dsp:cNvPr id="0" name=""/>
        <dsp:cNvSpPr/>
      </dsp:nvSpPr>
      <dsp:spPr>
        <a:xfrm>
          <a:off x="6031396" y="2743759"/>
          <a:ext cx="91440" cy="1272988"/>
        </a:xfrm>
        <a:custGeom>
          <a:avLst/>
          <a:gdLst/>
          <a:ahLst/>
          <a:cxnLst/>
          <a:rect l="0" t="0" r="0" b="0"/>
          <a:pathLst>
            <a:path>
              <a:moveTo>
                <a:pt x="45720" y="0"/>
              </a:moveTo>
              <a:lnTo>
                <a:pt x="45720" y="1272988"/>
              </a:lnTo>
              <a:lnTo>
                <a:pt x="116817" y="1272988"/>
              </a:lnTo>
            </a:path>
          </a:pathLst>
        </a:custGeom>
        <a:noFill/>
        <a:ln w="12700" cap="flat" cmpd="sng" algn="ctr">
          <a:solidFill>
            <a:schemeClr val="accent1">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B489241B-2B23-4774-84C8-899DE8B3A0EC}">
      <dsp:nvSpPr>
        <dsp:cNvPr id="0" name=""/>
        <dsp:cNvSpPr/>
      </dsp:nvSpPr>
      <dsp:spPr>
        <a:xfrm>
          <a:off x="5960299" y="2743759"/>
          <a:ext cx="91440" cy="1272988"/>
        </a:xfrm>
        <a:custGeom>
          <a:avLst/>
          <a:gdLst/>
          <a:ahLst/>
          <a:cxnLst/>
          <a:rect l="0" t="0" r="0" b="0"/>
          <a:pathLst>
            <a:path>
              <a:moveTo>
                <a:pt x="116817" y="0"/>
              </a:moveTo>
              <a:lnTo>
                <a:pt x="116817" y="1272988"/>
              </a:lnTo>
              <a:lnTo>
                <a:pt x="45720" y="1272988"/>
              </a:lnTo>
            </a:path>
          </a:pathLst>
        </a:custGeom>
        <a:noFill/>
        <a:ln w="12700" cap="flat" cmpd="sng" algn="ctr">
          <a:solidFill>
            <a:schemeClr val="accent1">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11D42EDB-B7C8-43F8-8E48-8A4402A87922}">
      <dsp:nvSpPr>
        <dsp:cNvPr id="0" name=""/>
        <dsp:cNvSpPr/>
      </dsp:nvSpPr>
      <dsp:spPr>
        <a:xfrm>
          <a:off x="6031396" y="2743759"/>
          <a:ext cx="91440" cy="792232"/>
        </a:xfrm>
        <a:custGeom>
          <a:avLst/>
          <a:gdLst/>
          <a:ahLst/>
          <a:cxnLst/>
          <a:rect l="0" t="0" r="0" b="0"/>
          <a:pathLst>
            <a:path>
              <a:moveTo>
                <a:pt x="45720" y="0"/>
              </a:moveTo>
              <a:lnTo>
                <a:pt x="45720" y="792232"/>
              </a:lnTo>
              <a:lnTo>
                <a:pt x="116817" y="792232"/>
              </a:lnTo>
            </a:path>
          </a:pathLst>
        </a:custGeom>
        <a:noFill/>
        <a:ln w="12700" cap="flat" cmpd="sng" algn="ctr">
          <a:solidFill>
            <a:schemeClr val="accent1">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EABC3036-9DB0-419C-83C5-EECADBA2D16C}">
      <dsp:nvSpPr>
        <dsp:cNvPr id="0" name=""/>
        <dsp:cNvSpPr/>
      </dsp:nvSpPr>
      <dsp:spPr>
        <a:xfrm>
          <a:off x="5960299" y="2743759"/>
          <a:ext cx="91440" cy="792232"/>
        </a:xfrm>
        <a:custGeom>
          <a:avLst/>
          <a:gdLst/>
          <a:ahLst/>
          <a:cxnLst/>
          <a:rect l="0" t="0" r="0" b="0"/>
          <a:pathLst>
            <a:path>
              <a:moveTo>
                <a:pt x="116817" y="0"/>
              </a:moveTo>
              <a:lnTo>
                <a:pt x="116817" y="792232"/>
              </a:lnTo>
              <a:lnTo>
                <a:pt x="45720" y="792232"/>
              </a:lnTo>
            </a:path>
          </a:pathLst>
        </a:custGeom>
        <a:noFill/>
        <a:ln w="12700" cap="flat" cmpd="sng" algn="ctr">
          <a:solidFill>
            <a:schemeClr val="accent1">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0EBBB59F-0C87-4541-AA1C-F5A73B85789F}">
      <dsp:nvSpPr>
        <dsp:cNvPr id="0" name=""/>
        <dsp:cNvSpPr/>
      </dsp:nvSpPr>
      <dsp:spPr>
        <a:xfrm>
          <a:off x="6031396" y="2743759"/>
          <a:ext cx="91440" cy="311475"/>
        </a:xfrm>
        <a:custGeom>
          <a:avLst/>
          <a:gdLst/>
          <a:ahLst/>
          <a:cxnLst/>
          <a:rect l="0" t="0" r="0" b="0"/>
          <a:pathLst>
            <a:path>
              <a:moveTo>
                <a:pt x="45720" y="0"/>
              </a:moveTo>
              <a:lnTo>
                <a:pt x="45720" y="311475"/>
              </a:lnTo>
              <a:lnTo>
                <a:pt x="116817" y="311475"/>
              </a:lnTo>
            </a:path>
          </a:pathLst>
        </a:custGeom>
        <a:noFill/>
        <a:ln w="12700" cap="flat" cmpd="sng" algn="ctr">
          <a:solidFill>
            <a:schemeClr val="accent1">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590345E2-511D-4F0A-A481-5DD565F2E2FE}">
      <dsp:nvSpPr>
        <dsp:cNvPr id="0" name=""/>
        <dsp:cNvSpPr/>
      </dsp:nvSpPr>
      <dsp:spPr>
        <a:xfrm>
          <a:off x="5960299" y="2743759"/>
          <a:ext cx="91440" cy="311475"/>
        </a:xfrm>
        <a:custGeom>
          <a:avLst/>
          <a:gdLst/>
          <a:ahLst/>
          <a:cxnLst/>
          <a:rect l="0" t="0" r="0" b="0"/>
          <a:pathLst>
            <a:path>
              <a:moveTo>
                <a:pt x="116817" y="0"/>
              </a:moveTo>
              <a:lnTo>
                <a:pt x="116817" y="311475"/>
              </a:lnTo>
              <a:lnTo>
                <a:pt x="45720" y="311475"/>
              </a:lnTo>
            </a:path>
          </a:pathLst>
        </a:custGeom>
        <a:noFill/>
        <a:ln w="12700" cap="flat" cmpd="sng" algn="ctr">
          <a:solidFill>
            <a:schemeClr val="accent1">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DF395130-5005-4933-848E-A5DC03493FD9}">
      <dsp:nvSpPr>
        <dsp:cNvPr id="0" name=""/>
        <dsp:cNvSpPr/>
      </dsp:nvSpPr>
      <dsp:spPr>
        <a:xfrm>
          <a:off x="5257800" y="2263003"/>
          <a:ext cx="819316" cy="142195"/>
        </a:xfrm>
        <a:custGeom>
          <a:avLst/>
          <a:gdLst/>
          <a:ahLst/>
          <a:cxnLst/>
          <a:rect l="0" t="0" r="0" b="0"/>
          <a:pathLst>
            <a:path>
              <a:moveTo>
                <a:pt x="0" y="0"/>
              </a:moveTo>
              <a:lnTo>
                <a:pt x="0" y="71097"/>
              </a:lnTo>
              <a:lnTo>
                <a:pt x="819316" y="71097"/>
              </a:lnTo>
              <a:lnTo>
                <a:pt x="819316" y="142195"/>
              </a:lnTo>
            </a:path>
          </a:pathLst>
        </a:custGeom>
        <a:noFill/>
        <a:ln w="12700" cap="flat" cmpd="sng" algn="ctr">
          <a:solidFill>
            <a:schemeClr val="accent1">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3E4AC8E4-D157-415B-A7F5-4B377D269AF4}">
      <dsp:nvSpPr>
        <dsp:cNvPr id="0" name=""/>
        <dsp:cNvSpPr/>
      </dsp:nvSpPr>
      <dsp:spPr>
        <a:xfrm>
          <a:off x="4321665" y="2743759"/>
          <a:ext cx="91440" cy="1753744"/>
        </a:xfrm>
        <a:custGeom>
          <a:avLst/>
          <a:gdLst/>
          <a:ahLst/>
          <a:cxnLst/>
          <a:rect l="0" t="0" r="0" b="0"/>
          <a:pathLst>
            <a:path>
              <a:moveTo>
                <a:pt x="116817" y="0"/>
              </a:moveTo>
              <a:lnTo>
                <a:pt x="116817" y="1753744"/>
              </a:lnTo>
              <a:lnTo>
                <a:pt x="45720" y="1753744"/>
              </a:lnTo>
            </a:path>
          </a:pathLst>
        </a:custGeom>
        <a:noFill/>
        <a:ln w="12700" cap="flat" cmpd="sng" algn="ctr">
          <a:solidFill>
            <a:schemeClr val="accent1">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5AF49CE9-CEBE-4A6B-BA2A-1BE9DE3C6D4B}">
      <dsp:nvSpPr>
        <dsp:cNvPr id="0" name=""/>
        <dsp:cNvSpPr/>
      </dsp:nvSpPr>
      <dsp:spPr>
        <a:xfrm>
          <a:off x="4392763" y="2743759"/>
          <a:ext cx="91440" cy="1272988"/>
        </a:xfrm>
        <a:custGeom>
          <a:avLst/>
          <a:gdLst/>
          <a:ahLst/>
          <a:cxnLst/>
          <a:rect l="0" t="0" r="0" b="0"/>
          <a:pathLst>
            <a:path>
              <a:moveTo>
                <a:pt x="45720" y="0"/>
              </a:moveTo>
              <a:lnTo>
                <a:pt x="45720" y="1272988"/>
              </a:lnTo>
              <a:lnTo>
                <a:pt x="116817" y="1272988"/>
              </a:lnTo>
            </a:path>
          </a:pathLst>
        </a:custGeom>
        <a:noFill/>
        <a:ln w="12700" cap="flat" cmpd="sng" algn="ctr">
          <a:solidFill>
            <a:schemeClr val="accent1">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47EF1C31-1910-4F70-9877-0DFFDA42B1E3}">
      <dsp:nvSpPr>
        <dsp:cNvPr id="0" name=""/>
        <dsp:cNvSpPr/>
      </dsp:nvSpPr>
      <dsp:spPr>
        <a:xfrm>
          <a:off x="4321665" y="2743759"/>
          <a:ext cx="91440" cy="1272988"/>
        </a:xfrm>
        <a:custGeom>
          <a:avLst/>
          <a:gdLst/>
          <a:ahLst/>
          <a:cxnLst/>
          <a:rect l="0" t="0" r="0" b="0"/>
          <a:pathLst>
            <a:path>
              <a:moveTo>
                <a:pt x="116817" y="0"/>
              </a:moveTo>
              <a:lnTo>
                <a:pt x="116817" y="1272988"/>
              </a:lnTo>
              <a:lnTo>
                <a:pt x="45720" y="1272988"/>
              </a:lnTo>
            </a:path>
          </a:pathLst>
        </a:custGeom>
        <a:noFill/>
        <a:ln w="12700" cap="flat" cmpd="sng" algn="ctr">
          <a:solidFill>
            <a:schemeClr val="accent1">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FB9112AC-BFA5-4FA1-BEB7-37B40D9CCBFC}">
      <dsp:nvSpPr>
        <dsp:cNvPr id="0" name=""/>
        <dsp:cNvSpPr/>
      </dsp:nvSpPr>
      <dsp:spPr>
        <a:xfrm>
          <a:off x="4392763" y="2743759"/>
          <a:ext cx="91440" cy="792232"/>
        </a:xfrm>
        <a:custGeom>
          <a:avLst/>
          <a:gdLst/>
          <a:ahLst/>
          <a:cxnLst/>
          <a:rect l="0" t="0" r="0" b="0"/>
          <a:pathLst>
            <a:path>
              <a:moveTo>
                <a:pt x="45720" y="0"/>
              </a:moveTo>
              <a:lnTo>
                <a:pt x="45720" y="792232"/>
              </a:lnTo>
              <a:lnTo>
                <a:pt x="116817" y="792232"/>
              </a:lnTo>
            </a:path>
          </a:pathLst>
        </a:custGeom>
        <a:noFill/>
        <a:ln w="12700" cap="flat" cmpd="sng" algn="ctr">
          <a:solidFill>
            <a:schemeClr val="accent1">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93D05673-8E09-4FF6-AC41-1DF4B521FD68}">
      <dsp:nvSpPr>
        <dsp:cNvPr id="0" name=""/>
        <dsp:cNvSpPr/>
      </dsp:nvSpPr>
      <dsp:spPr>
        <a:xfrm>
          <a:off x="4321665" y="2743759"/>
          <a:ext cx="91440" cy="792232"/>
        </a:xfrm>
        <a:custGeom>
          <a:avLst/>
          <a:gdLst/>
          <a:ahLst/>
          <a:cxnLst/>
          <a:rect l="0" t="0" r="0" b="0"/>
          <a:pathLst>
            <a:path>
              <a:moveTo>
                <a:pt x="116817" y="0"/>
              </a:moveTo>
              <a:lnTo>
                <a:pt x="116817" y="792232"/>
              </a:lnTo>
              <a:lnTo>
                <a:pt x="45720" y="792232"/>
              </a:lnTo>
            </a:path>
          </a:pathLst>
        </a:custGeom>
        <a:noFill/>
        <a:ln w="12700" cap="flat" cmpd="sng" algn="ctr">
          <a:solidFill>
            <a:schemeClr val="accent1">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269A6A53-0642-4C58-B48D-0FE16F174062}">
      <dsp:nvSpPr>
        <dsp:cNvPr id="0" name=""/>
        <dsp:cNvSpPr/>
      </dsp:nvSpPr>
      <dsp:spPr>
        <a:xfrm>
          <a:off x="4392763" y="2743759"/>
          <a:ext cx="91440" cy="311475"/>
        </a:xfrm>
        <a:custGeom>
          <a:avLst/>
          <a:gdLst/>
          <a:ahLst/>
          <a:cxnLst/>
          <a:rect l="0" t="0" r="0" b="0"/>
          <a:pathLst>
            <a:path>
              <a:moveTo>
                <a:pt x="45720" y="0"/>
              </a:moveTo>
              <a:lnTo>
                <a:pt x="45720" y="311475"/>
              </a:lnTo>
              <a:lnTo>
                <a:pt x="116817" y="311475"/>
              </a:lnTo>
            </a:path>
          </a:pathLst>
        </a:custGeom>
        <a:noFill/>
        <a:ln w="12700" cap="flat" cmpd="sng" algn="ctr">
          <a:solidFill>
            <a:schemeClr val="accent1">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CD326A34-841B-4551-805A-5F5115A58806}">
      <dsp:nvSpPr>
        <dsp:cNvPr id="0" name=""/>
        <dsp:cNvSpPr/>
      </dsp:nvSpPr>
      <dsp:spPr>
        <a:xfrm>
          <a:off x="4321665" y="2743759"/>
          <a:ext cx="91440" cy="311475"/>
        </a:xfrm>
        <a:custGeom>
          <a:avLst/>
          <a:gdLst/>
          <a:ahLst/>
          <a:cxnLst/>
          <a:rect l="0" t="0" r="0" b="0"/>
          <a:pathLst>
            <a:path>
              <a:moveTo>
                <a:pt x="116817" y="0"/>
              </a:moveTo>
              <a:lnTo>
                <a:pt x="116817" y="311475"/>
              </a:lnTo>
              <a:lnTo>
                <a:pt x="45720" y="311475"/>
              </a:lnTo>
            </a:path>
          </a:pathLst>
        </a:custGeom>
        <a:noFill/>
        <a:ln w="12700" cap="flat" cmpd="sng" algn="ctr">
          <a:solidFill>
            <a:schemeClr val="accent1">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32355DFA-BA9E-46DA-8950-21565EA41794}">
      <dsp:nvSpPr>
        <dsp:cNvPr id="0" name=""/>
        <dsp:cNvSpPr/>
      </dsp:nvSpPr>
      <dsp:spPr>
        <a:xfrm>
          <a:off x="4438483" y="2263003"/>
          <a:ext cx="819316" cy="142195"/>
        </a:xfrm>
        <a:custGeom>
          <a:avLst/>
          <a:gdLst/>
          <a:ahLst/>
          <a:cxnLst/>
          <a:rect l="0" t="0" r="0" b="0"/>
          <a:pathLst>
            <a:path>
              <a:moveTo>
                <a:pt x="819316" y="0"/>
              </a:moveTo>
              <a:lnTo>
                <a:pt x="819316" y="71097"/>
              </a:lnTo>
              <a:lnTo>
                <a:pt x="0" y="71097"/>
              </a:lnTo>
              <a:lnTo>
                <a:pt x="0" y="142195"/>
              </a:lnTo>
            </a:path>
          </a:pathLst>
        </a:custGeom>
        <a:noFill/>
        <a:ln w="12700" cap="flat" cmpd="sng" algn="ctr">
          <a:solidFill>
            <a:schemeClr val="accent1">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38FAEBC6-357B-4DA6-8530-11AC7448E354}">
      <dsp:nvSpPr>
        <dsp:cNvPr id="0" name=""/>
        <dsp:cNvSpPr/>
      </dsp:nvSpPr>
      <dsp:spPr>
        <a:xfrm>
          <a:off x="5212080" y="1782247"/>
          <a:ext cx="91440" cy="142195"/>
        </a:xfrm>
        <a:custGeom>
          <a:avLst/>
          <a:gdLst/>
          <a:ahLst/>
          <a:cxnLst/>
          <a:rect l="0" t="0" r="0" b="0"/>
          <a:pathLst>
            <a:path>
              <a:moveTo>
                <a:pt x="45720" y="0"/>
              </a:moveTo>
              <a:lnTo>
                <a:pt x="45720" y="142195"/>
              </a:lnTo>
            </a:path>
          </a:pathLst>
        </a:custGeom>
        <a:noFill/>
        <a:ln w="12700" cap="flat" cmpd="sng" algn="ctr">
          <a:solidFill>
            <a:schemeClr val="accent1">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5CD21459-5376-47F0-B62A-F4D218974CCA}">
      <dsp:nvSpPr>
        <dsp:cNvPr id="0" name=""/>
        <dsp:cNvSpPr/>
      </dsp:nvSpPr>
      <dsp:spPr>
        <a:xfrm>
          <a:off x="5212080" y="1301491"/>
          <a:ext cx="91440" cy="142195"/>
        </a:xfrm>
        <a:custGeom>
          <a:avLst/>
          <a:gdLst/>
          <a:ahLst/>
          <a:cxnLst/>
          <a:rect l="0" t="0" r="0" b="0"/>
          <a:pathLst>
            <a:path>
              <a:moveTo>
                <a:pt x="45720" y="0"/>
              </a:moveTo>
              <a:lnTo>
                <a:pt x="45720" y="142195"/>
              </a:lnTo>
            </a:path>
          </a:pathLst>
        </a:custGeom>
        <a:noFill/>
        <a:ln w="12700" cap="flat" cmpd="sng" algn="ctr">
          <a:solidFill>
            <a:schemeClr val="accent6">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98949229-9634-4A80-9380-94FAEEB22B10}">
      <dsp:nvSpPr>
        <dsp:cNvPr id="0" name=""/>
        <dsp:cNvSpPr/>
      </dsp:nvSpPr>
      <dsp:spPr>
        <a:xfrm>
          <a:off x="5212080" y="339978"/>
          <a:ext cx="91440" cy="622951"/>
        </a:xfrm>
        <a:custGeom>
          <a:avLst/>
          <a:gdLst/>
          <a:ahLst/>
          <a:cxnLst/>
          <a:rect l="0" t="0" r="0" b="0"/>
          <a:pathLst>
            <a:path>
              <a:moveTo>
                <a:pt x="45720" y="0"/>
              </a:moveTo>
              <a:lnTo>
                <a:pt x="45720" y="622951"/>
              </a:lnTo>
            </a:path>
          </a:pathLst>
        </a:custGeom>
        <a:noFill/>
        <a:ln w="12700" cap="flat" cmpd="sng" algn="ctr">
          <a:solidFill>
            <a:schemeClr val="accent5">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6E09E201-F28A-4989-A3BC-50E1CD668482}">
      <dsp:nvSpPr>
        <dsp:cNvPr id="0" name=""/>
        <dsp:cNvSpPr/>
      </dsp:nvSpPr>
      <dsp:spPr>
        <a:xfrm>
          <a:off x="4919239" y="1418"/>
          <a:ext cx="677121" cy="338560"/>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zh-CN" sz="1000" kern="1200" dirty="0" smtClean="0"/>
            <a:t>会员代表大会</a:t>
          </a:r>
          <a:endParaRPr lang="zh-CN" sz="1000" kern="1200" dirty="0"/>
        </a:p>
      </dsp:txBody>
      <dsp:txXfrm>
        <a:off x="4919239" y="1418"/>
        <a:ext cx="677121" cy="338560"/>
      </dsp:txXfrm>
    </dsp:sp>
    <dsp:sp modelId="{BA300125-6BBA-431E-9B28-3F32A35A059E}">
      <dsp:nvSpPr>
        <dsp:cNvPr id="0" name=""/>
        <dsp:cNvSpPr/>
      </dsp:nvSpPr>
      <dsp:spPr>
        <a:xfrm>
          <a:off x="4919239" y="962930"/>
          <a:ext cx="677121" cy="338560"/>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zh-CN" sz="1000" kern="1200" dirty="0" smtClean="0"/>
            <a:t>会长</a:t>
          </a:r>
          <a:endParaRPr lang="zh-CN" sz="1000" kern="1200" dirty="0"/>
        </a:p>
      </dsp:txBody>
      <dsp:txXfrm>
        <a:off x="4919239" y="962930"/>
        <a:ext cx="677121" cy="338560"/>
      </dsp:txXfrm>
    </dsp:sp>
    <dsp:sp modelId="{FFF9EB4D-650D-470C-A95A-F4426553B105}">
      <dsp:nvSpPr>
        <dsp:cNvPr id="0" name=""/>
        <dsp:cNvSpPr/>
      </dsp:nvSpPr>
      <dsp:spPr>
        <a:xfrm>
          <a:off x="4919239" y="1443686"/>
          <a:ext cx="677121" cy="338560"/>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zh-CN" sz="1000" kern="1200" smtClean="0"/>
            <a:t>秘书长</a:t>
          </a:r>
          <a:endParaRPr lang="zh-CN" sz="1000" kern="1200"/>
        </a:p>
      </dsp:txBody>
      <dsp:txXfrm>
        <a:off x="4919239" y="1443686"/>
        <a:ext cx="677121" cy="338560"/>
      </dsp:txXfrm>
    </dsp:sp>
    <dsp:sp modelId="{3C1DDF5F-980E-4367-A491-982F35B45DD0}">
      <dsp:nvSpPr>
        <dsp:cNvPr id="0" name=""/>
        <dsp:cNvSpPr/>
      </dsp:nvSpPr>
      <dsp:spPr>
        <a:xfrm>
          <a:off x="4919239" y="1924443"/>
          <a:ext cx="677121" cy="33856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zh-CN" sz="1000" kern="1200" smtClean="0"/>
            <a:t>秘书处</a:t>
          </a:r>
          <a:endParaRPr lang="zh-CN" sz="1000" kern="1200"/>
        </a:p>
      </dsp:txBody>
      <dsp:txXfrm>
        <a:off x="4919239" y="1924443"/>
        <a:ext cx="677121" cy="338560"/>
      </dsp:txXfrm>
    </dsp:sp>
    <dsp:sp modelId="{529FFEF0-87D1-4A36-A673-0700D5F0FD7E}">
      <dsp:nvSpPr>
        <dsp:cNvPr id="0" name=""/>
        <dsp:cNvSpPr/>
      </dsp:nvSpPr>
      <dsp:spPr>
        <a:xfrm>
          <a:off x="4099922" y="2405199"/>
          <a:ext cx="677121" cy="33856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zh-CN" sz="1000" kern="1200" smtClean="0"/>
            <a:t>办事机构</a:t>
          </a:r>
          <a:endParaRPr lang="zh-CN" sz="1000" kern="1200"/>
        </a:p>
      </dsp:txBody>
      <dsp:txXfrm>
        <a:off x="4099922" y="2405199"/>
        <a:ext cx="677121" cy="338560"/>
      </dsp:txXfrm>
    </dsp:sp>
    <dsp:sp modelId="{77A48C17-9E09-4E62-B4EF-AD2D2136AB70}">
      <dsp:nvSpPr>
        <dsp:cNvPr id="0" name=""/>
        <dsp:cNvSpPr/>
      </dsp:nvSpPr>
      <dsp:spPr>
        <a:xfrm>
          <a:off x="3690263" y="2885955"/>
          <a:ext cx="677121" cy="33856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zh-CN" sz="1000" kern="1200" smtClean="0"/>
            <a:t>办公室</a:t>
          </a:r>
          <a:endParaRPr lang="zh-CN" sz="1000" kern="1200"/>
        </a:p>
      </dsp:txBody>
      <dsp:txXfrm>
        <a:off x="3690263" y="2885955"/>
        <a:ext cx="677121" cy="338560"/>
      </dsp:txXfrm>
    </dsp:sp>
    <dsp:sp modelId="{D60FB705-B6EA-40C6-B225-68F8F2EA5CB4}">
      <dsp:nvSpPr>
        <dsp:cNvPr id="0" name=""/>
        <dsp:cNvSpPr/>
      </dsp:nvSpPr>
      <dsp:spPr>
        <a:xfrm>
          <a:off x="4509580" y="2885955"/>
          <a:ext cx="677121" cy="33856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zh-CN" sz="1000" kern="1200" smtClean="0"/>
            <a:t>会员管理部</a:t>
          </a:r>
          <a:endParaRPr lang="zh-CN" sz="1000" kern="1200"/>
        </a:p>
      </dsp:txBody>
      <dsp:txXfrm>
        <a:off x="4509580" y="2885955"/>
        <a:ext cx="677121" cy="338560"/>
      </dsp:txXfrm>
    </dsp:sp>
    <dsp:sp modelId="{BBC4AF97-E8AA-4574-94FA-200CB32124A7}">
      <dsp:nvSpPr>
        <dsp:cNvPr id="0" name=""/>
        <dsp:cNvSpPr/>
      </dsp:nvSpPr>
      <dsp:spPr>
        <a:xfrm>
          <a:off x="3690263" y="3366711"/>
          <a:ext cx="677121" cy="33856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zh-CN" sz="1000" kern="1200" dirty="0" smtClean="0"/>
            <a:t>业务准则部</a:t>
          </a:r>
          <a:endParaRPr lang="zh-CN" sz="1000" kern="1200" dirty="0"/>
        </a:p>
      </dsp:txBody>
      <dsp:txXfrm>
        <a:off x="3690263" y="3366711"/>
        <a:ext cx="677121" cy="338560"/>
      </dsp:txXfrm>
    </dsp:sp>
    <dsp:sp modelId="{989E6605-9232-48F1-BD6D-C962B3CD2689}">
      <dsp:nvSpPr>
        <dsp:cNvPr id="0" name=""/>
        <dsp:cNvSpPr/>
      </dsp:nvSpPr>
      <dsp:spPr>
        <a:xfrm>
          <a:off x="4509580" y="3366711"/>
          <a:ext cx="677121" cy="33856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zh-CN" sz="1000" kern="1200" dirty="0" smtClean="0"/>
            <a:t>教育培训部</a:t>
          </a:r>
          <a:endParaRPr lang="zh-CN" sz="1000" kern="1200" dirty="0"/>
        </a:p>
      </dsp:txBody>
      <dsp:txXfrm>
        <a:off x="4509580" y="3366711"/>
        <a:ext cx="677121" cy="338560"/>
      </dsp:txXfrm>
    </dsp:sp>
    <dsp:sp modelId="{96BEDCD6-CC11-4AFA-8230-BB0D8194B173}">
      <dsp:nvSpPr>
        <dsp:cNvPr id="0" name=""/>
        <dsp:cNvSpPr/>
      </dsp:nvSpPr>
      <dsp:spPr>
        <a:xfrm>
          <a:off x="3690263" y="3847467"/>
          <a:ext cx="677121" cy="33856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zh-CN" sz="1000" kern="1200" dirty="0" smtClean="0"/>
            <a:t>信息工作部</a:t>
          </a:r>
          <a:endParaRPr lang="zh-CN" sz="1000" kern="1200" dirty="0"/>
        </a:p>
      </dsp:txBody>
      <dsp:txXfrm>
        <a:off x="3690263" y="3847467"/>
        <a:ext cx="677121" cy="338560"/>
      </dsp:txXfrm>
    </dsp:sp>
    <dsp:sp modelId="{70F7226E-E013-4A04-B7F3-0252FFC23AC9}">
      <dsp:nvSpPr>
        <dsp:cNvPr id="0" name=""/>
        <dsp:cNvSpPr/>
      </dsp:nvSpPr>
      <dsp:spPr>
        <a:xfrm>
          <a:off x="4509580" y="3847467"/>
          <a:ext cx="677121" cy="33856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zh-CN" sz="1000" kern="1200" dirty="0" smtClean="0"/>
            <a:t>宣传编辑部</a:t>
          </a:r>
          <a:endParaRPr lang="zh-CN" sz="1000" kern="1200" dirty="0"/>
        </a:p>
      </dsp:txBody>
      <dsp:txXfrm>
        <a:off x="4509580" y="3847467"/>
        <a:ext cx="677121" cy="338560"/>
      </dsp:txXfrm>
    </dsp:sp>
    <dsp:sp modelId="{78AE9235-8634-4059-83D9-4F066531197E}">
      <dsp:nvSpPr>
        <dsp:cNvPr id="0" name=""/>
        <dsp:cNvSpPr/>
      </dsp:nvSpPr>
      <dsp:spPr>
        <a:xfrm>
          <a:off x="3690263" y="4328224"/>
          <a:ext cx="677121" cy="33856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zh-CN" sz="1000" kern="1200" smtClean="0"/>
            <a:t>党委</a:t>
          </a:r>
          <a:r>
            <a:rPr lang="zh-CN" sz="1000" kern="1200" dirty="0" smtClean="0"/>
            <a:t>工作部</a:t>
          </a:r>
          <a:endParaRPr lang="zh-CN" sz="1000" kern="1200" dirty="0"/>
        </a:p>
      </dsp:txBody>
      <dsp:txXfrm>
        <a:off x="3690263" y="4328224"/>
        <a:ext cx="677121" cy="338560"/>
      </dsp:txXfrm>
    </dsp:sp>
    <dsp:sp modelId="{402E6B74-380B-43A3-9EEB-D6AA6DC24DD0}">
      <dsp:nvSpPr>
        <dsp:cNvPr id="0" name=""/>
        <dsp:cNvSpPr/>
      </dsp:nvSpPr>
      <dsp:spPr>
        <a:xfrm>
          <a:off x="5738556" y="2405199"/>
          <a:ext cx="677121" cy="33856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zh-CN" sz="1000" kern="1200" smtClean="0"/>
            <a:t>咨询机构</a:t>
          </a:r>
          <a:endParaRPr lang="zh-CN" sz="1000" kern="1200"/>
        </a:p>
      </dsp:txBody>
      <dsp:txXfrm>
        <a:off x="5738556" y="2405199"/>
        <a:ext cx="677121" cy="338560"/>
      </dsp:txXfrm>
    </dsp:sp>
    <dsp:sp modelId="{1A18249C-4C2B-46EF-A781-4EDAB15B5F0D}">
      <dsp:nvSpPr>
        <dsp:cNvPr id="0" name=""/>
        <dsp:cNvSpPr/>
      </dsp:nvSpPr>
      <dsp:spPr>
        <a:xfrm>
          <a:off x="5328897" y="2885955"/>
          <a:ext cx="677121" cy="33856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zh-CN" sz="1000" kern="1200" dirty="0" smtClean="0"/>
            <a:t>业务准则和发展委员会</a:t>
          </a:r>
          <a:endParaRPr lang="zh-CN" sz="1000" kern="1200" dirty="0"/>
        </a:p>
      </dsp:txBody>
      <dsp:txXfrm>
        <a:off x="5328897" y="2885955"/>
        <a:ext cx="677121" cy="338560"/>
      </dsp:txXfrm>
    </dsp:sp>
    <dsp:sp modelId="{D0759C92-C68C-4D58-A09E-A84396911A14}">
      <dsp:nvSpPr>
        <dsp:cNvPr id="0" name=""/>
        <dsp:cNvSpPr/>
      </dsp:nvSpPr>
      <dsp:spPr>
        <a:xfrm>
          <a:off x="6148214" y="2885955"/>
          <a:ext cx="677121" cy="33856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zh-CN" sz="1000" kern="1200" dirty="0" smtClean="0"/>
            <a:t>教育培训委员会</a:t>
          </a:r>
          <a:endParaRPr lang="zh-CN" sz="1000" kern="1200" dirty="0"/>
        </a:p>
      </dsp:txBody>
      <dsp:txXfrm>
        <a:off x="6148214" y="2885955"/>
        <a:ext cx="677121" cy="338560"/>
      </dsp:txXfrm>
    </dsp:sp>
    <dsp:sp modelId="{F2DA5862-D451-4D10-A612-D693C36E05F6}">
      <dsp:nvSpPr>
        <dsp:cNvPr id="0" name=""/>
        <dsp:cNvSpPr/>
      </dsp:nvSpPr>
      <dsp:spPr>
        <a:xfrm>
          <a:off x="5328897" y="3366711"/>
          <a:ext cx="677121" cy="33856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zh-CN" sz="1000" kern="1200" dirty="0" smtClean="0"/>
            <a:t>奖惩维权委员会</a:t>
          </a:r>
          <a:endParaRPr lang="zh-CN" sz="1000" kern="1200" dirty="0"/>
        </a:p>
      </dsp:txBody>
      <dsp:txXfrm>
        <a:off x="5328897" y="3366711"/>
        <a:ext cx="677121" cy="338560"/>
      </dsp:txXfrm>
    </dsp:sp>
    <dsp:sp modelId="{53E51ECC-9A32-4F5F-9727-6E09578585FC}">
      <dsp:nvSpPr>
        <dsp:cNvPr id="0" name=""/>
        <dsp:cNvSpPr/>
      </dsp:nvSpPr>
      <dsp:spPr>
        <a:xfrm>
          <a:off x="6148214" y="3366711"/>
          <a:ext cx="677121" cy="33856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zh-CN" sz="1000" kern="1200" dirty="0" smtClean="0"/>
            <a:t>资本市场委员会</a:t>
          </a:r>
          <a:endParaRPr lang="zh-CN" sz="1000" kern="1200" dirty="0"/>
        </a:p>
      </dsp:txBody>
      <dsp:txXfrm>
        <a:off x="6148214" y="3366711"/>
        <a:ext cx="677121" cy="338560"/>
      </dsp:txXfrm>
    </dsp:sp>
    <dsp:sp modelId="{19A835E9-042F-44DC-9004-F3AD49354681}">
      <dsp:nvSpPr>
        <dsp:cNvPr id="0" name=""/>
        <dsp:cNvSpPr/>
      </dsp:nvSpPr>
      <dsp:spPr>
        <a:xfrm>
          <a:off x="5328897" y="3847467"/>
          <a:ext cx="677121" cy="33856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zh-CN" sz="1000" kern="1200" dirty="0" smtClean="0"/>
            <a:t>信息化建设委员会</a:t>
          </a:r>
          <a:endParaRPr lang="zh-CN" sz="1000" kern="1200" dirty="0"/>
        </a:p>
      </dsp:txBody>
      <dsp:txXfrm>
        <a:off x="5328897" y="3847467"/>
        <a:ext cx="677121" cy="338560"/>
      </dsp:txXfrm>
    </dsp:sp>
    <dsp:sp modelId="{5D38B50F-9FDC-45F4-8D0A-86A450779714}">
      <dsp:nvSpPr>
        <dsp:cNvPr id="0" name=""/>
        <dsp:cNvSpPr/>
      </dsp:nvSpPr>
      <dsp:spPr>
        <a:xfrm>
          <a:off x="6148214" y="3847467"/>
          <a:ext cx="677121" cy="338560"/>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rtl="0">
            <a:lnSpc>
              <a:spcPct val="90000"/>
            </a:lnSpc>
            <a:spcBef>
              <a:spcPct val="0"/>
            </a:spcBef>
            <a:spcAft>
              <a:spcPct val="35000"/>
            </a:spcAft>
          </a:pPr>
          <a:r>
            <a:rPr lang="zh-CN" sz="1000" kern="1200" smtClean="0"/>
            <a:t>宣传</a:t>
          </a:r>
          <a:r>
            <a:rPr lang="zh-CN" sz="1000" kern="1200" dirty="0" smtClean="0"/>
            <a:t>委员会</a:t>
          </a:r>
          <a:endParaRPr lang="zh-CN" sz="1000" kern="1200" dirty="0"/>
        </a:p>
      </dsp:txBody>
      <dsp:txXfrm>
        <a:off x="6148214" y="3847467"/>
        <a:ext cx="677121" cy="338560"/>
      </dsp:txXfrm>
    </dsp:sp>
    <dsp:sp modelId="{DC1E29A4-7257-49BA-B351-77E2A630D2FF}">
      <dsp:nvSpPr>
        <dsp:cNvPr id="0" name=""/>
        <dsp:cNvSpPr/>
      </dsp:nvSpPr>
      <dsp:spPr>
        <a:xfrm>
          <a:off x="4509580" y="482174"/>
          <a:ext cx="677121" cy="338560"/>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pPr>
          <a:r>
            <a:rPr lang="zh-CN" altLang="en-US" sz="1000" kern="1200" dirty="0" smtClean="0"/>
            <a:t>理事会</a:t>
          </a:r>
          <a:endParaRPr lang="zh-CN" altLang="en-US" sz="1000" kern="1200" dirty="0"/>
        </a:p>
      </dsp:txBody>
      <dsp:txXfrm>
        <a:off x="4509580" y="482174"/>
        <a:ext cx="677121" cy="338560"/>
      </dsp:txXfrm>
    </dsp:sp>
    <dsp:sp modelId="{7E24CF14-10A8-4746-B852-C673D71B66D6}">
      <dsp:nvSpPr>
        <dsp:cNvPr id="0" name=""/>
        <dsp:cNvSpPr/>
      </dsp:nvSpPr>
      <dsp:spPr>
        <a:xfrm>
          <a:off x="5328897" y="482174"/>
          <a:ext cx="677121" cy="338560"/>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pPr>
          <a:r>
            <a:rPr lang="zh-CN" altLang="en-US" sz="1000" kern="1200" dirty="0" smtClean="0"/>
            <a:t>常务理事会</a:t>
          </a:r>
          <a:endParaRPr lang="zh-CN" altLang="en-US" sz="1000" kern="1200" dirty="0"/>
        </a:p>
      </dsp:txBody>
      <dsp:txXfrm>
        <a:off x="5328897" y="482174"/>
        <a:ext cx="677121" cy="33856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slideMaster" Target="../slideMasters/slideMaster1.xml"/><Relationship Id="rId4" Type="http://schemas.openxmlformats.org/officeDocument/2006/relationships/tags" Target="../tags/tag7.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927765"/>
            <a:ext cx="9144000" cy="1535690"/>
          </a:xfrm>
        </p:spPr>
        <p:txBody>
          <a:bodyPr anchor="b">
            <a:normAutofit/>
          </a:bodyPr>
          <a:lstStyle>
            <a:lvl1pPr algn="ctr">
              <a:defRPr sz="48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5590310"/>
            <a:ext cx="9144000" cy="602673"/>
          </a:xfrm>
        </p:spPr>
        <p:txBody>
          <a:bodyPr anchor="ctr" anchorCtr="0"/>
          <a:lstStyle>
            <a:lvl1pPr marL="0" indent="0" algn="ctr">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3A46BBD3-9779-4CD1-85FA-5CD431AD7694}" type="datetimeFigureOut">
              <a:rPr lang="zh-CN" altLang="en-US" smtClean="0"/>
              <a:t>2021/4/9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5E9F3E4-236F-46D1-B442-B4C715D6F399}" type="slidenum">
              <a:rPr lang="zh-CN" altLang="en-US" smtClean="0"/>
              <a:t>‹#›</a:t>
            </a:fld>
            <a:endParaRPr lang="zh-CN" altLang="en-US"/>
          </a:p>
        </p:txBody>
      </p:sp>
      <p:sp>
        <p:nvSpPr>
          <p:cNvPr id="8" name="文本框 7"/>
          <p:cNvSpPr txBox="1"/>
          <p:nvPr/>
        </p:nvSpPr>
        <p:spPr>
          <a:xfrm>
            <a:off x="1524002" y="5527962"/>
            <a:ext cx="9143999" cy="536400"/>
          </a:xfrm>
          <a:prstGeom prst="rect">
            <a:avLst/>
          </a:prstGeom>
          <a:blipFill dpi="0" rotWithShape="1">
            <a:blip r:embed="rId3"/>
            <a:srcRect/>
            <a:stretch>
              <a:fillRect t="-2000"/>
            </a:stretch>
          </a:blipFill>
        </p:spPr>
        <p:txBody>
          <a:bodyPr vert="horz" lIns="91440" tIns="45720" rIns="91440" bIns="45720" rtlCol="0" anchor="ctr" anchorCtr="0">
            <a:normAutofit/>
          </a:bodyPr>
          <a:lstStyle>
            <a:defPPr>
              <a:defRPr lang="zh-CN"/>
            </a:defPPr>
            <a:lvl1pPr marL="0" indent="0" algn="ctr" defTabSz="914400" eaLnBrk="1" latinLnBrk="0" hangingPunct="1">
              <a:lnSpc>
                <a:spcPct val="90000"/>
              </a:lnSpc>
              <a:spcBef>
                <a:spcPts val="1000"/>
              </a:spcBef>
              <a:spcAft>
                <a:spcPts val="0"/>
              </a:spcAft>
              <a:buClr>
                <a:schemeClr val="accent3">
                  <a:lumMod val="75000"/>
                </a:schemeClr>
              </a:buClr>
              <a:buFont typeface="Wingdings" pitchFamily="2" charset="2"/>
              <a:buNone/>
              <a:defRPr sz="1800" baseline="0">
                <a:solidFill>
                  <a:schemeClr val="accent3"/>
                </a:solidFill>
                <a:effectLst/>
                <a:latin typeface="+mj-lt"/>
                <a:ea typeface="+mj-ea"/>
              </a:defRPr>
            </a:lvl1pPr>
            <a:lvl2pPr indent="0" algn="ctr" defTabSz="914400" eaLnBrk="1" latinLnBrk="0" hangingPunct="1">
              <a:lnSpc>
                <a:spcPct val="90000"/>
              </a:lnSpc>
              <a:spcBef>
                <a:spcPts val="500"/>
              </a:spcBef>
              <a:buFont typeface="Arial" pitchFamily="34" charset="0"/>
              <a:buNone/>
              <a:defRPr sz="2000">
                <a:latin typeface="+mn-lt"/>
                <a:ea typeface="+mn-ea"/>
              </a:defRPr>
            </a:lvl2pPr>
            <a:lvl3pPr indent="0" algn="ctr" defTabSz="914400" eaLnBrk="1" latinLnBrk="0" hangingPunct="1">
              <a:lnSpc>
                <a:spcPct val="90000"/>
              </a:lnSpc>
              <a:spcBef>
                <a:spcPts val="500"/>
              </a:spcBef>
              <a:buFont typeface="Arial" pitchFamily="34" charset="0"/>
              <a:buNone/>
              <a:defRPr sz="1800">
                <a:latin typeface="+mn-lt"/>
                <a:ea typeface="+mn-ea"/>
              </a:defRPr>
            </a:lvl3pPr>
            <a:lvl4pPr indent="0" algn="ctr" defTabSz="914400" eaLnBrk="1" latinLnBrk="0" hangingPunct="1">
              <a:lnSpc>
                <a:spcPct val="90000"/>
              </a:lnSpc>
              <a:spcBef>
                <a:spcPts val="500"/>
              </a:spcBef>
              <a:buFont typeface="Arial" pitchFamily="34" charset="0"/>
              <a:buNone/>
              <a:defRPr sz="1600">
                <a:latin typeface="+mn-lt"/>
                <a:ea typeface="+mn-ea"/>
              </a:defRPr>
            </a:lvl4pPr>
            <a:lvl5pPr indent="0" algn="ctr" defTabSz="914400" eaLnBrk="1" latinLnBrk="0" hangingPunct="1">
              <a:lnSpc>
                <a:spcPct val="90000"/>
              </a:lnSpc>
              <a:spcBef>
                <a:spcPts val="500"/>
              </a:spcBef>
              <a:buFont typeface="Arial" pitchFamily="34" charset="0"/>
              <a:buNone/>
              <a:defRPr sz="1600">
                <a:latin typeface="+mn-lt"/>
                <a:ea typeface="+mn-ea"/>
              </a:defRPr>
            </a:lvl5pPr>
            <a:lvl6pPr indent="0" algn="ctr">
              <a:lnSpc>
                <a:spcPct val="90000"/>
              </a:lnSpc>
              <a:spcBef>
                <a:spcPts val="500"/>
              </a:spcBef>
              <a:buFont typeface="Arial" pitchFamily="34" charset="0"/>
              <a:buNone/>
              <a:defRPr sz="1600">
                <a:latin typeface="+mn-lt"/>
                <a:ea typeface="+mn-ea"/>
              </a:defRPr>
            </a:lvl6pPr>
            <a:lvl7pPr indent="0" algn="ctr">
              <a:lnSpc>
                <a:spcPct val="90000"/>
              </a:lnSpc>
              <a:spcBef>
                <a:spcPts val="500"/>
              </a:spcBef>
              <a:buFont typeface="Arial" pitchFamily="34" charset="0"/>
              <a:buNone/>
              <a:defRPr sz="1600">
                <a:latin typeface="+mn-lt"/>
                <a:ea typeface="+mn-ea"/>
              </a:defRPr>
            </a:lvl7pPr>
            <a:lvl8pPr indent="0" algn="ctr">
              <a:lnSpc>
                <a:spcPct val="90000"/>
              </a:lnSpc>
              <a:spcBef>
                <a:spcPts val="500"/>
              </a:spcBef>
              <a:buFont typeface="Arial" pitchFamily="34" charset="0"/>
              <a:buNone/>
              <a:defRPr sz="1600">
                <a:latin typeface="+mn-lt"/>
                <a:ea typeface="+mn-ea"/>
              </a:defRPr>
            </a:lvl8pPr>
            <a:lvl9pPr indent="0" algn="ctr">
              <a:lnSpc>
                <a:spcPct val="90000"/>
              </a:lnSpc>
              <a:spcBef>
                <a:spcPts val="500"/>
              </a:spcBef>
              <a:buFont typeface="Arial" pitchFamily="34" charset="0"/>
              <a:buNone/>
              <a:defRPr sz="1600">
                <a:latin typeface="+mn-lt"/>
                <a:ea typeface="+mn-ea"/>
              </a:defRPr>
            </a:lvl9pPr>
          </a:lstStyle>
          <a:p>
            <a:endParaRPr lang="zh-CN" altLang="en-US" sz="1800" dirty="0"/>
          </a:p>
        </p:txBody>
      </p:sp>
    </p:spTree>
    <p:extLst>
      <p:ext uri="{BB962C8B-B14F-4D97-AF65-F5344CB8AC3E}">
        <p14:creationId xmlns:p14="http://schemas.microsoft.com/office/powerpoint/2010/main" val="3274356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lvl1pPr marL="0" indent="0">
              <a:buNone/>
              <a:defRPr>
                <a:solidFill>
                  <a:schemeClr val="tx1"/>
                </a:solidFill>
              </a:defRPr>
            </a:lvl1pPr>
            <a:lvl2pPr marL="457200" indent="0">
              <a:buNone/>
              <a:defRPr>
                <a:solidFill>
                  <a:schemeClr val="tx1"/>
                </a:solidFill>
              </a:defRPr>
            </a:lvl2pPr>
            <a:lvl3pPr marL="914400" indent="0">
              <a:buNone/>
              <a:defRPr>
                <a:solidFill>
                  <a:schemeClr val="tx1"/>
                </a:solidFill>
              </a:defRPr>
            </a:lvl3pPr>
            <a:lvl4pPr marL="1371600" indent="0">
              <a:buNone/>
              <a:defRPr>
                <a:solidFill>
                  <a:schemeClr val="tx1"/>
                </a:solidFill>
              </a:defRPr>
            </a:lvl4pPr>
            <a:lvl5pPr marL="1828800" indent="0">
              <a:buNone/>
              <a:defRPr>
                <a:solidFill>
                  <a:schemeClr val="tx1"/>
                </a:solidFill>
              </a:defRPr>
            </a:lvl5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3A46BBD3-9779-4CD1-85FA-5CD431AD7694}" type="datetimeFigureOut">
              <a:rPr lang="zh-CN" altLang="en-US" smtClean="0"/>
              <a:t>2021/4/9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5E9F3E4-236F-46D1-B442-B4C715D6F399}" type="slidenum">
              <a:rPr lang="zh-CN" altLang="en-US" smtClean="0"/>
              <a:t>‹#›</a:t>
            </a:fld>
            <a:endParaRPr lang="zh-CN" altLang="en-US"/>
          </a:p>
        </p:txBody>
      </p:sp>
    </p:spTree>
    <p:extLst>
      <p:ext uri="{BB962C8B-B14F-4D97-AF65-F5344CB8AC3E}">
        <p14:creationId xmlns:p14="http://schemas.microsoft.com/office/powerpoint/2010/main" val="418005607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节标题">
    <p:spTree>
      <p:nvGrpSpPr>
        <p:cNvPr id="1" name=""/>
        <p:cNvGrpSpPr/>
        <p:nvPr/>
      </p:nvGrpSpPr>
      <p:grpSpPr>
        <a:xfrm>
          <a:off x="0" y="0"/>
          <a:ext cx="0" cy="0"/>
          <a:chOff x="0" y="0"/>
          <a:chExt cx="0" cy="0"/>
        </a:xfrm>
      </p:grpSpPr>
      <p:grpSp>
        <p:nvGrpSpPr>
          <p:cNvPr id="10" name="组合 9"/>
          <p:cNvGrpSpPr/>
          <p:nvPr/>
        </p:nvGrpSpPr>
        <p:grpSpPr>
          <a:xfrm>
            <a:off x="1851894" y="623076"/>
            <a:ext cx="3209636" cy="5026063"/>
            <a:chOff x="2921000" y="904098"/>
            <a:chExt cx="2387600" cy="3738813"/>
          </a:xfrm>
        </p:grpSpPr>
        <p:cxnSp>
          <p:nvCxnSpPr>
            <p:cNvPr id="7" name="直接连接符 6"/>
            <p:cNvCxnSpPr/>
            <p:nvPr/>
          </p:nvCxnSpPr>
          <p:spPr>
            <a:xfrm flipH="1">
              <a:off x="3668184" y="904098"/>
              <a:ext cx="1640416" cy="1839369"/>
            </a:xfrm>
            <a:prstGeom prst="line">
              <a:avLst/>
            </a:prstGeom>
            <a:noFill/>
            <a:ln w="6350" cap="flat" cmpd="sng" algn="ctr">
              <a:solidFill>
                <a:schemeClr val="accent1">
                  <a:lumMod val="60000"/>
                  <a:lumOff val="40000"/>
                </a:schemeClr>
              </a:solidFill>
              <a:prstDash val="solid"/>
              <a:miter lim="800000"/>
            </a:ln>
            <a:effectLst/>
          </p:spPr>
        </p:cxnSp>
        <p:cxnSp>
          <p:nvCxnSpPr>
            <p:cNvPr id="8" name="直接连接符 7"/>
            <p:cNvCxnSpPr/>
            <p:nvPr/>
          </p:nvCxnSpPr>
          <p:spPr>
            <a:xfrm flipH="1">
              <a:off x="2921000" y="1883836"/>
              <a:ext cx="2387600" cy="2759075"/>
            </a:xfrm>
            <a:prstGeom prst="line">
              <a:avLst/>
            </a:prstGeom>
            <a:noFill/>
            <a:ln w="6350" cap="flat" cmpd="sng" algn="ctr">
              <a:solidFill>
                <a:schemeClr val="accent1">
                  <a:lumMod val="60000"/>
                  <a:lumOff val="40000"/>
                </a:schemeClr>
              </a:solidFill>
              <a:prstDash val="solid"/>
              <a:miter lim="800000"/>
            </a:ln>
            <a:effectLst/>
          </p:spPr>
        </p:cxnSp>
        <p:cxnSp>
          <p:nvCxnSpPr>
            <p:cNvPr id="9" name="直接连接符 8"/>
            <p:cNvCxnSpPr/>
            <p:nvPr/>
          </p:nvCxnSpPr>
          <p:spPr>
            <a:xfrm flipH="1">
              <a:off x="3210984" y="2904598"/>
              <a:ext cx="1066800" cy="1155700"/>
            </a:xfrm>
            <a:prstGeom prst="line">
              <a:avLst/>
            </a:prstGeom>
            <a:noFill/>
            <a:ln w="6350" cap="flat" cmpd="sng" algn="ctr">
              <a:solidFill>
                <a:schemeClr val="accent1">
                  <a:lumMod val="20000"/>
                  <a:lumOff val="80000"/>
                </a:schemeClr>
              </a:solidFill>
              <a:prstDash val="solid"/>
              <a:miter lim="800000"/>
            </a:ln>
            <a:effectLst/>
          </p:spPr>
        </p:cxnSp>
      </p:grpSp>
      <p:sp>
        <p:nvSpPr>
          <p:cNvPr id="2" name="Title 1"/>
          <p:cNvSpPr>
            <a:spLocks noGrp="1"/>
          </p:cNvSpPr>
          <p:nvPr>
            <p:ph type="title"/>
          </p:nvPr>
        </p:nvSpPr>
        <p:spPr>
          <a:xfrm>
            <a:off x="3985641" y="2132856"/>
            <a:ext cx="7157127" cy="1330036"/>
          </a:xfrm>
        </p:spPr>
        <p:txBody>
          <a:bodyPr anchor="ctr" anchorCtr="0">
            <a:normAutofit/>
          </a:bodyPr>
          <a:lstStyle>
            <a:lvl1pPr algn="ctr">
              <a:defRPr sz="4000"/>
            </a:lvl1pPr>
          </a:lstStyle>
          <a:p>
            <a:r>
              <a:rPr lang="zh-CN" altLang="en-US" smtClean="0"/>
              <a:t>单击此处编辑母版标题样式</a:t>
            </a:r>
            <a:endParaRPr lang="en-US" dirty="0"/>
          </a:p>
        </p:txBody>
      </p:sp>
      <p:sp>
        <p:nvSpPr>
          <p:cNvPr id="4" name="Date Placeholder 3"/>
          <p:cNvSpPr>
            <a:spLocks noGrp="1"/>
          </p:cNvSpPr>
          <p:nvPr>
            <p:ph type="dt" sz="half" idx="10"/>
          </p:nvPr>
        </p:nvSpPr>
        <p:spPr/>
        <p:txBody>
          <a:bodyPr/>
          <a:lstStyle/>
          <a:p>
            <a:fld id="{3A46BBD3-9779-4CD1-85FA-5CD431AD7694}" type="datetimeFigureOut">
              <a:rPr lang="zh-CN" altLang="en-US" smtClean="0"/>
              <a:t>2021/4/9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5E9F3E4-236F-46D1-B442-B4C715D6F399}" type="slidenum">
              <a:rPr lang="zh-CN" altLang="en-US" smtClean="0"/>
              <a:t>‹#›</a:t>
            </a:fld>
            <a:endParaRPr lang="zh-CN" altLang="en-US"/>
          </a:p>
        </p:txBody>
      </p:sp>
      <p:sp>
        <p:nvSpPr>
          <p:cNvPr id="12" name="Text Placeholder 2"/>
          <p:cNvSpPr>
            <a:spLocks noGrp="1"/>
          </p:cNvSpPr>
          <p:nvPr>
            <p:ph idx="1"/>
            <p:custDataLst>
              <p:tags r:id="rId1"/>
            </p:custDataLst>
          </p:nvPr>
        </p:nvSpPr>
        <p:spPr>
          <a:xfrm>
            <a:off x="3311691" y="3674770"/>
            <a:ext cx="8160907" cy="2382330"/>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306230491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grpSp>
        <p:nvGrpSpPr>
          <p:cNvPr id="24" name="组合 23"/>
          <p:cNvGrpSpPr/>
          <p:nvPr/>
        </p:nvGrpSpPr>
        <p:grpSpPr>
          <a:xfrm>
            <a:off x="2963703" y="1210397"/>
            <a:ext cx="6264595" cy="4437206"/>
            <a:chOff x="2481952" y="2226154"/>
            <a:chExt cx="4471298" cy="3167016"/>
          </a:xfrm>
        </p:grpSpPr>
        <p:sp>
          <p:nvSpPr>
            <p:cNvPr id="18" name="矩形 17"/>
            <p:cNvSpPr/>
            <p:nvPr/>
          </p:nvSpPr>
          <p:spPr>
            <a:xfrm rot="225092">
              <a:off x="2564502" y="3297717"/>
              <a:ext cx="4332288" cy="72548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rgbClr val="FFFFFF"/>
                </a:solidFill>
              </a:endParaRPr>
            </a:p>
          </p:txBody>
        </p:sp>
        <p:sp>
          <p:nvSpPr>
            <p:cNvPr id="19" name="矩形 18"/>
            <p:cNvSpPr/>
            <p:nvPr/>
          </p:nvSpPr>
          <p:spPr>
            <a:xfrm rot="21197296">
              <a:off x="3059802" y="2357917"/>
              <a:ext cx="3341688" cy="7239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rgbClr val="FFFFFF"/>
                </a:solidFill>
              </a:endParaRPr>
            </a:p>
          </p:txBody>
        </p:sp>
        <p:sp>
          <p:nvSpPr>
            <p:cNvPr id="20" name="矩形 19"/>
            <p:cNvSpPr/>
            <p:nvPr/>
          </p:nvSpPr>
          <p:spPr>
            <a:xfrm rot="225092">
              <a:off x="2481952" y="3196117"/>
              <a:ext cx="4333875" cy="723900"/>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hangingPunct="1">
                <a:spcBef>
                  <a:spcPts val="0"/>
                </a:spcBef>
                <a:spcAft>
                  <a:spcPts val="0"/>
                </a:spcAft>
                <a:defRPr/>
              </a:pPr>
              <a:endParaRPr lang="zh-CN" altLang="en-US" sz="4400" dirty="0">
                <a:solidFill>
                  <a:schemeClr val="bg1"/>
                </a:solidFill>
              </a:endParaRPr>
            </a:p>
          </p:txBody>
        </p:sp>
        <p:sp>
          <p:nvSpPr>
            <p:cNvPr id="21" name="矩形 20"/>
            <p:cNvSpPr/>
            <p:nvPr/>
          </p:nvSpPr>
          <p:spPr>
            <a:xfrm rot="21197296">
              <a:off x="2972490" y="2226154"/>
              <a:ext cx="3343275" cy="725488"/>
            </a:xfrm>
            <a:prstGeom prst="rect">
              <a:avLst/>
            </a:prstGeom>
            <a:solidFill>
              <a:schemeClr val="accent1"/>
            </a:solidFill>
            <a:ln w="3175">
              <a:noFill/>
            </a:ln>
            <a:effectLst>
              <a:outerShdw blurRad="25400" dist="127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hangingPunct="1">
                <a:spcBef>
                  <a:spcPts val="0"/>
                </a:spcBef>
                <a:spcAft>
                  <a:spcPts val="0"/>
                </a:spcAft>
                <a:defRPr/>
              </a:pPr>
              <a:endParaRPr lang="zh-CN" altLang="en-US" sz="4800" dirty="0">
                <a:solidFill>
                  <a:srgbClr val="FFFFFF"/>
                </a:solidFill>
                <a:cs typeface="Verdana" pitchFamily="34" charset="0"/>
              </a:endParaRPr>
            </a:p>
          </p:txBody>
        </p:sp>
        <p:sp>
          <p:nvSpPr>
            <p:cNvPr id="22" name="KSO_CT2"/>
            <p:cNvSpPr txBox="1"/>
            <p:nvPr/>
          </p:nvSpPr>
          <p:spPr>
            <a:xfrm rot="240000">
              <a:off x="2482452" y="3194929"/>
              <a:ext cx="4334400" cy="723600"/>
            </a:xfrm>
            <a:prstGeom prst="rect">
              <a:avLst/>
            </a:prstGeom>
            <a:noFill/>
          </p:spPr>
          <p:txBody>
            <a:bodyPr vert="horz" lIns="0" tIns="0" rIns="0" bIns="0" rtlCol="0" anchor="ctr">
              <a:normAutofit/>
            </a:bodyPr>
            <a:lstStyle>
              <a:lvl1pPr marL="0" indent="0" algn="ctr" defTabSz="914400" rtl="0" eaLnBrk="1" latinLnBrk="0" hangingPunct="1">
                <a:lnSpc>
                  <a:spcPct val="110000"/>
                </a:lnSpc>
                <a:spcBef>
                  <a:spcPts val="1800"/>
                </a:spcBef>
                <a:spcAft>
                  <a:spcPts val="0"/>
                </a:spcAft>
                <a:buClr>
                  <a:schemeClr val="accent3">
                    <a:lumMod val="75000"/>
                  </a:schemeClr>
                </a:buClr>
                <a:buSzPct val="70000"/>
                <a:buFont typeface="Wingdings 2" pitchFamily="18" charset="2"/>
                <a:buNone/>
                <a:defRPr sz="4400" kern="1200" baseline="0">
                  <a:solidFill>
                    <a:schemeClr val="bg1"/>
                  </a:solidFill>
                  <a:effectLst/>
                  <a:latin typeface="+mj-lt"/>
                  <a:ea typeface="+mj-ea"/>
                  <a:cs typeface="+mn-cs"/>
                </a:defRPr>
              </a:lvl1pPr>
              <a:lvl2pPr marL="457200" indent="0" algn="ctr" defTabSz="914400" rtl="0" eaLnBrk="1" latinLnBrk="0" hangingPunct="1">
                <a:lnSpc>
                  <a:spcPct val="130000"/>
                </a:lnSpc>
                <a:spcBef>
                  <a:spcPts val="0"/>
                </a:spcBef>
                <a:spcAft>
                  <a:spcPts val="600"/>
                </a:spcAft>
                <a:buClr>
                  <a:schemeClr val="accent2">
                    <a:lumMod val="60000"/>
                    <a:lumOff val="40000"/>
                  </a:schemeClr>
                </a:buClr>
                <a:buFont typeface="幼圆" pitchFamily="49" charset="-122"/>
                <a:buNone/>
                <a:defRPr sz="2000" kern="1200" baseline="0">
                  <a:solidFill>
                    <a:srgbClr val="7D7D7D"/>
                  </a:solidFill>
                  <a:latin typeface="+mn-lt"/>
                  <a:ea typeface="+mn-ea"/>
                  <a:cs typeface="+mn-cs"/>
                </a:defRPr>
              </a:lvl2pPr>
              <a:lvl3pPr marL="914400" indent="0" algn="ctr" defTabSz="914400" rtl="0" eaLnBrk="1" latinLnBrk="0" hangingPunct="1">
                <a:lnSpc>
                  <a:spcPct val="90000"/>
                </a:lnSpc>
                <a:spcBef>
                  <a:spcPts val="5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9pPr>
            </a:lstStyle>
            <a:p>
              <a:endParaRPr lang="zh-CN" altLang="en-US" sz="4400" dirty="0" smtClean="0"/>
            </a:p>
          </p:txBody>
        </p:sp>
        <p:sp>
          <p:nvSpPr>
            <p:cNvPr id="23" name="KSO_BT1"/>
            <p:cNvSpPr txBox="1"/>
            <p:nvPr/>
          </p:nvSpPr>
          <p:spPr>
            <a:xfrm rot="21180000">
              <a:off x="2972052" y="2226529"/>
              <a:ext cx="3344400" cy="727200"/>
            </a:xfrm>
            <a:prstGeom prst="rect">
              <a:avLst/>
            </a:prstGeom>
          </p:spPr>
          <p:txBody>
            <a:bodyPr vert="horz" lIns="0" tIns="0" rIns="0" bIns="0" rtlCol="0" anchor="ctr" anchorCtr="0">
              <a:normAutofit/>
            </a:bodyPr>
            <a:lstStyle>
              <a:lvl1pPr algn="l" defTabSz="914400" rtl="0" eaLnBrk="1" latinLnBrk="0" hangingPunct="1">
                <a:lnSpc>
                  <a:spcPct val="90000"/>
                </a:lnSpc>
                <a:spcBef>
                  <a:spcPct val="0"/>
                </a:spcBef>
                <a:buNone/>
                <a:defRPr sz="4800" b="1" i="0" kern="1200" baseline="0">
                  <a:solidFill>
                    <a:schemeClr val="bg1"/>
                  </a:solidFill>
                  <a:effectLst/>
                  <a:latin typeface="+mj-lt"/>
                  <a:ea typeface="+mj-ea"/>
                  <a:cs typeface="+mj-cs"/>
                </a:defRPr>
              </a:lvl1pPr>
            </a:lstStyle>
            <a:p>
              <a:pPr>
                <a:spcAft>
                  <a:spcPts val="0"/>
                </a:spcAft>
              </a:pPr>
              <a:endParaRPr lang="en-US" sz="4800" dirty="0"/>
            </a:p>
          </p:txBody>
        </p:sp>
        <p:sp>
          <p:nvSpPr>
            <p:cNvPr id="12" name="矩形 11"/>
            <p:cNvSpPr/>
            <p:nvPr>
              <p:custDataLst>
                <p:tags r:id="rId1"/>
              </p:custDataLst>
            </p:nvPr>
          </p:nvSpPr>
          <p:spPr>
            <a:xfrm rot="518391">
              <a:off x="2716213" y="4799445"/>
              <a:ext cx="3343275" cy="593725"/>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rgbClr val="FFFFFF"/>
                </a:solidFill>
              </a:endParaRPr>
            </a:p>
          </p:txBody>
        </p:sp>
        <p:sp>
          <p:nvSpPr>
            <p:cNvPr id="13" name="矩形 12"/>
            <p:cNvSpPr/>
            <p:nvPr>
              <p:custDataLst>
                <p:tags r:id="rId2"/>
              </p:custDataLst>
            </p:nvPr>
          </p:nvSpPr>
          <p:spPr>
            <a:xfrm rot="21396991">
              <a:off x="3603625" y="4362883"/>
              <a:ext cx="3349625" cy="593725"/>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rgbClr val="FFFFFF"/>
                </a:solidFill>
              </a:endParaRPr>
            </a:p>
          </p:txBody>
        </p:sp>
        <p:sp>
          <p:nvSpPr>
            <p:cNvPr id="14" name="矩形 13"/>
            <p:cNvSpPr/>
            <p:nvPr>
              <p:custDataLst>
                <p:tags r:id="rId3"/>
              </p:custDataLst>
            </p:nvPr>
          </p:nvSpPr>
          <p:spPr>
            <a:xfrm rot="21396991">
              <a:off x="3521075" y="4261283"/>
              <a:ext cx="3349625" cy="593725"/>
            </a:xfrm>
            <a:prstGeom prst="rect">
              <a:avLst/>
            </a:prstGeom>
            <a:solidFill>
              <a:schemeClr val="accent1"/>
            </a:solidFill>
            <a:ln w="3175">
              <a:noFill/>
            </a:ln>
            <a:effectLst>
              <a:outerShdw blurRad="25400" dist="12700" dir="189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hangingPunct="1">
                <a:spcBef>
                  <a:spcPts val="0"/>
                </a:spcBef>
                <a:spcAft>
                  <a:spcPts val="0"/>
                </a:spcAft>
                <a:defRPr/>
              </a:pPr>
              <a:endParaRPr lang="zh-CN" altLang="en-US" sz="1600" dirty="0">
                <a:solidFill>
                  <a:srgbClr val="FFFFFF"/>
                </a:solidFill>
              </a:endParaRPr>
            </a:p>
          </p:txBody>
        </p:sp>
        <p:sp>
          <p:nvSpPr>
            <p:cNvPr id="15" name="矩形 14"/>
            <p:cNvSpPr/>
            <p:nvPr>
              <p:custDataLst>
                <p:tags r:id="rId4"/>
              </p:custDataLst>
            </p:nvPr>
          </p:nvSpPr>
          <p:spPr>
            <a:xfrm rot="518391">
              <a:off x="2652713" y="4728008"/>
              <a:ext cx="3344862" cy="592137"/>
            </a:xfrm>
            <a:prstGeom prst="rect">
              <a:avLst/>
            </a:prstGeom>
            <a:solidFill>
              <a:schemeClr val="accent1"/>
            </a:solidFill>
            <a:ln w="3175">
              <a:noFill/>
            </a:ln>
            <a:effectLst>
              <a:outerShdw blurRad="25400" dist="12700" dir="16200000"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hangingPunct="1">
                <a:spcBef>
                  <a:spcPts val="0"/>
                </a:spcBef>
                <a:spcAft>
                  <a:spcPts val="0"/>
                </a:spcAft>
                <a:defRPr/>
              </a:pPr>
              <a:endParaRPr lang="zh-CN" altLang="en-US" sz="1600" dirty="0">
                <a:solidFill>
                  <a:srgbClr val="FFFFFF"/>
                </a:solidFill>
              </a:endParaRPr>
            </a:p>
          </p:txBody>
        </p:sp>
      </p:grpSp>
      <p:sp>
        <p:nvSpPr>
          <p:cNvPr id="3" name="Date Placeholder 2"/>
          <p:cNvSpPr>
            <a:spLocks noGrp="1"/>
          </p:cNvSpPr>
          <p:nvPr>
            <p:ph type="dt" sz="half" idx="10"/>
          </p:nvPr>
        </p:nvSpPr>
        <p:spPr/>
        <p:txBody>
          <a:bodyPr/>
          <a:lstStyle/>
          <a:p>
            <a:fld id="{3A46BBD3-9779-4CD1-85FA-5CD431AD7694}" type="datetimeFigureOut">
              <a:rPr lang="zh-CN" altLang="en-US" smtClean="0"/>
              <a:t>2021/4/9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5E9F3E4-236F-46D1-B442-B4C715D6F399}" type="slidenum">
              <a:rPr lang="zh-CN" altLang="en-US" smtClean="0"/>
              <a:t>‹#›</a:t>
            </a:fld>
            <a:endParaRPr lang="zh-CN" altLang="en-US"/>
          </a:p>
        </p:txBody>
      </p:sp>
      <p:sp>
        <p:nvSpPr>
          <p:cNvPr id="2" name="Title 1"/>
          <p:cNvSpPr>
            <a:spLocks noGrp="1"/>
          </p:cNvSpPr>
          <p:nvPr>
            <p:ph type="title" hasCustomPrompt="1"/>
          </p:nvPr>
        </p:nvSpPr>
        <p:spPr>
          <a:xfrm rot="21184738">
            <a:off x="3644910" y="1195280"/>
            <a:ext cx="4746759" cy="1033039"/>
          </a:xfrm>
        </p:spPr>
        <p:txBody>
          <a:bodyPr>
            <a:normAutofit/>
          </a:bodyPr>
          <a:lstStyle>
            <a:lvl1pPr algn="ctr">
              <a:defRPr sz="3600">
                <a:solidFill>
                  <a:schemeClr val="bg1"/>
                </a:solidFill>
              </a:defRPr>
            </a:lvl1pPr>
          </a:lstStyle>
          <a:p>
            <a:r>
              <a:rPr lang="zh-CN" altLang="en-US" dirty="0" smtClean="0"/>
              <a:t>编辑标题</a:t>
            </a:r>
            <a:endParaRPr lang="en-US" dirty="0"/>
          </a:p>
        </p:txBody>
      </p:sp>
    </p:spTree>
    <p:extLst>
      <p:ext uri="{BB962C8B-B14F-4D97-AF65-F5344CB8AC3E}">
        <p14:creationId xmlns:p14="http://schemas.microsoft.com/office/powerpoint/2010/main" val="37204573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46BBD3-9779-4CD1-85FA-5CD431AD7694}" type="datetimeFigureOut">
              <a:rPr lang="zh-CN" altLang="en-US" smtClean="0"/>
              <a:t>2021/4/9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5E9F3E4-236F-46D1-B442-B4C715D6F399}" type="slidenum">
              <a:rPr lang="zh-CN" altLang="en-US" smtClean="0"/>
              <a:t>‹#›</a:t>
            </a:fld>
            <a:endParaRPr lang="zh-CN" altLang="en-US"/>
          </a:p>
        </p:txBody>
      </p:sp>
    </p:spTree>
    <p:extLst>
      <p:ext uri="{BB962C8B-B14F-4D97-AF65-F5344CB8AC3E}">
        <p14:creationId xmlns:p14="http://schemas.microsoft.com/office/powerpoint/2010/main" val="476749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35" name="组合 34"/>
          <p:cNvGrpSpPr/>
          <p:nvPr/>
        </p:nvGrpSpPr>
        <p:grpSpPr>
          <a:xfrm>
            <a:off x="629809" y="171983"/>
            <a:ext cx="4574195" cy="2357864"/>
            <a:chOff x="487713" y="115795"/>
            <a:chExt cx="5303739" cy="2733937"/>
          </a:xfrm>
        </p:grpSpPr>
        <p:sp>
          <p:nvSpPr>
            <p:cNvPr id="25" name="矩形 24"/>
            <p:cNvSpPr/>
            <p:nvPr/>
          </p:nvSpPr>
          <p:spPr>
            <a:xfrm>
              <a:off x="2889434" y="942412"/>
              <a:ext cx="603200" cy="633032"/>
            </a:xfrm>
            <a:prstGeom prst="rect">
              <a:avLst/>
            </a:prstGeom>
            <a:solidFill>
              <a:schemeClr val="accent2">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p>
          </p:txBody>
        </p:sp>
        <p:sp>
          <p:nvSpPr>
            <p:cNvPr id="26" name="矩形 25"/>
            <p:cNvSpPr/>
            <p:nvPr/>
          </p:nvSpPr>
          <p:spPr>
            <a:xfrm>
              <a:off x="2077434" y="1416358"/>
              <a:ext cx="694344" cy="762291"/>
            </a:xfrm>
            <a:prstGeom prst="rect">
              <a:avLst/>
            </a:prstGeom>
            <a:solidFill>
              <a:schemeClr val="accent3">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p>
          </p:txBody>
        </p:sp>
        <p:sp>
          <p:nvSpPr>
            <p:cNvPr id="27" name="矩形 26"/>
            <p:cNvSpPr/>
            <p:nvPr/>
          </p:nvSpPr>
          <p:spPr>
            <a:xfrm>
              <a:off x="1327600" y="284088"/>
              <a:ext cx="238133" cy="248573"/>
            </a:xfrm>
            <a:prstGeom prst="rect">
              <a:avLst/>
            </a:prstGeom>
            <a:solidFill>
              <a:schemeClr val="accent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55000" lnSpcReduction="20000"/>
            </a:bodyPr>
            <a:lstStyle/>
            <a:p>
              <a:pPr algn="ctr" eaLnBrk="1" hangingPunct="1">
                <a:spcBef>
                  <a:spcPts val="0"/>
                </a:spcBef>
                <a:spcAft>
                  <a:spcPts val="0"/>
                </a:spcAft>
                <a:defRPr/>
              </a:pPr>
              <a:endParaRPr lang="zh-CN" altLang="en-US" sz="1800"/>
            </a:p>
          </p:txBody>
        </p:sp>
        <p:sp>
          <p:nvSpPr>
            <p:cNvPr id="29" name="矩形 28"/>
            <p:cNvSpPr/>
            <p:nvPr/>
          </p:nvSpPr>
          <p:spPr>
            <a:xfrm>
              <a:off x="3376992" y="1667084"/>
              <a:ext cx="1143429" cy="118264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p>
          </p:txBody>
        </p:sp>
        <p:sp>
          <p:nvSpPr>
            <p:cNvPr id="30" name="矩形 29"/>
            <p:cNvSpPr/>
            <p:nvPr/>
          </p:nvSpPr>
          <p:spPr>
            <a:xfrm>
              <a:off x="4710994" y="1229595"/>
              <a:ext cx="1080458" cy="108377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p>
          </p:txBody>
        </p:sp>
        <p:sp>
          <p:nvSpPr>
            <p:cNvPr id="31" name="矩形 30"/>
            <p:cNvSpPr/>
            <p:nvPr/>
          </p:nvSpPr>
          <p:spPr>
            <a:xfrm>
              <a:off x="1823891" y="367382"/>
              <a:ext cx="947887" cy="89983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p>
          </p:txBody>
        </p:sp>
        <p:sp>
          <p:nvSpPr>
            <p:cNvPr id="32" name="矩形 31"/>
            <p:cNvSpPr/>
            <p:nvPr/>
          </p:nvSpPr>
          <p:spPr>
            <a:xfrm>
              <a:off x="487713" y="115795"/>
              <a:ext cx="176819" cy="184570"/>
            </a:xfrm>
            <a:prstGeom prst="rect">
              <a:avLst/>
            </a:prstGeom>
            <a:solidFill>
              <a:schemeClr val="accent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25000" lnSpcReduction="20000"/>
            </a:bodyPr>
            <a:lstStyle/>
            <a:p>
              <a:pPr algn="ctr" eaLnBrk="1" hangingPunct="1">
                <a:spcBef>
                  <a:spcPts val="0"/>
                </a:spcBef>
                <a:spcAft>
                  <a:spcPts val="0"/>
                </a:spcAft>
                <a:defRPr/>
              </a:pPr>
              <a:endParaRPr lang="zh-CN" altLang="en-US" sz="1800"/>
            </a:p>
          </p:txBody>
        </p:sp>
      </p:grpSp>
      <p:grpSp>
        <p:nvGrpSpPr>
          <p:cNvPr id="36" name="组合 35"/>
          <p:cNvGrpSpPr/>
          <p:nvPr/>
        </p:nvGrpSpPr>
        <p:grpSpPr>
          <a:xfrm>
            <a:off x="10247367" y="2920073"/>
            <a:ext cx="1552748" cy="3771673"/>
            <a:chOff x="7503588" y="3086327"/>
            <a:chExt cx="1552748" cy="3771673"/>
          </a:xfrm>
        </p:grpSpPr>
        <p:sp>
          <p:nvSpPr>
            <p:cNvPr id="21" name="矩形 20"/>
            <p:cNvSpPr/>
            <p:nvPr/>
          </p:nvSpPr>
          <p:spPr>
            <a:xfrm>
              <a:off x="7503588" y="4103818"/>
              <a:ext cx="792117" cy="775546"/>
            </a:xfrm>
            <a:prstGeom prst="rect">
              <a:avLst/>
            </a:prstGeom>
            <a:solidFill>
              <a:schemeClr val="accent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p>
          </p:txBody>
        </p:sp>
        <p:sp>
          <p:nvSpPr>
            <p:cNvPr id="22" name="矩形 21"/>
            <p:cNvSpPr/>
            <p:nvPr/>
          </p:nvSpPr>
          <p:spPr>
            <a:xfrm>
              <a:off x="7612959" y="5525652"/>
              <a:ext cx="611488" cy="639660"/>
            </a:xfrm>
            <a:prstGeom prst="rect">
              <a:avLst/>
            </a:prstGeom>
            <a:solidFill>
              <a:schemeClr val="accent4">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p>
          </p:txBody>
        </p:sp>
        <p:sp>
          <p:nvSpPr>
            <p:cNvPr id="23" name="矩形 22"/>
            <p:cNvSpPr/>
            <p:nvPr/>
          </p:nvSpPr>
          <p:spPr>
            <a:xfrm>
              <a:off x="7612959" y="6218340"/>
              <a:ext cx="611488" cy="639660"/>
            </a:xfrm>
            <a:prstGeom prst="rect">
              <a:avLst/>
            </a:prstGeom>
            <a:solidFill>
              <a:schemeClr val="accent3">
                <a:lumMod val="40000"/>
                <a:lumOff val="60000"/>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p>
          </p:txBody>
        </p:sp>
        <p:sp>
          <p:nvSpPr>
            <p:cNvPr id="24" name="矩形 23"/>
            <p:cNvSpPr/>
            <p:nvPr/>
          </p:nvSpPr>
          <p:spPr>
            <a:xfrm>
              <a:off x="8295705" y="6218340"/>
              <a:ext cx="611488" cy="639660"/>
            </a:xfrm>
            <a:prstGeom prst="rect">
              <a:avLst/>
            </a:prstGeom>
            <a:solidFill>
              <a:schemeClr val="accent3">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p>
          </p:txBody>
        </p:sp>
        <p:sp>
          <p:nvSpPr>
            <p:cNvPr id="28" name="矩形 27"/>
            <p:cNvSpPr/>
            <p:nvPr/>
          </p:nvSpPr>
          <p:spPr>
            <a:xfrm>
              <a:off x="8661106" y="5223030"/>
              <a:ext cx="395230" cy="431879"/>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p>
          </p:txBody>
        </p:sp>
        <p:sp>
          <p:nvSpPr>
            <p:cNvPr id="33" name="矩形 32"/>
            <p:cNvSpPr/>
            <p:nvPr/>
          </p:nvSpPr>
          <p:spPr>
            <a:xfrm>
              <a:off x="7844080" y="3086327"/>
              <a:ext cx="238134" cy="248572"/>
            </a:xfrm>
            <a:prstGeom prst="rect">
              <a:avLst/>
            </a:prstGeom>
            <a:solidFill>
              <a:schemeClr val="accent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fontScale="62500" lnSpcReduction="20000"/>
            </a:bodyPr>
            <a:lstStyle/>
            <a:p>
              <a:pPr algn="ctr" eaLnBrk="1" hangingPunct="1">
                <a:spcBef>
                  <a:spcPts val="0"/>
                </a:spcBef>
                <a:spcAft>
                  <a:spcPts val="0"/>
                </a:spcAft>
                <a:defRPr/>
              </a:pPr>
              <a:endParaRPr lang="zh-CN" altLang="en-US" sz="1800"/>
            </a:p>
          </p:txBody>
        </p:sp>
      </p:grpSp>
      <p:sp>
        <p:nvSpPr>
          <p:cNvPr id="2" name="Title 1"/>
          <p:cNvSpPr>
            <a:spLocks noGrp="1"/>
          </p:cNvSpPr>
          <p:nvPr>
            <p:ph type="title"/>
          </p:nvPr>
        </p:nvSpPr>
        <p:spPr>
          <a:xfrm>
            <a:off x="377373" y="2529848"/>
            <a:ext cx="5258609" cy="1573971"/>
          </a:xfrm>
        </p:spPr>
        <p:txBody>
          <a:bodyPr anchor="b">
            <a:normAutofit/>
          </a:bodyPr>
          <a:lstStyle>
            <a:lvl1pPr>
              <a:defRPr sz="3200" b="0"/>
            </a:lvl1pPr>
          </a:lstStyle>
          <a:p>
            <a:r>
              <a:rPr lang="zh-CN" altLang="en-US" smtClean="0"/>
              <a:t>单击此处编辑母版标题样式</a:t>
            </a:r>
            <a:endParaRPr lang="en-US" dirty="0"/>
          </a:p>
        </p:txBody>
      </p:sp>
      <p:sp>
        <p:nvSpPr>
          <p:cNvPr id="3" name="Picture Placeholder 2"/>
          <p:cNvSpPr>
            <a:spLocks noGrp="1"/>
          </p:cNvSpPr>
          <p:nvPr>
            <p:ph type="pic" idx="1"/>
          </p:nvPr>
        </p:nvSpPr>
        <p:spPr>
          <a:xfrm>
            <a:off x="5635980" y="1694082"/>
            <a:ext cx="4471733" cy="4538227"/>
          </a:xfrm>
        </p:spPr>
        <p:txBody>
          <a:bodyPr anchor="t">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377373" y="4174412"/>
            <a:ext cx="4961439" cy="2128489"/>
          </a:xfrm>
        </p:spPr>
        <p:txBody>
          <a:bodyPr>
            <a:normAutofit/>
          </a:bodyPr>
          <a:lstStyle>
            <a:lvl1pPr marL="0" indent="0">
              <a:buNone/>
              <a:defRPr sz="1800">
                <a:solidFill>
                  <a:schemeClr val="bg1">
                    <a:lumMod val="50000"/>
                  </a:schemeClr>
                </a:solidFill>
                <a:latin typeface="华文楷体" panose="02010600040101010101" pitchFamily="2" charset="-122"/>
                <a:ea typeface="华文楷体" panose="02010600040101010101" pitchFamily="2"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normAutofit/>
          </a:bodyPr>
          <a:lstStyle/>
          <a:p>
            <a:fld id="{3A46BBD3-9779-4CD1-85FA-5CD431AD7694}" type="datetimeFigureOut">
              <a:rPr lang="zh-CN" altLang="en-US" smtClean="0"/>
              <a:t>2021/4/9</a:t>
            </a:fld>
            <a:endParaRPr lang="zh-CN" altLang="en-US"/>
          </a:p>
        </p:txBody>
      </p:sp>
      <p:sp>
        <p:nvSpPr>
          <p:cNvPr id="6" name="Footer Placeholder 5"/>
          <p:cNvSpPr>
            <a:spLocks noGrp="1"/>
          </p:cNvSpPr>
          <p:nvPr>
            <p:ph type="ftr" sz="quarter" idx="11"/>
          </p:nvPr>
        </p:nvSpPr>
        <p:spPr/>
        <p:txBody>
          <a:bodyPr>
            <a:normAutofit/>
          </a:bodyPr>
          <a:lstStyle/>
          <a:p>
            <a:endParaRPr lang="zh-CN" altLang="en-US"/>
          </a:p>
        </p:txBody>
      </p:sp>
      <p:sp>
        <p:nvSpPr>
          <p:cNvPr id="7" name="Slide Number Placeholder 6"/>
          <p:cNvSpPr>
            <a:spLocks noGrp="1"/>
          </p:cNvSpPr>
          <p:nvPr>
            <p:ph type="sldNum" sz="quarter" idx="12"/>
          </p:nvPr>
        </p:nvSpPr>
        <p:spPr/>
        <p:txBody>
          <a:bodyPr>
            <a:normAutofit/>
          </a:bodyPr>
          <a:lstStyle/>
          <a:p>
            <a:fld id="{55E9F3E4-236F-46D1-B442-B4C715D6F399}" type="slidenum">
              <a:rPr lang="zh-CN" altLang="en-US" smtClean="0"/>
              <a:t>‹#›</a:t>
            </a:fld>
            <a:endParaRPr lang="zh-CN" altLang="en-US"/>
          </a:p>
        </p:txBody>
      </p:sp>
    </p:spTree>
    <p:extLst>
      <p:ext uri="{BB962C8B-B14F-4D97-AF65-F5344CB8AC3E}">
        <p14:creationId xmlns:p14="http://schemas.microsoft.com/office/powerpoint/2010/main" val="867816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951720" y="365125"/>
            <a:ext cx="140208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890016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3A46BBD3-9779-4CD1-85FA-5CD431AD7694}" type="datetimeFigureOut">
              <a:rPr lang="zh-CN" altLang="en-US" smtClean="0"/>
              <a:t>2021/4/9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5E9F3E4-236F-46D1-B442-B4C715D6F399}" type="slidenum">
              <a:rPr lang="zh-CN" altLang="en-US" smtClean="0"/>
              <a:t>‹#›</a:t>
            </a:fld>
            <a:endParaRPr lang="zh-CN" altLang="en-US"/>
          </a:p>
        </p:txBody>
      </p:sp>
    </p:spTree>
    <p:extLst>
      <p:ext uri="{BB962C8B-B14F-4D97-AF65-F5344CB8AC3E}">
        <p14:creationId xmlns:p14="http://schemas.microsoft.com/office/powerpoint/2010/main" val="2536219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normAutofit/>
          </a:bodyPr>
          <a:lstStyle/>
          <a:p>
            <a:fld id="{3A46BBD3-9779-4CD1-85FA-5CD431AD7694}" type="datetimeFigureOut">
              <a:rPr lang="zh-CN" altLang="en-US" smtClean="0"/>
              <a:t>2021/4/9</a:t>
            </a:fld>
            <a:endParaRPr lang="zh-CN" altLang="en-US"/>
          </a:p>
        </p:txBody>
      </p:sp>
      <p:sp>
        <p:nvSpPr>
          <p:cNvPr id="4" name="Footer Placeholder 3"/>
          <p:cNvSpPr>
            <a:spLocks noGrp="1"/>
          </p:cNvSpPr>
          <p:nvPr>
            <p:ph type="ftr" sz="quarter" idx="11"/>
          </p:nvPr>
        </p:nvSpPr>
        <p:spPr/>
        <p:txBody>
          <a:bodyPr>
            <a:normAutofit/>
          </a:bodyPr>
          <a:lstStyle/>
          <a:p>
            <a:endParaRPr lang="zh-CN" altLang="en-US"/>
          </a:p>
        </p:txBody>
      </p:sp>
      <p:sp>
        <p:nvSpPr>
          <p:cNvPr id="5" name="Slide Number Placeholder 4"/>
          <p:cNvSpPr>
            <a:spLocks noGrp="1"/>
          </p:cNvSpPr>
          <p:nvPr>
            <p:ph type="sldNum" sz="quarter" idx="12"/>
          </p:nvPr>
        </p:nvSpPr>
        <p:spPr/>
        <p:txBody>
          <a:bodyPr>
            <a:normAutofit/>
          </a:bodyPr>
          <a:lstStyle/>
          <a:p>
            <a:fld id="{55E9F3E4-236F-46D1-B442-B4C715D6F399}" type="slidenum">
              <a:rPr lang="zh-CN" altLang="en-US" smtClean="0"/>
              <a:t>‹#›</a:t>
            </a:fld>
            <a:endParaRPr lang="zh-CN" altLang="en-US"/>
          </a:p>
        </p:txBody>
      </p:sp>
      <p:sp>
        <p:nvSpPr>
          <p:cNvPr id="6" name="Title 1"/>
          <p:cNvSpPr>
            <a:spLocks noGrp="1"/>
          </p:cNvSpPr>
          <p:nvPr>
            <p:ph type="title"/>
          </p:nvPr>
        </p:nvSpPr>
        <p:spPr>
          <a:xfrm>
            <a:off x="838200" y="365127"/>
            <a:ext cx="10515600" cy="945515"/>
          </a:xfrm>
        </p:spPr>
        <p:txBody>
          <a:bodyPr/>
          <a:lstStyle/>
          <a:p>
            <a:r>
              <a:rPr lang="zh-CN" altLang="en-US" smtClean="0"/>
              <a:t>单击此处编辑母版标题样式</a:t>
            </a:r>
            <a:endParaRPr lang="en-US" dirty="0"/>
          </a:p>
        </p:txBody>
      </p:sp>
    </p:spTree>
    <p:extLst>
      <p:ext uri="{BB962C8B-B14F-4D97-AF65-F5344CB8AC3E}">
        <p14:creationId xmlns:p14="http://schemas.microsoft.com/office/powerpoint/2010/main" val="2744154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A46BBD3-9779-4CD1-85FA-5CD431AD7694}" type="datetimeFigureOut">
              <a:rPr lang="zh-CN" altLang="en-US" smtClean="0"/>
              <a:t>2021/4/9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E9F3E4-236F-46D1-B442-B4C715D6F399}" type="slidenum">
              <a:rPr lang="zh-CN" altLang="en-US" smtClean="0"/>
              <a:t>‹#›</a:t>
            </a:fld>
            <a:endParaRPr lang="zh-CN" altLang="en-US"/>
          </a:p>
        </p:txBody>
      </p:sp>
    </p:spTree>
    <p:extLst>
      <p:ext uri="{BB962C8B-B14F-4D97-AF65-F5344CB8AC3E}">
        <p14:creationId xmlns:p14="http://schemas.microsoft.com/office/powerpoint/2010/main" val="2825353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1.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7239619" y="0"/>
            <a:ext cx="4952381" cy="1447619"/>
          </a:xfrm>
          <a:prstGeom prst="rect">
            <a:avLst/>
          </a:prstGeom>
        </p:spPr>
      </p:pic>
      <p:sp>
        <p:nvSpPr>
          <p:cNvPr id="2" name="Title Placeholder 1"/>
          <p:cNvSpPr>
            <a:spLocks noGrp="1"/>
          </p:cNvSpPr>
          <p:nvPr>
            <p:ph type="title"/>
            <p:custDataLst>
              <p:tags r:id="rId11"/>
            </p:custDataLst>
          </p:nvPr>
        </p:nvSpPr>
        <p:spPr>
          <a:xfrm>
            <a:off x="838200" y="365127"/>
            <a:ext cx="10515600" cy="945515"/>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3" name="Text Placeholder 2"/>
          <p:cNvSpPr>
            <a:spLocks noGrp="1"/>
          </p:cNvSpPr>
          <p:nvPr>
            <p:ph type="body" idx="1"/>
            <p:custDataLst>
              <p:tags r:id="rId12"/>
            </p:custDataLst>
          </p:nvPr>
        </p:nvSpPr>
        <p:spPr>
          <a:xfrm>
            <a:off x="838200" y="1508762"/>
            <a:ext cx="10515600" cy="4668203"/>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normAutofit/>
          </a:bodyPr>
          <a:lstStyle>
            <a:lvl1pPr algn="l">
              <a:defRPr sz="1800">
                <a:solidFill>
                  <a:schemeClr val="tx1">
                    <a:tint val="75000"/>
                  </a:schemeClr>
                </a:solidFill>
              </a:defRPr>
            </a:lvl1pPr>
          </a:lstStyle>
          <a:p>
            <a:fld id="{3A46BBD3-9779-4CD1-85FA-5CD431AD7694}" type="datetimeFigureOut">
              <a:rPr lang="zh-CN" altLang="en-US" smtClean="0"/>
              <a:t>2021/4/9</a:t>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normAutofit/>
          </a:bodyPr>
          <a:lstStyle>
            <a:lvl1pPr algn="ctr">
              <a:defRPr sz="18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normAutofit/>
          </a:bodyPr>
          <a:lstStyle>
            <a:lvl1pPr algn="r">
              <a:defRPr sz="1800">
                <a:solidFill>
                  <a:schemeClr val="tx1">
                    <a:tint val="75000"/>
                  </a:schemeClr>
                </a:solidFill>
              </a:defRPr>
            </a:lvl1pPr>
          </a:lstStyle>
          <a:p>
            <a:fld id="{55E9F3E4-236F-46D1-B442-B4C715D6F399}" type="slidenum">
              <a:rPr lang="zh-CN" altLang="en-US" smtClean="0"/>
              <a:t>‹#›</a:t>
            </a:fld>
            <a:endParaRPr lang="zh-CN" altLang="en-US"/>
          </a:p>
        </p:txBody>
      </p:sp>
    </p:spTree>
    <p:extLst>
      <p:ext uri="{BB962C8B-B14F-4D97-AF65-F5344CB8AC3E}">
        <p14:creationId xmlns:p14="http://schemas.microsoft.com/office/powerpoint/2010/main" val="18767604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6" r:id="rId4"/>
    <p:sldLayoutId id="2147483667" r:id="rId5"/>
    <p:sldLayoutId id="2147483668" r:id="rId6"/>
    <p:sldLayoutId id="2147483669" r:id="rId7"/>
    <p:sldLayoutId id="2147483671" r:id="rId8"/>
    <p:sldLayoutId id="2147483672"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3600" b="0" kern="1200">
          <a:solidFill>
            <a:schemeClr val="accent1"/>
          </a:solidFill>
          <a:latin typeface="+mj-lt"/>
          <a:ea typeface="+mj-ea"/>
          <a:cs typeface="+mj-cs"/>
        </a:defRPr>
      </a:lvl1pPr>
    </p:titleStyle>
    <p:bodyStyle>
      <a:lvl1pPr marL="342900" indent="-342900" algn="just" defTabSz="914400" rtl="0" eaLnBrk="1" latinLnBrk="0" hangingPunct="1">
        <a:lnSpc>
          <a:spcPct val="90000"/>
        </a:lnSpc>
        <a:spcBef>
          <a:spcPts val="1000"/>
        </a:spcBef>
        <a:buClr>
          <a:schemeClr val="accent3">
            <a:lumMod val="75000"/>
          </a:schemeClr>
        </a:buClr>
        <a:buFont typeface="Wingdings" pitchFamily="2" charset="2"/>
        <a:buChar char="¤"/>
        <a:defRPr sz="2400" kern="1200">
          <a:solidFill>
            <a:schemeClr val="accent2"/>
          </a:solidFill>
          <a:latin typeface="+mn-lt"/>
          <a:ea typeface="+mn-ea"/>
          <a:cs typeface="+mn-cs"/>
        </a:defRPr>
      </a:lvl1pPr>
      <a:lvl2pPr marL="800100" indent="-342900" algn="just"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2pPr>
      <a:lvl3pPr marL="1257300" indent="-342900" algn="just"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3pPr>
      <a:lvl4pPr marL="1657350" indent="-285750" algn="just"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114550" indent="-285750" algn="just"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15.xml"/><Relationship Id="rId5" Type="http://schemas.openxmlformats.org/officeDocument/2006/relationships/slide" Target="slide14.xml"/><Relationship Id="rId4" Type="http://schemas.openxmlformats.org/officeDocument/2006/relationships/slide" Target="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file:///C:\&#39640;&#26657;&#39064;&#24211;&#21046;&#20316;&#31995;&#32479;&#21103;&#26412;2\startfile\ExtractFile\&#20013;&#22269;&#27880;&#20876;&#31246;&#21153;&#24072;&#21327;&#20250;&#31456;&#31243;.docx" TargetMode="External"/><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5.emf"/><Relationship Id="rId4" Type="http://schemas.openxmlformats.org/officeDocument/2006/relationships/oleObject" Target="file:///C:\&#39640;&#26657;&#39064;&#24211;&#21046;&#20316;&#31995;&#32479;&#21103;&#26412;2\StartFile\ExtractFile\&#20013;&#22269;&#27880;&#20876;&#31246;&#21153;&#24072;&#21327;&#20250;&#31456;&#31243;.docx" TargetMode="Externa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www.cctaa.cn/" TargetMode="External"/><Relationship Id="rId2" Type="http://schemas.openxmlformats.org/officeDocument/2006/relationships/image" Target="../media/image18.gi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中国注册税务师协会</a:t>
            </a:r>
          </a:p>
        </p:txBody>
      </p:sp>
      <p:sp>
        <p:nvSpPr>
          <p:cNvPr id="3" name="副标题 2"/>
          <p:cNvSpPr>
            <a:spLocks noGrp="1"/>
          </p:cNvSpPr>
          <p:nvPr>
            <p:ph type="subTitle" idx="1"/>
          </p:nvPr>
        </p:nvSpPr>
        <p:spPr/>
        <p:txBody>
          <a:bodyPr/>
          <a:lstStyle/>
          <a:p>
            <a:r>
              <a:rPr lang="en-US" altLang="zh-CN" dirty="0"/>
              <a:t>The china certified tax agents association</a:t>
            </a:r>
            <a:endParaRPr lang="zh-CN" altLang="en-US" dirty="0"/>
          </a:p>
        </p:txBody>
      </p:sp>
    </p:spTree>
    <p:extLst>
      <p:ext uri="{BB962C8B-B14F-4D97-AF65-F5344CB8AC3E}">
        <p14:creationId xmlns:p14="http://schemas.microsoft.com/office/powerpoint/2010/main" val="3721258111"/>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0"/>
                                        <p:tgtEl>
                                          <p:spTgt spid="2"/>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right)">
                                      <p:cBhvr>
                                        <p:cTn id="10" dur="5000"/>
                                        <p:tgtEl>
                                          <p:spTgt spid="3">
                                            <p:txEl>
                                              <p:pRg st="0" end="0"/>
                                            </p:txEl>
                                          </p:spTgt>
                                        </p:tgtEl>
                                      </p:cBhvr>
                                    </p:animEffect>
                                  </p:childTnLst>
                                </p:cTn>
                              </p:par>
                            </p:childTnLst>
                          </p:cTn>
                        </p:par>
                        <p:par>
                          <p:cTn id="11" fill="hold">
                            <p:stCondLst>
                              <p:cond delay="5000"/>
                            </p:stCondLst>
                            <p:childTnLst>
                              <p:par>
                                <p:cTn id="12" presetID="10" presetClass="emph" presetSubtype="0" fill="hold" grpId="1" nodeType="afterEffect">
                                  <p:stCondLst>
                                    <p:cond delay="4000"/>
                                  </p:stCondLst>
                                  <p:childTnLst>
                                    <p:anim calcmode="discrete" valueType="str">
                                      <p:cBhvr override="childStyle">
                                        <p:cTn id="13" dur="3000" fill="hold"/>
                                        <p:tgtEl>
                                          <p:spTgt spid="2"/>
                                        </p:tgtEl>
                                        <p:attrNameLst>
                                          <p:attrName>style.fontWeight</p:attrName>
                                        </p:attrNameLst>
                                      </p:cBhvr>
                                      <p:tavLst>
                                        <p:tav tm="0">
                                          <p:val>
                                            <p:strVal val="normal"/>
                                          </p:val>
                                        </p:tav>
                                        <p:tav tm="50000">
                                          <p:val>
                                            <p:strVal val="bold"/>
                                          </p:val>
                                        </p:tav>
                                        <p:tav tm="60000">
                                          <p:val>
                                            <p:strVal val="normal"/>
                                          </p:val>
                                        </p:tav>
                                        <p:tav tm="100000">
                                          <p:val>
                                            <p:strVal val="normal"/>
                                          </p:val>
                                        </p:tav>
                                      </p:tavLst>
                                    </p:anim>
                                  </p:childTnLst>
                                </p:cTn>
                              </p:par>
                              <p:par>
                                <p:cTn id="14" presetID="10" presetClass="emph" presetSubtype="0" fill="hold" grpId="1" nodeType="withEffect">
                                  <p:stCondLst>
                                    <p:cond delay="4000"/>
                                  </p:stCondLst>
                                  <p:childTnLst>
                                    <p:anim calcmode="discrete" valueType="str">
                                      <p:cBhvr override="childStyle">
                                        <p:cTn id="15" dur="3000" fill="hold"/>
                                        <p:tgtEl>
                                          <p:spTgt spid="3">
                                            <p:txEl>
                                              <p:pRg st="0" end="0"/>
                                            </p:txEl>
                                          </p:spTgt>
                                        </p:tgtEl>
                                        <p:attrNameLst>
                                          <p:attrName>style.fontWeight</p:attrName>
                                        </p:attrNameLst>
                                      </p:cBhvr>
                                      <p:tavLst>
                                        <p:tav tm="0">
                                          <p:val>
                                            <p:strVal val="normal"/>
                                          </p:val>
                                        </p:tav>
                                        <p:tav tm="50000">
                                          <p:val>
                                            <p:strVal val="bold"/>
                                          </p:val>
                                        </p:tav>
                                        <p:tav tm="60000">
                                          <p:val>
                                            <p:strVal val="normal"/>
                                          </p:val>
                                        </p:tav>
                                        <p:tav tm="100000">
                                          <p:val>
                                            <p:strVal val="normal"/>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P spid="3" grpI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目录</a:t>
            </a:r>
            <a:br>
              <a:rPr lang="zh-CN" altLang="en-US" dirty="0"/>
            </a:br>
            <a:endParaRPr lang="zh-CN" altLang="en-US" dirty="0"/>
          </a:p>
        </p:txBody>
      </p:sp>
      <p:sp>
        <p:nvSpPr>
          <p:cNvPr id="3" name="内容占位符 2"/>
          <p:cNvSpPr>
            <a:spLocks noGrp="1"/>
          </p:cNvSpPr>
          <p:nvPr>
            <p:ph idx="1"/>
          </p:nvPr>
        </p:nvSpPr>
        <p:spPr/>
        <p:txBody>
          <a:bodyPr anchor="ctr" anchorCtr="1"/>
          <a:lstStyle/>
          <a:p>
            <a:pPr algn="ctr"/>
            <a:r>
              <a:rPr lang="zh-CN" altLang="en-US" dirty="0" smtClean="0">
                <a:hlinkClick r:id="rId2" action="ppaction://hlinksldjump"/>
              </a:rPr>
              <a:t>一</a:t>
            </a:r>
            <a:r>
              <a:rPr lang="zh-CN" altLang="en-US" dirty="0">
                <a:hlinkClick r:id="rId2" action="ppaction://hlinksldjump"/>
              </a:rPr>
              <a:t>、协会概况</a:t>
            </a:r>
            <a:endParaRPr lang="zh-CN" altLang="en-US" dirty="0"/>
          </a:p>
          <a:p>
            <a:pPr algn="ctr"/>
            <a:r>
              <a:rPr lang="zh-CN" altLang="en-US" dirty="0">
                <a:hlinkClick r:id="rId3" action="ppaction://hlinksldjump"/>
              </a:rPr>
              <a:t>二、协会服务</a:t>
            </a:r>
            <a:endParaRPr lang="zh-CN" altLang="en-US" dirty="0"/>
          </a:p>
          <a:p>
            <a:pPr algn="ctr"/>
            <a:r>
              <a:rPr lang="zh-CN" altLang="en-US" dirty="0">
                <a:hlinkClick r:id="rId4" action="ppaction://hlinksldjump"/>
              </a:rPr>
              <a:t>三、教育培训</a:t>
            </a:r>
            <a:endParaRPr lang="zh-CN" altLang="en-US" dirty="0"/>
          </a:p>
          <a:p>
            <a:pPr algn="ctr"/>
            <a:r>
              <a:rPr lang="zh-CN" altLang="en-US" dirty="0">
                <a:hlinkClick r:id="rId5" action="ppaction://hlinksldjump"/>
              </a:rPr>
              <a:t>四、党建统战</a:t>
            </a:r>
            <a:endParaRPr lang="zh-CN" altLang="en-US" dirty="0"/>
          </a:p>
          <a:p>
            <a:pPr algn="ctr"/>
            <a:r>
              <a:rPr lang="zh-CN" altLang="en-US" dirty="0">
                <a:hlinkClick r:id="rId6" action="ppaction://hlinksldjump"/>
              </a:rPr>
              <a:t>五、联系</a:t>
            </a:r>
            <a:r>
              <a:rPr lang="zh-CN" altLang="en-US" dirty="0" smtClean="0">
                <a:hlinkClick r:id="rId6" action="ppaction://hlinksldjump"/>
              </a:rPr>
              <a:t>我们</a:t>
            </a:r>
            <a:endParaRPr lang="zh-CN" altLang="en-US" dirty="0"/>
          </a:p>
        </p:txBody>
      </p:sp>
    </p:spTree>
    <p:extLst>
      <p:ext uri="{BB962C8B-B14F-4D97-AF65-F5344CB8AC3E}">
        <p14:creationId xmlns:p14="http://schemas.microsoft.com/office/powerpoint/2010/main" val="2152917677"/>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一、协会概况</a:t>
            </a:r>
            <a:br>
              <a:rPr lang="zh-CN" altLang="en-US" dirty="0"/>
            </a:br>
            <a:endParaRPr lang="zh-CN" altLang="en-US" dirty="0"/>
          </a:p>
        </p:txBody>
      </p:sp>
      <p:sp>
        <p:nvSpPr>
          <p:cNvPr id="3" name="内容占位符 2"/>
          <p:cNvSpPr>
            <a:spLocks noGrp="1"/>
          </p:cNvSpPr>
          <p:nvPr>
            <p:ph idx="1"/>
          </p:nvPr>
        </p:nvSpPr>
        <p:spPr/>
        <p:txBody>
          <a:bodyPr/>
          <a:lstStyle/>
          <a:p>
            <a:r>
              <a:rPr lang="zh-CN" altLang="en-US" dirty="0" smtClean="0"/>
              <a:t>行业</a:t>
            </a:r>
            <a:r>
              <a:rPr lang="zh-CN" altLang="en-US" dirty="0"/>
              <a:t>概况</a:t>
            </a:r>
          </a:p>
          <a:p>
            <a:pPr lvl="1"/>
            <a:r>
              <a:rPr lang="zh-CN" altLang="en-US" dirty="0"/>
              <a:t>协会基本情况</a:t>
            </a:r>
          </a:p>
          <a:p>
            <a:pPr lvl="1"/>
            <a:r>
              <a:rPr lang="zh-CN" altLang="en-US" dirty="0"/>
              <a:t>行业发展历程</a:t>
            </a:r>
          </a:p>
          <a:p>
            <a:pPr lvl="1"/>
            <a:r>
              <a:rPr lang="zh-CN" altLang="en-US" dirty="0"/>
              <a:t>行业发展规划</a:t>
            </a:r>
          </a:p>
          <a:p>
            <a:r>
              <a:rPr lang="zh-CN" altLang="en-US" dirty="0"/>
              <a:t>协会章程</a:t>
            </a:r>
          </a:p>
          <a:p>
            <a:r>
              <a:rPr lang="zh-CN" altLang="en-US" dirty="0"/>
              <a:t>组织</a:t>
            </a:r>
            <a:r>
              <a:rPr lang="zh-CN" altLang="en-US" dirty="0" smtClean="0"/>
              <a:t>结构</a:t>
            </a:r>
            <a:endParaRPr lang="zh-CN" altLang="en-US" dirty="0"/>
          </a:p>
        </p:txBody>
      </p:sp>
    </p:spTree>
    <p:extLst>
      <p:ext uri="{BB962C8B-B14F-4D97-AF65-F5344CB8AC3E}">
        <p14:creationId xmlns:p14="http://schemas.microsoft.com/office/powerpoint/2010/main" val="7027831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协会基本情况</a:t>
            </a:r>
            <a:br>
              <a:rPr lang="zh-CN" altLang="en-US" dirty="0"/>
            </a:b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中国</a:t>
            </a:r>
            <a:r>
              <a:rPr lang="zh-CN" altLang="en-US" dirty="0"/>
              <a:t>注册税务师协会（前身为中国税务咨询协会），成立于</a:t>
            </a:r>
            <a:r>
              <a:rPr lang="en-US" altLang="zh-CN" dirty="0"/>
              <a:t>1995</a:t>
            </a:r>
            <a:r>
              <a:rPr lang="zh-CN" altLang="en-US" dirty="0"/>
              <a:t>年</a:t>
            </a:r>
            <a:r>
              <a:rPr lang="en-US" altLang="zh-CN" dirty="0"/>
              <a:t>2</a:t>
            </a:r>
            <a:r>
              <a:rPr lang="zh-CN" altLang="en-US" dirty="0"/>
              <a:t>月</a:t>
            </a:r>
            <a:r>
              <a:rPr lang="en-US" altLang="zh-CN" dirty="0"/>
              <a:t>28</a:t>
            </a:r>
            <a:r>
              <a:rPr lang="zh-CN" altLang="en-US" dirty="0"/>
              <a:t>日，是经中华人民共和国民政部批准的全国一级社团组织，是由中国注册税务师和税务师事务所组成的行业民间自律管理组织，受民政部和国家税务总局的业务指导和监督管理。英文缩写为</a:t>
            </a:r>
            <a:r>
              <a:rPr lang="en-US" altLang="zh-CN" dirty="0"/>
              <a:t>CCTAA</a:t>
            </a:r>
            <a:r>
              <a:rPr lang="zh-CN" altLang="en-US" dirty="0"/>
              <a:t>。协会与多个国际同行业组织建立了友好合作关系，并于</a:t>
            </a:r>
            <a:r>
              <a:rPr lang="en-US" altLang="zh-CN" dirty="0"/>
              <a:t>2004</a:t>
            </a:r>
            <a:r>
              <a:rPr lang="zh-CN" altLang="en-US" dirty="0"/>
              <a:t>年</a:t>
            </a:r>
            <a:r>
              <a:rPr lang="en-US" altLang="zh-CN" dirty="0"/>
              <a:t>11</a:t>
            </a:r>
            <a:r>
              <a:rPr lang="zh-CN" altLang="en-US" dirty="0"/>
              <a:t>月加入亚洲一大洋洲税务师协会（</a:t>
            </a:r>
            <a:r>
              <a:rPr lang="en-US" altLang="zh-CN" dirty="0"/>
              <a:t>AOTCA</a:t>
            </a:r>
            <a:r>
              <a:rPr lang="zh-CN" altLang="en-US" dirty="0"/>
              <a:t>），成为其正式会员。</a:t>
            </a:r>
          </a:p>
          <a:p>
            <a:r>
              <a:rPr lang="zh-CN" altLang="en-US" dirty="0"/>
              <a:t>协会宗旨</a:t>
            </a:r>
          </a:p>
          <a:p>
            <a:pPr lvl="1"/>
            <a:r>
              <a:rPr lang="zh-CN" altLang="en-US" dirty="0"/>
              <a:t>遵守国家法律法规和政策，团结、教育和引导注册税务师及其执业人员，以经济建设为中心，促进社会主义市场经济的发展，维护税收法律法规及规章制度的严肃性，做到正确实施，遵守职业道德，认真履行义务，维护国家利益和会员及被代理人的合法权益，加强会员的联系与合作，协调税务师事务所及其执业人员与委托代理人之间的关系，在政府及有关部门与会员之间起到桥梁和纽带作用，实施注册税务师行业自律管理，促进行业健康发展，为改革开放和繁荣社会主义市场经济服务。</a:t>
            </a:r>
          </a:p>
          <a:p>
            <a:r>
              <a:rPr lang="zh-CN" altLang="en-US" dirty="0"/>
              <a:t>协会主要职能</a:t>
            </a:r>
          </a:p>
          <a:p>
            <a:pPr lvl="1"/>
            <a:r>
              <a:rPr lang="zh-CN" altLang="en-US" dirty="0"/>
              <a:t>“服务、监督、管理、协调”是中国注册税务师协会的主要职能</a:t>
            </a:r>
            <a:r>
              <a:rPr lang="zh-CN" altLang="en-US" dirty="0" smtClean="0"/>
              <a:t>。</a:t>
            </a:r>
            <a:endParaRPr lang="zh-CN" altLang="en-US" dirty="0"/>
          </a:p>
        </p:txBody>
      </p:sp>
    </p:spTree>
    <p:extLst>
      <p:ext uri="{BB962C8B-B14F-4D97-AF65-F5344CB8AC3E}">
        <p14:creationId xmlns:p14="http://schemas.microsoft.com/office/powerpoint/2010/main" val="38250803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行业发展历程</a:t>
            </a:r>
            <a:br>
              <a:rPr lang="zh-CN" altLang="en-US" dirty="0"/>
            </a:br>
            <a:endParaRPr lang="zh-CN" altLang="en-US" dirty="0"/>
          </a:p>
        </p:txBody>
      </p:sp>
      <p:sp>
        <p:nvSpPr>
          <p:cNvPr id="3" name="内容占位符 2"/>
          <p:cNvSpPr>
            <a:spLocks noGrp="1"/>
          </p:cNvSpPr>
          <p:nvPr>
            <p:ph idx="1"/>
          </p:nvPr>
        </p:nvSpPr>
        <p:spPr/>
        <p:txBody>
          <a:bodyPr/>
          <a:lstStyle/>
          <a:p>
            <a:r>
              <a:rPr lang="zh-CN" altLang="en-US" dirty="0" smtClean="0"/>
              <a:t>至</a:t>
            </a:r>
            <a:r>
              <a:rPr lang="en-US" altLang="zh-CN" dirty="0"/>
              <a:t>2014</a:t>
            </a:r>
            <a:r>
              <a:rPr lang="zh-CN" altLang="en-US" dirty="0"/>
              <a:t>年底，全行业有从业人员</a:t>
            </a:r>
            <a:r>
              <a:rPr lang="en-US" altLang="zh-CN" dirty="0"/>
              <a:t>10</a:t>
            </a:r>
            <a:r>
              <a:rPr lang="zh-CN" altLang="en-US" dirty="0"/>
              <a:t>万余人，其中执业注册税务师</a:t>
            </a:r>
            <a:r>
              <a:rPr lang="en-US" altLang="zh-CN" dirty="0"/>
              <a:t>4</a:t>
            </a:r>
            <a:r>
              <a:rPr lang="zh-CN" altLang="en-US" dirty="0"/>
              <a:t>万多人；税务师事务所</a:t>
            </a:r>
            <a:r>
              <a:rPr lang="en-US" altLang="zh-CN" dirty="0"/>
              <a:t>5400</a:t>
            </a:r>
            <a:r>
              <a:rPr lang="zh-CN" altLang="en-US" dirty="0"/>
              <a:t>多家；行业经营收入</a:t>
            </a:r>
            <a:r>
              <a:rPr lang="en-US" altLang="zh-CN" dirty="0"/>
              <a:t>140</a:t>
            </a:r>
            <a:r>
              <a:rPr lang="zh-CN" altLang="en-US" dirty="0"/>
              <a:t>多亿元。</a:t>
            </a:r>
          </a:p>
          <a:p>
            <a:r>
              <a:rPr lang="zh-CN" altLang="en-US" dirty="0"/>
              <a:t>行业初创：起步于</a:t>
            </a:r>
            <a:r>
              <a:rPr lang="en-US" altLang="zh-CN" dirty="0"/>
              <a:t>20</a:t>
            </a:r>
            <a:r>
              <a:rPr lang="zh-CN" altLang="en-US" dirty="0"/>
              <a:t>世纪</a:t>
            </a:r>
            <a:r>
              <a:rPr lang="en-US" altLang="zh-CN" dirty="0"/>
              <a:t>80</a:t>
            </a:r>
            <a:r>
              <a:rPr lang="zh-CN" altLang="en-US" dirty="0"/>
              <a:t>年代中期</a:t>
            </a:r>
          </a:p>
          <a:p>
            <a:r>
              <a:rPr lang="zh-CN" altLang="en-US" dirty="0"/>
              <a:t>脱钩改制：</a:t>
            </a:r>
            <a:r>
              <a:rPr lang="en-US" altLang="zh-CN" dirty="0"/>
              <a:t>1999~2000</a:t>
            </a:r>
            <a:r>
              <a:rPr lang="zh-CN" altLang="en-US" dirty="0"/>
              <a:t>年底</a:t>
            </a:r>
          </a:p>
          <a:p>
            <a:r>
              <a:rPr lang="zh-CN" altLang="en-US" dirty="0"/>
              <a:t>规范发展：</a:t>
            </a:r>
            <a:r>
              <a:rPr lang="en-US" altLang="zh-CN" dirty="0"/>
              <a:t>2005</a:t>
            </a:r>
            <a:r>
              <a:rPr lang="zh-CN" altLang="en-US" dirty="0"/>
              <a:t>年</a:t>
            </a:r>
            <a:r>
              <a:rPr lang="en-US" altLang="zh-CN" dirty="0"/>
              <a:t>12</a:t>
            </a:r>
            <a:r>
              <a:rPr lang="zh-CN" altLang="en-US" dirty="0"/>
              <a:t>月，国家税务总局颁布了</a:t>
            </a:r>
            <a:r>
              <a:rPr lang="en-US" altLang="zh-CN" dirty="0"/>
              <a:t>《</a:t>
            </a:r>
            <a:r>
              <a:rPr lang="zh-CN" altLang="en-US" dirty="0"/>
              <a:t>注册税务师管理暂行办法</a:t>
            </a:r>
            <a:r>
              <a:rPr lang="en-US" altLang="zh-CN" dirty="0"/>
              <a:t>》</a:t>
            </a:r>
            <a:r>
              <a:rPr lang="zh-CN" altLang="en-US" dirty="0"/>
              <a:t>，又颁发了“十一五”、“十二五”时期中国注册税务师行业发展的指导意见</a:t>
            </a:r>
            <a:r>
              <a:rPr lang="zh-CN" altLang="en-US" dirty="0" smtClean="0"/>
              <a:t>。</a:t>
            </a:r>
            <a:endParaRPr lang="zh-CN" altLang="en-US" dirty="0"/>
          </a:p>
        </p:txBody>
      </p:sp>
    </p:spTree>
    <p:extLst>
      <p:ext uri="{BB962C8B-B14F-4D97-AF65-F5344CB8AC3E}">
        <p14:creationId xmlns:p14="http://schemas.microsoft.com/office/powerpoint/2010/main" val="30872552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行业发展规划</a:t>
            </a:r>
            <a:br>
              <a:rPr lang="zh-CN" altLang="en-US" dirty="0"/>
            </a:br>
            <a:endParaRPr lang="zh-CN" altLang="en-US" dirty="0"/>
          </a:p>
        </p:txBody>
      </p:sp>
      <p:sp>
        <p:nvSpPr>
          <p:cNvPr id="3" name="内容占位符 2"/>
          <p:cNvSpPr>
            <a:spLocks noGrp="1"/>
          </p:cNvSpPr>
          <p:nvPr>
            <p:ph idx="1"/>
          </p:nvPr>
        </p:nvSpPr>
        <p:spPr/>
        <p:txBody>
          <a:bodyPr>
            <a:normAutofit/>
          </a:bodyPr>
          <a:lstStyle/>
          <a:p>
            <a:r>
              <a:rPr lang="en-US" altLang="zh-CN" dirty="0" smtClean="0"/>
              <a:t>2014</a:t>
            </a:r>
            <a:r>
              <a:rPr lang="zh-CN" altLang="en-US" dirty="0"/>
              <a:t>年，制定</a:t>
            </a:r>
            <a:r>
              <a:rPr lang="en-US" altLang="zh-CN" dirty="0"/>
              <a:t>《</a:t>
            </a:r>
            <a:r>
              <a:rPr lang="zh-CN" altLang="en-US" dirty="0"/>
              <a:t>中国注册税务师行业发展规划（</a:t>
            </a:r>
            <a:r>
              <a:rPr lang="en-US" altLang="zh-CN" dirty="0"/>
              <a:t>2014</a:t>
            </a:r>
            <a:r>
              <a:rPr lang="zh-CN" altLang="en-US" dirty="0"/>
              <a:t>年</a:t>
            </a:r>
            <a:r>
              <a:rPr lang="en-US" altLang="zh-CN" dirty="0"/>
              <a:t>——2017</a:t>
            </a:r>
            <a:r>
              <a:rPr lang="zh-CN" altLang="en-US" dirty="0"/>
              <a:t>年）</a:t>
            </a:r>
            <a:r>
              <a:rPr lang="en-US" altLang="zh-CN" dirty="0"/>
              <a:t>》</a:t>
            </a:r>
            <a:r>
              <a:rPr lang="zh-CN" altLang="en-US" dirty="0"/>
              <a:t>。明确行业发展战略、发展目标。</a:t>
            </a:r>
          </a:p>
          <a:p>
            <a:r>
              <a:rPr lang="zh-CN" altLang="en-US" dirty="0"/>
              <a:t>发展战略</a:t>
            </a:r>
          </a:p>
          <a:p>
            <a:pPr lvl="1"/>
            <a:r>
              <a:rPr lang="zh-CN" altLang="en-US" dirty="0" smtClean="0"/>
              <a:t>“专业化发展战略”</a:t>
            </a:r>
            <a:r>
              <a:rPr lang="zh-CN" altLang="en-US" dirty="0"/>
              <a:t>、“规范化发展战略”、“国际化发展战略”、“信息化发展战略”。</a:t>
            </a:r>
          </a:p>
          <a:p>
            <a:r>
              <a:rPr lang="zh-CN" altLang="en-US" dirty="0"/>
              <a:t>发展目标</a:t>
            </a:r>
          </a:p>
          <a:p>
            <a:pPr lvl="1"/>
            <a:r>
              <a:rPr lang="zh-CN" altLang="en-US" dirty="0"/>
              <a:t>“把注册税务师行业建设成为具有国际先进水平和中国特色的现代化中介行业。”</a:t>
            </a:r>
          </a:p>
          <a:p>
            <a:r>
              <a:rPr lang="zh-CN" altLang="en-US" dirty="0"/>
              <a:t>核心价值观</a:t>
            </a:r>
          </a:p>
          <a:p>
            <a:pPr lvl="1"/>
            <a:r>
              <a:rPr lang="zh-CN" altLang="en-US" dirty="0"/>
              <a:t>“诚信、公正、敬业、创新”</a:t>
            </a:r>
          </a:p>
          <a:p>
            <a:pPr lvl="1"/>
            <a:r>
              <a:rPr lang="zh-CN" altLang="en-US" dirty="0"/>
              <a:t>积极倡导诚信服务、公正独立、爱岗敬业、开拓创新；</a:t>
            </a:r>
          </a:p>
          <a:p>
            <a:pPr lvl="1"/>
            <a:r>
              <a:rPr lang="zh-CN" altLang="en-US" dirty="0"/>
              <a:t>坚决反对弄虚作假、徇私枉法、消极懒散、因循守旧</a:t>
            </a:r>
            <a:r>
              <a:rPr lang="zh-CN" altLang="en-US" dirty="0" smtClean="0"/>
              <a:t>。</a:t>
            </a:r>
            <a:endParaRPr lang="zh-CN" altLang="en-US" dirty="0"/>
          </a:p>
        </p:txBody>
      </p:sp>
    </p:spTree>
    <p:extLst>
      <p:ext uri="{BB962C8B-B14F-4D97-AF65-F5344CB8AC3E}">
        <p14:creationId xmlns:p14="http://schemas.microsoft.com/office/powerpoint/2010/main" val="11484502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a:hlinkClick r:id="rId3" action="ppaction://hlinkfile"/>
          </p:cNvPr>
          <p:cNvGraphicFramePr>
            <a:graphicFrameLocks noChangeAspect="1"/>
          </p:cNvGraphicFramePr>
          <p:nvPr>
            <p:extLst>
              <p:ext uri="{D42A27DB-BD31-4B8C-83A1-F6EECF244321}">
                <p14:modId xmlns:p14="http://schemas.microsoft.com/office/powerpoint/2010/main" val="2416351283"/>
              </p:ext>
            </p:extLst>
          </p:nvPr>
        </p:nvGraphicFramePr>
        <p:xfrm>
          <a:off x="4464050" y="719138"/>
          <a:ext cx="3263900" cy="5418137"/>
        </p:xfrm>
        <a:graphic>
          <a:graphicData uri="http://schemas.openxmlformats.org/presentationml/2006/ole">
            <mc:AlternateContent xmlns:mc="http://schemas.openxmlformats.org/markup-compatibility/2006">
              <mc:Choice xmlns:v="urn:schemas-microsoft-com:vml" Requires="v">
                <p:oleObj spid="_x0000_s1027" name="文档" r:id="rId4" imgW="5273046" imgH="8755101" progId="Word.Document.12">
                  <p:link updateAutomatic="1"/>
                </p:oleObj>
              </mc:Choice>
              <mc:Fallback>
                <p:oleObj name="文档" r:id="rId4" imgW="5273046" imgH="8755101" progId="Word.Document.12">
                  <p:link updateAutomatic="1"/>
                  <p:pic>
                    <p:nvPicPr>
                      <p:cNvPr id="0" name=""/>
                      <p:cNvPicPr/>
                      <p:nvPr/>
                    </p:nvPicPr>
                    <p:blipFill>
                      <a:blip r:embed="rId5"/>
                      <a:stretch>
                        <a:fillRect/>
                      </a:stretch>
                    </p:blipFill>
                    <p:spPr>
                      <a:xfrm>
                        <a:off x="4464050" y="719138"/>
                        <a:ext cx="3263900" cy="5418137"/>
                      </a:xfrm>
                      <a:prstGeom prst="rect">
                        <a:avLst/>
                      </a:prstGeom>
                    </p:spPr>
                  </p:pic>
                </p:oleObj>
              </mc:Fallback>
            </mc:AlternateContent>
          </a:graphicData>
        </a:graphic>
      </p:graphicFrame>
    </p:spTree>
    <p:extLst>
      <p:ext uri="{BB962C8B-B14F-4D97-AF65-F5344CB8AC3E}">
        <p14:creationId xmlns:p14="http://schemas.microsoft.com/office/powerpoint/2010/main" val="12059262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组织结构</a:t>
            </a:r>
            <a:endParaRPr lang="zh-CN" altLang="en-US" dirty="0"/>
          </a:p>
        </p:txBody>
      </p:sp>
      <p:graphicFrame>
        <p:nvGraphicFramePr>
          <p:cNvPr id="11" name="内容占位符 10"/>
          <p:cNvGraphicFramePr>
            <a:graphicFrameLocks noGrp="1"/>
          </p:cNvGraphicFramePr>
          <p:nvPr>
            <p:ph idx="1"/>
            <p:extLst>
              <p:ext uri="{D42A27DB-BD31-4B8C-83A1-F6EECF244321}">
                <p14:modId xmlns:p14="http://schemas.microsoft.com/office/powerpoint/2010/main" val="4034708680"/>
              </p:ext>
            </p:extLst>
          </p:nvPr>
        </p:nvGraphicFramePr>
        <p:xfrm>
          <a:off x="838200" y="1508762"/>
          <a:ext cx="10515600" cy="46682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109698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graphicEl>
                                              <a:dgm id="{6E09E201-F28A-4989-A3BC-50E1CD668482}"/>
                                            </p:graphicEl>
                                          </p:spTgt>
                                        </p:tgtEl>
                                        <p:attrNameLst>
                                          <p:attrName>style.visibility</p:attrName>
                                        </p:attrNameLst>
                                      </p:cBhvr>
                                      <p:to>
                                        <p:strVal val="visible"/>
                                      </p:to>
                                    </p:set>
                                    <p:anim calcmode="lin" valueType="num">
                                      <p:cBhvr additive="base">
                                        <p:cTn id="7" dur="500" fill="hold"/>
                                        <p:tgtEl>
                                          <p:spTgt spid="11">
                                            <p:graphicEl>
                                              <a:dgm id="{6E09E201-F28A-4989-A3BC-50E1CD668482}"/>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graphicEl>
                                              <a:dgm id="{6E09E201-F28A-4989-A3BC-50E1CD668482}"/>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graphicEl>
                                              <a:dgm id="{2A032771-D921-4C84-A456-B34B60DD5DAE}"/>
                                            </p:graphicEl>
                                          </p:spTgt>
                                        </p:tgtEl>
                                        <p:attrNameLst>
                                          <p:attrName>style.visibility</p:attrName>
                                        </p:attrNameLst>
                                      </p:cBhvr>
                                      <p:to>
                                        <p:strVal val="visible"/>
                                      </p:to>
                                    </p:set>
                                    <p:anim calcmode="lin" valueType="num">
                                      <p:cBhvr additive="base">
                                        <p:cTn id="13" dur="500" fill="hold"/>
                                        <p:tgtEl>
                                          <p:spTgt spid="11">
                                            <p:graphicEl>
                                              <a:dgm id="{2A032771-D921-4C84-A456-B34B60DD5DAE}"/>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
                                            <p:graphicEl>
                                              <a:dgm id="{2A032771-D921-4C84-A456-B34B60DD5DAE}"/>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1">
                                            <p:graphicEl>
                                              <a:dgm id="{DC1E29A4-7257-49BA-B351-77E2A630D2FF}"/>
                                            </p:graphicEl>
                                          </p:spTgt>
                                        </p:tgtEl>
                                        <p:attrNameLst>
                                          <p:attrName>style.visibility</p:attrName>
                                        </p:attrNameLst>
                                      </p:cBhvr>
                                      <p:to>
                                        <p:strVal val="visible"/>
                                      </p:to>
                                    </p:set>
                                    <p:anim calcmode="lin" valueType="num">
                                      <p:cBhvr additive="base">
                                        <p:cTn id="17" dur="500" fill="hold"/>
                                        <p:tgtEl>
                                          <p:spTgt spid="11">
                                            <p:graphicEl>
                                              <a:dgm id="{DC1E29A4-7257-49BA-B351-77E2A630D2FF}"/>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11">
                                            <p:graphicEl>
                                              <a:dgm id="{DC1E29A4-7257-49BA-B351-77E2A630D2FF}"/>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1">
                                            <p:graphicEl>
                                              <a:dgm id="{410B4AE6-2BF9-40BF-9693-8CBBE52A2E57}"/>
                                            </p:graphicEl>
                                          </p:spTgt>
                                        </p:tgtEl>
                                        <p:attrNameLst>
                                          <p:attrName>style.visibility</p:attrName>
                                        </p:attrNameLst>
                                      </p:cBhvr>
                                      <p:to>
                                        <p:strVal val="visible"/>
                                      </p:to>
                                    </p:set>
                                    <p:anim calcmode="lin" valueType="num">
                                      <p:cBhvr additive="base">
                                        <p:cTn id="21" dur="500" fill="hold"/>
                                        <p:tgtEl>
                                          <p:spTgt spid="11">
                                            <p:graphicEl>
                                              <a:dgm id="{410B4AE6-2BF9-40BF-9693-8CBBE52A2E57}"/>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
                                            <p:graphicEl>
                                              <a:dgm id="{410B4AE6-2BF9-40BF-9693-8CBBE52A2E57}"/>
                                            </p:graphic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1">
                                            <p:graphicEl>
                                              <a:dgm id="{7E24CF14-10A8-4746-B852-C673D71B66D6}"/>
                                            </p:graphicEl>
                                          </p:spTgt>
                                        </p:tgtEl>
                                        <p:attrNameLst>
                                          <p:attrName>style.visibility</p:attrName>
                                        </p:attrNameLst>
                                      </p:cBhvr>
                                      <p:to>
                                        <p:strVal val="visible"/>
                                      </p:to>
                                    </p:set>
                                    <p:anim calcmode="lin" valueType="num">
                                      <p:cBhvr additive="base">
                                        <p:cTn id="25" dur="500" fill="hold"/>
                                        <p:tgtEl>
                                          <p:spTgt spid="11">
                                            <p:graphicEl>
                                              <a:dgm id="{7E24CF14-10A8-4746-B852-C673D71B66D6}"/>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
                                            <p:graphicEl>
                                              <a:dgm id="{7E24CF14-10A8-4746-B852-C673D71B66D6}"/>
                                            </p:graphic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1">
                                            <p:graphicEl>
                                              <a:dgm id="{98949229-9634-4A80-9380-94FAEEB22B10}"/>
                                            </p:graphicEl>
                                          </p:spTgt>
                                        </p:tgtEl>
                                        <p:attrNameLst>
                                          <p:attrName>style.visibility</p:attrName>
                                        </p:attrNameLst>
                                      </p:cBhvr>
                                      <p:to>
                                        <p:strVal val="visible"/>
                                      </p:to>
                                    </p:set>
                                    <p:anim calcmode="lin" valueType="num">
                                      <p:cBhvr additive="base">
                                        <p:cTn id="29" dur="500" fill="hold"/>
                                        <p:tgtEl>
                                          <p:spTgt spid="11">
                                            <p:graphicEl>
                                              <a:dgm id="{98949229-9634-4A80-9380-94FAEEB22B10}"/>
                                            </p:graphicEl>
                                          </p:spTgt>
                                        </p:tgtEl>
                                        <p:attrNameLst>
                                          <p:attrName>ppt_x</p:attrName>
                                        </p:attrNameLst>
                                      </p:cBhvr>
                                      <p:tavLst>
                                        <p:tav tm="0">
                                          <p:val>
                                            <p:strVal val="#ppt_x"/>
                                          </p:val>
                                        </p:tav>
                                        <p:tav tm="100000">
                                          <p:val>
                                            <p:strVal val="#ppt_x"/>
                                          </p:val>
                                        </p:tav>
                                      </p:tavLst>
                                    </p:anim>
                                    <p:anim calcmode="lin" valueType="num">
                                      <p:cBhvr additive="base">
                                        <p:cTn id="30" dur="500" fill="hold"/>
                                        <p:tgtEl>
                                          <p:spTgt spid="11">
                                            <p:graphicEl>
                                              <a:dgm id="{98949229-9634-4A80-9380-94FAEEB22B10}"/>
                                            </p:graphic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1">
                                            <p:graphicEl>
                                              <a:dgm id="{BA300125-6BBA-431E-9B28-3F32A35A059E}"/>
                                            </p:graphicEl>
                                          </p:spTgt>
                                        </p:tgtEl>
                                        <p:attrNameLst>
                                          <p:attrName>style.visibility</p:attrName>
                                        </p:attrNameLst>
                                      </p:cBhvr>
                                      <p:to>
                                        <p:strVal val="visible"/>
                                      </p:to>
                                    </p:set>
                                    <p:anim calcmode="lin" valueType="num">
                                      <p:cBhvr additive="base">
                                        <p:cTn id="33" dur="500" fill="hold"/>
                                        <p:tgtEl>
                                          <p:spTgt spid="11">
                                            <p:graphicEl>
                                              <a:dgm id="{BA300125-6BBA-431E-9B28-3F32A35A059E}"/>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11">
                                            <p:graphicEl>
                                              <a:dgm id="{BA300125-6BBA-431E-9B28-3F32A35A059E}"/>
                                            </p:graphic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1">
                                            <p:graphicEl>
                                              <a:dgm id="{5CD21459-5376-47F0-B62A-F4D218974CCA}"/>
                                            </p:graphicEl>
                                          </p:spTgt>
                                        </p:tgtEl>
                                        <p:attrNameLst>
                                          <p:attrName>style.visibility</p:attrName>
                                        </p:attrNameLst>
                                      </p:cBhvr>
                                      <p:to>
                                        <p:strVal val="visible"/>
                                      </p:to>
                                    </p:set>
                                    <p:anim calcmode="lin" valueType="num">
                                      <p:cBhvr additive="base">
                                        <p:cTn id="39" dur="500" fill="hold"/>
                                        <p:tgtEl>
                                          <p:spTgt spid="11">
                                            <p:graphicEl>
                                              <a:dgm id="{5CD21459-5376-47F0-B62A-F4D218974CCA}"/>
                                            </p:graphicEl>
                                          </p:spTgt>
                                        </p:tgtEl>
                                        <p:attrNameLst>
                                          <p:attrName>ppt_x</p:attrName>
                                        </p:attrNameLst>
                                      </p:cBhvr>
                                      <p:tavLst>
                                        <p:tav tm="0">
                                          <p:val>
                                            <p:strVal val="#ppt_x"/>
                                          </p:val>
                                        </p:tav>
                                        <p:tav tm="100000">
                                          <p:val>
                                            <p:strVal val="#ppt_x"/>
                                          </p:val>
                                        </p:tav>
                                      </p:tavLst>
                                    </p:anim>
                                    <p:anim calcmode="lin" valueType="num">
                                      <p:cBhvr additive="base">
                                        <p:cTn id="40" dur="500" fill="hold"/>
                                        <p:tgtEl>
                                          <p:spTgt spid="11">
                                            <p:graphicEl>
                                              <a:dgm id="{5CD21459-5376-47F0-B62A-F4D218974CCA}"/>
                                            </p:graphic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1">
                                            <p:graphicEl>
                                              <a:dgm id="{FFF9EB4D-650D-470C-A95A-F4426553B105}"/>
                                            </p:graphicEl>
                                          </p:spTgt>
                                        </p:tgtEl>
                                        <p:attrNameLst>
                                          <p:attrName>style.visibility</p:attrName>
                                        </p:attrNameLst>
                                      </p:cBhvr>
                                      <p:to>
                                        <p:strVal val="visible"/>
                                      </p:to>
                                    </p:set>
                                    <p:anim calcmode="lin" valueType="num">
                                      <p:cBhvr additive="base">
                                        <p:cTn id="43" dur="500" fill="hold"/>
                                        <p:tgtEl>
                                          <p:spTgt spid="11">
                                            <p:graphicEl>
                                              <a:dgm id="{FFF9EB4D-650D-470C-A95A-F4426553B105}"/>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
                                            <p:graphicEl>
                                              <a:dgm id="{FFF9EB4D-650D-470C-A95A-F4426553B105}"/>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1">
                                            <p:graphicEl>
                                              <a:dgm id="{38FAEBC6-357B-4DA6-8530-11AC7448E354}"/>
                                            </p:graphicEl>
                                          </p:spTgt>
                                        </p:tgtEl>
                                        <p:attrNameLst>
                                          <p:attrName>style.visibility</p:attrName>
                                        </p:attrNameLst>
                                      </p:cBhvr>
                                      <p:to>
                                        <p:strVal val="visible"/>
                                      </p:to>
                                    </p:set>
                                    <p:anim calcmode="lin" valueType="num">
                                      <p:cBhvr additive="base">
                                        <p:cTn id="49" dur="500" fill="hold"/>
                                        <p:tgtEl>
                                          <p:spTgt spid="11">
                                            <p:graphicEl>
                                              <a:dgm id="{38FAEBC6-357B-4DA6-8530-11AC7448E354}"/>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11">
                                            <p:graphicEl>
                                              <a:dgm id="{38FAEBC6-357B-4DA6-8530-11AC7448E354}"/>
                                            </p:graphic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1">
                                            <p:graphicEl>
                                              <a:dgm id="{3C1DDF5F-980E-4367-A491-982F35B45DD0}"/>
                                            </p:graphicEl>
                                          </p:spTgt>
                                        </p:tgtEl>
                                        <p:attrNameLst>
                                          <p:attrName>style.visibility</p:attrName>
                                        </p:attrNameLst>
                                      </p:cBhvr>
                                      <p:to>
                                        <p:strVal val="visible"/>
                                      </p:to>
                                    </p:set>
                                    <p:anim calcmode="lin" valueType="num">
                                      <p:cBhvr additive="base">
                                        <p:cTn id="53" dur="500" fill="hold"/>
                                        <p:tgtEl>
                                          <p:spTgt spid="11">
                                            <p:graphicEl>
                                              <a:dgm id="{3C1DDF5F-980E-4367-A491-982F35B45DD0}"/>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11">
                                            <p:graphicEl>
                                              <a:dgm id="{3C1DDF5F-980E-4367-A491-982F35B45DD0}"/>
                                            </p:graphic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1">
                                            <p:graphicEl>
                                              <a:dgm id="{32355DFA-BA9E-46DA-8950-21565EA41794}"/>
                                            </p:graphicEl>
                                          </p:spTgt>
                                        </p:tgtEl>
                                        <p:attrNameLst>
                                          <p:attrName>style.visibility</p:attrName>
                                        </p:attrNameLst>
                                      </p:cBhvr>
                                      <p:to>
                                        <p:strVal val="visible"/>
                                      </p:to>
                                    </p:set>
                                    <p:anim calcmode="lin" valueType="num">
                                      <p:cBhvr additive="base">
                                        <p:cTn id="59" dur="500" fill="hold"/>
                                        <p:tgtEl>
                                          <p:spTgt spid="11">
                                            <p:graphicEl>
                                              <a:dgm id="{32355DFA-BA9E-46DA-8950-21565EA41794}"/>
                                            </p:graphicEl>
                                          </p:spTgt>
                                        </p:tgtEl>
                                        <p:attrNameLst>
                                          <p:attrName>ppt_x</p:attrName>
                                        </p:attrNameLst>
                                      </p:cBhvr>
                                      <p:tavLst>
                                        <p:tav tm="0">
                                          <p:val>
                                            <p:strVal val="#ppt_x"/>
                                          </p:val>
                                        </p:tav>
                                        <p:tav tm="100000">
                                          <p:val>
                                            <p:strVal val="#ppt_x"/>
                                          </p:val>
                                        </p:tav>
                                      </p:tavLst>
                                    </p:anim>
                                    <p:anim calcmode="lin" valueType="num">
                                      <p:cBhvr additive="base">
                                        <p:cTn id="60" dur="500" fill="hold"/>
                                        <p:tgtEl>
                                          <p:spTgt spid="11">
                                            <p:graphicEl>
                                              <a:dgm id="{32355DFA-BA9E-46DA-8950-21565EA41794}"/>
                                            </p:graphicEl>
                                          </p:spTgt>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1">
                                            <p:graphicEl>
                                              <a:dgm id="{529FFEF0-87D1-4A36-A673-0700D5F0FD7E}"/>
                                            </p:graphicEl>
                                          </p:spTgt>
                                        </p:tgtEl>
                                        <p:attrNameLst>
                                          <p:attrName>style.visibility</p:attrName>
                                        </p:attrNameLst>
                                      </p:cBhvr>
                                      <p:to>
                                        <p:strVal val="visible"/>
                                      </p:to>
                                    </p:set>
                                    <p:anim calcmode="lin" valueType="num">
                                      <p:cBhvr additive="base">
                                        <p:cTn id="63" dur="500" fill="hold"/>
                                        <p:tgtEl>
                                          <p:spTgt spid="11">
                                            <p:graphicEl>
                                              <a:dgm id="{529FFEF0-87D1-4A36-A673-0700D5F0FD7E}"/>
                                            </p:graphicEl>
                                          </p:spTgt>
                                        </p:tgtEl>
                                        <p:attrNameLst>
                                          <p:attrName>ppt_x</p:attrName>
                                        </p:attrNameLst>
                                      </p:cBhvr>
                                      <p:tavLst>
                                        <p:tav tm="0">
                                          <p:val>
                                            <p:strVal val="#ppt_x"/>
                                          </p:val>
                                        </p:tav>
                                        <p:tav tm="100000">
                                          <p:val>
                                            <p:strVal val="#ppt_x"/>
                                          </p:val>
                                        </p:tav>
                                      </p:tavLst>
                                    </p:anim>
                                    <p:anim calcmode="lin" valueType="num">
                                      <p:cBhvr additive="base">
                                        <p:cTn id="64" dur="500" fill="hold"/>
                                        <p:tgtEl>
                                          <p:spTgt spid="11">
                                            <p:graphicEl>
                                              <a:dgm id="{529FFEF0-87D1-4A36-A673-0700D5F0FD7E}"/>
                                            </p:graphic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1">
                                            <p:graphicEl>
                                              <a:dgm id="{DF395130-5005-4933-848E-A5DC03493FD9}"/>
                                            </p:graphicEl>
                                          </p:spTgt>
                                        </p:tgtEl>
                                        <p:attrNameLst>
                                          <p:attrName>style.visibility</p:attrName>
                                        </p:attrNameLst>
                                      </p:cBhvr>
                                      <p:to>
                                        <p:strVal val="visible"/>
                                      </p:to>
                                    </p:set>
                                    <p:anim calcmode="lin" valueType="num">
                                      <p:cBhvr additive="base">
                                        <p:cTn id="67" dur="500" fill="hold"/>
                                        <p:tgtEl>
                                          <p:spTgt spid="11">
                                            <p:graphicEl>
                                              <a:dgm id="{DF395130-5005-4933-848E-A5DC03493FD9}"/>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11">
                                            <p:graphicEl>
                                              <a:dgm id="{DF395130-5005-4933-848E-A5DC03493FD9}"/>
                                            </p:graphic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1">
                                            <p:graphicEl>
                                              <a:dgm id="{402E6B74-380B-43A3-9EEB-D6AA6DC24DD0}"/>
                                            </p:graphicEl>
                                          </p:spTgt>
                                        </p:tgtEl>
                                        <p:attrNameLst>
                                          <p:attrName>style.visibility</p:attrName>
                                        </p:attrNameLst>
                                      </p:cBhvr>
                                      <p:to>
                                        <p:strVal val="visible"/>
                                      </p:to>
                                    </p:set>
                                    <p:anim calcmode="lin" valueType="num">
                                      <p:cBhvr additive="base">
                                        <p:cTn id="71" dur="500" fill="hold"/>
                                        <p:tgtEl>
                                          <p:spTgt spid="11">
                                            <p:graphicEl>
                                              <a:dgm id="{402E6B74-380B-43A3-9EEB-D6AA6DC24DD0}"/>
                                            </p:graphicEl>
                                          </p:spTgt>
                                        </p:tgtEl>
                                        <p:attrNameLst>
                                          <p:attrName>ppt_x</p:attrName>
                                        </p:attrNameLst>
                                      </p:cBhvr>
                                      <p:tavLst>
                                        <p:tav tm="0">
                                          <p:val>
                                            <p:strVal val="#ppt_x"/>
                                          </p:val>
                                        </p:tav>
                                        <p:tav tm="100000">
                                          <p:val>
                                            <p:strVal val="#ppt_x"/>
                                          </p:val>
                                        </p:tav>
                                      </p:tavLst>
                                    </p:anim>
                                    <p:anim calcmode="lin" valueType="num">
                                      <p:cBhvr additive="base">
                                        <p:cTn id="72" dur="500" fill="hold"/>
                                        <p:tgtEl>
                                          <p:spTgt spid="11">
                                            <p:graphicEl>
                                              <a:dgm id="{402E6B74-380B-43A3-9EEB-D6AA6DC24DD0}"/>
                                            </p:graphicEl>
                                          </p:spTgt>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11">
                                            <p:graphicEl>
                                              <a:dgm id="{CD326A34-841B-4551-805A-5F5115A58806}"/>
                                            </p:graphicEl>
                                          </p:spTgt>
                                        </p:tgtEl>
                                        <p:attrNameLst>
                                          <p:attrName>style.visibility</p:attrName>
                                        </p:attrNameLst>
                                      </p:cBhvr>
                                      <p:to>
                                        <p:strVal val="visible"/>
                                      </p:to>
                                    </p:set>
                                    <p:anim calcmode="lin" valueType="num">
                                      <p:cBhvr additive="base">
                                        <p:cTn id="77" dur="500" fill="hold"/>
                                        <p:tgtEl>
                                          <p:spTgt spid="11">
                                            <p:graphicEl>
                                              <a:dgm id="{CD326A34-841B-4551-805A-5F5115A58806}"/>
                                            </p:graphicEl>
                                          </p:spTgt>
                                        </p:tgtEl>
                                        <p:attrNameLst>
                                          <p:attrName>ppt_x</p:attrName>
                                        </p:attrNameLst>
                                      </p:cBhvr>
                                      <p:tavLst>
                                        <p:tav tm="0">
                                          <p:val>
                                            <p:strVal val="#ppt_x"/>
                                          </p:val>
                                        </p:tav>
                                        <p:tav tm="100000">
                                          <p:val>
                                            <p:strVal val="#ppt_x"/>
                                          </p:val>
                                        </p:tav>
                                      </p:tavLst>
                                    </p:anim>
                                    <p:anim calcmode="lin" valueType="num">
                                      <p:cBhvr additive="base">
                                        <p:cTn id="78" dur="500" fill="hold"/>
                                        <p:tgtEl>
                                          <p:spTgt spid="11">
                                            <p:graphicEl>
                                              <a:dgm id="{CD326A34-841B-4551-805A-5F5115A58806}"/>
                                            </p:graphicEl>
                                          </p:spTgt>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11">
                                            <p:graphicEl>
                                              <a:dgm id="{77A48C17-9E09-4E62-B4EF-AD2D2136AB70}"/>
                                            </p:graphicEl>
                                          </p:spTgt>
                                        </p:tgtEl>
                                        <p:attrNameLst>
                                          <p:attrName>style.visibility</p:attrName>
                                        </p:attrNameLst>
                                      </p:cBhvr>
                                      <p:to>
                                        <p:strVal val="visible"/>
                                      </p:to>
                                    </p:set>
                                    <p:anim calcmode="lin" valueType="num">
                                      <p:cBhvr additive="base">
                                        <p:cTn id="81" dur="500" fill="hold"/>
                                        <p:tgtEl>
                                          <p:spTgt spid="11">
                                            <p:graphicEl>
                                              <a:dgm id="{77A48C17-9E09-4E62-B4EF-AD2D2136AB70}"/>
                                            </p:graphicEl>
                                          </p:spTgt>
                                        </p:tgtEl>
                                        <p:attrNameLst>
                                          <p:attrName>ppt_x</p:attrName>
                                        </p:attrNameLst>
                                      </p:cBhvr>
                                      <p:tavLst>
                                        <p:tav tm="0">
                                          <p:val>
                                            <p:strVal val="#ppt_x"/>
                                          </p:val>
                                        </p:tav>
                                        <p:tav tm="100000">
                                          <p:val>
                                            <p:strVal val="#ppt_x"/>
                                          </p:val>
                                        </p:tav>
                                      </p:tavLst>
                                    </p:anim>
                                    <p:anim calcmode="lin" valueType="num">
                                      <p:cBhvr additive="base">
                                        <p:cTn id="82" dur="500" fill="hold"/>
                                        <p:tgtEl>
                                          <p:spTgt spid="11">
                                            <p:graphicEl>
                                              <a:dgm id="{77A48C17-9E09-4E62-B4EF-AD2D2136AB70}"/>
                                            </p:graphicEl>
                                          </p:spTgt>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11">
                                            <p:graphicEl>
                                              <a:dgm id="{269A6A53-0642-4C58-B48D-0FE16F174062}"/>
                                            </p:graphicEl>
                                          </p:spTgt>
                                        </p:tgtEl>
                                        <p:attrNameLst>
                                          <p:attrName>style.visibility</p:attrName>
                                        </p:attrNameLst>
                                      </p:cBhvr>
                                      <p:to>
                                        <p:strVal val="visible"/>
                                      </p:to>
                                    </p:set>
                                    <p:anim calcmode="lin" valueType="num">
                                      <p:cBhvr additive="base">
                                        <p:cTn id="85" dur="500" fill="hold"/>
                                        <p:tgtEl>
                                          <p:spTgt spid="11">
                                            <p:graphicEl>
                                              <a:dgm id="{269A6A53-0642-4C58-B48D-0FE16F174062}"/>
                                            </p:graphicEl>
                                          </p:spTgt>
                                        </p:tgtEl>
                                        <p:attrNameLst>
                                          <p:attrName>ppt_x</p:attrName>
                                        </p:attrNameLst>
                                      </p:cBhvr>
                                      <p:tavLst>
                                        <p:tav tm="0">
                                          <p:val>
                                            <p:strVal val="#ppt_x"/>
                                          </p:val>
                                        </p:tav>
                                        <p:tav tm="100000">
                                          <p:val>
                                            <p:strVal val="#ppt_x"/>
                                          </p:val>
                                        </p:tav>
                                      </p:tavLst>
                                    </p:anim>
                                    <p:anim calcmode="lin" valueType="num">
                                      <p:cBhvr additive="base">
                                        <p:cTn id="86" dur="500" fill="hold"/>
                                        <p:tgtEl>
                                          <p:spTgt spid="11">
                                            <p:graphicEl>
                                              <a:dgm id="{269A6A53-0642-4C58-B48D-0FE16F174062}"/>
                                            </p:graphicEl>
                                          </p:spTgt>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11">
                                            <p:graphicEl>
                                              <a:dgm id="{D60FB705-B6EA-40C6-B225-68F8F2EA5CB4}"/>
                                            </p:graphicEl>
                                          </p:spTgt>
                                        </p:tgtEl>
                                        <p:attrNameLst>
                                          <p:attrName>style.visibility</p:attrName>
                                        </p:attrNameLst>
                                      </p:cBhvr>
                                      <p:to>
                                        <p:strVal val="visible"/>
                                      </p:to>
                                    </p:set>
                                    <p:anim calcmode="lin" valueType="num">
                                      <p:cBhvr additive="base">
                                        <p:cTn id="89" dur="500" fill="hold"/>
                                        <p:tgtEl>
                                          <p:spTgt spid="11">
                                            <p:graphicEl>
                                              <a:dgm id="{D60FB705-B6EA-40C6-B225-68F8F2EA5CB4}"/>
                                            </p:graphicEl>
                                          </p:spTgt>
                                        </p:tgtEl>
                                        <p:attrNameLst>
                                          <p:attrName>ppt_x</p:attrName>
                                        </p:attrNameLst>
                                      </p:cBhvr>
                                      <p:tavLst>
                                        <p:tav tm="0">
                                          <p:val>
                                            <p:strVal val="#ppt_x"/>
                                          </p:val>
                                        </p:tav>
                                        <p:tav tm="100000">
                                          <p:val>
                                            <p:strVal val="#ppt_x"/>
                                          </p:val>
                                        </p:tav>
                                      </p:tavLst>
                                    </p:anim>
                                    <p:anim calcmode="lin" valueType="num">
                                      <p:cBhvr additive="base">
                                        <p:cTn id="90" dur="500" fill="hold"/>
                                        <p:tgtEl>
                                          <p:spTgt spid="11">
                                            <p:graphicEl>
                                              <a:dgm id="{D60FB705-B6EA-40C6-B225-68F8F2EA5CB4}"/>
                                            </p:graphicEl>
                                          </p:spTgt>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11">
                                            <p:graphicEl>
                                              <a:dgm id="{93D05673-8E09-4FF6-AC41-1DF4B521FD68}"/>
                                            </p:graphicEl>
                                          </p:spTgt>
                                        </p:tgtEl>
                                        <p:attrNameLst>
                                          <p:attrName>style.visibility</p:attrName>
                                        </p:attrNameLst>
                                      </p:cBhvr>
                                      <p:to>
                                        <p:strVal val="visible"/>
                                      </p:to>
                                    </p:set>
                                    <p:anim calcmode="lin" valueType="num">
                                      <p:cBhvr additive="base">
                                        <p:cTn id="93" dur="500" fill="hold"/>
                                        <p:tgtEl>
                                          <p:spTgt spid="11">
                                            <p:graphicEl>
                                              <a:dgm id="{93D05673-8E09-4FF6-AC41-1DF4B521FD68}"/>
                                            </p:graphicEl>
                                          </p:spTgt>
                                        </p:tgtEl>
                                        <p:attrNameLst>
                                          <p:attrName>ppt_x</p:attrName>
                                        </p:attrNameLst>
                                      </p:cBhvr>
                                      <p:tavLst>
                                        <p:tav tm="0">
                                          <p:val>
                                            <p:strVal val="#ppt_x"/>
                                          </p:val>
                                        </p:tav>
                                        <p:tav tm="100000">
                                          <p:val>
                                            <p:strVal val="#ppt_x"/>
                                          </p:val>
                                        </p:tav>
                                      </p:tavLst>
                                    </p:anim>
                                    <p:anim calcmode="lin" valueType="num">
                                      <p:cBhvr additive="base">
                                        <p:cTn id="94" dur="500" fill="hold"/>
                                        <p:tgtEl>
                                          <p:spTgt spid="11">
                                            <p:graphicEl>
                                              <a:dgm id="{93D05673-8E09-4FF6-AC41-1DF4B521FD68}"/>
                                            </p:graphicEl>
                                          </p:spTgt>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11">
                                            <p:graphicEl>
                                              <a:dgm id="{BBC4AF97-E8AA-4574-94FA-200CB32124A7}"/>
                                            </p:graphicEl>
                                          </p:spTgt>
                                        </p:tgtEl>
                                        <p:attrNameLst>
                                          <p:attrName>style.visibility</p:attrName>
                                        </p:attrNameLst>
                                      </p:cBhvr>
                                      <p:to>
                                        <p:strVal val="visible"/>
                                      </p:to>
                                    </p:set>
                                    <p:anim calcmode="lin" valueType="num">
                                      <p:cBhvr additive="base">
                                        <p:cTn id="97" dur="500" fill="hold"/>
                                        <p:tgtEl>
                                          <p:spTgt spid="11">
                                            <p:graphicEl>
                                              <a:dgm id="{BBC4AF97-E8AA-4574-94FA-200CB32124A7}"/>
                                            </p:graphicEl>
                                          </p:spTgt>
                                        </p:tgtEl>
                                        <p:attrNameLst>
                                          <p:attrName>ppt_x</p:attrName>
                                        </p:attrNameLst>
                                      </p:cBhvr>
                                      <p:tavLst>
                                        <p:tav tm="0">
                                          <p:val>
                                            <p:strVal val="#ppt_x"/>
                                          </p:val>
                                        </p:tav>
                                        <p:tav tm="100000">
                                          <p:val>
                                            <p:strVal val="#ppt_x"/>
                                          </p:val>
                                        </p:tav>
                                      </p:tavLst>
                                    </p:anim>
                                    <p:anim calcmode="lin" valueType="num">
                                      <p:cBhvr additive="base">
                                        <p:cTn id="98" dur="500" fill="hold"/>
                                        <p:tgtEl>
                                          <p:spTgt spid="11">
                                            <p:graphicEl>
                                              <a:dgm id="{BBC4AF97-E8AA-4574-94FA-200CB32124A7}"/>
                                            </p:graphicEl>
                                          </p:spTgt>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11">
                                            <p:graphicEl>
                                              <a:dgm id="{FB9112AC-BFA5-4FA1-BEB7-37B40D9CCBFC}"/>
                                            </p:graphicEl>
                                          </p:spTgt>
                                        </p:tgtEl>
                                        <p:attrNameLst>
                                          <p:attrName>style.visibility</p:attrName>
                                        </p:attrNameLst>
                                      </p:cBhvr>
                                      <p:to>
                                        <p:strVal val="visible"/>
                                      </p:to>
                                    </p:set>
                                    <p:anim calcmode="lin" valueType="num">
                                      <p:cBhvr additive="base">
                                        <p:cTn id="101" dur="500" fill="hold"/>
                                        <p:tgtEl>
                                          <p:spTgt spid="11">
                                            <p:graphicEl>
                                              <a:dgm id="{FB9112AC-BFA5-4FA1-BEB7-37B40D9CCBFC}"/>
                                            </p:graphicEl>
                                          </p:spTgt>
                                        </p:tgtEl>
                                        <p:attrNameLst>
                                          <p:attrName>ppt_x</p:attrName>
                                        </p:attrNameLst>
                                      </p:cBhvr>
                                      <p:tavLst>
                                        <p:tav tm="0">
                                          <p:val>
                                            <p:strVal val="#ppt_x"/>
                                          </p:val>
                                        </p:tav>
                                        <p:tav tm="100000">
                                          <p:val>
                                            <p:strVal val="#ppt_x"/>
                                          </p:val>
                                        </p:tav>
                                      </p:tavLst>
                                    </p:anim>
                                    <p:anim calcmode="lin" valueType="num">
                                      <p:cBhvr additive="base">
                                        <p:cTn id="102" dur="500" fill="hold"/>
                                        <p:tgtEl>
                                          <p:spTgt spid="11">
                                            <p:graphicEl>
                                              <a:dgm id="{FB9112AC-BFA5-4FA1-BEB7-37B40D9CCBFC}"/>
                                            </p:graphicEl>
                                          </p:spTgt>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11">
                                            <p:graphicEl>
                                              <a:dgm id="{989E6605-9232-48F1-BD6D-C962B3CD2689}"/>
                                            </p:graphicEl>
                                          </p:spTgt>
                                        </p:tgtEl>
                                        <p:attrNameLst>
                                          <p:attrName>style.visibility</p:attrName>
                                        </p:attrNameLst>
                                      </p:cBhvr>
                                      <p:to>
                                        <p:strVal val="visible"/>
                                      </p:to>
                                    </p:set>
                                    <p:anim calcmode="lin" valueType="num">
                                      <p:cBhvr additive="base">
                                        <p:cTn id="105" dur="500" fill="hold"/>
                                        <p:tgtEl>
                                          <p:spTgt spid="11">
                                            <p:graphicEl>
                                              <a:dgm id="{989E6605-9232-48F1-BD6D-C962B3CD2689}"/>
                                            </p:graphicEl>
                                          </p:spTgt>
                                        </p:tgtEl>
                                        <p:attrNameLst>
                                          <p:attrName>ppt_x</p:attrName>
                                        </p:attrNameLst>
                                      </p:cBhvr>
                                      <p:tavLst>
                                        <p:tav tm="0">
                                          <p:val>
                                            <p:strVal val="#ppt_x"/>
                                          </p:val>
                                        </p:tav>
                                        <p:tav tm="100000">
                                          <p:val>
                                            <p:strVal val="#ppt_x"/>
                                          </p:val>
                                        </p:tav>
                                      </p:tavLst>
                                    </p:anim>
                                    <p:anim calcmode="lin" valueType="num">
                                      <p:cBhvr additive="base">
                                        <p:cTn id="106" dur="500" fill="hold"/>
                                        <p:tgtEl>
                                          <p:spTgt spid="11">
                                            <p:graphicEl>
                                              <a:dgm id="{989E6605-9232-48F1-BD6D-C962B3CD2689}"/>
                                            </p:graphicEl>
                                          </p:spTgt>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11">
                                            <p:graphicEl>
                                              <a:dgm id="{47EF1C31-1910-4F70-9877-0DFFDA42B1E3}"/>
                                            </p:graphicEl>
                                          </p:spTgt>
                                        </p:tgtEl>
                                        <p:attrNameLst>
                                          <p:attrName>style.visibility</p:attrName>
                                        </p:attrNameLst>
                                      </p:cBhvr>
                                      <p:to>
                                        <p:strVal val="visible"/>
                                      </p:to>
                                    </p:set>
                                    <p:anim calcmode="lin" valueType="num">
                                      <p:cBhvr additive="base">
                                        <p:cTn id="109" dur="500" fill="hold"/>
                                        <p:tgtEl>
                                          <p:spTgt spid="11">
                                            <p:graphicEl>
                                              <a:dgm id="{47EF1C31-1910-4F70-9877-0DFFDA42B1E3}"/>
                                            </p:graphicEl>
                                          </p:spTgt>
                                        </p:tgtEl>
                                        <p:attrNameLst>
                                          <p:attrName>ppt_x</p:attrName>
                                        </p:attrNameLst>
                                      </p:cBhvr>
                                      <p:tavLst>
                                        <p:tav tm="0">
                                          <p:val>
                                            <p:strVal val="#ppt_x"/>
                                          </p:val>
                                        </p:tav>
                                        <p:tav tm="100000">
                                          <p:val>
                                            <p:strVal val="#ppt_x"/>
                                          </p:val>
                                        </p:tav>
                                      </p:tavLst>
                                    </p:anim>
                                    <p:anim calcmode="lin" valueType="num">
                                      <p:cBhvr additive="base">
                                        <p:cTn id="110" dur="500" fill="hold"/>
                                        <p:tgtEl>
                                          <p:spTgt spid="11">
                                            <p:graphicEl>
                                              <a:dgm id="{47EF1C31-1910-4F70-9877-0DFFDA42B1E3}"/>
                                            </p:graphicEl>
                                          </p:spTgt>
                                        </p:tgtEl>
                                        <p:attrNameLst>
                                          <p:attrName>ppt_y</p:attrName>
                                        </p:attrNameLst>
                                      </p:cBhvr>
                                      <p:tavLst>
                                        <p:tav tm="0">
                                          <p:val>
                                            <p:strVal val="1+#ppt_h/2"/>
                                          </p:val>
                                        </p:tav>
                                        <p:tav tm="100000">
                                          <p:val>
                                            <p:strVal val="#ppt_y"/>
                                          </p:val>
                                        </p:tav>
                                      </p:tavLst>
                                    </p:anim>
                                  </p:childTnLst>
                                </p:cTn>
                              </p:par>
                              <p:par>
                                <p:cTn id="111" presetID="2" presetClass="entr" presetSubtype="4" fill="hold" grpId="0" nodeType="withEffect">
                                  <p:stCondLst>
                                    <p:cond delay="0"/>
                                  </p:stCondLst>
                                  <p:childTnLst>
                                    <p:set>
                                      <p:cBhvr>
                                        <p:cTn id="112" dur="1" fill="hold">
                                          <p:stCondLst>
                                            <p:cond delay="0"/>
                                          </p:stCondLst>
                                        </p:cTn>
                                        <p:tgtEl>
                                          <p:spTgt spid="11">
                                            <p:graphicEl>
                                              <a:dgm id="{96BEDCD6-CC11-4AFA-8230-BB0D8194B173}"/>
                                            </p:graphicEl>
                                          </p:spTgt>
                                        </p:tgtEl>
                                        <p:attrNameLst>
                                          <p:attrName>style.visibility</p:attrName>
                                        </p:attrNameLst>
                                      </p:cBhvr>
                                      <p:to>
                                        <p:strVal val="visible"/>
                                      </p:to>
                                    </p:set>
                                    <p:anim calcmode="lin" valueType="num">
                                      <p:cBhvr additive="base">
                                        <p:cTn id="113" dur="500" fill="hold"/>
                                        <p:tgtEl>
                                          <p:spTgt spid="11">
                                            <p:graphicEl>
                                              <a:dgm id="{96BEDCD6-CC11-4AFA-8230-BB0D8194B173}"/>
                                            </p:graphicEl>
                                          </p:spTgt>
                                        </p:tgtEl>
                                        <p:attrNameLst>
                                          <p:attrName>ppt_x</p:attrName>
                                        </p:attrNameLst>
                                      </p:cBhvr>
                                      <p:tavLst>
                                        <p:tav tm="0">
                                          <p:val>
                                            <p:strVal val="#ppt_x"/>
                                          </p:val>
                                        </p:tav>
                                        <p:tav tm="100000">
                                          <p:val>
                                            <p:strVal val="#ppt_x"/>
                                          </p:val>
                                        </p:tav>
                                      </p:tavLst>
                                    </p:anim>
                                    <p:anim calcmode="lin" valueType="num">
                                      <p:cBhvr additive="base">
                                        <p:cTn id="114" dur="500" fill="hold"/>
                                        <p:tgtEl>
                                          <p:spTgt spid="11">
                                            <p:graphicEl>
                                              <a:dgm id="{96BEDCD6-CC11-4AFA-8230-BB0D8194B173}"/>
                                            </p:graphicEl>
                                          </p:spTgt>
                                        </p:tgtEl>
                                        <p:attrNameLst>
                                          <p:attrName>ppt_y</p:attrName>
                                        </p:attrNameLst>
                                      </p:cBhvr>
                                      <p:tavLst>
                                        <p:tav tm="0">
                                          <p:val>
                                            <p:strVal val="1+#ppt_h/2"/>
                                          </p:val>
                                        </p:tav>
                                        <p:tav tm="100000">
                                          <p:val>
                                            <p:strVal val="#ppt_y"/>
                                          </p:val>
                                        </p:tav>
                                      </p:tavLst>
                                    </p:anim>
                                  </p:childTnLst>
                                </p:cTn>
                              </p:par>
                              <p:par>
                                <p:cTn id="115" presetID="2" presetClass="entr" presetSubtype="4" fill="hold" grpId="0" nodeType="withEffect">
                                  <p:stCondLst>
                                    <p:cond delay="0"/>
                                  </p:stCondLst>
                                  <p:childTnLst>
                                    <p:set>
                                      <p:cBhvr>
                                        <p:cTn id="116" dur="1" fill="hold">
                                          <p:stCondLst>
                                            <p:cond delay="0"/>
                                          </p:stCondLst>
                                        </p:cTn>
                                        <p:tgtEl>
                                          <p:spTgt spid="11">
                                            <p:graphicEl>
                                              <a:dgm id="{5AF49CE9-CEBE-4A6B-BA2A-1BE9DE3C6D4B}"/>
                                            </p:graphicEl>
                                          </p:spTgt>
                                        </p:tgtEl>
                                        <p:attrNameLst>
                                          <p:attrName>style.visibility</p:attrName>
                                        </p:attrNameLst>
                                      </p:cBhvr>
                                      <p:to>
                                        <p:strVal val="visible"/>
                                      </p:to>
                                    </p:set>
                                    <p:anim calcmode="lin" valueType="num">
                                      <p:cBhvr additive="base">
                                        <p:cTn id="117" dur="500" fill="hold"/>
                                        <p:tgtEl>
                                          <p:spTgt spid="11">
                                            <p:graphicEl>
                                              <a:dgm id="{5AF49CE9-CEBE-4A6B-BA2A-1BE9DE3C6D4B}"/>
                                            </p:graphicEl>
                                          </p:spTgt>
                                        </p:tgtEl>
                                        <p:attrNameLst>
                                          <p:attrName>ppt_x</p:attrName>
                                        </p:attrNameLst>
                                      </p:cBhvr>
                                      <p:tavLst>
                                        <p:tav tm="0">
                                          <p:val>
                                            <p:strVal val="#ppt_x"/>
                                          </p:val>
                                        </p:tav>
                                        <p:tav tm="100000">
                                          <p:val>
                                            <p:strVal val="#ppt_x"/>
                                          </p:val>
                                        </p:tav>
                                      </p:tavLst>
                                    </p:anim>
                                    <p:anim calcmode="lin" valueType="num">
                                      <p:cBhvr additive="base">
                                        <p:cTn id="118" dur="500" fill="hold"/>
                                        <p:tgtEl>
                                          <p:spTgt spid="11">
                                            <p:graphicEl>
                                              <a:dgm id="{5AF49CE9-CEBE-4A6B-BA2A-1BE9DE3C6D4B}"/>
                                            </p:graphicEl>
                                          </p:spTgt>
                                        </p:tgtEl>
                                        <p:attrNameLst>
                                          <p:attrName>ppt_y</p:attrName>
                                        </p:attrNameLst>
                                      </p:cBhvr>
                                      <p:tavLst>
                                        <p:tav tm="0">
                                          <p:val>
                                            <p:strVal val="1+#ppt_h/2"/>
                                          </p:val>
                                        </p:tav>
                                        <p:tav tm="100000">
                                          <p:val>
                                            <p:strVal val="#ppt_y"/>
                                          </p:val>
                                        </p:tav>
                                      </p:tavLst>
                                    </p:anim>
                                  </p:childTnLst>
                                </p:cTn>
                              </p:par>
                              <p:par>
                                <p:cTn id="119" presetID="2" presetClass="entr" presetSubtype="4" fill="hold" grpId="0" nodeType="withEffect">
                                  <p:stCondLst>
                                    <p:cond delay="0"/>
                                  </p:stCondLst>
                                  <p:childTnLst>
                                    <p:set>
                                      <p:cBhvr>
                                        <p:cTn id="120" dur="1" fill="hold">
                                          <p:stCondLst>
                                            <p:cond delay="0"/>
                                          </p:stCondLst>
                                        </p:cTn>
                                        <p:tgtEl>
                                          <p:spTgt spid="11">
                                            <p:graphicEl>
                                              <a:dgm id="{70F7226E-E013-4A04-B7F3-0252FFC23AC9}"/>
                                            </p:graphicEl>
                                          </p:spTgt>
                                        </p:tgtEl>
                                        <p:attrNameLst>
                                          <p:attrName>style.visibility</p:attrName>
                                        </p:attrNameLst>
                                      </p:cBhvr>
                                      <p:to>
                                        <p:strVal val="visible"/>
                                      </p:to>
                                    </p:set>
                                    <p:anim calcmode="lin" valueType="num">
                                      <p:cBhvr additive="base">
                                        <p:cTn id="121" dur="500" fill="hold"/>
                                        <p:tgtEl>
                                          <p:spTgt spid="11">
                                            <p:graphicEl>
                                              <a:dgm id="{70F7226E-E013-4A04-B7F3-0252FFC23AC9}"/>
                                            </p:graphicEl>
                                          </p:spTgt>
                                        </p:tgtEl>
                                        <p:attrNameLst>
                                          <p:attrName>ppt_x</p:attrName>
                                        </p:attrNameLst>
                                      </p:cBhvr>
                                      <p:tavLst>
                                        <p:tav tm="0">
                                          <p:val>
                                            <p:strVal val="#ppt_x"/>
                                          </p:val>
                                        </p:tav>
                                        <p:tav tm="100000">
                                          <p:val>
                                            <p:strVal val="#ppt_x"/>
                                          </p:val>
                                        </p:tav>
                                      </p:tavLst>
                                    </p:anim>
                                    <p:anim calcmode="lin" valueType="num">
                                      <p:cBhvr additive="base">
                                        <p:cTn id="122" dur="500" fill="hold"/>
                                        <p:tgtEl>
                                          <p:spTgt spid="11">
                                            <p:graphicEl>
                                              <a:dgm id="{70F7226E-E013-4A04-B7F3-0252FFC23AC9}"/>
                                            </p:graphicEl>
                                          </p:spTgt>
                                        </p:tgtEl>
                                        <p:attrNameLst>
                                          <p:attrName>ppt_y</p:attrName>
                                        </p:attrNameLst>
                                      </p:cBhvr>
                                      <p:tavLst>
                                        <p:tav tm="0">
                                          <p:val>
                                            <p:strVal val="1+#ppt_h/2"/>
                                          </p:val>
                                        </p:tav>
                                        <p:tav tm="100000">
                                          <p:val>
                                            <p:strVal val="#ppt_y"/>
                                          </p:val>
                                        </p:tav>
                                      </p:tavLst>
                                    </p:anim>
                                  </p:childTnLst>
                                </p:cTn>
                              </p:par>
                              <p:par>
                                <p:cTn id="123" presetID="2" presetClass="entr" presetSubtype="4" fill="hold" grpId="0" nodeType="withEffect">
                                  <p:stCondLst>
                                    <p:cond delay="0"/>
                                  </p:stCondLst>
                                  <p:childTnLst>
                                    <p:set>
                                      <p:cBhvr>
                                        <p:cTn id="124" dur="1" fill="hold">
                                          <p:stCondLst>
                                            <p:cond delay="0"/>
                                          </p:stCondLst>
                                        </p:cTn>
                                        <p:tgtEl>
                                          <p:spTgt spid="11">
                                            <p:graphicEl>
                                              <a:dgm id="{3E4AC8E4-D157-415B-A7F5-4B377D269AF4}"/>
                                            </p:graphicEl>
                                          </p:spTgt>
                                        </p:tgtEl>
                                        <p:attrNameLst>
                                          <p:attrName>style.visibility</p:attrName>
                                        </p:attrNameLst>
                                      </p:cBhvr>
                                      <p:to>
                                        <p:strVal val="visible"/>
                                      </p:to>
                                    </p:set>
                                    <p:anim calcmode="lin" valueType="num">
                                      <p:cBhvr additive="base">
                                        <p:cTn id="125" dur="500" fill="hold"/>
                                        <p:tgtEl>
                                          <p:spTgt spid="11">
                                            <p:graphicEl>
                                              <a:dgm id="{3E4AC8E4-D157-415B-A7F5-4B377D269AF4}"/>
                                            </p:graphicEl>
                                          </p:spTgt>
                                        </p:tgtEl>
                                        <p:attrNameLst>
                                          <p:attrName>ppt_x</p:attrName>
                                        </p:attrNameLst>
                                      </p:cBhvr>
                                      <p:tavLst>
                                        <p:tav tm="0">
                                          <p:val>
                                            <p:strVal val="#ppt_x"/>
                                          </p:val>
                                        </p:tav>
                                        <p:tav tm="100000">
                                          <p:val>
                                            <p:strVal val="#ppt_x"/>
                                          </p:val>
                                        </p:tav>
                                      </p:tavLst>
                                    </p:anim>
                                    <p:anim calcmode="lin" valueType="num">
                                      <p:cBhvr additive="base">
                                        <p:cTn id="126" dur="500" fill="hold"/>
                                        <p:tgtEl>
                                          <p:spTgt spid="11">
                                            <p:graphicEl>
                                              <a:dgm id="{3E4AC8E4-D157-415B-A7F5-4B377D269AF4}"/>
                                            </p:graphicEl>
                                          </p:spTgt>
                                        </p:tgtEl>
                                        <p:attrNameLst>
                                          <p:attrName>ppt_y</p:attrName>
                                        </p:attrNameLst>
                                      </p:cBhvr>
                                      <p:tavLst>
                                        <p:tav tm="0">
                                          <p:val>
                                            <p:strVal val="1+#ppt_h/2"/>
                                          </p:val>
                                        </p:tav>
                                        <p:tav tm="100000">
                                          <p:val>
                                            <p:strVal val="#ppt_y"/>
                                          </p:val>
                                        </p:tav>
                                      </p:tavLst>
                                    </p:anim>
                                  </p:childTnLst>
                                </p:cTn>
                              </p:par>
                              <p:par>
                                <p:cTn id="127" presetID="2" presetClass="entr" presetSubtype="4" fill="hold" grpId="0" nodeType="withEffect">
                                  <p:stCondLst>
                                    <p:cond delay="0"/>
                                  </p:stCondLst>
                                  <p:childTnLst>
                                    <p:set>
                                      <p:cBhvr>
                                        <p:cTn id="128" dur="1" fill="hold">
                                          <p:stCondLst>
                                            <p:cond delay="0"/>
                                          </p:stCondLst>
                                        </p:cTn>
                                        <p:tgtEl>
                                          <p:spTgt spid="11">
                                            <p:graphicEl>
                                              <a:dgm id="{78AE9235-8634-4059-83D9-4F066531197E}"/>
                                            </p:graphicEl>
                                          </p:spTgt>
                                        </p:tgtEl>
                                        <p:attrNameLst>
                                          <p:attrName>style.visibility</p:attrName>
                                        </p:attrNameLst>
                                      </p:cBhvr>
                                      <p:to>
                                        <p:strVal val="visible"/>
                                      </p:to>
                                    </p:set>
                                    <p:anim calcmode="lin" valueType="num">
                                      <p:cBhvr additive="base">
                                        <p:cTn id="129" dur="500" fill="hold"/>
                                        <p:tgtEl>
                                          <p:spTgt spid="11">
                                            <p:graphicEl>
                                              <a:dgm id="{78AE9235-8634-4059-83D9-4F066531197E}"/>
                                            </p:graphicEl>
                                          </p:spTgt>
                                        </p:tgtEl>
                                        <p:attrNameLst>
                                          <p:attrName>ppt_x</p:attrName>
                                        </p:attrNameLst>
                                      </p:cBhvr>
                                      <p:tavLst>
                                        <p:tav tm="0">
                                          <p:val>
                                            <p:strVal val="#ppt_x"/>
                                          </p:val>
                                        </p:tav>
                                        <p:tav tm="100000">
                                          <p:val>
                                            <p:strVal val="#ppt_x"/>
                                          </p:val>
                                        </p:tav>
                                      </p:tavLst>
                                    </p:anim>
                                    <p:anim calcmode="lin" valueType="num">
                                      <p:cBhvr additive="base">
                                        <p:cTn id="130" dur="500" fill="hold"/>
                                        <p:tgtEl>
                                          <p:spTgt spid="11">
                                            <p:graphicEl>
                                              <a:dgm id="{78AE9235-8634-4059-83D9-4F066531197E}"/>
                                            </p:graphicEl>
                                          </p:spTgt>
                                        </p:tgtEl>
                                        <p:attrNameLst>
                                          <p:attrName>ppt_y</p:attrName>
                                        </p:attrNameLst>
                                      </p:cBhvr>
                                      <p:tavLst>
                                        <p:tav tm="0">
                                          <p:val>
                                            <p:strVal val="1+#ppt_h/2"/>
                                          </p:val>
                                        </p:tav>
                                        <p:tav tm="100000">
                                          <p:val>
                                            <p:strVal val="#ppt_y"/>
                                          </p:val>
                                        </p:tav>
                                      </p:tavLst>
                                    </p:anim>
                                  </p:childTnLst>
                                </p:cTn>
                              </p:par>
                              <p:par>
                                <p:cTn id="131" presetID="2" presetClass="entr" presetSubtype="4" fill="hold" grpId="0" nodeType="withEffect">
                                  <p:stCondLst>
                                    <p:cond delay="0"/>
                                  </p:stCondLst>
                                  <p:childTnLst>
                                    <p:set>
                                      <p:cBhvr>
                                        <p:cTn id="132" dur="1" fill="hold">
                                          <p:stCondLst>
                                            <p:cond delay="0"/>
                                          </p:stCondLst>
                                        </p:cTn>
                                        <p:tgtEl>
                                          <p:spTgt spid="11">
                                            <p:graphicEl>
                                              <a:dgm id="{590345E2-511D-4F0A-A481-5DD565F2E2FE}"/>
                                            </p:graphicEl>
                                          </p:spTgt>
                                        </p:tgtEl>
                                        <p:attrNameLst>
                                          <p:attrName>style.visibility</p:attrName>
                                        </p:attrNameLst>
                                      </p:cBhvr>
                                      <p:to>
                                        <p:strVal val="visible"/>
                                      </p:to>
                                    </p:set>
                                    <p:anim calcmode="lin" valueType="num">
                                      <p:cBhvr additive="base">
                                        <p:cTn id="133" dur="500" fill="hold"/>
                                        <p:tgtEl>
                                          <p:spTgt spid="11">
                                            <p:graphicEl>
                                              <a:dgm id="{590345E2-511D-4F0A-A481-5DD565F2E2FE}"/>
                                            </p:graphicEl>
                                          </p:spTgt>
                                        </p:tgtEl>
                                        <p:attrNameLst>
                                          <p:attrName>ppt_x</p:attrName>
                                        </p:attrNameLst>
                                      </p:cBhvr>
                                      <p:tavLst>
                                        <p:tav tm="0">
                                          <p:val>
                                            <p:strVal val="#ppt_x"/>
                                          </p:val>
                                        </p:tav>
                                        <p:tav tm="100000">
                                          <p:val>
                                            <p:strVal val="#ppt_x"/>
                                          </p:val>
                                        </p:tav>
                                      </p:tavLst>
                                    </p:anim>
                                    <p:anim calcmode="lin" valueType="num">
                                      <p:cBhvr additive="base">
                                        <p:cTn id="134" dur="500" fill="hold"/>
                                        <p:tgtEl>
                                          <p:spTgt spid="11">
                                            <p:graphicEl>
                                              <a:dgm id="{590345E2-511D-4F0A-A481-5DD565F2E2FE}"/>
                                            </p:graphicEl>
                                          </p:spTgt>
                                        </p:tgtEl>
                                        <p:attrNameLst>
                                          <p:attrName>ppt_y</p:attrName>
                                        </p:attrNameLst>
                                      </p:cBhvr>
                                      <p:tavLst>
                                        <p:tav tm="0">
                                          <p:val>
                                            <p:strVal val="1+#ppt_h/2"/>
                                          </p:val>
                                        </p:tav>
                                        <p:tav tm="100000">
                                          <p:val>
                                            <p:strVal val="#ppt_y"/>
                                          </p:val>
                                        </p:tav>
                                      </p:tavLst>
                                    </p:anim>
                                  </p:childTnLst>
                                </p:cTn>
                              </p:par>
                              <p:par>
                                <p:cTn id="135" presetID="2" presetClass="entr" presetSubtype="4" fill="hold" grpId="0" nodeType="withEffect">
                                  <p:stCondLst>
                                    <p:cond delay="0"/>
                                  </p:stCondLst>
                                  <p:childTnLst>
                                    <p:set>
                                      <p:cBhvr>
                                        <p:cTn id="136" dur="1" fill="hold">
                                          <p:stCondLst>
                                            <p:cond delay="0"/>
                                          </p:stCondLst>
                                        </p:cTn>
                                        <p:tgtEl>
                                          <p:spTgt spid="11">
                                            <p:graphicEl>
                                              <a:dgm id="{1A18249C-4C2B-46EF-A781-4EDAB15B5F0D}"/>
                                            </p:graphicEl>
                                          </p:spTgt>
                                        </p:tgtEl>
                                        <p:attrNameLst>
                                          <p:attrName>style.visibility</p:attrName>
                                        </p:attrNameLst>
                                      </p:cBhvr>
                                      <p:to>
                                        <p:strVal val="visible"/>
                                      </p:to>
                                    </p:set>
                                    <p:anim calcmode="lin" valueType="num">
                                      <p:cBhvr additive="base">
                                        <p:cTn id="137" dur="500" fill="hold"/>
                                        <p:tgtEl>
                                          <p:spTgt spid="11">
                                            <p:graphicEl>
                                              <a:dgm id="{1A18249C-4C2B-46EF-A781-4EDAB15B5F0D}"/>
                                            </p:graphicEl>
                                          </p:spTgt>
                                        </p:tgtEl>
                                        <p:attrNameLst>
                                          <p:attrName>ppt_x</p:attrName>
                                        </p:attrNameLst>
                                      </p:cBhvr>
                                      <p:tavLst>
                                        <p:tav tm="0">
                                          <p:val>
                                            <p:strVal val="#ppt_x"/>
                                          </p:val>
                                        </p:tav>
                                        <p:tav tm="100000">
                                          <p:val>
                                            <p:strVal val="#ppt_x"/>
                                          </p:val>
                                        </p:tav>
                                      </p:tavLst>
                                    </p:anim>
                                    <p:anim calcmode="lin" valueType="num">
                                      <p:cBhvr additive="base">
                                        <p:cTn id="138" dur="500" fill="hold"/>
                                        <p:tgtEl>
                                          <p:spTgt spid="11">
                                            <p:graphicEl>
                                              <a:dgm id="{1A18249C-4C2B-46EF-A781-4EDAB15B5F0D}"/>
                                            </p:graphicEl>
                                          </p:spTgt>
                                        </p:tgtEl>
                                        <p:attrNameLst>
                                          <p:attrName>ppt_y</p:attrName>
                                        </p:attrNameLst>
                                      </p:cBhvr>
                                      <p:tavLst>
                                        <p:tav tm="0">
                                          <p:val>
                                            <p:strVal val="1+#ppt_h/2"/>
                                          </p:val>
                                        </p:tav>
                                        <p:tav tm="100000">
                                          <p:val>
                                            <p:strVal val="#ppt_y"/>
                                          </p:val>
                                        </p:tav>
                                      </p:tavLst>
                                    </p:anim>
                                  </p:childTnLst>
                                </p:cTn>
                              </p:par>
                              <p:par>
                                <p:cTn id="139" presetID="2" presetClass="entr" presetSubtype="4" fill="hold" grpId="0" nodeType="withEffect">
                                  <p:stCondLst>
                                    <p:cond delay="0"/>
                                  </p:stCondLst>
                                  <p:childTnLst>
                                    <p:set>
                                      <p:cBhvr>
                                        <p:cTn id="140" dur="1" fill="hold">
                                          <p:stCondLst>
                                            <p:cond delay="0"/>
                                          </p:stCondLst>
                                        </p:cTn>
                                        <p:tgtEl>
                                          <p:spTgt spid="11">
                                            <p:graphicEl>
                                              <a:dgm id="{0EBBB59F-0C87-4541-AA1C-F5A73B85789F}"/>
                                            </p:graphicEl>
                                          </p:spTgt>
                                        </p:tgtEl>
                                        <p:attrNameLst>
                                          <p:attrName>style.visibility</p:attrName>
                                        </p:attrNameLst>
                                      </p:cBhvr>
                                      <p:to>
                                        <p:strVal val="visible"/>
                                      </p:to>
                                    </p:set>
                                    <p:anim calcmode="lin" valueType="num">
                                      <p:cBhvr additive="base">
                                        <p:cTn id="141" dur="500" fill="hold"/>
                                        <p:tgtEl>
                                          <p:spTgt spid="11">
                                            <p:graphicEl>
                                              <a:dgm id="{0EBBB59F-0C87-4541-AA1C-F5A73B85789F}"/>
                                            </p:graphicEl>
                                          </p:spTgt>
                                        </p:tgtEl>
                                        <p:attrNameLst>
                                          <p:attrName>ppt_x</p:attrName>
                                        </p:attrNameLst>
                                      </p:cBhvr>
                                      <p:tavLst>
                                        <p:tav tm="0">
                                          <p:val>
                                            <p:strVal val="#ppt_x"/>
                                          </p:val>
                                        </p:tav>
                                        <p:tav tm="100000">
                                          <p:val>
                                            <p:strVal val="#ppt_x"/>
                                          </p:val>
                                        </p:tav>
                                      </p:tavLst>
                                    </p:anim>
                                    <p:anim calcmode="lin" valueType="num">
                                      <p:cBhvr additive="base">
                                        <p:cTn id="142" dur="500" fill="hold"/>
                                        <p:tgtEl>
                                          <p:spTgt spid="11">
                                            <p:graphicEl>
                                              <a:dgm id="{0EBBB59F-0C87-4541-AA1C-F5A73B85789F}"/>
                                            </p:graphicEl>
                                          </p:spTgt>
                                        </p:tgtEl>
                                        <p:attrNameLst>
                                          <p:attrName>ppt_y</p:attrName>
                                        </p:attrNameLst>
                                      </p:cBhvr>
                                      <p:tavLst>
                                        <p:tav tm="0">
                                          <p:val>
                                            <p:strVal val="1+#ppt_h/2"/>
                                          </p:val>
                                        </p:tav>
                                        <p:tav tm="100000">
                                          <p:val>
                                            <p:strVal val="#ppt_y"/>
                                          </p:val>
                                        </p:tav>
                                      </p:tavLst>
                                    </p:anim>
                                  </p:childTnLst>
                                </p:cTn>
                              </p:par>
                              <p:par>
                                <p:cTn id="143" presetID="2" presetClass="entr" presetSubtype="4" fill="hold" grpId="0" nodeType="withEffect">
                                  <p:stCondLst>
                                    <p:cond delay="0"/>
                                  </p:stCondLst>
                                  <p:childTnLst>
                                    <p:set>
                                      <p:cBhvr>
                                        <p:cTn id="144" dur="1" fill="hold">
                                          <p:stCondLst>
                                            <p:cond delay="0"/>
                                          </p:stCondLst>
                                        </p:cTn>
                                        <p:tgtEl>
                                          <p:spTgt spid="11">
                                            <p:graphicEl>
                                              <a:dgm id="{D0759C92-C68C-4D58-A09E-A84396911A14}"/>
                                            </p:graphicEl>
                                          </p:spTgt>
                                        </p:tgtEl>
                                        <p:attrNameLst>
                                          <p:attrName>style.visibility</p:attrName>
                                        </p:attrNameLst>
                                      </p:cBhvr>
                                      <p:to>
                                        <p:strVal val="visible"/>
                                      </p:to>
                                    </p:set>
                                    <p:anim calcmode="lin" valueType="num">
                                      <p:cBhvr additive="base">
                                        <p:cTn id="145" dur="500" fill="hold"/>
                                        <p:tgtEl>
                                          <p:spTgt spid="11">
                                            <p:graphicEl>
                                              <a:dgm id="{D0759C92-C68C-4D58-A09E-A84396911A14}"/>
                                            </p:graphicEl>
                                          </p:spTgt>
                                        </p:tgtEl>
                                        <p:attrNameLst>
                                          <p:attrName>ppt_x</p:attrName>
                                        </p:attrNameLst>
                                      </p:cBhvr>
                                      <p:tavLst>
                                        <p:tav tm="0">
                                          <p:val>
                                            <p:strVal val="#ppt_x"/>
                                          </p:val>
                                        </p:tav>
                                        <p:tav tm="100000">
                                          <p:val>
                                            <p:strVal val="#ppt_x"/>
                                          </p:val>
                                        </p:tav>
                                      </p:tavLst>
                                    </p:anim>
                                    <p:anim calcmode="lin" valueType="num">
                                      <p:cBhvr additive="base">
                                        <p:cTn id="146" dur="500" fill="hold"/>
                                        <p:tgtEl>
                                          <p:spTgt spid="11">
                                            <p:graphicEl>
                                              <a:dgm id="{D0759C92-C68C-4D58-A09E-A84396911A14}"/>
                                            </p:graphicEl>
                                          </p:spTgt>
                                        </p:tgtEl>
                                        <p:attrNameLst>
                                          <p:attrName>ppt_y</p:attrName>
                                        </p:attrNameLst>
                                      </p:cBhvr>
                                      <p:tavLst>
                                        <p:tav tm="0">
                                          <p:val>
                                            <p:strVal val="1+#ppt_h/2"/>
                                          </p:val>
                                        </p:tav>
                                        <p:tav tm="100000">
                                          <p:val>
                                            <p:strVal val="#ppt_y"/>
                                          </p:val>
                                        </p:tav>
                                      </p:tavLst>
                                    </p:anim>
                                  </p:childTnLst>
                                </p:cTn>
                              </p:par>
                              <p:par>
                                <p:cTn id="147" presetID="2" presetClass="entr" presetSubtype="4" fill="hold" grpId="0" nodeType="withEffect">
                                  <p:stCondLst>
                                    <p:cond delay="0"/>
                                  </p:stCondLst>
                                  <p:childTnLst>
                                    <p:set>
                                      <p:cBhvr>
                                        <p:cTn id="148" dur="1" fill="hold">
                                          <p:stCondLst>
                                            <p:cond delay="0"/>
                                          </p:stCondLst>
                                        </p:cTn>
                                        <p:tgtEl>
                                          <p:spTgt spid="11">
                                            <p:graphicEl>
                                              <a:dgm id="{EABC3036-9DB0-419C-83C5-EECADBA2D16C}"/>
                                            </p:graphicEl>
                                          </p:spTgt>
                                        </p:tgtEl>
                                        <p:attrNameLst>
                                          <p:attrName>style.visibility</p:attrName>
                                        </p:attrNameLst>
                                      </p:cBhvr>
                                      <p:to>
                                        <p:strVal val="visible"/>
                                      </p:to>
                                    </p:set>
                                    <p:anim calcmode="lin" valueType="num">
                                      <p:cBhvr additive="base">
                                        <p:cTn id="149" dur="500" fill="hold"/>
                                        <p:tgtEl>
                                          <p:spTgt spid="11">
                                            <p:graphicEl>
                                              <a:dgm id="{EABC3036-9DB0-419C-83C5-EECADBA2D16C}"/>
                                            </p:graphicEl>
                                          </p:spTgt>
                                        </p:tgtEl>
                                        <p:attrNameLst>
                                          <p:attrName>ppt_x</p:attrName>
                                        </p:attrNameLst>
                                      </p:cBhvr>
                                      <p:tavLst>
                                        <p:tav tm="0">
                                          <p:val>
                                            <p:strVal val="#ppt_x"/>
                                          </p:val>
                                        </p:tav>
                                        <p:tav tm="100000">
                                          <p:val>
                                            <p:strVal val="#ppt_x"/>
                                          </p:val>
                                        </p:tav>
                                      </p:tavLst>
                                    </p:anim>
                                    <p:anim calcmode="lin" valueType="num">
                                      <p:cBhvr additive="base">
                                        <p:cTn id="150" dur="500" fill="hold"/>
                                        <p:tgtEl>
                                          <p:spTgt spid="11">
                                            <p:graphicEl>
                                              <a:dgm id="{EABC3036-9DB0-419C-83C5-EECADBA2D16C}"/>
                                            </p:graphicEl>
                                          </p:spTgt>
                                        </p:tgtEl>
                                        <p:attrNameLst>
                                          <p:attrName>ppt_y</p:attrName>
                                        </p:attrNameLst>
                                      </p:cBhvr>
                                      <p:tavLst>
                                        <p:tav tm="0">
                                          <p:val>
                                            <p:strVal val="1+#ppt_h/2"/>
                                          </p:val>
                                        </p:tav>
                                        <p:tav tm="100000">
                                          <p:val>
                                            <p:strVal val="#ppt_y"/>
                                          </p:val>
                                        </p:tav>
                                      </p:tavLst>
                                    </p:anim>
                                  </p:childTnLst>
                                </p:cTn>
                              </p:par>
                              <p:par>
                                <p:cTn id="151" presetID="2" presetClass="entr" presetSubtype="4" fill="hold" grpId="0" nodeType="withEffect">
                                  <p:stCondLst>
                                    <p:cond delay="0"/>
                                  </p:stCondLst>
                                  <p:childTnLst>
                                    <p:set>
                                      <p:cBhvr>
                                        <p:cTn id="152" dur="1" fill="hold">
                                          <p:stCondLst>
                                            <p:cond delay="0"/>
                                          </p:stCondLst>
                                        </p:cTn>
                                        <p:tgtEl>
                                          <p:spTgt spid="11">
                                            <p:graphicEl>
                                              <a:dgm id="{F2DA5862-D451-4D10-A612-D693C36E05F6}"/>
                                            </p:graphicEl>
                                          </p:spTgt>
                                        </p:tgtEl>
                                        <p:attrNameLst>
                                          <p:attrName>style.visibility</p:attrName>
                                        </p:attrNameLst>
                                      </p:cBhvr>
                                      <p:to>
                                        <p:strVal val="visible"/>
                                      </p:to>
                                    </p:set>
                                    <p:anim calcmode="lin" valueType="num">
                                      <p:cBhvr additive="base">
                                        <p:cTn id="153" dur="500" fill="hold"/>
                                        <p:tgtEl>
                                          <p:spTgt spid="11">
                                            <p:graphicEl>
                                              <a:dgm id="{F2DA5862-D451-4D10-A612-D693C36E05F6}"/>
                                            </p:graphicEl>
                                          </p:spTgt>
                                        </p:tgtEl>
                                        <p:attrNameLst>
                                          <p:attrName>ppt_x</p:attrName>
                                        </p:attrNameLst>
                                      </p:cBhvr>
                                      <p:tavLst>
                                        <p:tav tm="0">
                                          <p:val>
                                            <p:strVal val="#ppt_x"/>
                                          </p:val>
                                        </p:tav>
                                        <p:tav tm="100000">
                                          <p:val>
                                            <p:strVal val="#ppt_x"/>
                                          </p:val>
                                        </p:tav>
                                      </p:tavLst>
                                    </p:anim>
                                    <p:anim calcmode="lin" valueType="num">
                                      <p:cBhvr additive="base">
                                        <p:cTn id="154" dur="500" fill="hold"/>
                                        <p:tgtEl>
                                          <p:spTgt spid="11">
                                            <p:graphicEl>
                                              <a:dgm id="{F2DA5862-D451-4D10-A612-D693C36E05F6}"/>
                                            </p:graphicEl>
                                          </p:spTgt>
                                        </p:tgtEl>
                                        <p:attrNameLst>
                                          <p:attrName>ppt_y</p:attrName>
                                        </p:attrNameLst>
                                      </p:cBhvr>
                                      <p:tavLst>
                                        <p:tav tm="0">
                                          <p:val>
                                            <p:strVal val="1+#ppt_h/2"/>
                                          </p:val>
                                        </p:tav>
                                        <p:tav tm="100000">
                                          <p:val>
                                            <p:strVal val="#ppt_y"/>
                                          </p:val>
                                        </p:tav>
                                      </p:tavLst>
                                    </p:anim>
                                  </p:childTnLst>
                                </p:cTn>
                              </p:par>
                              <p:par>
                                <p:cTn id="155" presetID="2" presetClass="entr" presetSubtype="4" fill="hold" grpId="0" nodeType="withEffect">
                                  <p:stCondLst>
                                    <p:cond delay="0"/>
                                  </p:stCondLst>
                                  <p:childTnLst>
                                    <p:set>
                                      <p:cBhvr>
                                        <p:cTn id="156" dur="1" fill="hold">
                                          <p:stCondLst>
                                            <p:cond delay="0"/>
                                          </p:stCondLst>
                                        </p:cTn>
                                        <p:tgtEl>
                                          <p:spTgt spid="11">
                                            <p:graphicEl>
                                              <a:dgm id="{11D42EDB-B7C8-43F8-8E48-8A4402A87922}"/>
                                            </p:graphicEl>
                                          </p:spTgt>
                                        </p:tgtEl>
                                        <p:attrNameLst>
                                          <p:attrName>style.visibility</p:attrName>
                                        </p:attrNameLst>
                                      </p:cBhvr>
                                      <p:to>
                                        <p:strVal val="visible"/>
                                      </p:to>
                                    </p:set>
                                    <p:anim calcmode="lin" valueType="num">
                                      <p:cBhvr additive="base">
                                        <p:cTn id="157" dur="500" fill="hold"/>
                                        <p:tgtEl>
                                          <p:spTgt spid="11">
                                            <p:graphicEl>
                                              <a:dgm id="{11D42EDB-B7C8-43F8-8E48-8A4402A87922}"/>
                                            </p:graphicEl>
                                          </p:spTgt>
                                        </p:tgtEl>
                                        <p:attrNameLst>
                                          <p:attrName>ppt_x</p:attrName>
                                        </p:attrNameLst>
                                      </p:cBhvr>
                                      <p:tavLst>
                                        <p:tav tm="0">
                                          <p:val>
                                            <p:strVal val="#ppt_x"/>
                                          </p:val>
                                        </p:tav>
                                        <p:tav tm="100000">
                                          <p:val>
                                            <p:strVal val="#ppt_x"/>
                                          </p:val>
                                        </p:tav>
                                      </p:tavLst>
                                    </p:anim>
                                    <p:anim calcmode="lin" valueType="num">
                                      <p:cBhvr additive="base">
                                        <p:cTn id="158" dur="500" fill="hold"/>
                                        <p:tgtEl>
                                          <p:spTgt spid="11">
                                            <p:graphicEl>
                                              <a:dgm id="{11D42EDB-B7C8-43F8-8E48-8A4402A87922}"/>
                                            </p:graphicEl>
                                          </p:spTgt>
                                        </p:tgtEl>
                                        <p:attrNameLst>
                                          <p:attrName>ppt_y</p:attrName>
                                        </p:attrNameLst>
                                      </p:cBhvr>
                                      <p:tavLst>
                                        <p:tav tm="0">
                                          <p:val>
                                            <p:strVal val="1+#ppt_h/2"/>
                                          </p:val>
                                        </p:tav>
                                        <p:tav tm="100000">
                                          <p:val>
                                            <p:strVal val="#ppt_y"/>
                                          </p:val>
                                        </p:tav>
                                      </p:tavLst>
                                    </p:anim>
                                  </p:childTnLst>
                                </p:cTn>
                              </p:par>
                              <p:par>
                                <p:cTn id="159" presetID="2" presetClass="entr" presetSubtype="4" fill="hold" grpId="0" nodeType="withEffect">
                                  <p:stCondLst>
                                    <p:cond delay="0"/>
                                  </p:stCondLst>
                                  <p:childTnLst>
                                    <p:set>
                                      <p:cBhvr>
                                        <p:cTn id="160" dur="1" fill="hold">
                                          <p:stCondLst>
                                            <p:cond delay="0"/>
                                          </p:stCondLst>
                                        </p:cTn>
                                        <p:tgtEl>
                                          <p:spTgt spid="11">
                                            <p:graphicEl>
                                              <a:dgm id="{53E51ECC-9A32-4F5F-9727-6E09578585FC}"/>
                                            </p:graphicEl>
                                          </p:spTgt>
                                        </p:tgtEl>
                                        <p:attrNameLst>
                                          <p:attrName>style.visibility</p:attrName>
                                        </p:attrNameLst>
                                      </p:cBhvr>
                                      <p:to>
                                        <p:strVal val="visible"/>
                                      </p:to>
                                    </p:set>
                                    <p:anim calcmode="lin" valueType="num">
                                      <p:cBhvr additive="base">
                                        <p:cTn id="161" dur="500" fill="hold"/>
                                        <p:tgtEl>
                                          <p:spTgt spid="11">
                                            <p:graphicEl>
                                              <a:dgm id="{53E51ECC-9A32-4F5F-9727-6E09578585FC}"/>
                                            </p:graphicEl>
                                          </p:spTgt>
                                        </p:tgtEl>
                                        <p:attrNameLst>
                                          <p:attrName>ppt_x</p:attrName>
                                        </p:attrNameLst>
                                      </p:cBhvr>
                                      <p:tavLst>
                                        <p:tav tm="0">
                                          <p:val>
                                            <p:strVal val="#ppt_x"/>
                                          </p:val>
                                        </p:tav>
                                        <p:tav tm="100000">
                                          <p:val>
                                            <p:strVal val="#ppt_x"/>
                                          </p:val>
                                        </p:tav>
                                      </p:tavLst>
                                    </p:anim>
                                    <p:anim calcmode="lin" valueType="num">
                                      <p:cBhvr additive="base">
                                        <p:cTn id="162" dur="500" fill="hold"/>
                                        <p:tgtEl>
                                          <p:spTgt spid="11">
                                            <p:graphicEl>
                                              <a:dgm id="{53E51ECC-9A32-4F5F-9727-6E09578585FC}"/>
                                            </p:graphicEl>
                                          </p:spTgt>
                                        </p:tgtEl>
                                        <p:attrNameLst>
                                          <p:attrName>ppt_y</p:attrName>
                                        </p:attrNameLst>
                                      </p:cBhvr>
                                      <p:tavLst>
                                        <p:tav tm="0">
                                          <p:val>
                                            <p:strVal val="1+#ppt_h/2"/>
                                          </p:val>
                                        </p:tav>
                                        <p:tav tm="100000">
                                          <p:val>
                                            <p:strVal val="#ppt_y"/>
                                          </p:val>
                                        </p:tav>
                                      </p:tavLst>
                                    </p:anim>
                                  </p:childTnLst>
                                </p:cTn>
                              </p:par>
                              <p:par>
                                <p:cTn id="163" presetID="2" presetClass="entr" presetSubtype="4" fill="hold" grpId="0" nodeType="withEffect">
                                  <p:stCondLst>
                                    <p:cond delay="0"/>
                                  </p:stCondLst>
                                  <p:childTnLst>
                                    <p:set>
                                      <p:cBhvr>
                                        <p:cTn id="164" dur="1" fill="hold">
                                          <p:stCondLst>
                                            <p:cond delay="0"/>
                                          </p:stCondLst>
                                        </p:cTn>
                                        <p:tgtEl>
                                          <p:spTgt spid="11">
                                            <p:graphicEl>
                                              <a:dgm id="{B489241B-2B23-4774-84C8-899DE8B3A0EC}"/>
                                            </p:graphicEl>
                                          </p:spTgt>
                                        </p:tgtEl>
                                        <p:attrNameLst>
                                          <p:attrName>style.visibility</p:attrName>
                                        </p:attrNameLst>
                                      </p:cBhvr>
                                      <p:to>
                                        <p:strVal val="visible"/>
                                      </p:to>
                                    </p:set>
                                    <p:anim calcmode="lin" valueType="num">
                                      <p:cBhvr additive="base">
                                        <p:cTn id="165" dur="500" fill="hold"/>
                                        <p:tgtEl>
                                          <p:spTgt spid="11">
                                            <p:graphicEl>
                                              <a:dgm id="{B489241B-2B23-4774-84C8-899DE8B3A0EC}"/>
                                            </p:graphicEl>
                                          </p:spTgt>
                                        </p:tgtEl>
                                        <p:attrNameLst>
                                          <p:attrName>ppt_x</p:attrName>
                                        </p:attrNameLst>
                                      </p:cBhvr>
                                      <p:tavLst>
                                        <p:tav tm="0">
                                          <p:val>
                                            <p:strVal val="#ppt_x"/>
                                          </p:val>
                                        </p:tav>
                                        <p:tav tm="100000">
                                          <p:val>
                                            <p:strVal val="#ppt_x"/>
                                          </p:val>
                                        </p:tav>
                                      </p:tavLst>
                                    </p:anim>
                                    <p:anim calcmode="lin" valueType="num">
                                      <p:cBhvr additive="base">
                                        <p:cTn id="166" dur="500" fill="hold"/>
                                        <p:tgtEl>
                                          <p:spTgt spid="11">
                                            <p:graphicEl>
                                              <a:dgm id="{B489241B-2B23-4774-84C8-899DE8B3A0EC}"/>
                                            </p:graphicEl>
                                          </p:spTgt>
                                        </p:tgtEl>
                                        <p:attrNameLst>
                                          <p:attrName>ppt_y</p:attrName>
                                        </p:attrNameLst>
                                      </p:cBhvr>
                                      <p:tavLst>
                                        <p:tav tm="0">
                                          <p:val>
                                            <p:strVal val="1+#ppt_h/2"/>
                                          </p:val>
                                        </p:tav>
                                        <p:tav tm="100000">
                                          <p:val>
                                            <p:strVal val="#ppt_y"/>
                                          </p:val>
                                        </p:tav>
                                      </p:tavLst>
                                    </p:anim>
                                  </p:childTnLst>
                                </p:cTn>
                              </p:par>
                              <p:par>
                                <p:cTn id="167" presetID="2" presetClass="entr" presetSubtype="4" fill="hold" grpId="0" nodeType="withEffect">
                                  <p:stCondLst>
                                    <p:cond delay="0"/>
                                  </p:stCondLst>
                                  <p:childTnLst>
                                    <p:set>
                                      <p:cBhvr>
                                        <p:cTn id="168" dur="1" fill="hold">
                                          <p:stCondLst>
                                            <p:cond delay="0"/>
                                          </p:stCondLst>
                                        </p:cTn>
                                        <p:tgtEl>
                                          <p:spTgt spid="11">
                                            <p:graphicEl>
                                              <a:dgm id="{19A835E9-042F-44DC-9004-F3AD49354681}"/>
                                            </p:graphicEl>
                                          </p:spTgt>
                                        </p:tgtEl>
                                        <p:attrNameLst>
                                          <p:attrName>style.visibility</p:attrName>
                                        </p:attrNameLst>
                                      </p:cBhvr>
                                      <p:to>
                                        <p:strVal val="visible"/>
                                      </p:to>
                                    </p:set>
                                    <p:anim calcmode="lin" valueType="num">
                                      <p:cBhvr additive="base">
                                        <p:cTn id="169" dur="500" fill="hold"/>
                                        <p:tgtEl>
                                          <p:spTgt spid="11">
                                            <p:graphicEl>
                                              <a:dgm id="{19A835E9-042F-44DC-9004-F3AD49354681}"/>
                                            </p:graphicEl>
                                          </p:spTgt>
                                        </p:tgtEl>
                                        <p:attrNameLst>
                                          <p:attrName>ppt_x</p:attrName>
                                        </p:attrNameLst>
                                      </p:cBhvr>
                                      <p:tavLst>
                                        <p:tav tm="0">
                                          <p:val>
                                            <p:strVal val="#ppt_x"/>
                                          </p:val>
                                        </p:tav>
                                        <p:tav tm="100000">
                                          <p:val>
                                            <p:strVal val="#ppt_x"/>
                                          </p:val>
                                        </p:tav>
                                      </p:tavLst>
                                    </p:anim>
                                    <p:anim calcmode="lin" valueType="num">
                                      <p:cBhvr additive="base">
                                        <p:cTn id="170" dur="500" fill="hold"/>
                                        <p:tgtEl>
                                          <p:spTgt spid="11">
                                            <p:graphicEl>
                                              <a:dgm id="{19A835E9-042F-44DC-9004-F3AD49354681}"/>
                                            </p:graphicEl>
                                          </p:spTgt>
                                        </p:tgtEl>
                                        <p:attrNameLst>
                                          <p:attrName>ppt_y</p:attrName>
                                        </p:attrNameLst>
                                      </p:cBhvr>
                                      <p:tavLst>
                                        <p:tav tm="0">
                                          <p:val>
                                            <p:strVal val="1+#ppt_h/2"/>
                                          </p:val>
                                        </p:tav>
                                        <p:tav tm="100000">
                                          <p:val>
                                            <p:strVal val="#ppt_y"/>
                                          </p:val>
                                        </p:tav>
                                      </p:tavLst>
                                    </p:anim>
                                  </p:childTnLst>
                                </p:cTn>
                              </p:par>
                              <p:par>
                                <p:cTn id="171" presetID="2" presetClass="entr" presetSubtype="4" fill="hold" grpId="0" nodeType="withEffect">
                                  <p:stCondLst>
                                    <p:cond delay="0"/>
                                  </p:stCondLst>
                                  <p:childTnLst>
                                    <p:set>
                                      <p:cBhvr>
                                        <p:cTn id="172" dur="1" fill="hold">
                                          <p:stCondLst>
                                            <p:cond delay="0"/>
                                          </p:stCondLst>
                                        </p:cTn>
                                        <p:tgtEl>
                                          <p:spTgt spid="11">
                                            <p:graphicEl>
                                              <a:dgm id="{C57BD374-4A23-4FE1-9C10-4A3763157BD2}"/>
                                            </p:graphicEl>
                                          </p:spTgt>
                                        </p:tgtEl>
                                        <p:attrNameLst>
                                          <p:attrName>style.visibility</p:attrName>
                                        </p:attrNameLst>
                                      </p:cBhvr>
                                      <p:to>
                                        <p:strVal val="visible"/>
                                      </p:to>
                                    </p:set>
                                    <p:anim calcmode="lin" valueType="num">
                                      <p:cBhvr additive="base">
                                        <p:cTn id="173" dur="500" fill="hold"/>
                                        <p:tgtEl>
                                          <p:spTgt spid="11">
                                            <p:graphicEl>
                                              <a:dgm id="{C57BD374-4A23-4FE1-9C10-4A3763157BD2}"/>
                                            </p:graphicEl>
                                          </p:spTgt>
                                        </p:tgtEl>
                                        <p:attrNameLst>
                                          <p:attrName>ppt_x</p:attrName>
                                        </p:attrNameLst>
                                      </p:cBhvr>
                                      <p:tavLst>
                                        <p:tav tm="0">
                                          <p:val>
                                            <p:strVal val="#ppt_x"/>
                                          </p:val>
                                        </p:tav>
                                        <p:tav tm="100000">
                                          <p:val>
                                            <p:strVal val="#ppt_x"/>
                                          </p:val>
                                        </p:tav>
                                      </p:tavLst>
                                    </p:anim>
                                    <p:anim calcmode="lin" valueType="num">
                                      <p:cBhvr additive="base">
                                        <p:cTn id="174" dur="500" fill="hold"/>
                                        <p:tgtEl>
                                          <p:spTgt spid="11">
                                            <p:graphicEl>
                                              <a:dgm id="{C57BD374-4A23-4FE1-9C10-4A3763157BD2}"/>
                                            </p:graphicEl>
                                          </p:spTgt>
                                        </p:tgtEl>
                                        <p:attrNameLst>
                                          <p:attrName>ppt_y</p:attrName>
                                        </p:attrNameLst>
                                      </p:cBhvr>
                                      <p:tavLst>
                                        <p:tav tm="0">
                                          <p:val>
                                            <p:strVal val="1+#ppt_h/2"/>
                                          </p:val>
                                        </p:tav>
                                        <p:tav tm="100000">
                                          <p:val>
                                            <p:strVal val="#ppt_y"/>
                                          </p:val>
                                        </p:tav>
                                      </p:tavLst>
                                    </p:anim>
                                  </p:childTnLst>
                                </p:cTn>
                              </p:par>
                              <p:par>
                                <p:cTn id="175" presetID="2" presetClass="entr" presetSubtype="4" fill="hold" grpId="0" nodeType="withEffect">
                                  <p:stCondLst>
                                    <p:cond delay="0"/>
                                  </p:stCondLst>
                                  <p:childTnLst>
                                    <p:set>
                                      <p:cBhvr>
                                        <p:cTn id="176" dur="1" fill="hold">
                                          <p:stCondLst>
                                            <p:cond delay="0"/>
                                          </p:stCondLst>
                                        </p:cTn>
                                        <p:tgtEl>
                                          <p:spTgt spid="11">
                                            <p:graphicEl>
                                              <a:dgm id="{5D38B50F-9FDC-45F4-8D0A-86A450779714}"/>
                                            </p:graphicEl>
                                          </p:spTgt>
                                        </p:tgtEl>
                                        <p:attrNameLst>
                                          <p:attrName>style.visibility</p:attrName>
                                        </p:attrNameLst>
                                      </p:cBhvr>
                                      <p:to>
                                        <p:strVal val="visible"/>
                                      </p:to>
                                    </p:set>
                                    <p:anim calcmode="lin" valueType="num">
                                      <p:cBhvr additive="base">
                                        <p:cTn id="177" dur="500" fill="hold"/>
                                        <p:tgtEl>
                                          <p:spTgt spid="11">
                                            <p:graphicEl>
                                              <a:dgm id="{5D38B50F-9FDC-45F4-8D0A-86A450779714}"/>
                                            </p:graphicEl>
                                          </p:spTgt>
                                        </p:tgtEl>
                                        <p:attrNameLst>
                                          <p:attrName>ppt_x</p:attrName>
                                        </p:attrNameLst>
                                      </p:cBhvr>
                                      <p:tavLst>
                                        <p:tav tm="0">
                                          <p:val>
                                            <p:strVal val="#ppt_x"/>
                                          </p:val>
                                        </p:tav>
                                        <p:tav tm="100000">
                                          <p:val>
                                            <p:strVal val="#ppt_x"/>
                                          </p:val>
                                        </p:tav>
                                      </p:tavLst>
                                    </p:anim>
                                    <p:anim calcmode="lin" valueType="num">
                                      <p:cBhvr additive="base">
                                        <p:cTn id="178" dur="500" fill="hold"/>
                                        <p:tgtEl>
                                          <p:spTgt spid="11">
                                            <p:graphicEl>
                                              <a:dgm id="{5D38B50F-9FDC-45F4-8D0A-86A450779714}"/>
                                            </p:graphicEl>
                                          </p:spTgt>
                                        </p:tgtEl>
                                        <p:attrNameLst>
                                          <p:attrName>ppt_y</p:attrName>
                                        </p:attrNameLst>
                                      </p:cBhvr>
                                      <p:tavLst>
                                        <p:tav tm="0">
                                          <p:val>
                                            <p:strVal val="1+#ppt_h/2"/>
                                          </p:val>
                                        </p:tav>
                                        <p:tav tm="100000">
                                          <p:val>
                                            <p:strVal val="#ppt_y"/>
                                          </p:val>
                                        </p:tav>
                                      </p:tavLst>
                                    </p:anim>
                                  </p:childTnLst>
                                </p:cTn>
                              </p:par>
                            </p:childTnLst>
                          </p:cTn>
                        </p:par>
                      </p:childTnLst>
                    </p:cTn>
                  </p:par>
                  <p:par>
                    <p:cTn id="179" fill="hold">
                      <p:stCondLst>
                        <p:cond delay="indefinite"/>
                      </p:stCondLst>
                      <p:childTnLst>
                        <p:par>
                          <p:cTn id="180" fill="hold">
                            <p:stCondLst>
                              <p:cond delay="0"/>
                            </p:stCondLst>
                            <p:childTnLst>
                              <p:par>
                                <p:cTn id="181" presetID="2" presetClass="exit" presetSubtype="4" fill="hold" grpId="1" nodeType="clickEffect">
                                  <p:stCondLst>
                                    <p:cond delay="0"/>
                                  </p:stCondLst>
                                  <p:childTnLst>
                                    <p:anim calcmode="lin" valueType="num">
                                      <p:cBhvr additive="base">
                                        <p:cTn id="182" dur="500"/>
                                        <p:tgtEl>
                                          <p:spTgt spid="11">
                                            <p:graphicEl>
                                              <a:dgm id="{5D38B50F-9FDC-45F4-8D0A-86A450779714}"/>
                                            </p:graphicEl>
                                          </p:spTgt>
                                        </p:tgtEl>
                                        <p:attrNameLst>
                                          <p:attrName>ppt_x</p:attrName>
                                        </p:attrNameLst>
                                      </p:cBhvr>
                                      <p:tavLst>
                                        <p:tav tm="0">
                                          <p:val>
                                            <p:strVal val="ppt_x"/>
                                          </p:val>
                                        </p:tav>
                                        <p:tav tm="100000">
                                          <p:val>
                                            <p:strVal val="ppt_x"/>
                                          </p:val>
                                        </p:tav>
                                      </p:tavLst>
                                    </p:anim>
                                    <p:anim calcmode="lin" valueType="num">
                                      <p:cBhvr additive="base">
                                        <p:cTn id="183" dur="500"/>
                                        <p:tgtEl>
                                          <p:spTgt spid="11">
                                            <p:graphicEl>
                                              <a:dgm id="{5D38B50F-9FDC-45F4-8D0A-86A450779714}"/>
                                            </p:graphicEl>
                                          </p:spTgt>
                                        </p:tgtEl>
                                        <p:attrNameLst>
                                          <p:attrName>ppt_y</p:attrName>
                                        </p:attrNameLst>
                                      </p:cBhvr>
                                      <p:tavLst>
                                        <p:tav tm="0">
                                          <p:val>
                                            <p:strVal val="ppt_y"/>
                                          </p:val>
                                        </p:tav>
                                        <p:tav tm="100000">
                                          <p:val>
                                            <p:strVal val="1+ppt_h/2"/>
                                          </p:val>
                                        </p:tav>
                                      </p:tavLst>
                                    </p:anim>
                                    <p:set>
                                      <p:cBhvr>
                                        <p:cTn id="184" dur="1" fill="hold">
                                          <p:stCondLst>
                                            <p:cond delay="499"/>
                                          </p:stCondLst>
                                        </p:cTn>
                                        <p:tgtEl>
                                          <p:spTgt spid="11">
                                            <p:graphicEl>
                                              <a:dgm id="{5D38B50F-9FDC-45F4-8D0A-86A450779714}"/>
                                            </p:graphicEl>
                                          </p:spTgt>
                                        </p:tgtEl>
                                        <p:attrNameLst>
                                          <p:attrName>style.visibility</p:attrName>
                                        </p:attrNameLst>
                                      </p:cBhvr>
                                      <p:to>
                                        <p:strVal val="hidden"/>
                                      </p:to>
                                    </p:set>
                                  </p:childTnLst>
                                </p:cTn>
                              </p:par>
                              <p:par>
                                <p:cTn id="185" presetID="2" presetClass="exit" presetSubtype="4" fill="hold" grpId="1" nodeType="withEffect">
                                  <p:stCondLst>
                                    <p:cond delay="0"/>
                                  </p:stCondLst>
                                  <p:childTnLst>
                                    <p:anim calcmode="lin" valueType="num">
                                      <p:cBhvr additive="base">
                                        <p:cTn id="186" dur="500"/>
                                        <p:tgtEl>
                                          <p:spTgt spid="11">
                                            <p:graphicEl>
                                              <a:dgm id="{19A835E9-042F-44DC-9004-F3AD49354681}"/>
                                            </p:graphicEl>
                                          </p:spTgt>
                                        </p:tgtEl>
                                        <p:attrNameLst>
                                          <p:attrName>ppt_x</p:attrName>
                                        </p:attrNameLst>
                                      </p:cBhvr>
                                      <p:tavLst>
                                        <p:tav tm="0">
                                          <p:val>
                                            <p:strVal val="ppt_x"/>
                                          </p:val>
                                        </p:tav>
                                        <p:tav tm="100000">
                                          <p:val>
                                            <p:strVal val="ppt_x"/>
                                          </p:val>
                                        </p:tav>
                                      </p:tavLst>
                                    </p:anim>
                                    <p:anim calcmode="lin" valueType="num">
                                      <p:cBhvr additive="base">
                                        <p:cTn id="187" dur="500"/>
                                        <p:tgtEl>
                                          <p:spTgt spid="11">
                                            <p:graphicEl>
                                              <a:dgm id="{19A835E9-042F-44DC-9004-F3AD49354681}"/>
                                            </p:graphicEl>
                                          </p:spTgt>
                                        </p:tgtEl>
                                        <p:attrNameLst>
                                          <p:attrName>ppt_y</p:attrName>
                                        </p:attrNameLst>
                                      </p:cBhvr>
                                      <p:tavLst>
                                        <p:tav tm="0">
                                          <p:val>
                                            <p:strVal val="ppt_y"/>
                                          </p:val>
                                        </p:tav>
                                        <p:tav tm="100000">
                                          <p:val>
                                            <p:strVal val="1+ppt_h/2"/>
                                          </p:val>
                                        </p:tav>
                                      </p:tavLst>
                                    </p:anim>
                                    <p:set>
                                      <p:cBhvr>
                                        <p:cTn id="188" dur="1" fill="hold">
                                          <p:stCondLst>
                                            <p:cond delay="499"/>
                                          </p:stCondLst>
                                        </p:cTn>
                                        <p:tgtEl>
                                          <p:spTgt spid="11">
                                            <p:graphicEl>
                                              <a:dgm id="{19A835E9-042F-44DC-9004-F3AD49354681}"/>
                                            </p:graphicEl>
                                          </p:spTgt>
                                        </p:tgtEl>
                                        <p:attrNameLst>
                                          <p:attrName>style.visibility</p:attrName>
                                        </p:attrNameLst>
                                      </p:cBhvr>
                                      <p:to>
                                        <p:strVal val="hidden"/>
                                      </p:to>
                                    </p:set>
                                  </p:childTnLst>
                                </p:cTn>
                              </p:par>
                              <p:par>
                                <p:cTn id="189" presetID="2" presetClass="exit" presetSubtype="4" fill="hold" grpId="1" nodeType="withEffect">
                                  <p:stCondLst>
                                    <p:cond delay="0"/>
                                  </p:stCondLst>
                                  <p:childTnLst>
                                    <p:anim calcmode="lin" valueType="num">
                                      <p:cBhvr additive="base">
                                        <p:cTn id="190" dur="500"/>
                                        <p:tgtEl>
                                          <p:spTgt spid="11">
                                            <p:graphicEl>
                                              <a:dgm id="{53E51ECC-9A32-4F5F-9727-6E09578585FC}"/>
                                            </p:graphicEl>
                                          </p:spTgt>
                                        </p:tgtEl>
                                        <p:attrNameLst>
                                          <p:attrName>ppt_x</p:attrName>
                                        </p:attrNameLst>
                                      </p:cBhvr>
                                      <p:tavLst>
                                        <p:tav tm="0">
                                          <p:val>
                                            <p:strVal val="ppt_x"/>
                                          </p:val>
                                        </p:tav>
                                        <p:tav tm="100000">
                                          <p:val>
                                            <p:strVal val="ppt_x"/>
                                          </p:val>
                                        </p:tav>
                                      </p:tavLst>
                                    </p:anim>
                                    <p:anim calcmode="lin" valueType="num">
                                      <p:cBhvr additive="base">
                                        <p:cTn id="191" dur="500"/>
                                        <p:tgtEl>
                                          <p:spTgt spid="11">
                                            <p:graphicEl>
                                              <a:dgm id="{53E51ECC-9A32-4F5F-9727-6E09578585FC}"/>
                                            </p:graphicEl>
                                          </p:spTgt>
                                        </p:tgtEl>
                                        <p:attrNameLst>
                                          <p:attrName>ppt_y</p:attrName>
                                        </p:attrNameLst>
                                      </p:cBhvr>
                                      <p:tavLst>
                                        <p:tav tm="0">
                                          <p:val>
                                            <p:strVal val="ppt_y"/>
                                          </p:val>
                                        </p:tav>
                                        <p:tav tm="100000">
                                          <p:val>
                                            <p:strVal val="1+ppt_h/2"/>
                                          </p:val>
                                        </p:tav>
                                      </p:tavLst>
                                    </p:anim>
                                    <p:set>
                                      <p:cBhvr>
                                        <p:cTn id="192" dur="1" fill="hold">
                                          <p:stCondLst>
                                            <p:cond delay="499"/>
                                          </p:stCondLst>
                                        </p:cTn>
                                        <p:tgtEl>
                                          <p:spTgt spid="11">
                                            <p:graphicEl>
                                              <a:dgm id="{53E51ECC-9A32-4F5F-9727-6E09578585FC}"/>
                                            </p:graphicEl>
                                          </p:spTgt>
                                        </p:tgtEl>
                                        <p:attrNameLst>
                                          <p:attrName>style.visibility</p:attrName>
                                        </p:attrNameLst>
                                      </p:cBhvr>
                                      <p:to>
                                        <p:strVal val="hidden"/>
                                      </p:to>
                                    </p:set>
                                  </p:childTnLst>
                                </p:cTn>
                              </p:par>
                              <p:par>
                                <p:cTn id="193" presetID="2" presetClass="exit" presetSubtype="4" fill="hold" grpId="1" nodeType="withEffect">
                                  <p:stCondLst>
                                    <p:cond delay="0"/>
                                  </p:stCondLst>
                                  <p:childTnLst>
                                    <p:anim calcmode="lin" valueType="num">
                                      <p:cBhvr additive="base">
                                        <p:cTn id="194" dur="500"/>
                                        <p:tgtEl>
                                          <p:spTgt spid="11">
                                            <p:graphicEl>
                                              <a:dgm id="{F2DA5862-D451-4D10-A612-D693C36E05F6}"/>
                                            </p:graphicEl>
                                          </p:spTgt>
                                        </p:tgtEl>
                                        <p:attrNameLst>
                                          <p:attrName>ppt_x</p:attrName>
                                        </p:attrNameLst>
                                      </p:cBhvr>
                                      <p:tavLst>
                                        <p:tav tm="0">
                                          <p:val>
                                            <p:strVal val="ppt_x"/>
                                          </p:val>
                                        </p:tav>
                                        <p:tav tm="100000">
                                          <p:val>
                                            <p:strVal val="ppt_x"/>
                                          </p:val>
                                        </p:tav>
                                      </p:tavLst>
                                    </p:anim>
                                    <p:anim calcmode="lin" valueType="num">
                                      <p:cBhvr additive="base">
                                        <p:cTn id="195" dur="500"/>
                                        <p:tgtEl>
                                          <p:spTgt spid="11">
                                            <p:graphicEl>
                                              <a:dgm id="{F2DA5862-D451-4D10-A612-D693C36E05F6}"/>
                                            </p:graphicEl>
                                          </p:spTgt>
                                        </p:tgtEl>
                                        <p:attrNameLst>
                                          <p:attrName>ppt_y</p:attrName>
                                        </p:attrNameLst>
                                      </p:cBhvr>
                                      <p:tavLst>
                                        <p:tav tm="0">
                                          <p:val>
                                            <p:strVal val="ppt_y"/>
                                          </p:val>
                                        </p:tav>
                                        <p:tav tm="100000">
                                          <p:val>
                                            <p:strVal val="1+ppt_h/2"/>
                                          </p:val>
                                        </p:tav>
                                      </p:tavLst>
                                    </p:anim>
                                    <p:set>
                                      <p:cBhvr>
                                        <p:cTn id="196" dur="1" fill="hold">
                                          <p:stCondLst>
                                            <p:cond delay="499"/>
                                          </p:stCondLst>
                                        </p:cTn>
                                        <p:tgtEl>
                                          <p:spTgt spid="11">
                                            <p:graphicEl>
                                              <a:dgm id="{F2DA5862-D451-4D10-A612-D693C36E05F6}"/>
                                            </p:graphicEl>
                                          </p:spTgt>
                                        </p:tgtEl>
                                        <p:attrNameLst>
                                          <p:attrName>style.visibility</p:attrName>
                                        </p:attrNameLst>
                                      </p:cBhvr>
                                      <p:to>
                                        <p:strVal val="hidden"/>
                                      </p:to>
                                    </p:set>
                                  </p:childTnLst>
                                </p:cTn>
                              </p:par>
                              <p:par>
                                <p:cTn id="197" presetID="2" presetClass="exit" presetSubtype="4" fill="hold" grpId="1" nodeType="withEffect">
                                  <p:stCondLst>
                                    <p:cond delay="0"/>
                                  </p:stCondLst>
                                  <p:childTnLst>
                                    <p:anim calcmode="lin" valueType="num">
                                      <p:cBhvr additive="base">
                                        <p:cTn id="198" dur="500"/>
                                        <p:tgtEl>
                                          <p:spTgt spid="11">
                                            <p:graphicEl>
                                              <a:dgm id="{D0759C92-C68C-4D58-A09E-A84396911A14}"/>
                                            </p:graphicEl>
                                          </p:spTgt>
                                        </p:tgtEl>
                                        <p:attrNameLst>
                                          <p:attrName>ppt_x</p:attrName>
                                        </p:attrNameLst>
                                      </p:cBhvr>
                                      <p:tavLst>
                                        <p:tav tm="0">
                                          <p:val>
                                            <p:strVal val="ppt_x"/>
                                          </p:val>
                                        </p:tav>
                                        <p:tav tm="100000">
                                          <p:val>
                                            <p:strVal val="ppt_x"/>
                                          </p:val>
                                        </p:tav>
                                      </p:tavLst>
                                    </p:anim>
                                    <p:anim calcmode="lin" valueType="num">
                                      <p:cBhvr additive="base">
                                        <p:cTn id="199" dur="500"/>
                                        <p:tgtEl>
                                          <p:spTgt spid="11">
                                            <p:graphicEl>
                                              <a:dgm id="{D0759C92-C68C-4D58-A09E-A84396911A14}"/>
                                            </p:graphicEl>
                                          </p:spTgt>
                                        </p:tgtEl>
                                        <p:attrNameLst>
                                          <p:attrName>ppt_y</p:attrName>
                                        </p:attrNameLst>
                                      </p:cBhvr>
                                      <p:tavLst>
                                        <p:tav tm="0">
                                          <p:val>
                                            <p:strVal val="ppt_y"/>
                                          </p:val>
                                        </p:tav>
                                        <p:tav tm="100000">
                                          <p:val>
                                            <p:strVal val="1+ppt_h/2"/>
                                          </p:val>
                                        </p:tav>
                                      </p:tavLst>
                                    </p:anim>
                                    <p:set>
                                      <p:cBhvr>
                                        <p:cTn id="200" dur="1" fill="hold">
                                          <p:stCondLst>
                                            <p:cond delay="499"/>
                                          </p:stCondLst>
                                        </p:cTn>
                                        <p:tgtEl>
                                          <p:spTgt spid="11">
                                            <p:graphicEl>
                                              <a:dgm id="{D0759C92-C68C-4D58-A09E-A84396911A14}"/>
                                            </p:graphicEl>
                                          </p:spTgt>
                                        </p:tgtEl>
                                        <p:attrNameLst>
                                          <p:attrName>style.visibility</p:attrName>
                                        </p:attrNameLst>
                                      </p:cBhvr>
                                      <p:to>
                                        <p:strVal val="hidden"/>
                                      </p:to>
                                    </p:set>
                                  </p:childTnLst>
                                </p:cTn>
                              </p:par>
                              <p:par>
                                <p:cTn id="201" presetID="2" presetClass="exit" presetSubtype="4" fill="hold" grpId="1" nodeType="withEffect">
                                  <p:stCondLst>
                                    <p:cond delay="0"/>
                                  </p:stCondLst>
                                  <p:childTnLst>
                                    <p:anim calcmode="lin" valueType="num">
                                      <p:cBhvr additive="base">
                                        <p:cTn id="202" dur="500"/>
                                        <p:tgtEl>
                                          <p:spTgt spid="11">
                                            <p:graphicEl>
                                              <a:dgm id="{1A18249C-4C2B-46EF-A781-4EDAB15B5F0D}"/>
                                            </p:graphicEl>
                                          </p:spTgt>
                                        </p:tgtEl>
                                        <p:attrNameLst>
                                          <p:attrName>ppt_x</p:attrName>
                                        </p:attrNameLst>
                                      </p:cBhvr>
                                      <p:tavLst>
                                        <p:tav tm="0">
                                          <p:val>
                                            <p:strVal val="ppt_x"/>
                                          </p:val>
                                        </p:tav>
                                        <p:tav tm="100000">
                                          <p:val>
                                            <p:strVal val="ppt_x"/>
                                          </p:val>
                                        </p:tav>
                                      </p:tavLst>
                                    </p:anim>
                                    <p:anim calcmode="lin" valueType="num">
                                      <p:cBhvr additive="base">
                                        <p:cTn id="203" dur="500"/>
                                        <p:tgtEl>
                                          <p:spTgt spid="11">
                                            <p:graphicEl>
                                              <a:dgm id="{1A18249C-4C2B-46EF-A781-4EDAB15B5F0D}"/>
                                            </p:graphicEl>
                                          </p:spTgt>
                                        </p:tgtEl>
                                        <p:attrNameLst>
                                          <p:attrName>ppt_y</p:attrName>
                                        </p:attrNameLst>
                                      </p:cBhvr>
                                      <p:tavLst>
                                        <p:tav tm="0">
                                          <p:val>
                                            <p:strVal val="ppt_y"/>
                                          </p:val>
                                        </p:tav>
                                        <p:tav tm="100000">
                                          <p:val>
                                            <p:strVal val="1+ppt_h/2"/>
                                          </p:val>
                                        </p:tav>
                                      </p:tavLst>
                                    </p:anim>
                                    <p:set>
                                      <p:cBhvr>
                                        <p:cTn id="204" dur="1" fill="hold">
                                          <p:stCondLst>
                                            <p:cond delay="499"/>
                                          </p:stCondLst>
                                        </p:cTn>
                                        <p:tgtEl>
                                          <p:spTgt spid="11">
                                            <p:graphicEl>
                                              <a:dgm id="{1A18249C-4C2B-46EF-A781-4EDAB15B5F0D}"/>
                                            </p:graphicEl>
                                          </p:spTgt>
                                        </p:tgtEl>
                                        <p:attrNameLst>
                                          <p:attrName>style.visibility</p:attrName>
                                        </p:attrNameLst>
                                      </p:cBhvr>
                                      <p:to>
                                        <p:strVal val="hidden"/>
                                      </p:to>
                                    </p:set>
                                  </p:childTnLst>
                                </p:cTn>
                              </p:par>
                              <p:par>
                                <p:cTn id="205" presetID="2" presetClass="exit" presetSubtype="4" fill="hold" grpId="1" nodeType="withEffect">
                                  <p:stCondLst>
                                    <p:cond delay="0"/>
                                  </p:stCondLst>
                                  <p:childTnLst>
                                    <p:anim calcmode="lin" valueType="num">
                                      <p:cBhvr additive="base">
                                        <p:cTn id="206" dur="500"/>
                                        <p:tgtEl>
                                          <p:spTgt spid="11">
                                            <p:graphicEl>
                                              <a:dgm id="{78AE9235-8634-4059-83D9-4F066531197E}"/>
                                            </p:graphicEl>
                                          </p:spTgt>
                                        </p:tgtEl>
                                        <p:attrNameLst>
                                          <p:attrName>ppt_x</p:attrName>
                                        </p:attrNameLst>
                                      </p:cBhvr>
                                      <p:tavLst>
                                        <p:tav tm="0">
                                          <p:val>
                                            <p:strVal val="ppt_x"/>
                                          </p:val>
                                        </p:tav>
                                        <p:tav tm="100000">
                                          <p:val>
                                            <p:strVal val="ppt_x"/>
                                          </p:val>
                                        </p:tav>
                                      </p:tavLst>
                                    </p:anim>
                                    <p:anim calcmode="lin" valueType="num">
                                      <p:cBhvr additive="base">
                                        <p:cTn id="207" dur="500"/>
                                        <p:tgtEl>
                                          <p:spTgt spid="11">
                                            <p:graphicEl>
                                              <a:dgm id="{78AE9235-8634-4059-83D9-4F066531197E}"/>
                                            </p:graphicEl>
                                          </p:spTgt>
                                        </p:tgtEl>
                                        <p:attrNameLst>
                                          <p:attrName>ppt_y</p:attrName>
                                        </p:attrNameLst>
                                      </p:cBhvr>
                                      <p:tavLst>
                                        <p:tav tm="0">
                                          <p:val>
                                            <p:strVal val="ppt_y"/>
                                          </p:val>
                                        </p:tav>
                                        <p:tav tm="100000">
                                          <p:val>
                                            <p:strVal val="1+ppt_h/2"/>
                                          </p:val>
                                        </p:tav>
                                      </p:tavLst>
                                    </p:anim>
                                    <p:set>
                                      <p:cBhvr>
                                        <p:cTn id="208" dur="1" fill="hold">
                                          <p:stCondLst>
                                            <p:cond delay="499"/>
                                          </p:stCondLst>
                                        </p:cTn>
                                        <p:tgtEl>
                                          <p:spTgt spid="11">
                                            <p:graphicEl>
                                              <a:dgm id="{78AE9235-8634-4059-83D9-4F066531197E}"/>
                                            </p:graphicEl>
                                          </p:spTgt>
                                        </p:tgtEl>
                                        <p:attrNameLst>
                                          <p:attrName>style.visibility</p:attrName>
                                        </p:attrNameLst>
                                      </p:cBhvr>
                                      <p:to>
                                        <p:strVal val="hidden"/>
                                      </p:to>
                                    </p:set>
                                  </p:childTnLst>
                                </p:cTn>
                              </p:par>
                              <p:par>
                                <p:cTn id="209" presetID="2" presetClass="exit" presetSubtype="4" fill="hold" grpId="1" nodeType="withEffect">
                                  <p:stCondLst>
                                    <p:cond delay="0"/>
                                  </p:stCondLst>
                                  <p:childTnLst>
                                    <p:anim calcmode="lin" valueType="num">
                                      <p:cBhvr additive="base">
                                        <p:cTn id="210" dur="500"/>
                                        <p:tgtEl>
                                          <p:spTgt spid="11">
                                            <p:graphicEl>
                                              <a:dgm id="{70F7226E-E013-4A04-B7F3-0252FFC23AC9}"/>
                                            </p:graphicEl>
                                          </p:spTgt>
                                        </p:tgtEl>
                                        <p:attrNameLst>
                                          <p:attrName>ppt_x</p:attrName>
                                        </p:attrNameLst>
                                      </p:cBhvr>
                                      <p:tavLst>
                                        <p:tav tm="0">
                                          <p:val>
                                            <p:strVal val="ppt_x"/>
                                          </p:val>
                                        </p:tav>
                                        <p:tav tm="100000">
                                          <p:val>
                                            <p:strVal val="ppt_x"/>
                                          </p:val>
                                        </p:tav>
                                      </p:tavLst>
                                    </p:anim>
                                    <p:anim calcmode="lin" valueType="num">
                                      <p:cBhvr additive="base">
                                        <p:cTn id="211" dur="500"/>
                                        <p:tgtEl>
                                          <p:spTgt spid="11">
                                            <p:graphicEl>
                                              <a:dgm id="{70F7226E-E013-4A04-B7F3-0252FFC23AC9}"/>
                                            </p:graphicEl>
                                          </p:spTgt>
                                        </p:tgtEl>
                                        <p:attrNameLst>
                                          <p:attrName>ppt_y</p:attrName>
                                        </p:attrNameLst>
                                      </p:cBhvr>
                                      <p:tavLst>
                                        <p:tav tm="0">
                                          <p:val>
                                            <p:strVal val="ppt_y"/>
                                          </p:val>
                                        </p:tav>
                                        <p:tav tm="100000">
                                          <p:val>
                                            <p:strVal val="1+ppt_h/2"/>
                                          </p:val>
                                        </p:tav>
                                      </p:tavLst>
                                    </p:anim>
                                    <p:set>
                                      <p:cBhvr>
                                        <p:cTn id="212" dur="1" fill="hold">
                                          <p:stCondLst>
                                            <p:cond delay="499"/>
                                          </p:stCondLst>
                                        </p:cTn>
                                        <p:tgtEl>
                                          <p:spTgt spid="11">
                                            <p:graphicEl>
                                              <a:dgm id="{70F7226E-E013-4A04-B7F3-0252FFC23AC9}"/>
                                            </p:graphicEl>
                                          </p:spTgt>
                                        </p:tgtEl>
                                        <p:attrNameLst>
                                          <p:attrName>style.visibility</p:attrName>
                                        </p:attrNameLst>
                                      </p:cBhvr>
                                      <p:to>
                                        <p:strVal val="hidden"/>
                                      </p:to>
                                    </p:set>
                                  </p:childTnLst>
                                </p:cTn>
                              </p:par>
                              <p:par>
                                <p:cTn id="213" presetID="2" presetClass="exit" presetSubtype="4" fill="hold" grpId="1" nodeType="withEffect">
                                  <p:stCondLst>
                                    <p:cond delay="0"/>
                                  </p:stCondLst>
                                  <p:childTnLst>
                                    <p:anim calcmode="lin" valueType="num">
                                      <p:cBhvr additive="base">
                                        <p:cTn id="214" dur="500"/>
                                        <p:tgtEl>
                                          <p:spTgt spid="11">
                                            <p:graphicEl>
                                              <a:dgm id="{96BEDCD6-CC11-4AFA-8230-BB0D8194B173}"/>
                                            </p:graphicEl>
                                          </p:spTgt>
                                        </p:tgtEl>
                                        <p:attrNameLst>
                                          <p:attrName>ppt_x</p:attrName>
                                        </p:attrNameLst>
                                      </p:cBhvr>
                                      <p:tavLst>
                                        <p:tav tm="0">
                                          <p:val>
                                            <p:strVal val="ppt_x"/>
                                          </p:val>
                                        </p:tav>
                                        <p:tav tm="100000">
                                          <p:val>
                                            <p:strVal val="ppt_x"/>
                                          </p:val>
                                        </p:tav>
                                      </p:tavLst>
                                    </p:anim>
                                    <p:anim calcmode="lin" valueType="num">
                                      <p:cBhvr additive="base">
                                        <p:cTn id="215" dur="500"/>
                                        <p:tgtEl>
                                          <p:spTgt spid="11">
                                            <p:graphicEl>
                                              <a:dgm id="{96BEDCD6-CC11-4AFA-8230-BB0D8194B173}"/>
                                            </p:graphicEl>
                                          </p:spTgt>
                                        </p:tgtEl>
                                        <p:attrNameLst>
                                          <p:attrName>ppt_y</p:attrName>
                                        </p:attrNameLst>
                                      </p:cBhvr>
                                      <p:tavLst>
                                        <p:tav tm="0">
                                          <p:val>
                                            <p:strVal val="ppt_y"/>
                                          </p:val>
                                        </p:tav>
                                        <p:tav tm="100000">
                                          <p:val>
                                            <p:strVal val="1+ppt_h/2"/>
                                          </p:val>
                                        </p:tav>
                                      </p:tavLst>
                                    </p:anim>
                                    <p:set>
                                      <p:cBhvr>
                                        <p:cTn id="216" dur="1" fill="hold">
                                          <p:stCondLst>
                                            <p:cond delay="499"/>
                                          </p:stCondLst>
                                        </p:cTn>
                                        <p:tgtEl>
                                          <p:spTgt spid="11">
                                            <p:graphicEl>
                                              <a:dgm id="{96BEDCD6-CC11-4AFA-8230-BB0D8194B173}"/>
                                            </p:graphicEl>
                                          </p:spTgt>
                                        </p:tgtEl>
                                        <p:attrNameLst>
                                          <p:attrName>style.visibility</p:attrName>
                                        </p:attrNameLst>
                                      </p:cBhvr>
                                      <p:to>
                                        <p:strVal val="hidden"/>
                                      </p:to>
                                    </p:set>
                                  </p:childTnLst>
                                </p:cTn>
                              </p:par>
                              <p:par>
                                <p:cTn id="217" presetID="2" presetClass="exit" presetSubtype="4" fill="hold" grpId="1" nodeType="withEffect">
                                  <p:stCondLst>
                                    <p:cond delay="0"/>
                                  </p:stCondLst>
                                  <p:childTnLst>
                                    <p:anim calcmode="lin" valueType="num">
                                      <p:cBhvr additive="base">
                                        <p:cTn id="218" dur="500"/>
                                        <p:tgtEl>
                                          <p:spTgt spid="11">
                                            <p:graphicEl>
                                              <a:dgm id="{989E6605-9232-48F1-BD6D-C962B3CD2689}"/>
                                            </p:graphicEl>
                                          </p:spTgt>
                                        </p:tgtEl>
                                        <p:attrNameLst>
                                          <p:attrName>ppt_x</p:attrName>
                                        </p:attrNameLst>
                                      </p:cBhvr>
                                      <p:tavLst>
                                        <p:tav tm="0">
                                          <p:val>
                                            <p:strVal val="ppt_x"/>
                                          </p:val>
                                        </p:tav>
                                        <p:tav tm="100000">
                                          <p:val>
                                            <p:strVal val="ppt_x"/>
                                          </p:val>
                                        </p:tav>
                                      </p:tavLst>
                                    </p:anim>
                                    <p:anim calcmode="lin" valueType="num">
                                      <p:cBhvr additive="base">
                                        <p:cTn id="219" dur="500"/>
                                        <p:tgtEl>
                                          <p:spTgt spid="11">
                                            <p:graphicEl>
                                              <a:dgm id="{989E6605-9232-48F1-BD6D-C962B3CD2689}"/>
                                            </p:graphicEl>
                                          </p:spTgt>
                                        </p:tgtEl>
                                        <p:attrNameLst>
                                          <p:attrName>ppt_y</p:attrName>
                                        </p:attrNameLst>
                                      </p:cBhvr>
                                      <p:tavLst>
                                        <p:tav tm="0">
                                          <p:val>
                                            <p:strVal val="ppt_y"/>
                                          </p:val>
                                        </p:tav>
                                        <p:tav tm="100000">
                                          <p:val>
                                            <p:strVal val="1+ppt_h/2"/>
                                          </p:val>
                                        </p:tav>
                                      </p:tavLst>
                                    </p:anim>
                                    <p:set>
                                      <p:cBhvr>
                                        <p:cTn id="220" dur="1" fill="hold">
                                          <p:stCondLst>
                                            <p:cond delay="499"/>
                                          </p:stCondLst>
                                        </p:cTn>
                                        <p:tgtEl>
                                          <p:spTgt spid="11">
                                            <p:graphicEl>
                                              <a:dgm id="{989E6605-9232-48F1-BD6D-C962B3CD2689}"/>
                                            </p:graphicEl>
                                          </p:spTgt>
                                        </p:tgtEl>
                                        <p:attrNameLst>
                                          <p:attrName>style.visibility</p:attrName>
                                        </p:attrNameLst>
                                      </p:cBhvr>
                                      <p:to>
                                        <p:strVal val="hidden"/>
                                      </p:to>
                                    </p:set>
                                  </p:childTnLst>
                                </p:cTn>
                              </p:par>
                              <p:par>
                                <p:cTn id="221" presetID="2" presetClass="exit" presetSubtype="4" fill="hold" grpId="1" nodeType="withEffect">
                                  <p:stCondLst>
                                    <p:cond delay="0"/>
                                  </p:stCondLst>
                                  <p:childTnLst>
                                    <p:anim calcmode="lin" valueType="num">
                                      <p:cBhvr additive="base">
                                        <p:cTn id="222" dur="500"/>
                                        <p:tgtEl>
                                          <p:spTgt spid="11">
                                            <p:graphicEl>
                                              <a:dgm id="{BBC4AF97-E8AA-4574-94FA-200CB32124A7}"/>
                                            </p:graphicEl>
                                          </p:spTgt>
                                        </p:tgtEl>
                                        <p:attrNameLst>
                                          <p:attrName>ppt_x</p:attrName>
                                        </p:attrNameLst>
                                      </p:cBhvr>
                                      <p:tavLst>
                                        <p:tav tm="0">
                                          <p:val>
                                            <p:strVal val="ppt_x"/>
                                          </p:val>
                                        </p:tav>
                                        <p:tav tm="100000">
                                          <p:val>
                                            <p:strVal val="ppt_x"/>
                                          </p:val>
                                        </p:tav>
                                      </p:tavLst>
                                    </p:anim>
                                    <p:anim calcmode="lin" valueType="num">
                                      <p:cBhvr additive="base">
                                        <p:cTn id="223" dur="500"/>
                                        <p:tgtEl>
                                          <p:spTgt spid="11">
                                            <p:graphicEl>
                                              <a:dgm id="{BBC4AF97-E8AA-4574-94FA-200CB32124A7}"/>
                                            </p:graphicEl>
                                          </p:spTgt>
                                        </p:tgtEl>
                                        <p:attrNameLst>
                                          <p:attrName>ppt_y</p:attrName>
                                        </p:attrNameLst>
                                      </p:cBhvr>
                                      <p:tavLst>
                                        <p:tav tm="0">
                                          <p:val>
                                            <p:strVal val="ppt_y"/>
                                          </p:val>
                                        </p:tav>
                                        <p:tav tm="100000">
                                          <p:val>
                                            <p:strVal val="1+ppt_h/2"/>
                                          </p:val>
                                        </p:tav>
                                      </p:tavLst>
                                    </p:anim>
                                    <p:set>
                                      <p:cBhvr>
                                        <p:cTn id="224" dur="1" fill="hold">
                                          <p:stCondLst>
                                            <p:cond delay="499"/>
                                          </p:stCondLst>
                                        </p:cTn>
                                        <p:tgtEl>
                                          <p:spTgt spid="11">
                                            <p:graphicEl>
                                              <a:dgm id="{BBC4AF97-E8AA-4574-94FA-200CB32124A7}"/>
                                            </p:graphicEl>
                                          </p:spTgt>
                                        </p:tgtEl>
                                        <p:attrNameLst>
                                          <p:attrName>style.visibility</p:attrName>
                                        </p:attrNameLst>
                                      </p:cBhvr>
                                      <p:to>
                                        <p:strVal val="hidden"/>
                                      </p:to>
                                    </p:set>
                                  </p:childTnLst>
                                </p:cTn>
                              </p:par>
                              <p:par>
                                <p:cTn id="225" presetID="2" presetClass="exit" presetSubtype="4" fill="hold" grpId="1" nodeType="withEffect">
                                  <p:stCondLst>
                                    <p:cond delay="0"/>
                                  </p:stCondLst>
                                  <p:childTnLst>
                                    <p:anim calcmode="lin" valueType="num">
                                      <p:cBhvr additive="base">
                                        <p:cTn id="226" dur="500"/>
                                        <p:tgtEl>
                                          <p:spTgt spid="11">
                                            <p:graphicEl>
                                              <a:dgm id="{D60FB705-B6EA-40C6-B225-68F8F2EA5CB4}"/>
                                            </p:graphicEl>
                                          </p:spTgt>
                                        </p:tgtEl>
                                        <p:attrNameLst>
                                          <p:attrName>ppt_x</p:attrName>
                                        </p:attrNameLst>
                                      </p:cBhvr>
                                      <p:tavLst>
                                        <p:tav tm="0">
                                          <p:val>
                                            <p:strVal val="ppt_x"/>
                                          </p:val>
                                        </p:tav>
                                        <p:tav tm="100000">
                                          <p:val>
                                            <p:strVal val="ppt_x"/>
                                          </p:val>
                                        </p:tav>
                                      </p:tavLst>
                                    </p:anim>
                                    <p:anim calcmode="lin" valueType="num">
                                      <p:cBhvr additive="base">
                                        <p:cTn id="227" dur="500"/>
                                        <p:tgtEl>
                                          <p:spTgt spid="11">
                                            <p:graphicEl>
                                              <a:dgm id="{D60FB705-B6EA-40C6-B225-68F8F2EA5CB4}"/>
                                            </p:graphicEl>
                                          </p:spTgt>
                                        </p:tgtEl>
                                        <p:attrNameLst>
                                          <p:attrName>ppt_y</p:attrName>
                                        </p:attrNameLst>
                                      </p:cBhvr>
                                      <p:tavLst>
                                        <p:tav tm="0">
                                          <p:val>
                                            <p:strVal val="ppt_y"/>
                                          </p:val>
                                        </p:tav>
                                        <p:tav tm="100000">
                                          <p:val>
                                            <p:strVal val="1+ppt_h/2"/>
                                          </p:val>
                                        </p:tav>
                                      </p:tavLst>
                                    </p:anim>
                                    <p:set>
                                      <p:cBhvr>
                                        <p:cTn id="228" dur="1" fill="hold">
                                          <p:stCondLst>
                                            <p:cond delay="499"/>
                                          </p:stCondLst>
                                        </p:cTn>
                                        <p:tgtEl>
                                          <p:spTgt spid="11">
                                            <p:graphicEl>
                                              <a:dgm id="{D60FB705-B6EA-40C6-B225-68F8F2EA5CB4}"/>
                                            </p:graphicEl>
                                          </p:spTgt>
                                        </p:tgtEl>
                                        <p:attrNameLst>
                                          <p:attrName>style.visibility</p:attrName>
                                        </p:attrNameLst>
                                      </p:cBhvr>
                                      <p:to>
                                        <p:strVal val="hidden"/>
                                      </p:to>
                                    </p:set>
                                  </p:childTnLst>
                                </p:cTn>
                              </p:par>
                              <p:par>
                                <p:cTn id="229" presetID="2" presetClass="exit" presetSubtype="4" fill="hold" grpId="1" nodeType="withEffect">
                                  <p:stCondLst>
                                    <p:cond delay="0"/>
                                  </p:stCondLst>
                                  <p:childTnLst>
                                    <p:anim calcmode="lin" valueType="num">
                                      <p:cBhvr additive="base">
                                        <p:cTn id="230" dur="500"/>
                                        <p:tgtEl>
                                          <p:spTgt spid="11">
                                            <p:graphicEl>
                                              <a:dgm id="{77A48C17-9E09-4E62-B4EF-AD2D2136AB70}"/>
                                            </p:graphicEl>
                                          </p:spTgt>
                                        </p:tgtEl>
                                        <p:attrNameLst>
                                          <p:attrName>ppt_x</p:attrName>
                                        </p:attrNameLst>
                                      </p:cBhvr>
                                      <p:tavLst>
                                        <p:tav tm="0">
                                          <p:val>
                                            <p:strVal val="ppt_x"/>
                                          </p:val>
                                        </p:tav>
                                        <p:tav tm="100000">
                                          <p:val>
                                            <p:strVal val="ppt_x"/>
                                          </p:val>
                                        </p:tav>
                                      </p:tavLst>
                                    </p:anim>
                                    <p:anim calcmode="lin" valueType="num">
                                      <p:cBhvr additive="base">
                                        <p:cTn id="231" dur="500"/>
                                        <p:tgtEl>
                                          <p:spTgt spid="11">
                                            <p:graphicEl>
                                              <a:dgm id="{77A48C17-9E09-4E62-B4EF-AD2D2136AB70}"/>
                                            </p:graphicEl>
                                          </p:spTgt>
                                        </p:tgtEl>
                                        <p:attrNameLst>
                                          <p:attrName>ppt_y</p:attrName>
                                        </p:attrNameLst>
                                      </p:cBhvr>
                                      <p:tavLst>
                                        <p:tav tm="0">
                                          <p:val>
                                            <p:strVal val="ppt_y"/>
                                          </p:val>
                                        </p:tav>
                                        <p:tav tm="100000">
                                          <p:val>
                                            <p:strVal val="1+ppt_h/2"/>
                                          </p:val>
                                        </p:tav>
                                      </p:tavLst>
                                    </p:anim>
                                    <p:set>
                                      <p:cBhvr>
                                        <p:cTn id="232" dur="1" fill="hold">
                                          <p:stCondLst>
                                            <p:cond delay="499"/>
                                          </p:stCondLst>
                                        </p:cTn>
                                        <p:tgtEl>
                                          <p:spTgt spid="11">
                                            <p:graphicEl>
                                              <a:dgm id="{77A48C17-9E09-4E62-B4EF-AD2D2136AB70}"/>
                                            </p:graphicEl>
                                          </p:spTgt>
                                        </p:tgtEl>
                                        <p:attrNameLst>
                                          <p:attrName>style.visibility</p:attrName>
                                        </p:attrNameLst>
                                      </p:cBhvr>
                                      <p:to>
                                        <p:strVal val="hidden"/>
                                      </p:to>
                                    </p:set>
                                  </p:childTnLst>
                                </p:cTn>
                              </p:par>
                            </p:childTnLst>
                          </p:cTn>
                        </p:par>
                      </p:childTnLst>
                    </p:cTn>
                  </p:par>
                  <p:par>
                    <p:cTn id="233" fill="hold">
                      <p:stCondLst>
                        <p:cond delay="indefinite"/>
                      </p:stCondLst>
                      <p:childTnLst>
                        <p:par>
                          <p:cTn id="234" fill="hold">
                            <p:stCondLst>
                              <p:cond delay="0"/>
                            </p:stCondLst>
                            <p:childTnLst>
                              <p:par>
                                <p:cTn id="235" presetID="2" presetClass="exit" presetSubtype="4" fill="hold" grpId="1" nodeType="clickEffect">
                                  <p:stCondLst>
                                    <p:cond delay="0"/>
                                  </p:stCondLst>
                                  <p:childTnLst>
                                    <p:anim calcmode="lin" valueType="num">
                                      <p:cBhvr additive="base">
                                        <p:cTn id="236" dur="500"/>
                                        <p:tgtEl>
                                          <p:spTgt spid="11">
                                            <p:graphicEl>
                                              <a:dgm id="{C57BD374-4A23-4FE1-9C10-4A3763157BD2}"/>
                                            </p:graphicEl>
                                          </p:spTgt>
                                        </p:tgtEl>
                                        <p:attrNameLst>
                                          <p:attrName>ppt_x</p:attrName>
                                        </p:attrNameLst>
                                      </p:cBhvr>
                                      <p:tavLst>
                                        <p:tav tm="0">
                                          <p:val>
                                            <p:strVal val="ppt_x"/>
                                          </p:val>
                                        </p:tav>
                                        <p:tav tm="100000">
                                          <p:val>
                                            <p:strVal val="ppt_x"/>
                                          </p:val>
                                        </p:tav>
                                      </p:tavLst>
                                    </p:anim>
                                    <p:anim calcmode="lin" valueType="num">
                                      <p:cBhvr additive="base">
                                        <p:cTn id="237" dur="500"/>
                                        <p:tgtEl>
                                          <p:spTgt spid="11">
                                            <p:graphicEl>
                                              <a:dgm id="{C57BD374-4A23-4FE1-9C10-4A3763157BD2}"/>
                                            </p:graphicEl>
                                          </p:spTgt>
                                        </p:tgtEl>
                                        <p:attrNameLst>
                                          <p:attrName>ppt_y</p:attrName>
                                        </p:attrNameLst>
                                      </p:cBhvr>
                                      <p:tavLst>
                                        <p:tav tm="0">
                                          <p:val>
                                            <p:strVal val="ppt_y"/>
                                          </p:val>
                                        </p:tav>
                                        <p:tav tm="100000">
                                          <p:val>
                                            <p:strVal val="1+ppt_h/2"/>
                                          </p:val>
                                        </p:tav>
                                      </p:tavLst>
                                    </p:anim>
                                    <p:set>
                                      <p:cBhvr>
                                        <p:cTn id="238" dur="1" fill="hold">
                                          <p:stCondLst>
                                            <p:cond delay="499"/>
                                          </p:stCondLst>
                                        </p:cTn>
                                        <p:tgtEl>
                                          <p:spTgt spid="11">
                                            <p:graphicEl>
                                              <a:dgm id="{C57BD374-4A23-4FE1-9C10-4A3763157BD2}"/>
                                            </p:graphicEl>
                                          </p:spTgt>
                                        </p:tgtEl>
                                        <p:attrNameLst>
                                          <p:attrName>style.visibility</p:attrName>
                                        </p:attrNameLst>
                                      </p:cBhvr>
                                      <p:to>
                                        <p:strVal val="hidden"/>
                                      </p:to>
                                    </p:set>
                                  </p:childTnLst>
                                </p:cTn>
                              </p:par>
                              <p:par>
                                <p:cTn id="239" presetID="2" presetClass="exit" presetSubtype="4" fill="hold" grpId="1" nodeType="withEffect">
                                  <p:stCondLst>
                                    <p:cond delay="0"/>
                                  </p:stCondLst>
                                  <p:childTnLst>
                                    <p:anim calcmode="lin" valueType="num">
                                      <p:cBhvr additive="base">
                                        <p:cTn id="240" dur="500"/>
                                        <p:tgtEl>
                                          <p:spTgt spid="11">
                                            <p:graphicEl>
                                              <a:dgm id="{B489241B-2B23-4774-84C8-899DE8B3A0EC}"/>
                                            </p:graphicEl>
                                          </p:spTgt>
                                        </p:tgtEl>
                                        <p:attrNameLst>
                                          <p:attrName>ppt_x</p:attrName>
                                        </p:attrNameLst>
                                      </p:cBhvr>
                                      <p:tavLst>
                                        <p:tav tm="0">
                                          <p:val>
                                            <p:strVal val="ppt_x"/>
                                          </p:val>
                                        </p:tav>
                                        <p:tav tm="100000">
                                          <p:val>
                                            <p:strVal val="ppt_x"/>
                                          </p:val>
                                        </p:tav>
                                      </p:tavLst>
                                    </p:anim>
                                    <p:anim calcmode="lin" valueType="num">
                                      <p:cBhvr additive="base">
                                        <p:cTn id="241" dur="500"/>
                                        <p:tgtEl>
                                          <p:spTgt spid="11">
                                            <p:graphicEl>
                                              <a:dgm id="{B489241B-2B23-4774-84C8-899DE8B3A0EC}"/>
                                            </p:graphicEl>
                                          </p:spTgt>
                                        </p:tgtEl>
                                        <p:attrNameLst>
                                          <p:attrName>ppt_y</p:attrName>
                                        </p:attrNameLst>
                                      </p:cBhvr>
                                      <p:tavLst>
                                        <p:tav tm="0">
                                          <p:val>
                                            <p:strVal val="ppt_y"/>
                                          </p:val>
                                        </p:tav>
                                        <p:tav tm="100000">
                                          <p:val>
                                            <p:strVal val="1+ppt_h/2"/>
                                          </p:val>
                                        </p:tav>
                                      </p:tavLst>
                                    </p:anim>
                                    <p:set>
                                      <p:cBhvr>
                                        <p:cTn id="242" dur="1" fill="hold">
                                          <p:stCondLst>
                                            <p:cond delay="499"/>
                                          </p:stCondLst>
                                        </p:cTn>
                                        <p:tgtEl>
                                          <p:spTgt spid="11">
                                            <p:graphicEl>
                                              <a:dgm id="{B489241B-2B23-4774-84C8-899DE8B3A0EC}"/>
                                            </p:graphicEl>
                                          </p:spTgt>
                                        </p:tgtEl>
                                        <p:attrNameLst>
                                          <p:attrName>style.visibility</p:attrName>
                                        </p:attrNameLst>
                                      </p:cBhvr>
                                      <p:to>
                                        <p:strVal val="hidden"/>
                                      </p:to>
                                    </p:set>
                                  </p:childTnLst>
                                </p:cTn>
                              </p:par>
                              <p:par>
                                <p:cTn id="243" presetID="2" presetClass="exit" presetSubtype="4" fill="hold" grpId="1" nodeType="withEffect">
                                  <p:stCondLst>
                                    <p:cond delay="0"/>
                                  </p:stCondLst>
                                  <p:childTnLst>
                                    <p:anim calcmode="lin" valueType="num">
                                      <p:cBhvr additive="base">
                                        <p:cTn id="244" dur="500"/>
                                        <p:tgtEl>
                                          <p:spTgt spid="11">
                                            <p:graphicEl>
                                              <a:dgm id="{11D42EDB-B7C8-43F8-8E48-8A4402A87922}"/>
                                            </p:graphicEl>
                                          </p:spTgt>
                                        </p:tgtEl>
                                        <p:attrNameLst>
                                          <p:attrName>ppt_x</p:attrName>
                                        </p:attrNameLst>
                                      </p:cBhvr>
                                      <p:tavLst>
                                        <p:tav tm="0">
                                          <p:val>
                                            <p:strVal val="ppt_x"/>
                                          </p:val>
                                        </p:tav>
                                        <p:tav tm="100000">
                                          <p:val>
                                            <p:strVal val="ppt_x"/>
                                          </p:val>
                                        </p:tav>
                                      </p:tavLst>
                                    </p:anim>
                                    <p:anim calcmode="lin" valueType="num">
                                      <p:cBhvr additive="base">
                                        <p:cTn id="245" dur="500"/>
                                        <p:tgtEl>
                                          <p:spTgt spid="11">
                                            <p:graphicEl>
                                              <a:dgm id="{11D42EDB-B7C8-43F8-8E48-8A4402A87922}"/>
                                            </p:graphicEl>
                                          </p:spTgt>
                                        </p:tgtEl>
                                        <p:attrNameLst>
                                          <p:attrName>ppt_y</p:attrName>
                                        </p:attrNameLst>
                                      </p:cBhvr>
                                      <p:tavLst>
                                        <p:tav tm="0">
                                          <p:val>
                                            <p:strVal val="ppt_y"/>
                                          </p:val>
                                        </p:tav>
                                        <p:tav tm="100000">
                                          <p:val>
                                            <p:strVal val="1+ppt_h/2"/>
                                          </p:val>
                                        </p:tav>
                                      </p:tavLst>
                                    </p:anim>
                                    <p:set>
                                      <p:cBhvr>
                                        <p:cTn id="246" dur="1" fill="hold">
                                          <p:stCondLst>
                                            <p:cond delay="499"/>
                                          </p:stCondLst>
                                        </p:cTn>
                                        <p:tgtEl>
                                          <p:spTgt spid="11">
                                            <p:graphicEl>
                                              <a:dgm id="{11D42EDB-B7C8-43F8-8E48-8A4402A87922}"/>
                                            </p:graphicEl>
                                          </p:spTgt>
                                        </p:tgtEl>
                                        <p:attrNameLst>
                                          <p:attrName>style.visibility</p:attrName>
                                        </p:attrNameLst>
                                      </p:cBhvr>
                                      <p:to>
                                        <p:strVal val="hidden"/>
                                      </p:to>
                                    </p:set>
                                  </p:childTnLst>
                                </p:cTn>
                              </p:par>
                              <p:par>
                                <p:cTn id="247" presetID="2" presetClass="exit" presetSubtype="4" fill="hold" grpId="1" nodeType="withEffect">
                                  <p:stCondLst>
                                    <p:cond delay="0"/>
                                  </p:stCondLst>
                                  <p:childTnLst>
                                    <p:anim calcmode="lin" valueType="num">
                                      <p:cBhvr additive="base">
                                        <p:cTn id="248" dur="500"/>
                                        <p:tgtEl>
                                          <p:spTgt spid="11">
                                            <p:graphicEl>
                                              <a:dgm id="{EABC3036-9DB0-419C-83C5-EECADBA2D16C}"/>
                                            </p:graphicEl>
                                          </p:spTgt>
                                        </p:tgtEl>
                                        <p:attrNameLst>
                                          <p:attrName>ppt_x</p:attrName>
                                        </p:attrNameLst>
                                      </p:cBhvr>
                                      <p:tavLst>
                                        <p:tav tm="0">
                                          <p:val>
                                            <p:strVal val="ppt_x"/>
                                          </p:val>
                                        </p:tav>
                                        <p:tav tm="100000">
                                          <p:val>
                                            <p:strVal val="ppt_x"/>
                                          </p:val>
                                        </p:tav>
                                      </p:tavLst>
                                    </p:anim>
                                    <p:anim calcmode="lin" valueType="num">
                                      <p:cBhvr additive="base">
                                        <p:cTn id="249" dur="500"/>
                                        <p:tgtEl>
                                          <p:spTgt spid="11">
                                            <p:graphicEl>
                                              <a:dgm id="{EABC3036-9DB0-419C-83C5-EECADBA2D16C}"/>
                                            </p:graphicEl>
                                          </p:spTgt>
                                        </p:tgtEl>
                                        <p:attrNameLst>
                                          <p:attrName>ppt_y</p:attrName>
                                        </p:attrNameLst>
                                      </p:cBhvr>
                                      <p:tavLst>
                                        <p:tav tm="0">
                                          <p:val>
                                            <p:strVal val="ppt_y"/>
                                          </p:val>
                                        </p:tav>
                                        <p:tav tm="100000">
                                          <p:val>
                                            <p:strVal val="1+ppt_h/2"/>
                                          </p:val>
                                        </p:tav>
                                      </p:tavLst>
                                    </p:anim>
                                    <p:set>
                                      <p:cBhvr>
                                        <p:cTn id="250" dur="1" fill="hold">
                                          <p:stCondLst>
                                            <p:cond delay="499"/>
                                          </p:stCondLst>
                                        </p:cTn>
                                        <p:tgtEl>
                                          <p:spTgt spid="11">
                                            <p:graphicEl>
                                              <a:dgm id="{EABC3036-9DB0-419C-83C5-EECADBA2D16C}"/>
                                            </p:graphicEl>
                                          </p:spTgt>
                                        </p:tgtEl>
                                        <p:attrNameLst>
                                          <p:attrName>style.visibility</p:attrName>
                                        </p:attrNameLst>
                                      </p:cBhvr>
                                      <p:to>
                                        <p:strVal val="hidden"/>
                                      </p:to>
                                    </p:set>
                                  </p:childTnLst>
                                </p:cTn>
                              </p:par>
                              <p:par>
                                <p:cTn id="251" presetID="2" presetClass="exit" presetSubtype="4" fill="hold" grpId="1" nodeType="withEffect">
                                  <p:stCondLst>
                                    <p:cond delay="0"/>
                                  </p:stCondLst>
                                  <p:childTnLst>
                                    <p:anim calcmode="lin" valueType="num">
                                      <p:cBhvr additive="base">
                                        <p:cTn id="252" dur="500"/>
                                        <p:tgtEl>
                                          <p:spTgt spid="11">
                                            <p:graphicEl>
                                              <a:dgm id="{0EBBB59F-0C87-4541-AA1C-F5A73B85789F}"/>
                                            </p:graphicEl>
                                          </p:spTgt>
                                        </p:tgtEl>
                                        <p:attrNameLst>
                                          <p:attrName>ppt_x</p:attrName>
                                        </p:attrNameLst>
                                      </p:cBhvr>
                                      <p:tavLst>
                                        <p:tav tm="0">
                                          <p:val>
                                            <p:strVal val="ppt_x"/>
                                          </p:val>
                                        </p:tav>
                                        <p:tav tm="100000">
                                          <p:val>
                                            <p:strVal val="ppt_x"/>
                                          </p:val>
                                        </p:tav>
                                      </p:tavLst>
                                    </p:anim>
                                    <p:anim calcmode="lin" valueType="num">
                                      <p:cBhvr additive="base">
                                        <p:cTn id="253" dur="500"/>
                                        <p:tgtEl>
                                          <p:spTgt spid="11">
                                            <p:graphicEl>
                                              <a:dgm id="{0EBBB59F-0C87-4541-AA1C-F5A73B85789F}"/>
                                            </p:graphicEl>
                                          </p:spTgt>
                                        </p:tgtEl>
                                        <p:attrNameLst>
                                          <p:attrName>ppt_y</p:attrName>
                                        </p:attrNameLst>
                                      </p:cBhvr>
                                      <p:tavLst>
                                        <p:tav tm="0">
                                          <p:val>
                                            <p:strVal val="ppt_y"/>
                                          </p:val>
                                        </p:tav>
                                        <p:tav tm="100000">
                                          <p:val>
                                            <p:strVal val="1+ppt_h/2"/>
                                          </p:val>
                                        </p:tav>
                                      </p:tavLst>
                                    </p:anim>
                                    <p:set>
                                      <p:cBhvr>
                                        <p:cTn id="254" dur="1" fill="hold">
                                          <p:stCondLst>
                                            <p:cond delay="499"/>
                                          </p:stCondLst>
                                        </p:cTn>
                                        <p:tgtEl>
                                          <p:spTgt spid="11">
                                            <p:graphicEl>
                                              <a:dgm id="{0EBBB59F-0C87-4541-AA1C-F5A73B85789F}"/>
                                            </p:graphicEl>
                                          </p:spTgt>
                                        </p:tgtEl>
                                        <p:attrNameLst>
                                          <p:attrName>style.visibility</p:attrName>
                                        </p:attrNameLst>
                                      </p:cBhvr>
                                      <p:to>
                                        <p:strVal val="hidden"/>
                                      </p:to>
                                    </p:set>
                                  </p:childTnLst>
                                </p:cTn>
                              </p:par>
                              <p:par>
                                <p:cTn id="255" presetID="2" presetClass="exit" presetSubtype="4" fill="hold" grpId="1" nodeType="withEffect">
                                  <p:stCondLst>
                                    <p:cond delay="0"/>
                                  </p:stCondLst>
                                  <p:childTnLst>
                                    <p:anim calcmode="lin" valueType="num">
                                      <p:cBhvr additive="base">
                                        <p:cTn id="256" dur="500"/>
                                        <p:tgtEl>
                                          <p:spTgt spid="11">
                                            <p:graphicEl>
                                              <a:dgm id="{590345E2-511D-4F0A-A481-5DD565F2E2FE}"/>
                                            </p:graphicEl>
                                          </p:spTgt>
                                        </p:tgtEl>
                                        <p:attrNameLst>
                                          <p:attrName>ppt_x</p:attrName>
                                        </p:attrNameLst>
                                      </p:cBhvr>
                                      <p:tavLst>
                                        <p:tav tm="0">
                                          <p:val>
                                            <p:strVal val="ppt_x"/>
                                          </p:val>
                                        </p:tav>
                                        <p:tav tm="100000">
                                          <p:val>
                                            <p:strVal val="ppt_x"/>
                                          </p:val>
                                        </p:tav>
                                      </p:tavLst>
                                    </p:anim>
                                    <p:anim calcmode="lin" valueType="num">
                                      <p:cBhvr additive="base">
                                        <p:cTn id="257" dur="500"/>
                                        <p:tgtEl>
                                          <p:spTgt spid="11">
                                            <p:graphicEl>
                                              <a:dgm id="{590345E2-511D-4F0A-A481-5DD565F2E2FE}"/>
                                            </p:graphicEl>
                                          </p:spTgt>
                                        </p:tgtEl>
                                        <p:attrNameLst>
                                          <p:attrName>ppt_y</p:attrName>
                                        </p:attrNameLst>
                                      </p:cBhvr>
                                      <p:tavLst>
                                        <p:tav tm="0">
                                          <p:val>
                                            <p:strVal val="ppt_y"/>
                                          </p:val>
                                        </p:tav>
                                        <p:tav tm="100000">
                                          <p:val>
                                            <p:strVal val="1+ppt_h/2"/>
                                          </p:val>
                                        </p:tav>
                                      </p:tavLst>
                                    </p:anim>
                                    <p:set>
                                      <p:cBhvr>
                                        <p:cTn id="258" dur="1" fill="hold">
                                          <p:stCondLst>
                                            <p:cond delay="499"/>
                                          </p:stCondLst>
                                        </p:cTn>
                                        <p:tgtEl>
                                          <p:spTgt spid="11">
                                            <p:graphicEl>
                                              <a:dgm id="{590345E2-511D-4F0A-A481-5DD565F2E2FE}"/>
                                            </p:graphicEl>
                                          </p:spTgt>
                                        </p:tgtEl>
                                        <p:attrNameLst>
                                          <p:attrName>style.visibility</p:attrName>
                                        </p:attrNameLst>
                                      </p:cBhvr>
                                      <p:to>
                                        <p:strVal val="hidden"/>
                                      </p:to>
                                    </p:set>
                                  </p:childTnLst>
                                </p:cTn>
                              </p:par>
                              <p:par>
                                <p:cTn id="259" presetID="2" presetClass="exit" presetSubtype="4" fill="hold" grpId="1" nodeType="withEffect">
                                  <p:stCondLst>
                                    <p:cond delay="0"/>
                                  </p:stCondLst>
                                  <p:childTnLst>
                                    <p:anim calcmode="lin" valueType="num">
                                      <p:cBhvr additive="base">
                                        <p:cTn id="260" dur="500"/>
                                        <p:tgtEl>
                                          <p:spTgt spid="11">
                                            <p:graphicEl>
                                              <a:dgm id="{402E6B74-380B-43A3-9EEB-D6AA6DC24DD0}"/>
                                            </p:graphicEl>
                                          </p:spTgt>
                                        </p:tgtEl>
                                        <p:attrNameLst>
                                          <p:attrName>ppt_x</p:attrName>
                                        </p:attrNameLst>
                                      </p:cBhvr>
                                      <p:tavLst>
                                        <p:tav tm="0">
                                          <p:val>
                                            <p:strVal val="ppt_x"/>
                                          </p:val>
                                        </p:tav>
                                        <p:tav tm="100000">
                                          <p:val>
                                            <p:strVal val="ppt_x"/>
                                          </p:val>
                                        </p:tav>
                                      </p:tavLst>
                                    </p:anim>
                                    <p:anim calcmode="lin" valueType="num">
                                      <p:cBhvr additive="base">
                                        <p:cTn id="261" dur="500"/>
                                        <p:tgtEl>
                                          <p:spTgt spid="11">
                                            <p:graphicEl>
                                              <a:dgm id="{402E6B74-380B-43A3-9EEB-D6AA6DC24DD0}"/>
                                            </p:graphicEl>
                                          </p:spTgt>
                                        </p:tgtEl>
                                        <p:attrNameLst>
                                          <p:attrName>ppt_y</p:attrName>
                                        </p:attrNameLst>
                                      </p:cBhvr>
                                      <p:tavLst>
                                        <p:tav tm="0">
                                          <p:val>
                                            <p:strVal val="ppt_y"/>
                                          </p:val>
                                        </p:tav>
                                        <p:tav tm="100000">
                                          <p:val>
                                            <p:strVal val="1+ppt_h/2"/>
                                          </p:val>
                                        </p:tav>
                                      </p:tavLst>
                                    </p:anim>
                                    <p:set>
                                      <p:cBhvr>
                                        <p:cTn id="262" dur="1" fill="hold">
                                          <p:stCondLst>
                                            <p:cond delay="499"/>
                                          </p:stCondLst>
                                        </p:cTn>
                                        <p:tgtEl>
                                          <p:spTgt spid="11">
                                            <p:graphicEl>
                                              <a:dgm id="{402E6B74-380B-43A3-9EEB-D6AA6DC24DD0}"/>
                                            </p:graphicEl>
                                          </p:spTgt>
                                        </p:tgtEl>
                                        <p:attrNameLst>
                                          <p:attrName>style.visibility</p:attrName>
                                        </p:attrNameLst>
                                      </p:cBhvr>
                                      <p:to>
                                        <p:strVal val="hidden"/>
                                      </p:to>
                                    </p:set>
                                  </p:childTnLst>
                                </p:cTn>
                              </p:par>
                              <p:par>
                                <p:cTn id="263" presetID="2" presetClass="exit" presetSubtype="4" fill="hold" grpId="1" nodeType="withEffect">
                                  <p:stCondLst>
                                    <p:cond delay="0"/>
                                  </p:stCondLst>
                                  <p:childTnLst>
                                    <p:anim calcmode="lin" valueType="num">
                                      <p:cBhvr additive="base">
                                        <p:cTn id="264" dur="500"/>
                                        <p:tgtEl>
                                          <p:spTgt spid="11">
                                            <p:graphicEl>
                                              <a:dgm id="{3E4AC8E4-D157-415B-A7F5-4B377D269AF4}"/>
                                            </p:graphicEl>
                                          </p:spTgt>
                                        </p:tgtEl>
                                        <p:attrNameLst>
                                          <p:attrName>ppt_x</p:attrName>
                                        </p:attrNameLst>
                                      </p:cBhvr>
                                      <p:tavLst>
                                        <p:tav tm="0">
                                          <p:val>
                                            <p:strVal val="ppt_x"/>
                                          </p:val>
                                        </p:tav>
                                        <p:tav tm="100000">
                                          <p:val>
                                            <p:strVal val="ppt_x"/>
                                          </p:val>
                                        </p:tav>
                                      </p:tavLst>
                                    </p:anim>
                                    <p:anim calcmode="lin" valueType="num">
                                      <p:cBhvr additive="base">
                                        <p:cTn id="265" dur="500"/>
                                        <p:tgtEl>
                                          <p:spTgt spid="11">
                                            <p:graphicEl>
                                              <a:dgm id="{3E4AC8E4-D157-415B-A7F5-4B377D269AF4}"/>
                                            </p:graphicEl>
                                          </p:spTgt>
                                        </p:tgtEl>
                                        <p:attrNameLst>
                                          <p:attrName>ppt_y</p:attrName>
                                        </p:attrNameLst>
                                      </p:cBhvr>
                                      <p:tavLst>
                                        <p:tav tm="0">
                                          <p:val>
                                            <p:strVal val="ppt_y"/>
                                          </p:val>
                                        </p:tav>
                                        <p:tav tm="100000">
                                          <p:val>
                                            <p:strVal val="1+ppt_h/2"/>
                                          </p:val>
                                        </p:tav>
                                      </p:tavLst>
                                    </p:anim>
                                    <p:set>
                                      <p:cBhvr>
                                        <p:cTn id="266" dur="1" fill="hold">
                                          <p:stCondLst>
                                            <p:cond delay="499"/>
                                          </p:stCondLst>
                                        </p:cTn>
                                        <p:tgtEl>
                                          <p:spTgt spid="11">
                                            <p:graphicEl>
                                              <a:dgm id="{3E4AC8E4-D157-415B-A7F5-4B377D269AF4}"/>
                                            </p:graphicEl>
                                          </p:spTgt>
                                        </p:tgtEl>
                                        <p:attrNameLst>
                                          <p:attrName>style.visibility</p:attrName>
                                        </p:attrNameLst>
                                      </p:cBhvr>
                                      <p:to>
                                        <p:strVal val="hidden"/>
                                      </p:to>
                                    </p:set>
                                  </p:childTnLst>
                                </p:cTn>
                              </p:par>
                              <p:par>
                                <p:cTn id="267" presetID="2" presetClass="exit" presetSubtype="4" fill="hold" grpId="1" nodeType="withEffect">
                                  <p:stCondLst>
                                    <p:cond delay="0"/>
                                  </p:stCondLst>
                                  <p:childTnLst>
                                    <p:anim calcmode="lin" valueType="num">
                                      <p:cBhvr additive="base">
                                        <p:cTn id="268" dur="500"/>
                                        <p:tgtEl>
                                          <p:spTgt spid="11">
                                            <p:graphicEl>
                                              <a:dgm id="{5AF49CE9-CEBE-4A6B-BA2A-1BE9DE3C6D4B}"/>
                                            </p:graphicEl>
                                          </p:spTgt>
                                        </p:tgtEl>
                                        <p:attrNameLst>
                                          <p:attrName>ppt_x</p:attrName>
                                        </p:attrNameLst>
                                      </p:cBhvr>
                                      <p:tavLst>
                                        <p:tav tm="0">
                                          <p:val>
                                            <p:strVal val="ppt_x"/>
                                          </p:val>
                                        </p:tav>
                                        <p:tav tm="100000">
                                          <p:val>
                                            <p:strVal val="ppt_x"/>
                                          </p:val>
                                        </p:tav>
                                      </p:tavLst>
                                    </p:anim>
                                    <p:anim calcmode="lin" valueType="num">
                                      <p:cBhvr additive="base">
                                        <p:cTn id="269" dur="500"/>
                                        <p:tgtEl>
                                          <p:spTgt spid="11">
                                            <p:graphicEl>
                                              <a:dgm id="{5AF49CE9-CEBE-4A6B-BA2A-1BE9DE3C6D4B}"/>
                                            </p:graphicEl>
                                          </p:spTgt>
                                        </p:tgtEl>
                                        <p:attrNameLst>
                                          <p:attrName>ppt_y</p:attrName>
                                        </p:attrNameLst>
                                      </p:cBhvr>
                                      <p:tavLst>
                                        <p:tav tm="0">
                                          <p:val>
                                            <p:strVal val="ppt_y"/>
                                          </p:val>
                                        </p:tav>
                                        <p:tav tm="100000">
                                          <p:val>
                                            <p:strVal val="1+ppt_h/2"/>
                                          </p:val>
                                        </p:tav>
                                      </p:tavLst>
                                    </p:anim>
                                    <p:set>
                                      <p:cBhvr>
                                        <p:cTn id="270" dur="1" fill="hold">
                                          <p:stCondLst>
                                            <p:cond delay="499"/>
                                          </p:stCondLst>
                                        </p:cTn>
                                        <p:tgtEl>
                                          <p:spTgt spid="11">
                                            <p:graphicEl>
                                              <a:dgm id="{5AF49CE9-CEBE-4A6B-BA2A-1BE9DE3C6D4B}"/>
                                            </p:graphicEl>
                                          </p:spTgt>
                                        </p:tgtEl>
                                        <p:attrNameLst>
                                          <p:attrName>style.visibility</p:attrName>
                                        </p:attrNameLst>
                                      </p:cBhvr>
                                      <p:to>
                                        <p:strVal val="hidden"/>
                                      </p:to>
                                    </p:set>
                                  </p:childTnLst>
                                </p:cTn>
                              </p:par>
                              <p:par>
                                <p:cTn id="271" presetID="2" presetClass="exit" presetSubtype="4" fill="hold" grpId="1" nodeType="withEffect">
                                  <p:stCondLst>
                                    <p:cond delay="0"/>
                                  </p:stCondLst>
                                  <p:childTnLst>
                                    <p:anim calcmode="lin" valueType="num">
                                      <p:cBhvr additive="base">
                                        <p:cTn id="272" dur="500"/>
                                        <p:tgtEl>
                                          <p:spTgt spid="11">
                                            <p:graphicEl>
                                              <a:dgm id="{47EF1C31-1910-4F70-9877-0DFFDA42B1E3}"/>
                                            </p:graphicEl>
                                          </p:spTgt>
                                        </p:tgtEl>
                                        <p:attrNameLst>
                                          <p:attrName>ppt_x</p:attrName>
                                        </p:attrNameLst>
                                      </p:cBhvr>
                                      <p:tavLst>
                                        <p:tav tm="0">
                                          <p:val>
                                            <p:strVal val="ppt_x"/>
                                          </p:val>
                                        </p:tav>
                                        <p:tav tm="100000">
                                          <p:val>
                                            <p:strVal val="ppt_x"/>
                                          </p:val>
                                        </p:tav>
                                      </p:tavLst>
                                    </p:anim>
                                    <p:anim calcmode="lin" valueType="num">
                                      <p:cBhvr additive="base">
                                        <p:cTn id="273" dur="500"/>
                                        <p:tgtEl>
                                          <p:spTgt spid="11">
                                            <p:graphicEl>
                                              <a:dgm id="{47EF1C31-1910-4F70-9877-0DFFDA42B1E3}"/>
                                            </p:graphicEl>
                                          </p:spTgt>
                                        </p:tgtEl>
                                        <p:attrNameLst>
                                          <p:attrName>ppt_y</p:attrName>
                                        </p:attrNameLst>
                                      </p:cBhvr>
                                      <p:tavLst>
                                        <p:tav tm="0">
                                          <p:val>
                                            <p:strVal val="ppt_y"/>
                                          </p:val>
                                        </p:tav>
                                        <p:tav tm="100000">
                                          <p:val>
                                            <p:strVal val="1+ppt_h/2"/>
                                          </p:val>
                                        </p:tav>
                                      </p:tavLst>
                                    </p:anim>
                                    <p:set>
                                      <p:cBhvr>
                                        <p:cTn id="274" dur="1" fill="hold">
                                          <p:stCondLst>
                                            <p:cond delay="499"/>
                                          </p:stCondLst>
                                        </p:cTn>
                                        <p:tgtEl>
                                          <p:spTgt spid="11">
                                            <p:graphicEl>
                                              <a:dgm id="{47EF1C31-1910-4F70-9877-0DFFDA42B1E3}"/>
                                            </p:graphicEl>
                                          </p:spTgt>
                                        </p:tgtEl>
                                        <p:attrNameLst>
                                          <p:attrName>style.visibility</p:attrName>
                                        </p:attrNameLst>
                                      </p:cBhvr>
                                      <p:to>
                                        <p:strVal val="hidden"/>
                                      </p:to>
                                    </p:set>
                                  </p:childTnLst>
                                </p:cTn>
                              </p:par>
                              <p:par>
                                <p:cTn id="275" presetID="2" presetClass="exit" presetSubtype="4" fill="hold" grpId="1" nodeType="withEffect">
                                  <p:stCondLst>
                                    <p:cond delay="0"/>
                                  </p:stCondLst>
                                  <p:childTnLst>
                                    <p:anim calcmode="lin" valueType="num">
                                      <p:cBhvr additive="base">
                                        <p:cTn id="276" dur="500"/>
                                        <p:tgtEl>
                                          <p:spTgt spid="11">
                                            <p:graphicEl>
                                              <a:dgm id="{FB9112AC-BFA5-4FA1-BEB7-37B40D9CCBFC}"/>
                                            </p:graphicEl>
                                          </p:spTgt>
                                        </p:tgtEl>
                                        <p:attrNameLst>
                                          <p:attrName>ppt_x</p:attrName>
                                        </p:attrNameLst>
                                      </p:cBhvr>
                                      <p:tavLst>
                                        <p:tav tm="0">
                                          <p:val>
                                            <p:strVal val="ppt_x"/>
                                          </p:val>
                                        </p:tav>
                                        <p:tav tm="100000">
                                          <p:val>
                                            <p:strVal val="ppt_x"/>
                                          </p:val>
                                        </p:tav>
                                      </p:tavLst>
                                    </p:anim>
                                    <p:anim calcmode="lin" valueType="num">
                                      <p:cBhvr additive="base">
                                        <p:cTn id="277" dur="500"/>
                                        <p:tgtEl>
                                          <p:spTgt spid="11">
                                            <p:graphicEl>
                                              <a:dgm id="{FB9112AC-BFA5-4FA1-BEB7-37B40D9CCBFC}"/>
                                            </p:graphicEl>
                                          </p:spTgt>
                                        </p:tgtEl>
                                        <p:attrNameLst>
                                          <p:attrName>ppt_y</p:attrName>
                                        </p:attrNameLst>
                                      </p:cBhvr>
                                      <p:tavLst>
                                        <p:tav tm="0">
                                          <p:val>
                                            <p:strVal val="ppt_y"/>
                                          </p:val>
                                        </p:tav>
                                        <p:tav tm="100000">
                                          <p:val>
                                            <p:strVal val="1+ppt_h/2"/>
                                          </p:val>
                                        </p:tav>
                                      </p:tavLst>
                                    </p:anim>
                                    <p:set>
                                      <p:cBhvr>
                                        <p:cTn id="278" dur="1" fill="hold">
                                          <p:stCondLst>
                                            <p:cond delay="499"/>
                                          </p:stCondLst>
                                        </p:cTn>
                                        <p:tgtEl>
                                          <p:spTgt spid="11">
                                            <p:graphicEl>
                                              <a:dgm id="{FB9112AC-BFA5-4FA1-BEB7-37B40D9CCBFC}"/>
                                            </p:graphicEl>
                                          </p:spTgt>
                                        </p:tgtEl>
                                        <p:attrNameLst>
                                          <p:attrName>style.visibility</p:attrName>
                                        </p:attrNameLst>
                                      </p:cBhvr>
                                      <p:to>
                                        <p:strVal val="hidden"/>
                                      </p:to>
                                    </p:set>
                                  </p:childTnLst>
                                </p:cTn>
                              </p:par>
                              <p:par>
                                <p:cTn id="279" presetID="2" presetClass="exit" presetSubtype="4" fill="hold" grpId="1" nodeType="withEffect">
                                  <p:stCondLst>
                                    <p:cond delay="0"/>
                                  </p:stCondLst>
                                  <p:childTnLst>
                                    <p:anim calcmode="lin" valueType="num">
                                      <p:cBhvr additive="base">
                                        <p:cTn id="280" dur="500"/>
                                        <p:tgtEl>
                                          <p:spTgt spid="11">
                                            <p:graphicEl>
                                              <a:dgm id="{93D05673-8E09-4FF6-AC41-1DF4B521FD68}"/>
                                            </p:graphicEl>
                                          </p:spTgt>
                                        </p:tgtEl>
                                        <p:attrNameLst>
                                          <p:attrName>ppt_x</p:attrName>
                                        </p:attrNameLst>
                                      </p:cBhvr>
                                      <p:tavLst>
                                        <p:tav tm="0">
                                          <p:val>
                                            <p:strVal val="ppt_x"/>
                                          </p:val>
                                        </p:tav>
                                        <p:tav tm="100000">
                                          <p:val>
                                            <p:strVal val="ppt_x"/>
                                          </p:val>
                                        </p:tav>
                                      </p:tavLst>
                                    </p:anim>
                                    <p:anim calcmode="lin" valueType="num">
                                      <p:cBhvr additive="base">
                                        <p:cTn id="281" dur="500"/>
                                        <p:tgtEl>
                                          <p:spTgt spid="11">
                                            <p:graphicEl>
                                              <a:dgm id="{93D05673-8E09-4FF6-AC41-1DF4B521FD68}"/>
                                            </p:graphicEl>
                                          </p:spTgt>
                                        </p:tgtEl>
                                        <p:attrNameLst>
                                          <p:attrName>ppt_y</p:attrName>
                                        </p:attrNameLst>
                                      </p:cBhvr>
                                      <p:tavLst>
                                        <p:tav tm="0">
                                          <p:val>
                                            <p:strVal val="ppt_y"/>
                                          </p:val>
                                        </p:tav>
                                        <p:tav tm="100000">
                                          <p:val>
                                            <p:strVal val="1+ppt_h/2"/>
                                          </p:val>
                                        </p:tav>
                                      </p:tavLst>
                                    </p:anim>
                                    <p:set>
                                      <p:cBhvr>
                                        <p:cTn id="282" dur="1" fill="hold">
                                          <p:stCondLst>
                                            <p:cond delay="499"/>
                                          </p:stCondLst>
                                        </p:cTn>
                                        <p:tgtEl>
                                          <p:spTgt spid="11">
                                            <p:graphicEl>
                                              <a:dgm id="{93D05673-8E09-4FF6-AC41-1DF4B521FD68}"/>
                                            </p:graphicEl>
                                          </p:spTgt>
                                        </p:tgtEl>
                                        <p:attrNameLst>
                                          <p:attrName>style.visibility</p:attrName>
                                        </p:attrNameLst>
                                      </p:cBhvr>
                                      <p:to>
                                        <p:strVal val="hidden"/>
                                      </p:to>
                                    </p:set>
                                  </p:childTnLst>
                                </p:cTn>
                              </p:par>
                              <p:par>
                                <p:cTn id="283" presetID="2" presetClass="exit" presetSubtype="4" fill="hold" grpId="1" nodeType="withEffect">
                                  <p:stCondLst>
                                    <p:cond delay="0"/>
                                  </p:stCondLst>
                                  <p:childTnLst>
                                    <p:anim calcmode="lin" valueType="num">
                                      <p:cBhvr additive="base">
                                        <p:cTn id="284" dur="500"/>
                                        <p:tgtEl>
                                          <p:spTgt spid="11">
                                            <p:graphicEl>
                                              <a:dgm id="{269A6A53-0642-4C58-B48D-0FE16F174062}"/>
                                            </p:graphicEl>
                                          </p:spTgt>
                                        </p:tgtEl>
                                        <p:attrNameLst>
                                          <p:attrName>ppt_x</p:attrName>
                                        </p:attrNameLst>
                                      </p:cBhvr>
                                      <p:tavLst>
                                        <p:tav tm="0">
                                          <p:val>
                                            <p:strVal val="ppt_x"/>
                                          </p:val>
                                        </p:tav>
                                        <p:tav tm="100000">
                                          <p:val>
                                            <p:strVal val="ppt_x"/>
                                          </p:val>
                                        </p:tav>
                                      </p:tavLst>
                                    </p:anim>
                                    <p:anim calcmode="lin" valueType="num">
                                      <p:cBhvr additive="base">
                                        <p:cTn id="285" dur="500"/>
                                        <p:tgtEl>
                                          <p:spTgt spid="11">
                                            <p:graphicEl>
                                              <a:dgm id="{269A6A53-0642-4C58-B48D-0FE16F174062}"/>
                                            </p:graphicEl>
                                          </p:spTgt>
                                        </p:tgtEl>
                                        <p:attrNameLst>
                                          <p:attrName>ppt_y</p:attrName>
                                        </p:attrNameLst>
                                      </p:cBhvr>
                                      <p:tavLst>
                                        <p:tav tm="0">
                                          <p:val>
                                            <p:strVal val="ppt_y"/>
                                          </p:val>
                                        </p:tav>
                                        <p:tav tm="100000">
                                          <p:val>
                                            <p:strVal val="1+ppt_h/2"/>
                                          </p:val>
                                        </p:tav>
                                      </p:tavLst>
                                    </p:anim>
                                    <p:set>
                                      <p:cBhvr>
                                        <p:cTn id="286" dur="1" fill="hold">
                                          <p:stCondLst>
                                            <p:cond delay="499"/>
                                          </p:stCondLst>
                                        </p:cTn>
                                        <p:tgtEl>
                                          <p:spTgt spid="11">
                                            <p:graphicEl>
                                              <a:dgm id="{269A6A53-0642-4C58-B48D-0FE16F174062}"/>
                                            </p:graphicEl>
                                          </p:spTgt>
                                        </p:tgtEl>
                                        <p:attrNameLst>
                                          <p:attrName>style.visibility</p:attrName>
                                        </p:attrNameLst>
                                      </p:cBhvr>
                                      <p:to>
                                        <p:strVal val="hidden"/>
                                      </p:to>
                                    </p:set>
                                  </p:childTnLst>
                                </p:cTn>
                              </p:par>
                              <p:par>
                                <p:cTn id="287" presetID="2" presetClass="exit" presetSubtype="4" fill="hold" grpId="1" nodeType="withEffect">
                                  <p:stCondLst>
                                    <p:cond delay="0"/>
                                  </p:stCondLst>
                                  <p:childTnLst>
                                    <p:anim calcmode="lin" valueType="num">
                                      <p:cBhvr additive="base">
                                        <p:cTn id="288" dur="500"/>
                                        <p:tgtEl>
                                          <p:spTgt spid="11">
                                            <p:graphicEl>
                                              <a:dgm id="{CD326A34-841B-4551-805A-5F5115A58806}"/>
                                            </p:graphicEl>
                                          </p:spTgt>
                                        </p:tgtEl>
                                        <p:attrNameLst>
                                          <p:attrName>ppt_x</p:attrName>
                                        </p:attrNameLst>
                                      </p:cBhvr>
                                      <p:tavLst>
                                        <p:tav tm="0">
                                          <p:val>
                                            <p:strVal val="ppt_x"/>
                                          </p:val>
                                        </p:tav>
                                        <p:tav tm="100000">
                                          <p:val>
                                            <p:strVal val="ppt_x"/>
                                          </p:val>
                                        </p:tav>
                                      </p:tavLst>
                                    </p:anim>
                                    <p:anim calcmode="lin" valueType="num">
                                      <p:cBhvr additive="base">
                                        <p:cTn id="289" dur="500"/>
                                        <p:tgtEl>
                                          <p:spTgt spid="11">
                                            <p:graphicEl>
                                              <a:dgm id="{CD326A34-841B-4551-805A-5F5115A58806}"/>
                                            </p:graphicEl>
                                          </p:spTgt>
                                        </p:tgtEl>
                                        <p:attrNameLst>
                                          <p:attrName>ppt_y</p:attrName>
                                        </p:attrNameLst>
                                      </p:cBhvr>
                                      <p:tavLst>
                                        <p:tav tm="0">
                                          <p:val>
                                            <p:strVal val="ppt_y"/>
                                          </p:val>
                                        </p:tav>
                                        <p:tav tm="100000">
                                          <p:val>
                                            <p:strVal val="1+ppt_h/2"/>
                                          </p:val>
                                        </p:tav>
                                      </p:tavLst>
                                    </p:anim>
                                    <p:set>
                                      <p:cBhvr>
                                        <p:cTn id="290" dur="1" fill="hold">
                                          <p:stCondLst>
                                            <p:cond delay="499"/>
                                          </p:stCondLst>
                                        </p:cTn>
                                        <p:tgtEl>
                                          <p:spTgt spid="11">
                                            <p:graphicEl>
                                              <a:dgm id="{CD326A34-841B-4551-805A-5F5115A58806}"/>
                                            </p:graphicEl>
                                          </p:spTgt>
                                        </p:tgtEl>
                                        <p:attrNameLst>
                                          <p:attrName>style.visibility</p:attrName>
                                        </p:attrNameLst>
                                      </p:cBhvr>
                                      <p:to>
                                        <p:strVal val="hidden"/>
                                      </p:to>
                                    </p:set>
                                  </p:childTnLst>
                                </p:cTn>
                              </p:par>
                              <p:par>
                                <p:cTn id="291" presetID="2" presetClass="exit" presetSubtype="4" fill="hold" grpId="1" nodeType="withEffect">
                                  <p:stCondLst>
                                    <p:cond delay="0"/>
                                  </p:stCondLst>
                                  <p:childTnLst>
                                    <p:anim calcmode="lin" valueType="num">
                                      <p:cBhvr additive="base">
                                        <p:cTn id="292" dur="500"/>
                                        <p:tgtEl>
                                          <p:spTgt spid="11">
                                            <p:graphicEl>
                                              <a:dgm id="{529FFEF0-87D1-4A36-A673-0700D5F0FD7E}"/>
                                            </p:graphicEl>
                                          </p:spTgt>
                                        </p:tgtEl>
                                        <p:attrNameLst>
                                          <p:attrName>ppt_x</p:attrName>
                                        </p:attrNameLst>
                                      </p:cBhvr>
                                      <p:tavLst>
                                        <p:tav tm="0">
                                          <p:val>
                                            <p:strVal val="ppt_x"/>
                                          </p:val>
                                        </p:tav>
                                        <p:tav tm="100000">
                                          <p:val>
                                            <p:strVal val="ppt_x"/>
                                          </p:val>
                                        </p:tav>
                                      </p:tavLst>
                                    </p:anim>
                                    <p:anim calcmode="lin" valueType="num">
                                      <p:cBhvr additive="base">
                                        <p:cTn id="293" dur="500"/>
                                        <p:tgtEl>
                                          <p:spTgt spid="11">
                                            <p:graphicEl>
                                              <a:dgm id="{529FFEF0-87D1-4A36-A673-0700D5F0FD7E}"/>
                                            </p:graphicEl>
                                          </p:spTgt>
                                        </p:tgtEl>
                                        <p:attrNameLst>
                                          <p:attrName>ppt_y</p:attrName>
                                        </p:attrNameLst>
                                      </p:cBhvr>
                                      <p:tavLst>
                                        <p:tav tm="0">
                                          <p:val>
                                            <p:strVal val="ppt_y"/>
                                          </p:val>
                                        </p:tav>
                                        <p:tav tm="100000">
                                          <p:val>
                                            <p:strVal val="1+ppt_h/2"/>
                                          </p:val>
                                        </p:tav>
                                      </p:tavLst>
                                    </p:anim>
                                    <p:set>
                                      <p:cBhvr>
                                        <p:cTn id="294" dur="1" fill="hold">
                                          <p:stCondLst>
                                            <p:cond delay="499"/>
                                          </p:stCondLst>
                                        </p:cTn>
                                        <p:tgtEl>
                                          <p:spTgt spid="11">
                                            <p:graphicEl>
                                              <a:dgm id="{529FFEF0-87D1-4A36-A673-0700D5F0FD7E}"/>
                                            </p:graphicEl>
                                          </p:spTgt>
                                        </p:tgtEl>
                                        <p:attrNameLst>
                                          <p:attrName>style.visibility</p:attrName>
                                        </p:attrNameLst>
                                      </p:cBhvr>
                                      <p:to>
                                        <p:strVal val="hidden"/>
                                      </p:to>
                                    </p:set>
                                  </p:childTnLst>
                                </p:cTn>
                              </p:par>
                            </p:childTnLst>
                          </p:cTn>
                        </p:par>
                      </p:childTnLst>
                    </p:cTn>
                  </p:par>
                  <p:par>
                    <p:cTn id="295" fill="hold">
                      <p:stCondLst>
                        <p:cond delay="indefinite"/>
                      </p:stCondLst>
                      <p:childTnLst>
                        <p:par>
                          <p:cTn id="296" fill="hold">
                            <p:stCondLst>
                              <p:cond delay="0"/>
                            </p:stCondLst>
                            <p:childTnLst>
                              <p:par>
                                <p:cTn id="297" presetID="2" presetClass="exit" presetSubtype="4" fill="hold" grpId="1" nodeType="clickEffect">
                                  <p:stCondLst>
                                    <p:cond delay="0"/>
                                  </p:stCondLst>
                                  <p:childTnLst>
                                    <p:anim calcmode="lin" valueType="num">
                                      <p:cBhvr additive="base">
                                        <p:cTn id="298" dur="500"/>
                                        <p:tgtEl>
                                          <p:spTgt spid="11">
                                            <p:graphicEl>
                                              <a:dgm id="{DF395130-5005-4933-848E-A5DC03493FD9}"/>
                                            </p:graphicEl>
                                          </p:spTgt>
                                        </p:tgtEl>
                                        <p:attrNameLst>
                                          <p:attrName>ppt_x</p:attrName>
                                        </p:attrNameLst>
                                      </p:cBhvr>
                                      <p:tavLst>
                                        <p:tav tm="0">
                                          <p:val>
                                            <p:strVal val="ppt_x"/>
                                          </p:val>
                                        </p:tav>
                                        <p:tav tm="100000">
                                          <p:val>
                                            <p:strVal val="ppt_x"/>
                                          </p:val>
                                        </p:tav>
                                      </p:tavLst>
                                    </p:anim>
                                    <p:anim calcmode="lin" valueType="num">
                                      <p:cBhvr additive="base">
                                        <p:cTn id="299" dur="500"/>
                                        <p:tgtEl>
                                          <p:spTgt spid="11">
                                            <p:graphicEl>
                                              <a:dgm id="{DF395130-5005-4933-848E-A5DC03493FD9}"/>
                                            </p:graphicEl>
                                          </p:spTgt>
                                        </p:tgtEl>
                                        <p:attrNameLst>
                                          <p:attrName>ppt_y</p:attrName>
                                        </p:attrNameLst>
                                      </p:cBhvr>
                                      <p:tavLst>
                                        <p:tav tm="0">
                                          <p:val>
                                            <p:strVal val="ppt_y"/>
                                          </p:val>
                                        </p:tav>
                                        <p:tav tm="100000">
                                          <p:val>
                                            <p:strVal val="1+ppt_h/2"/>
                                          </p:val>
                                        </p:tav>
                                      </p:tavLst>
                                    </p:anim>
                                    <p:set>
                                      <p:cBhvr>
                                        <p:cTn id="300" dur="1" fill="hold">
                                          <p:stCondLst>
                                            <p:cond delay="499"/>
                                          </p:stCondLst>
                                        </p:cTn>
                                        <p:tgtEl>
                                          <p:spTgt spid="11">
                                            <p:graphicEl>
                                              <a:dgm id="{DF395130-5005-4933-848E-A5DC03493FD9}"/>
                                            </p:graphicEl>
                                          </p:spTgt>
                                        </p:tgtEl>
                                        <p:attrNameLst>
                                          <p:attrName>style.visibility</p:attrName>
                                        </p:attrNameLst>
                                      </p:cBhvr>
                                      <p:to>
                                        <p:strVal val="hidden"/>
                                      </p:to>
                                    </p:set>
                                  </p:childTnLst>
                                </p:cTn>
                              </p:par>
                              <p:par>
                                <p:cTn id="301" presetID="2" presetClass="exit" presetSubtype="4" fill="hold" grpId="1" nodeType="withEffect">
                                  <p:stCondLst>
                                    <p:cond delay="0"/>
                                  </p:stCondLst>
                                  <p:childTnLst>
                                    <p:anim calcmode="lin" valueType="num">
                                      <p:cBhvr additive="base">
                                        <p:cTn id="302" dur="500"/>
                                        <p:tgtEl>
                                          <p:spTgt spid="11">
                                            <p:graphicEl>
                                              <a:dgm id="{32355DFA-BA9E-46DA-8950-21565EA41794}"/>
                                            </p:graphicEl>
                                          </p:spTgt>
                                        </p:tgtEl>
                                        <p:attrNameLst>
                                          <p:attrName>ppt_x</p:attrName>
                                        </p:attrNameLst>
                                      </p:cBhvr>
                                      <p:tavLst>
                                        <p:tav tm="0">
                                          <p:val>
                                            <p:strVal val="ppt_x"/>
                                          </p:val>
                                        </p:tav>
                                        <p:tav tm="100000">
                                          <p:val>
                                            <p:strVal val="ppt_x"/>
                                          </p:val>
                                        </p:tav>
                                      </p:tavLst>
                                    </p:anim>
                                    <p:anim calcmode="lin" valueType="num">
                                      <p:cBhvr additive="base">
                                        <p:cTn id="303" dur="500"/>
                                        <p:tgtEl>
                                          <p:spTgt spid="11">
                                            <p:graphicEl>
                                              <a:dgm id="{32355DFA-BA9E-46DA-8950-21565EA41794}"/>
                                            </p:graphicEl>
                                          </p:spTgt>
                                        </p:tgtEl>
                                        <p:attrNameLst>
                                          <p:attrName>ppt_y</p:attrName>
                                        </p:attrNameLst>
                                      </p:cBhvr>
                                      <p:tavLst>
                                        <p:tav tm="0">
                                          <p:val>
                                            <p:strVal val="ppt_y"/>
                                          </p:val>
                                        </p:tav>
                                        <p:tav tm="100000">
                                          <p:val>
                                            <p:strVal val="1+ppt_h/2"/>
                                          </p:val>
                                        </p:tav>
                                      </p:tavLst>
                                    </p:anim>
                                    <p:set>
                                      <p:cBhvr>
                                        <p:cTn id="304" dur="1" fill="hold">
                                          <p:stCondLst>
                                            <p:cond delay="499"/>
                                          </p:stCondLst>
                                        </p:cTn>
                                        <p:tgtEl>
                                          <p:spTgt spid="11">
                                            <p:graphicEl>
                                              <a:dgm id="{32355DFA-BA9E-46DA-8950-21565EA41794}"/>
                                            </p:graphicEl>
                                          </p:spTgt>
                                        </p:tgtEl>
                                        <p:attrNameLst>
                                          <p:attrName>style.visibility</p:attrName>
                                        </p:attrNameLst>
                                      </p:cBhvr>
                                      <p:to>
                                        <p:strVal val="hidden"/>
                                      </p:to>
                                    </p:set>
                                  </p:childTnLst>
                                </p:cTn>
                              </p:par>
                              <p:par>
                                <p:cTn id="305" presetID="2" presetClass="exit" presetSubtype="4" fill="hold" grpId="1" nodeType="withEffect">
                                  <p:stCondLst>
                                    <p:cond delay="0"/>
                                  </p:stCondLst>
                                  <p:childTnLst>
                                    <p:anim calcmode="lin" valueType="num">
                                      <p:cBhvr additive="base">
                                        <p:cTn id="306" dur="500"/>
                                        <p:tgtEl>
                                          <p:spTgt spid="11">
                                            <p:graphicEl>
                                              <a:dgm id="{3C1DDF5F-980E-4367-A491-982F35B45DD0}"/>
                                            </p:graphicEl>
                                          </p:spTgt>
                                        </p:tgtEl>
                                        <p:attrNameLst>
                                          <p:attrName>ppt_x</p:attrName>
                                        </p:attrNameLst>
                                      </p:cBhvr>
                                      <p:tavLst>
                                        <p:tav tm="0">
                                          <p:val>
                                            <p:strVal val="ppt_x"/>
                                          </p:val>
                                        </p:tav>
                                        <p:tav tm="100000">
                                          <p:val>
                                            <p:strVal val="ppt_x"/>
                                          </p:val>
                                        </p:tav>
                                      </p:tavLst>
                                    </p:anim>
                                    <p:anim calcmode="lin" valueType="num">
                                      <p:cBhvr additive="base">
                                        <p:cTn id="307" dur="500"/>
                                        <p:tgtEl>
                                          <p:spTgt spid="11">
                                            <p:graphicEl>
                                              <a:dgm id="{3C1DDF5F-980E-4367-A491-982F35B45DD0}"/>
                                            </p:graphicEl>
                                          </p:spTgt>
                                        </p:tgtEl>
                                        <p:attrNameLst>
                                          <p:attrName>ppt_y</p:attrName>
                                        </p:attrNameLst>
                                      </p:cBhvr>
                                      <p:tavLst>
                                        <p:tav tm="0">
                                          <p:val>
                                            <p:strVal val="ppt_y"/>
                                          </p:val>
                                        </p:tav>
                                        <p:tav tm="100000">
                                          <p:val>
                                            <p:strVal val="1+ppt_h/2"/>
                                          </p:val>
                                        </p:tav>
                                      </p:tavLst>
                                    </p:anim>
                                    <p:set>
                                      <p:cBhvr>
                                        <p:cTn id="308" dur="1" fill="hold">
                                          <p:stCondLst>
                                            <p:cond delay="499"/>
                                          </p:stCondLst>
                                        </p:cTn>
                                        <p:tgtEl>
                                          <p:spTgt spid="11">
                                            <p:graphicEl>
                                              <a:dgm id="{3C1DDF5F-980E-4367-A491-982F35B45DD0}"/>
                                            </p:graphicEl>
                                          </p:spTgt>
                                        </p:tgtEl>
                                        <p:attrNameLst>
                                          <p:attrName>style.visibility</p:attrName>
                                        </p:attrNameLst>
                                      </p:cBhvr>
                                      <p:to>
                                        <p:strVal val="hidden"/>
                                      </p:to>
                                    </p:set>
                                  </p:childTnLst>
                                </p:cTn>
                              </p:par>
                            </p:childTnLst>
                          </p:cTn>
                        </p:par>
                      </p:childTnLst>
                    </p:cTn>
                  </p:par>
                  <p:par>
                    <p:cTn id="309" fill="hold">
                      <p:stCondLst>
                        <p:cond delay="indefinite"/>
                      </p:stCondLst>
                      <p:childTnLst>
                        <p:par>
                          <p:cTn id="310" fill="hold">
                            <p:stCondLst>
                              <p:cond delay="0"/>
                            </p:stCondLst>
                            <p:childTnLst>
                              <p:par>
                                <p:cTn id="311" presetID="2" presetClass="exit" presetSubtype="4" fill="hold" grpId="1" nodeType="clickEffect">
                                  <p:stCondLst>
                                    <p:cond delay="0"/>
                                  </p:stCondLst>
                                  <p:childTnLst>
                                    <p:anim calcmode="lin" valueType="num">
                                      <p:cBhvr additive="base">
                                        <p:cTn id="312" dur="500"/>
                                        <p:tgtEl>
                                          <p:spTgt spid="11">
                                            <p:graphicEl>
                                              <a:dgm id="{38FAEBC6-357B-4DA6-8530-11AC7448E354}"/>
                                            </p:graphicEl>
                                          </p:spTgt>
                                        </p:tgtEl>
                                        <p:attrNameLst>
                                          <p:attrName>ppt_x</p:attrName>
                                        </p:attrNameLst>
                                      </p:cBhvr>
                                      <p:tavLst>
                                        <p:tav tm="0">
                                          <p:val>
                                            <p:strVal val="ppt_x"/>
                                          </p:val>
                                        </p:tav>
                                        <p:tav tm="100000">
                                          <p:val>
                                            <p:strVal val="ppt_x"/>
                                          </p:val>
                                        </p:tav>
                                      </p:tavLst>
                                    </p:anim>
                                    <p:anim calcmode="lin" valueType="num">
                                      <p:cBhvr additive="base">
                                        <p:cTn id="313" dur="500"/>
                                        <p:tgtEl>
                                          <p:spTgt spid="11">
                                            <p:graphicEl>
                                              <a:dgm id="{38FAEBC6-357B-4DA6-8530-11AC7448E354}"/>
                                            </p:graphicEl>
                                          </p:spTgt>
                                        </p:tgtEl>
                                        <p:attrNameLst>
                                          <p:attrName>ppt_y</p:attrName>
                                        </p:attrNameLst>
                                      </p:cBhvr>
                                      <p:tavLst>
                                        <p:tav tm="0">
                                          <p:val>
                                            <p:strVal val="ppt_y"/>
                                          </p:val>
                                        </p:tav>
                                        <p:tav tm="100000">
                                          <p:val>
                                            <p:strVal val="1+ppt_h/2"/>
                                          </p:val>
                                        </p:tav>
                                      </p:tavLst>
                                    </p:anim>
                                    <p:set>
                                      <p:cBhvr>
                                        <p:cTn id="314" dur="1" fill="hold">
                                          <p:stCondLst>
                                            <p:cond delay="499"/>
                                          </p:stCondLst>
                                        </p:cTn>
                                        <p:tgtEl>
                                          <p:spTgt spid="11">
                                            <p:graphicEl>
                                              <a:dgm id="{38FAEBC6-357B-4DA6-8530-11AC7448E354}"/>
                                            </p:graphicEl>
                                          </p:spTgt>
                                        </p:tgtEl>
                                        <p:attrNameLst>
                                          <p:attrName>style.visibility</p:attrName>
                                        </p:attrNameLst>
                                      </p:cBhvr>
                                      <p:to>
                                        <p:strVal val="hidden"/>
                                      </p:to>
                                    </p:set>
                                  </p:childTnLst>
                                </p:cTn>
                              </p:par>
                              <p:par>
                                <p:cTn id="315" presetID="2" presetClass="exit" presetSubtype="4" fill="hold" grpId="1" nodeType="withEffect">
                                  <p:stCondLst>
                                    <p:cond delay="0"/>
                                  </p:stCondLst>
                                  <p:childTnLst>
                                    <p:anim calcmode="lin" valueType="num">
                                      <p:cBhvr additive="base">
                                        <p:cTn id="316" dur="500"/>
                                        <p:tgtEl>
                                          <p:spTgt spid="11">
                                            <p:graphicEl>
                                              <a:dgm id="{FFF9EB4D-650D-470C-A95A-F4426553B105}"/>
                                            </p:graphicEl>
                                          </p:spTgt>
                                        </p:tgtEl>
                                        <p:attrNameLst>
                                          <p:attrName>ppt_x</p:attrName>
                                        </p:attrNameLst>
                                      </p:cBhvr>
                                      <p:tavLst>
                                        <p:tav tm="0">
                                          <p:val>
                                            <p:strVal val="ppt_x"/>
                                          </p:val>
                                        </p:tav>
                                        <p:tav tm="100000">
                                          <p:val>
                                            <p:strVal val="ppt_x"/>
                                          </p:val>
                                        </p:tav>
                                      </p:tavLst>
                                    </p:anim>
                                    <p:anim calcmode="lin" valueType="num">
                                      <p:cBhvr additive="base">
                                        <p:cTn id="317" dur="500"/>
                                        <p:tgtEl>
                                          <p:spTgt spid="11">
                                            <p:graphicEl>
                                              <a:dgm id="{FFF9EB4D-650D-470C-A95A-F4426553B105}"/>
                                            </p:graphicEl>
                                          </p:spTgt>
                                        </p:tgtEl>
                                        <p:attrNameLst>
                                          <p:attrName>ppt_y</p:attrName>
                                        </p:attrNameLst>
                                      </p:cBhvr>
                                      <p:tavLst>
                                        <p:tav tm="0">
                                          <p:val>
                                            <p:strVal val="ppt_y"/>
                                          </p:val>
                                        </p:tav>
                                        <p:tav tm="100000">
                                          <p:val>
                                            <p:strVal val="1+ppt_h/2"/>
                                          </p:val>
                                        </p:tav>
                                      </p:tavLst>
                                    </p:anim>
                                    <p:set>
                                      <p:cBhvr>
                                        <p:cTn id="318" dur="1" fill="hold">
                                          <p:stCondLst>
                                            <p:cond delay="499"/>
                                          </p:stCondLst>
                                        </p:cTn>
                                        <p:tgtEl>
                                          <p:spTgt spid="11">
                                            <p:graphicEl>
                                              <a:dgm id="{FFF9EB4D-650D-470C-A95A-F4426553B105}"/>
                                            </p:graphicEl>
                                          </p:spTgt>
                                        </p:tgtEl>
                                        <p:attrNameLst>
                                          <p:attrName>style.visibility</p:attrName>
                                        </p:attrNameLst>
                                      </p:cBhvr>
                                      <p:to>
                                        <p:strVal val="hidden"/>
                                      </p:to>
                                    </p:set>
                                  </p:childTnLst>
                                </p:cTn>
                              </p:par>
                            </p:childTnLst>
                          </p:cTn>
                        </p:par>
                      </p:childTnLst>
                    </p:cTn>
                  </p:par>
                  <p:par>
                    <p:cTn id="319" fill="hold">
                      <p:stCondLst>
                        <p:cond delay="indefinite"/>
                      </p:stCondLst>
                      <p:childTnLst>
                        <p:par>
                          <p:cTn id="320" fill="hold">
                            <p:stCondLst>
                              <p:cond delay="0"/>
                            </p:stCondLst>
                            <p:childTnLst>
                              <p:par>
                                <p:cTn id="321" presetID="2" presetClass="exit" presetSubtype="4" fill="hold" grpId="1" nodeType="clickEffect">
                                  <p:stCondLst>
                                    <p:cond delay="0"/>
                                  </p:stCondLst>
                                  <p:childTnLst>
                                    <p:anim calcmode="lin" valueType="num">
                                      <p:cBhvr additive="base">
                                        <p:cTn id="322" dur="500"/>
                                        <p:tgtEl>
                                          <p:spTgt spid="11">
                                            <p:graphicEl>
                                              <a:dgm id="{5CD21459-5376-47F0-B62A-F4D218974CCA}"/>
                                            </p:graphicEl>
                                          </p:spTgt>
                                        </p:tgtEl>
                                        <p:attrNameLst>
                                          <p:attrName>ppt_x</p:attrName>
                                        </p:attrNameLst>
                                      </p:cBhvr>
                                      <p:tavLst>
                                        <p:tav tm="0">
                                          <p:val>
                                            <p:strVal val="ppt_x"/>
                                          </p:val>
                                        </p:tav>
                                        <p:tav tm="100000">
                                          <p:val>
                                            <p:strVal val="ppt_x"/>
                                          </p:val>
                                        </p:tav>
                                      </p:tavLst>
                                    </p:anim>
                                    <p:anim calcmode="lin" valueType="num">
                                      <p:cBhvr additive="base">
                                        <p:cTn id="323" dur="500"/>
                                        <p:tgtEl>
                                          <p:spTgt spid="11">
                                            <p:graphicEl>
                                              <a:dgm id="{5CD21459-5376-47F0-B62A-F4D218974CCA}"/>
                                            </p:graphicEl>
                                          </p:spTgt>
                                        </p:tgtEl>
                                        <p:attrNameLst>
                                          <p:attrName>ppt_y</p:attrName>
                                        </p:attrNameLst>
                                      </p:cBhvr>
                                      <p:tavLst>
                                        <p:tav tm="0">
                                          <p:val>
                                            <p:strVal val="ppt_y"/>
                                          </p:val>
                                        </p:tav>
                                        <p:tav tm="100000">
                                          <p:val>
                                            <p:strVal val="1+ppt_h/2"/>
                                          </p:val>
                                        </p:tav>
                                      </p:tavLst>
                                    </p:anim>
                                    <p:set>
                                      <p:cBhvr>
                                        <p:cTn id="324" dur="1" fill="hold">
                                          <p:stCondLst>
                                            <p:cond delay="499"/>
                                          </p:stCondLst>
                                        </p:cTn>
                                        <p:tgtEl>
                                          <p:spTgt spid="11">
                                            <p:graphicEl>
                                              <a:dgm id="{5CD21459-5376-47F0-B62A-F4D218974CCA}"/>
                                            </p:graphicEl>
                                          </p:spTgt>
                                        </p:tgtEl>
                                        <p:attrNameLst>
                                          <p:attrName>style.visibility</p:attrName>
                                        </p:attrNameLst>
                                      </p:cBhvr>
                                      <p:to>
                                        <p:strVal val="hidden"/>
                                      </p:to>
                                    </p:set>
                                  </p:childTnLst>
                                </p:cTn>
                              </p:par>
                              <p:par>
                                <p:cTn id="325" presetID="2" presetClass="exit" presetSubtype="4" fill="hold" grpId="1" nodeType="withEffect">
                                  <p:stCondLst>
                                    <p:cond delay="0"/>
                                  </p:stCondLst>
                                  <p:childTnLst>
                                    <p:anim calcmode="lin" valueType="num">
                                      <p:cBhvr additive="base">
                                        <p:cTn id="326" dur="500"/>
                                        <p:tgtEl>
                                          <p:spTgt spid="11">
                                            <p:graphicEl>
                                              <a:dgm id="{BA300125-6BBA-431E-9B28-3F32A35A059E}"/>
                                            </p:graphicEl>
                                          </p:spTgt>
                                        </p:tgtEl>
                                        <p:attrNameLst>
                                          <p:attrName>ppt_x</p:attrName>
                                        </p:attrNameLst>
                                      </p:cBhvr>
                                      <p:tavLst>
                                        <p:tav tm="0">
                                          <p:val>
                                            <p:strVal val="ppt_x"/>
                                          </p:val>
                                        </p:tav>
                                        <p:tav tm="100000">
                                          <p:val>
                                            <p:strVal val="ppt_x"/>
                                          </p:val>
                                        </p:tav>
                                      </p:tavLst>
                                    </p:anim>
                                    <p:anim calcmode="lin" valueType="num">
                                      <p:cBhvr additive="base">
                                        <p:cTn id="327" dur="500"/>
                                        <p:tgtEl>
                                          <p:spTgt spid="11">
                                            <p:graphicEl>
                                              <a:dgm id="{BA300125-6BBA-431E-9B28-3F32A35A059E}"/>
                                            </p:graphicEl>
                                          </p:spTgt>
                                        </p:tgtEl>
                                        <p:attrNameLst>
                                          <p:attrName>ppt_y</p:attrName>
                                        </p:attrNameLst>
                                      </p:cBhvr>
                                      <p:tavLst>
                                        <p:tav tm="0">
                                          <p:val>
                                            <p:strVal val="ppt_y"/>
                                          </p:val>
                                        </p:tav>
                                        <p:tav tm="100000">
                                          <p:val>
                                            <p:strVal val="1+ppt_h/2"/>
                                          </p:val>
                                        </p:tav>
                                      </p:tavLst>
                                    </p:anim>
                                    <p:set>
                                      <p:cBhvr>
                                        <p:cTn id="328" dur="1" fill="hold">
                                          <p:stCondLst>
                                            <p:cond delay="499"/>
                                          </p:stCondLst>
                                        </p:cTn>
                                        <p:tgtEl>
                                          <p:spTgt spid="11">
                                            <p:graphicEl>
                                              <a:dgm id="{BA300125-6BBA-431E-9B28-3F32A35A059E}"/>
                                            </p:graphicEl>
                                          </p:spTgt>
                                        </p:tgtEl>
                                        <p:attrNameLst>
                                          <p:attrName>style.visibility</p:attrName>
                                        </p:attrNameLst>
                                      </p:cBhvr>
                                      <p:to>
                                        <p:strVal val="hidden"/>
                                      </p:to>
                                    </p:set>
                                  </p:childTnLst>
                                </p:cTn>
                              </p:par>
                              <p:par>
                                <p:cTn id="329" presetID="2" presetClass="exit" presetSubtype="4" fill="hold" grpId="1" nodeType="withEffect">
                                  <p:stCondLst>
                                    <p:cond delay="0"/>
                                  </p:stCondLst>
                                  <p:childTnLst>
                                    <p:anim calcmode="lin" valueType="num">
                                      <p:cBhvr additive="base">
                                        <p:cTn id="330" dur="500"/>
                                        <p:tgtEl>
                                          <p:spTgt spid="11">
                                            <p:graphicEl>
                                              <a:dgm id="{7E24CF14-10A8-4746-B852-C673D71B66D6}"/>
                                            </p:graphicEl>
                                          </p:spTgt>
                                        </p:tgtEl>
                                        <p:attrNameLst>
                                          <p:attrName>ppt_x</p:attrName>
                                        </p:attrNameLst>
                                      </p:cBhvr>
                                      <p:tavLst>
                                        <p:tav tm="0">
                                          <p:val>
                                            <p:strVal val="ppt_x"/>
                                          </p:val>
                                        </p:tav>
                                        <p:tav tm="100000">
                                          <p:val>
                                            <p:strVal val="ppt_x"/>
                                          </p:val>
                                        </p:tav>
                                      </p:tavLst>
                                    </p:anim>
                                    <p:anim calcmode="lin" valueType="num">
                                      <p:cBhvr additive="base">
                                        <p:cTn id="331" dur="500"/>
                                        <p:tgtEl>
                                          <p:spTgt spid="11">
                                            <p:graphicEl>
                                              <a:dgm id="{7E24CF14-10A8-4746-B852-C673D71B66D6}"/>
                                            </p:graphicEl>
                                          </p:spTgt>
                                        </p:tgtEl>
                                        <p:attrNameLst>
                                          <p:attrName>ppt_y</p:attrName>
                                        </p:attrNameLst>
                                      </p:cBhvr>
                                      <p:tavLst>
                                        <p:tav tm="0">
                                          <p:val>
                                            <p:strVal val="ppt_y"/>
                                          </p:val>
                                        </p:tav>
                                        <p:tav tm="100000">
                                          <p:val>
                                            <p:strVal val="1+ppt_h/2"/>
                                          </p:val>
                                        </p:tav>
                                      </p:tavLst>
                                    </p:anim>
                                    <p:set>
                                      <p:cBhvr>
                                        <p:cTn id="332" dur="1" fill="hold">
                                          <p:stCondLst>
                                            <p:cond delay="499"/>
                                          </p:stCondLst>
                                        </p:cTn>
                                        <p:tgtEl>
                                          <p:spTgt spid="11">
                                            <p:graphicEl>
                                              <a:dgm id="{7E24CF14-10A8-4746-B852-C673D71B66D6}"/>
                                            </p:graphicEl>
                                          </p:spTgt>
                                        </p:tgtEl>
                                        <p:attrNameLst>
                                          <p:attrName>style.visibility</p:attrName>
                                        </p:attrNameLst>
                                      </p:cBhvr>
                                      <p:to>
                                        <p:strVal val="hidden"/>
                                      </p:to>
                                    </p:set>
                                  </p:childTnLst>
                                </p:cTn>
                              </p:par>
                              <p:par>
                                <p:cTn id="333" presetID="2" presetClass="exit" presetSubtype="4" fill="hold" grpId="1" nodeType="withEffect">
                                  <p:stCondLst>
                                    <p:cond delay="0"/>
                                  </p:stCondLst>
                                  <p:childTnLst>
                                    <p:anim calcmode="lin" valueType="num">
                                      <p:cBhvr additive="base">
                                        <p:cTn id="334" dur="500"/>
                                        <p:tgtEl>
                                          <p:spTgt spid="11">
                                            <p:graphicEl>
                                              <a:dgm id="{DC1E29A4-7257-49BA-B351-77E2A630D2FF}"/>
                                            </p:graphicEl>
                                          </p:spTgt>
                                        </p:tgtEl>
                                        <p:attrNameLst>
                                          <p:attrName>ppt_x</p:attrName>
                                        </p:attrNameLst>
                                      </p:cBhvr>
                                      <p:tavLst>
                                        <p:tav tm="0">
                                          <p:val>
                                            <p:strVal val="ppt_x"/>
                                          </p:val>
                                        </p:tav>
                                        <p:tav tm="100000">
                                          <p:val>
                                            <p:strVal val="ppt_x"/>
                                          </p:val>
                                        </p:tav>
                                      </p:tavLst>
                                    </p:anim>
                                    <p:anim calcmode="lin" valueType="num">
                                      <p:cBhvr additive="base">
                                        <p:cTn id="335" dur="500"/>
                                        <p:tgtEl>
                                          <p:spTgt spid="11">
                                            <p:graphicEl>
                                              <a:dgm id="{DC1E29A4-7257-49BA-B351-77E2A630D2FF}"/>
                                            </p:graphicEl>
                                          </p:spTgt>
                                        </p:tgtEl>
                                        <p:attrNameLst>
                                          <p:attrName>ppt_y</p:attrName>
                                        </p:attrNameLst>
                                      </p:cBhvr>
                                      <p:tavLst>
                                        <p:tav tm="0">
                                          <p:val>
                                            <p:strVal val="ppt_y"/>
                                          </p:val>
                                        </p:tav>
                                        <p:tav tm="100000">
                                          <p:val>
                                            <p:strVal val="1+ppt_h/2"/>
                                          </p:val>
                                        </p:tav>
                                      </p:tavLst>
                                    </p:anim>
                                    <p:set>
                                      <p:cBhvr>
                                        <p:cTn id="336" dur="1" fill="hold">
                                          <p:stCondLst>
                                            <p:cond delay="499"/>
                                          </p:stCondLst>
                                        </p:cTn>
                                        <p:tgtEl>
                                          <p:spTgt spid="11">
                                            <p:graphicEl>
                                              <a:dgm id="{DC1E29A4-7257-49BA-B351-77E2A630D2FF}"/>
                                            </p:graphicEl>
                                          </p:spTgt>
                                        </p:tgtEl>
                                        <p:attrNameLst>
                                          <p:attrName>style.visibility</p:attrName>
                                        </p:attrNameLst>
                                      </p:cBhvr>
                                      <p:to>
                                        <p:strVal val="hidden"/>
                                      </p:to>
                                    </p:set>
                                  </p:childTnLst>
                                </p:cTn>
                              </p:par>
                            </p:childTnLst>
                          </p:cTn>
                        </p:par>
                      </p:childTnLst>
                    </p:cTn>
                  </p:par>
                  <p:par>
                    <p:cTn id="337" fill="hold">
                      <p:stCondLst>
                        <p:cond delay="indefinite"/>
                      </p:stCondLst>
                      <p:childTnLst>
                        <p:par>
                          <p:cTn id="338" fill="hold">
                            <p:stCondLst>
                              <p:cond delay="0"/>
                            </p:stCondLst>
                            <p:childTnLst>
                              <p:par>
                                <p:cTn id="339" presetID="2" presetClass="exit" presetSubtype="4" fill="hold" grpId="1" nodeType="clickEffect">
                                  <p:stCondLst>
                                    <p:cond delay="0"/>
                                  </p:stCondLst>
                                  <p:childTnLst>
                                    <p:anim calcmode="lin" valueType="num">
                                      <p:cBhvr additive="base">
                                        <p:cTn id="340" dur="500"/>
                                        <p:tgtEl>
                                          <p:spTgt spid="11">
                                            <p:graphicEl>
                                              <a:dgm id="{98949229-9634-4A80-9380-94FAEEB22B10}"/>
                                            </p:graphicEl>
                                          </p:spTgt>
                                        </p:tgtEl>
                                        <p:attrNameLst>
                                          <p:attrName>ppt_x</p:attrName>
                                        </p:attrNameLst>
                                      </p:cBhvr>
                                      <p:tavLst>
                                        <p:tav tm="0">
                                          <p:val>
                                            <p:strVal val="ppt_x"/>
                                          </p:val>
                                        </p:tav>
                                        <p:tav tm="100000">
                                          <p:val>
                                            <p:strVal val="ppt_x"/>
                                          </p:val>
                                        </p:tav>
                                      </p:tavLst>
                                    </p:anim>
                                    <p:anim calcmode="lin" valueType="num">
                                      <p:cBhvr additive="base">
                                        <p:cTn id="341" dur="500"/>
                                        <p:tgtEl>
                                          <p:spTgt spid="11">
                                            <p:graphicEl>
                                              <a:dgm id="{98949229-9634-4A80-9380-94FAEEB22B10}"/>
                                            </p:graphicEl>
                                          </p:spTgt>
                                        </p:tgtEl>
                                        <p:attrNameLst>
                                          <p:attrName>ppt_y</p:attrName>
                                        </p:attrNameLst>
                                      </p:cBhvr>
                                      <p:tavLst>
                                        <p:tav tm="0">
                                          <p:val>
                                            <p:strVal val="ppt_y"/>
                                          </p:val>
                                        </p:tav>
                                        <p:tav tm="100000">
                                          <p:val>
                                            <p:strVal val="1+ppt_h/2"/>
                                          </p:val>
                                        </p:tav>
                                      </p:tavLst>
                                    </p:anim>
                                    <p:set>
                                      <p:cBhvr>
                                        <p:cTn id="342" dur="1" fill="hold">
                                          <p:stCondLst>
                                            <p:cond delay="499"/>
                                          </p:stCondLst>
                                        </p:cTn>
                                        <p:tgtEl>
                                          <p:spTgt spid="11">
                                            <p:graphicEl>
                                              <a:dgm id="{98949229-9634-4A80-9380-94FAEEB22B10}"/>
                                            </p:graphicEl>
                                          </p:spTgt>
                                        </p:tgtEl>
                                        <p:attrNameLst>
                                          <p:attrName>style.visibility</p:attrName>
                                        </p:attrNameLst>
                                      </p:cBhvr>
                                      <p:to>
                                        <p:strVal val="hidden"/>
                                      </p:to>
                                    </p:set>
                                  </p:childTnLst>
                                </p:cTn>
                              </p:par>
                              <p:par>
                                <p:cTn id="343" presetID="2" presetClass="exit" presetSubtype="4" fill="hold" grpId="1" nodeType="withEffect">
                                  <p:stCondLst>
                                    <p:cond delay="0"/>
                                  </p:stCondLst>
                                  <p:childTnLst>
                                    <p:anim calcmode="lin" valueType="num">
                                      <p:cBhvr additive="base">
                                        <p:cTn id="344" dur="500"/>
                                        <p:tgtEl>
                                          <p:spTgt spid="11">
                                            <p:graphicEl>
                                              <a:dgm id="{410B4AE6-2BF9-40BF-9693-8CBBE52A2E57}"/>
                                            </p:graphicEl>
                                          </p:spTgt>
                                        </p:tgtEl>
                                        <p:attrNameLst>
                                          <p:attrName>ppt_x</p:attrName>
                                        </p:attrNameLst>
                                      </p:cBhvr>
                                      <p:tavLst>
                                        <p:tav tm="0">
                                          <p:val>
                                            <p:strVal val="ppt_x"/>
                                          </p:val>
                                        </p:tav>
                                        <p:tav tm="100000">
                                          <p:val>
                                            <p:strVal val="ppt_x"/>
                                          </p:val>
                                        </p:tav>
                                      </p:tavLst>
                                    </p:anim>
                                    <p:anim calcmode="lin" valueType="num">
                                      <p:cBhvr additive="base">
                                        <p:cTn id="345" dur="500"/>
                                        <p:tgtEl>
                                          <p:spTgt spid="11">
                                            <p:graphicEl>
                                              <a:dgm id="{410B4AE6-2BF9-40BF-9693-8CBBE52A2E57}"/>
                                            </p:graphicEl>
                                          </p:spTgt>
                                        </p:tgtEl>
                                        <p:attrNameLst>
                                          <p:attrName>ppt_y</p:attrName>
                                        </p:attrNameLst>
                                      </p:cBhvr>
                                      <p:tavLst>
                                        <p:tav tm="0">
                                          <p:val>
                                            <p:strVal val="ppt_y"/>
                                          </p:val>
                                        </p:tav>
                                        <p:tav tm="100000">
                                          <p:val>
                                            <p:strVal val="1+ppt_h/2"/>
                                          </p:val>
                                        </p:tav>
                                      </p:tavLst>
                                    </p:anim>
                                    <p:set>
                                      <p:cBhvr>
                                        <p:cTn id="346" dur="1" fill="hold">
                                          <p:stCondLst>
                                            <p:cond delay="499"/>
                                          </p:stCondLst>
                                        </p:cTn>
                                        <p:tgtEl>
                                          <p:spTgt spid="11">
                                            <p:graphicEl>
                                              <a:dgm id="{410B4AE6-2BF9-40BF-9693-8CBBE52A2E57}"/>
                                            </p:graphicEl>
                                          </p:spTgt>
                                        </p:tgtEl>
                                        <p:attrNameLst>
                                          <p:attrName>style.visibility</p:attrName>
                                        </p:attrNameLst>
                                      </p:cBhvr>
                                      <p:to>
                                        <p:strVal val="hidden"/>
                                      </p:to>
                                    </p:set>
                                  </p:childTnLst>
                                </p:cTn>
                              </p:par>
                              <p:par>
                                <p:cTn id="347" presetID="2" presetClass="exit" presetSubtype="4" fill="hold" grpId="1" nodeType="withEffect">
                                  <p:stCondLst>
                                    <p:cond delay="0"/>
                                  </p:stCondLst>
                                  <p:childTnLst>
                                    <p:anim calcmode="lin" valueType="num">
                                      <p:cBhvr additive="base">
                                        <p:cTn id="348" dur="500"/>
                                        <p:tgtEl>
                                          <p:spTgt spid="11">
                                            <p:graphicEl>
                                              <a:dgm id="{2A032771-D921-4C84-A456-B34B60DD5DAE}"/>
                                            </p:graphicEl>
                                          </p:spTgt>
                                        </p:tgtEl>
                                        <p:attrNameLst>
                                          <p:attrName>ppt_x</p:attrName>
                                        </p:attrNameLst>
                                      </p:cBhvr>
                                      <p:tavLst>
                                        <p:tav tm="0">
                                          <p:val>
                                            <p:strVal val="ppt_x"/>
                                          </p:val>
                                        </p:tav>
                                        <p:tav tm="100000">
                                          <p:val>
                                            <p:strVal val="ppt_x"/>
                                          </p:val>
                                        </p:tav>
                                      </p:tavLst>
                                    </p:anim>
                                    <p:anim calcmode="lin" valueType="num">
                                      <p:cBhvr additive="base">
                                        <p:cTn id="349" dur="500"/>
                                        <p:tgtEl>
                                          <p:spTgt spid="11">
                                            <p:graphicEl>
                                              <a:dgm id="{2A032771-D921-4C84-A456-B34B60DD5DAE}"/>
                                            </p:graphicEl>
                                          </p:spTgt>
                                        </p:tgtEl>
                                        <p:attrNameLst>
                                          <p:attrName>ppt_y</p:attrName>
                                        </p:attrNameLst>
                                      </p:cBhvr>
                                      <p:tavLst>
                                        <p:tav tm="0">
                                          <p:val>
                                            <p:strVal val="ppt_y"/>
                                          </p:val>
                                        </p:tav>
                                        <p:tav tm="100000">
                                          <p:val>
                                            <p:strVal val="1+ppt_h/2"/>
                                          </p:val>
                                        </p:tav>
                                      </p:tavLst>
                                    </p:anim>
                                    <p:set>
                                      <p:cBhvr>
                                        <p:cTn id="350" dur="1" fill="hold">
                                          <p:stCondLst>
                                            <p:cond delay="499"/>
                                          </p:stCondLst>
                                        </p:cTn>
                                        <p:tgtEl>
                                          <p:spTgt spid="11">
                                            <p:graphicEl>
                                              <a:dgm id="{2A032771-D921-4C84-A456-B34B60DD5DAE}"/>
                                            </p:graphicEl>
                                          </p:spTgt>
                                        </p:tgtEl>
                                        <p:attrNameLst>
                                          <p:attrName>style.visibility</p:attrName>
                                        </p:attrNameLst>
                                      </p:cBhvr>
                                      <p:to>
                                        <p:strVal val="hidden"/>
                                      </p:to>
                                    </p:set>
                                  </p:childTnLst>
                                </p:cTn>
                              </p:par>
                              <p:par>
                                <p:cTn id="351" presetID="2" presetClass="exit" presetSubtype="4" fill="hold" grpId="1" nodeType="withEffect">
                                  <p:stCondLst>
                                    <p:cond delay="0"/>
                                  </p:stCondLst>
                                  <p:childTnLst>
                                    <p:anim calcmode="lin" valueType="num">
                                      <p:cBhvr additive="base">
                                        <p:cTn id="352" dur="500"/>
                                        <p:tgtEl>
                                          <p:spTgt spid="11">
                                            <p:graphicEl>
                                              <a:dgm id="{6E09E201-F28A-4989-A3BC-50E1CD668482}"/>
                                            </p:graphicEl>
                                          </p:spTgt>
                                        </p:tgtEl>
                                        <p:attrNameLst>
                                          <p:attrName>ppt_x</p:attrName>
                                        </p:attrNameLst>
                                      </p:cBhvr>
                                      <p:tavLst>
                                        <p:tav tm="0">
                                          <p:val>
                                            <p:strVal val="ppt_x"/>
                                          </p:val>
                                        </p:tav>
                                        <p:tav tm="100000">
                                          <p:val>
                                            <p:strVal val="ppt_x"/>
                                          </p:val>
                                        </p:tav>
                                      </p:tavLst>
                                    </p:anim>
                                    <p:anim calcmode="lin" valueType="num">
                                      <p:cBhvr additive="base">
                                        <p:cTn id="353" dur="500"/>
                                        <p:tgtEl>
                                          <p:spTgt spid="11">
                                            <p:graphicEl>
                                              <a:dgm id="{6E09E201-F28A-4989-A3BC-50E1CD668482}"/>
                                            </p:graphicEl>
                                          </p:spTgt>
                                        </p:tgtEl>
                                        <p:attrNameLst>
                                          <p:attrName>ppt_y</p:attrName>
                                        </p:attrNameLst>
                                      </p:cBhvr>
                                      <p:tavLst>
                                        <p:tav tm="0">
                                          <p:val>
                                            <p:strVal val="ppt_y"/>
                                          </p:val>
                                        </p:tav>
                                        <p:tav tm="100000">
                                          <p:val>
                                            <p:strVal val="1+ppt_h/2"/>
                                          </p:val>
                                        </p:tav>
                                      </p:tavLst>
                                    </p:anim>
                                    <p:set>
                                      <p:cBhvr>
                                        <p:cTn id="354" dur="1" fill="hold">
                                          <p:stCondLst>
                                            <p:cond delay="499"/>
                                          </p:stCondLst>
                                        </p:cTn>
                                        <p:tgtEl>
                                          <p:spTgt spid="11">
                                            <p:graphicEl>
                                              <a:dgm id="{6E09E201-F28A-4989-A3BC-50E1CD668482}"/>
                                            </p:graphic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Sub>
          <a:bldDgm bld="lvlAtOnce"/>
        </p:bldSub>
      </p:bldGraphic>
      <p:bldGraphic spid="11" grpId="1">
        <p:bldSub>
          <a:bldDgm bld="lvlAtOnce" rev="1"/>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二、协会服务</a:t>
            </a:r>
          </a:p>
        </p:txBody>
      </p:sp>
    </p:spTree>
    <p:extLst>
      <p:ext uri="{BB962C8B-B14F-4D97-AF65-F5344CB8AC3E}">
        <p14:creationId xmlns:p14="http://schemas.microsoft.com/office/powerpoint/2010/main" val="3201954526"/>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1"/>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812800" y="457200"/>
            <a:ext cx="4697413" cy="2857500"/>
          </a:xfrm>
          <a:prstGeom prst="rect">
            <a:avLst/>
          </a:prstGeom>
        </p:spPr>
      </p:pic>
      <p:pic>
        <p:nvPicPr>
          <p:cNvPr id="3" name="图片 2" descr="2"/>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6680200" y="457200"/>
            <a:ext cx="4697413" cy="2857500"/>
          </a:xfrm>
          <a:prstGeom prst="rect">
            <a:avLst/>
          </a:prstGeom>
        </p:spPr>
      </p:pic>
      <p:pic>
        <p:nvPicPr>
          <p:cNvPr id="4" name="图片 3" descr="3"/>
          <p:cNvPicPr>
            <a:picLocks noGrp="1" noChangeAspect="1"/>
          </p:cNvPicPr>
          <p:nvPr isPhoto="1"/>
        </p:nvPicPr>
        <p:blipFill>
          <a:blip r:embed="rId4">
            <a:lum/>
            <a:extLst>
              <a:ext uri="{28A0092B-C50C-407E-A947-70E740481C1C}">
                <a14:useLocalDpi xmlns:a14="http://schemas.microsoft.com/office/drawing/2010/main" val="0"/>
              </a:ext>
            </a:extLst>
          </a:blip>
          <a:stretch>
            <a:fillRect/>
          </a:stretch>
        </p:blipFill>
        <p:spPr>
          <a:xfrm>
            <a:off x="812800" y="3543300"/>
            <a:ext cx="4697413" cy="2857500"/>
          </a:xfrm>
          <a:prstGeom prst="rect">
            <a:avLst/>
          </a:prstGeom>
        </p:spPr>
      </p:pic>
      <p:pic>
        <p:nvPicPr>
          <p:cNvPr id="5" name="图片 4" descr="4"/>
          <p:cNvPicPr>
            <a:picLocks noGrp="1" noChangeAspect="1"/>
          </p:cNvPicPr>
          <p:nvPr isPhoto="1"/>
        </p:nvPicPr>
        <p:blipFill>
          <a:blip r:embed="rId5">
            <a:lum/>
            <a:extLst>
              <a:ext uri="{28A0092B-C50C-407E-A947-70E740481C1C}">
                <a14:useLocalDpi xmlns:a14="http://schemas.microsoft.com/office/drawing/2010/main" val="0"/>
              </a:ext>
            </a:extLst>
          </a:blip>
          <a:stretch>
            <a:fillRect/>
          </a:stretch>
        </p:blipFill>
        <p:spPr>
          <a:xfrm>
            <a:off x="6680200" y="3543300"/>
            <a:ext cx="4697413" cy="2857500"/>
          </a:xfrm>
          <a:prstGeom prst="rect">
            <a:avLst/>
          </a:prstGeom>
        </p:spPr>
      </p:pic>
    </p:spTree>
    <p:extLst>
      <p:ext uri="{BB962C8B-B14F-4D97-AF65-F5344CB8AC3E}">
        <p14:creationId xmlns:p14="http://schemas.microsoft.com/office/powerpoint/2010/main" val="2790537141"/>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5"/>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812800" y="457200"/>
            <a:ext cx="4697413" cy="2857500"/>
          </a:xfrm>
          <a:prstGeom prst="rect">
            <a:avLst/>
          </a:prstGeom>
        </p:spPr>
      </p:pic>
      <p:pic>
        <p:nvPicPr>
          <p:cNvPr id="3" name="图片 2" descr="6"/>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6680200" y="457200"/>
            <a:ext cx="4697413" cy="2857500"/>
          </a:xfrm>
          <a:prstGeom prst="rect">
            <a:avLst/>
          </a:prstGeom>
        </p:spPr>
      </p:pic>
      <p:pic>
        <p:nvPicPr>
          <p:cNvPr id="4" name="图片 3" descr="7"/>
          <p:cNvPicPr>
            <a:picLocks noGrp="1" noChangeAspect="1"/>
          </p:cNvPicPr>
          <p:nvPr isPhoto="1"/>
        </p:nvPicPr>
        <p:blipFill>
          <a:blip r:embed="rId4">
            <a:lum/>
            <a:extLst>
              <a:ext uri="{28A0092B-C50C-407E-A947-70E740481C1C}">
                <a14:useLocalDpi xmlns:a14="http://schemas.microsoft.com/office/drawing/2010/main" val="0"/>
              </a:ext>
            </a:extLst>
          </a:blip>
          <a:stretch>
            <a:fillRect/>
          </a:stretch>
        </p:blipFill>
        <p:spPr>
          <a:xfrm>
            <a:off x="812800" y="3543300"/>
            <a:ext cx="4697413" cy="2857500"/>
          </a:xfrm>
          <a:prstGeom prst="rect">
            <a:avLst/>
          </a:prstGeom>
        </p:spPr>
      </p:pic>
      <p:pic>
        <p:nvPicPr>
          <p:cNvPr id="5" name="图片 4" descr="8"/>
          <p:cNvPicPr>
            <a:picLocks noGrp="1" noChangeAspect="1"/>
          </p:cNvPicPr>
          <p:nvPr isPhoto="1"/>
        </p:nvPicPr>
        <p:blipFill>
          <a:blip r:embed="rId5">
            <a:lum/>
            <a:extLst>
              <a:ext uri="{28A0092B-C50C-407E-A947-70E740481C1C}">
                <a14:useLocalDpi xmlns:a14="http://schemas.microsoft.com/office/drawing/2010/main" val="0"/>
              </a:ext>
            </a:extLst>
          </a:blip>
          <a:stretch>
            <a:fillRect/>
          </a:stretch>
        </p:blipFill>
        <p:spPr>
          <a:xfrm>
            <a:off x="6680200" y="3543300"/>
            <a:ext cx="4697413" cy="2857500"/>
          </a:xfrm>
          <a:prstGeom prst="rect">
            <a:avLst/>
          </a:prstGeom>
        </p:spPr>
      </p:pic>
    </p:spTree>
    <p:extLst>
      <p:ext uri="{BB962C8B-B14F-4D97-AF65-F5344CB8AC3E}">
        <p14:creationId xmlns:p14="http://schemas.microsoft.com/office/powerpoint/2010/main" val="2951130750"/>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9"/>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812800" y="457200"/>
            <a:ext cx="4697413" cy="2857500"/>
          </a:xfrm>
          <a:prstGeom prst="rect">
            <a:avLst/>
          </a:prstGeom>
        </p:spPr>
      </p:pic>
      <p:pic>
        <p:nvPicPr>
          <p:cNvPr id="3" name="图片 2" descr="10"/>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6680200" y="457200"/>
            <a:ext cx="4697413" cy="2857500"/>
          </a:xfrm>
          <a:prstGeom prst="rect">
            <a:avLst/>
          </a:prstGeom>
        </p:spPr>
      </p:pic>
      <p:pic>
        <p:nvPicPr>
          <p:cNvPr id="4" name="图片 3" descr="11"/>
          <p:cNvPicPr>
            <a:picLocks noGrp="1" noChangeAspect="1"/>
          </p:cNvPicPr>
          <p:nvPr isPhoto="1"/>
        </p:nvPicPr>
        <p:blipFill>
          <a:blip r:embed="rId4">
            <a:lum/>
            <a:extLst>
              <a:ext uri="{28A0092B-C50C-407E-A947-70E740481C1C}">
                <a14:useLocalDpi xmlns:a14="http://schemas.microsoft.com/office/drawing/2010/main" val="0"/>
              </a:ext>
            </a:extLst>
          </a:blip>
          <a:stretch>
            <a:fillRect/>
          </a:stretch>
        </p:blipFill>
        <p:spPr>
          <a:xfrm>
            <a:off x="812800" y="3543300"/>
            <a:ext cx="4697413" cy="2857500"/>
          </a:xfrm>
          <a:prstGeom prst="rect">
            <a:avLst/>
          </a:prstGeom>
        </p:spPr>
      </p:pic>
      <p:pic>
        <p:nvPicPr>
          <p:cNvPr id="5" name="图片 4" descr="12"/>
          <p:cNvPicPr>
            <a:picLocks noGrp="1" noChangeAspect="1"/>
          </p:cNvPicPr>
          <p:nvPr isPhoto="1"/>
        </p:nvPicPr>
        <p:blipFill>
          <a:blip r:embed="rId5">
            <a:lum/>
            <a:extLst>
              <a:ext uri="{28A0092B-C50C-407E-A947-70E740481C1C}">
                <a14:useLocalDpi xmlns:a14="http://schemas.microsoft.com/office/drawing/2010/main" val="0"/>
              </a:ext>
            </a:extLst>
          </a:blip>
          <a:stretch>
            <a:fillRect/>
          </a:stretch>
        </p:blipFill>
        <p:spPr>
          <a:xfrm>
            <a:off x="6680200" y="3543300"/>
            <a:ext cx="4697413" cy="2857500"/>
          </a:xfrm>
          <a:prstGeom prst="rect">
            <a:avLst/>
          </a:prstGeom>
        </p:spPr>
      </p:pic>
    </p:spTree>
    <p:extLst>
      <p:ext uri="{BB962C8B-B14F-4D97-AF65-F5344CB8AC3E}">
        <p14:creationId xmlns:p14="http://schemas.microsoft.com/office/powerpoint/2010/main" val="1780009016"/>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三、教育培训</a:t>
            </a:r>
            <a:br>
              <a:rPr lang="zh-CN" altLang="en-US" dirty="0"/>
            </a:br>
            <a:endParaRPr lang="zh-CN" altLang="en-US" dirty="0"/>
          </a:p>
        </p:txBody>
      </p:sp>
      <p:sp>
        <p:nvSpPr>
          <p:cNvPr id="3" name="内容占位符 2"/>
          <p:cNvSpPr>
            <a:spLocks noGrp="1"/>
          </p:cNvSpPr>
          <p:nvPr>
            <p:ph idx="1"/>
          </p:nvPr>
        </p:nvSpPr>
        <p:spPr/>
        <p:txBody>
          <a:bodyPr/>
          <a:lstStyle/>
          <a:p>
            <a:r>
              <a:rPr lang="zh-CN" altLang="en-US" dirty="0" smtClean="0"/>
              <a:t>名师</a:t>
            </a:r>
            <a:r>
              <a:rPr lang="zh-CN" altLang="en-US" dirty="0"/>
              <a:t>风采</a:t>
            </a:r>
          </a:p>
          <a:p>
            <a:r>
              <a:rPr lang="zh-CN" altLang="en-US" dirty="0"/>
              <a:t>面授培训</a:t>
            </a:r>
          </a:p>
          <a:p>
            <a:r>
              <a:rPr lang="zh-CN" altLang="en-US" dirty="0"/>
              <a:t>中税协</a:t>
            </a:r>
            <a:r>
              <a:rPr lang="zh-CN" altLang="en-US" dirty="0" smtClean="0"/>
              <a:t>网校</a:t>
            </a:r>
            <a:endParaRPr lang="zh-CN" altLang="en-US" dirty="0"/>
          </a:p>
        </p:txBody>
      </p:sp>
    </p:spTree>
    <p:extLst>
      <p:ext uri="{BB962C8B-B14F-4D97-AF65-F5344CB8AC3E}">
        <p14:creationId xmlns:p14="http://schemas.microsoft.com/office/powerpoint/2010/main" val="294352766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四、党建统战</a:t>
            </a:r>
          </a:p>
        </p:txBody>
      </p:sp>
    </p:spTree>
    <p:extLst>
      <p:ext uri="{BB962C8B-B14F-4D97-AF65-F5344CB8AC3E}">
        <p14:creationId xmlns:p14="http://schemas.microsoft.com/office/powerpoint/2010/main" val="221112570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五、联系我们</a:t>
            </a:r>
            <a:br>
              <a:rPr lang="zh-CN" altLang="en-US" dirty="0"/>
            </a:br>
            <a:endParaRPr lang="zh-CN" altLang="en-US" dirty="0"/>
          </a:p>
        </p:txBody>
      </p:sp>
      <p:pic>
        <p:nvPicPr>
          <p:cNvPr id="5" name="图片占位符 4"/>
          <p:cNvPicPr>
            <a:picLocks noGrp="1" noChangeAspect="1"/>
          </p:cNvPicPr>
          <p:nvPr>
            <p:ph type="pic" idx="1"/>
          </p:nvPr>
        </p:nvPicPr>
        <p:blipFill>
          <a:blip r:embed="rId2">
            <a:extLst>
              <a:ext uri="{28A0092B-C50C-407E-A947-70E740481C1C}">
                <a14:useLocalDpi xmlns:a14="http://schemas.microsoft.com/office/drawing/2010/main" val="0"/>
              </a:ext>
            </a:extLst>
          </a:blip>
          <a:srcRect l="14419" r="14419"/>
          <a:stretch>
            <a:fillRect/>
          </a:stretch>
        </p:blipFill>
        <p:spPr>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3" name="内容占位符 2"/>
          <p:cNvSpPr>
            <a:spLocks noGrp="1"/>
          </p:cNvSpPr>
          <p:nvPr>
            <p:ph type="body" sz="half" idx="2"/>
          </p:nvPr>
        </p:nvSpPr>
        <p:spPr/>
        <p:txBody>
          <a:bodyPr/>
          <a:lstStyle/>
          <a:p>
            <a:r>
              <a:rPr lang="zh-CN" altLang="en-US" dirty="0" smtClean="0"/>
              <a:t>地址</a:t>
            </a:r>
            <a:r>
              <a:rPr lang="zh-CN" altLang="en-US" dirty="0"/>
              <a:t>：北京市海淀区阜成路</a:t>
            </a:r>
            <a:r>
              <a:rPr lang="en-US" altLang="zh-CN" dirty="0"/>
              <a:t>73</a:t>
            </a:r>
            <a:r>
              <a:rPr lang="zh-CN" altLang="en-US" dirty="0"/>
              <a:t>号裕惠大厦</a:t>
            </a:r>
            <a:r>
              <a:rPr lang="en-US" altLang="zh-CN" dirty="0"/>
              <a:t>A</a:t>
            </a:r>
            <a:r>
              <a:rPr lang="zh-CN" altLang="en-US" dirty="0"/>
              <a:t>座</a:t>
            </a:r>
            <a:r>
              <a:rPr lang="en-US" altLang="zh-CN" dirty="0"/>
              <a:t>11</a:t>
            </a:r>
            <a:r>
              <a:rPr lang="zh-CN" altLang="en-US" dirty="0"/>
              <a:t>层</a:t>
            </a:r>
          </a:p>
          <a:p>
            <a:r>
              <a:rPr lang="zh-CN" altLang="en-US" dirty="0"/>
              <a:t>邮编：</a:t>
            </a:r>
            <a:r>
              <a:rPr lang="en-US" altLang="zh-CN" dirty="0"/>
              <a:t>100142</a:t>
            </a:r>
          </a:p>
          <a:p>
            <a:r>
              <a:rPr lang="zh-CN" altLang="en-US" dirty="0"/>
              <a:t>电话：</a:t>
            </a:r>
            <a:r>
              <a:rPr lang="en-US" altLang="zh-CN" dirty="0"/>
              <a:t>010-6841 3988</a:t>
            </a:r>
            <a:r>
              <a:rPr lang="zh-CN" altLang="en-US" dirty="0"/>
              <a:t>（总机）</a:t>
            </a:r>
          </a:p>
          <a:p>
            <a:r>
              <a:rPr lang="zh-CN" altLang="en-US" dirty="0"/>
              <a:t>网址：</a:t>
            </a:r>
            <a:r>
              <a:rPr lang="en-US" altLang="zh-CN" dirty="0">
                <a:hlinkClick r:id="rId3"/>
              </a:rPr>
              <a:t>http://</a:t>
            </a:r>
            <a:r>
              <a:rPr lang="en-US" altLang="zh-CN" dirty="0" smtClean="0">
                <a:hlinkClick r:id="rId3"/>
              </a:rPr>
              <a:t>www.cctaa.cn</a:t>
            </a:r>
            <a:endParaRPr lang="en-US" altLang="zh-CN" dirty="0"/>
          </a:p>
        </p:txBody>
      </p:sp>
    </p:spTree>
    <p:extLst>
      <p:ext uri="{BB962C8B-B14F-4D97-AF65-F5344CB8AC3E}">
        <p14:creationId xmlns:p14="http://schemas.microsoft.com/office/powerpoint/2010/main" val="127641600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473"/>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473"/>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473"/>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98_27*i*0"/>
  <p:tag name="KSO_WM_TEMPLATE_CATEGORY" val="custom"/>
  <p:tag name="KSO_WM_TEMPLATE_INDEX" val="198"/>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98_27*i*1"/>
  <p:tag name="KSO_WM_TEMPLATE_CATEGORY" val="custom"/>
  <p:tag name="KSO_WM_TEMPLATE_INDEX" val="198"/>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98_27*i*2"/>
  <p:tag name="KSO_WM_TEMPLATE_CATEGORY" val="custom"/>
  <p:tag name="KSO_WM_TEMPLATE_INDEX" val="198"/>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98_27*i*3"/>
  <p:tag name="KSO_WM_TEMPLATE_CATEGORY" val="custom"/>
  <p:tag name="KSO_WM_TEMPLATE_INDEX" val="198"/>
</p:tagLst>
</file>

<file path=ppt/theme/theme1.xml><?xml version="1.0" encoding="utf-8"?>
<a:theme xmlns:a="http://schemas.openxmlformats.org/drawingml/2006/main" name="五彩缤纷">
  <a:themeElements>
    <a:clrScheme name="160198.198">
      <a:dk1>
        <a:srgbClr val="3D3F41"/>
      </a:dk1>
      <a:lt1>
        <a:srgbClr val="FFFFFF"/>
      </a:lt1>
      <a:dk2>
        <a:srgbClr val="454749"/>
      </a:dk2>
      <a:lt2>
        <a:srgbClr val="FFFFFF"/>
      </a:lt2>
      <a:accent1>
        <a:srgbClr val="307EAE"/>
      </a:accent1>
      <a:accent2>
        <a:srgbClr val="25B7EC"/>
      </a:accent2>
      <a:accent3>
        <a:srgbClr val="5DBFAD"/>
      </a:accent3>
      <a:accent4>
        <a:srgbClr val="A6A081"/>
      </a:accent4>
      <a:accent5>
        <a:srgbClr val="7479AB"/>
      </a:accent5>
      <a:accent6>
        <a:srgbClr val="FFC000"/>
      </a:accent6>
      <a:hlink>
        <a:srgbClr val="00B0F0"/>
      </a:hlink>
      <a:folHlink>
        <a:srgbClr val="AFB2B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五彩缤纷</Template>
  <TotalTime>72</TotalTime>
  <Words>598</Words>
  <Application>Microsoft Office PowerPoint</Application>
  <PresentationFormat>宽屏</PresentationFormat>
  <Paragraphs>69</Paragraphs>
  <Slides>15</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链接</vt:lpstr>
      </vt:variant>
      <vt:variant>
        <vt:i4>1</vt:i4>
      </vt:variant>
      <vt:variant>
        <vt:lpstr>幻灯片标题</vt:lpstr>
      </vt:variant>
      <vt:variant>
        <vt:i4>15</vt:i4>
      </vt:variant>
    </vt:vector>
  </HeadingPairs>
  <TitlesOfParts>
    <vt:vector size="23" baseType="lpstr">
      <vt:lpstr>黑体</vt:lpstr>
      <vt:lpstr>华文楷体</vt:lpstr>
      <vt:lpstr>Arial</vt:lpstr>
      <vt:lpstr>Verdana</vt:lpstr>
      <vt:lpstr>Wingdings</vt:lpstr>
      <vt:lpstr>Wingdings 2</vt:lpstr>
      <vt:lpstr>五彩缤纷</vt:lpstr>
      <vt:lpstr>C:\高校题库制作系统副本2\StartFile\ExtractFile\中国注册税务师协会章程.docx</vt:lpstr>
      <vt:lpstr>中国注册税务师协会</vt:lpstr>
      <vt:lpstr>目录 </vt:lpstr>
      <vt:lpstr>一、协会概况 </vt:lpstr>
      <vt:lpstr>协会基本情况 </vt:lpstr>
      <vt:lpstr>行业发展历程 </vt:lpstr>
      <vt:lpstr>行业发展规划 </vt:lpstr>
      <vt:lpstr>PowerPoint 演示文稿</vt:lpstr>
      <vt:lpstr>组织结构</vt:lpstr>
      <vt:lpstr>二、协会服务</vt:lpstr>
      <vt:lpstr>PowerPoint 演示文稿</vt:lpstr>
      <vt:lpstr>PowerPoint 演示文稿</vt:lpstr>
      <vt:lpstr>PowerPoint 演示文稿</vt:lpstr>
      <vt:lpstr>三、教育培训 </vt:lpstr>
      <vt:lpstr>四、党建统战</vt:lpstr>
      <vt:lpstr>五、联系我们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中国注册税务师协会</dc:title>
  <dc:creator>吉燕</dc:creator>
  <cp:lastModifiedBy>Windows 用户11</cp:lastModifiedBy>
  <cp:revision>8</cp:revision>
  <dcterms:created xsi:type="dcterms:W3CDTF">2020-08-31T05:40:45Z</dcterms:created>
  <dcterms:modified xsi:type="dcterms:W3CDTF">2021-04-09T07:24:59Z</dcterms:modified>
</cp:coreProperties>
</file>