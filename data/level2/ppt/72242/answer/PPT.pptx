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56" r:id="rId3"/>
    <p:sldId id="257" r:id="rId4"/>
    <p:sldId id="258" r:id="rId5"/>
    <p:sldId id="259" r:id="rId6"/>
    <p:sldId id="260" r:id="rId7"/>
    <p:sldId id="261" r:id="rId8"/>
    <p:sldId id="262" r:id="rId9"/>
    <p:sldId id="263" r:id="rId1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81" autoAdjust="0"/>
    <p:restoredTop sz="82421" autoAdjust="0"/>
  </p:normalViewPr>
  <p:slideViewPr>
    <p:cSldViewPr snapToGrid="0">
      <p:cViewPr varScale="1">
        <p:scale>
          <a:sx n="69" d="100"/>
          <a:sy n="69" d="100"/>
        </p:scale>
        <p:origin x="22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slide" Target="../slides/slide4.xml"/><Relationship Id="rId1" Type="http://schemas.openxmlformats.org/officeDocument/2006/relationships/slide" Target="../slides/slide3.xml"/><Relationship Id="rId5" Type="http://schemas.openxmlformats.org/officeDocument/2006/relationships/slide" Target="../slides/slide7.xml"/><Relationship Id="rId4"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5AB17A-EA72-45D2-8FA6-C85D5E40C457}" type="doc">
      <dgm:prSet loTypeId="urn:microsoft.com/office/officeart/2008/layout/VerticalCurvedList" loCatId="list" qsTypeId="urn:microsoft.com/office/officeart/2005/8/quickstyle/3d6" qsCatId="3D" csTypeId="urn:microsoft.com/office/officeart/2005/8/colors/accent2_2" csCatId="accent2" phldr="1"/>
      <dgm:spPr/>
      <dgm:t>
        <a:bodyPr/>
        <a:lstStyle/>
        <a:p>
          <a:endParaRPr lang="zh-CN" altLang="en-US"/>
        </a:p>
      </dgm:t>
    </dgm:pt>
    <dgm:pt modelId="{7C8537E2-A382-48E4-8D67-9AFB77B24C72}">
      <dgm:prSet/>
      <dgm:spPr/>
      <dgm:t>
        <a:bodyPr/>
        <a:lstStyle/>
        <a:p>
          <a:pPr rtl="0"/>
          <a:r>
            <a:rPr lang="zh-CN" b="1" dirty="0" smtClean="0"/>
            <a:t>一、时代解读</a:t>
          </a:r>
          <a:endParaRPr lang="zh-CN" dirty="0"/>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D07C9399-7674-4770-8EEE-A05F1EAA829E}" type="parTrans" cxnId="{AB325735-1B39-4FC4-B99E-F1EAE05ED18C}">
      <dgm:prSet/>
      <dgm:spPr/>
      <dgm:t>
        <a:bodyPr/>
        <a:lstStyle/>
        <a:p>
          <a:endParaRPr lang="zh-CN" altLang="en-US"/>
        </a:p>
      </dgm:t>
    </dgm:pt>
    <dgm:pt modelId="{5A5A0793-9770-44DE-BE7F-4C822D159EB4}" type="sibTrans" cxnId="{AB325735-1B39-4FC4-B99E-F1EAE05ED18C}">
      <dgm:prSet/>
      <dgm:spPr/>
      <dgm:t>
        <a:bodyPr/>
        <a:lstStyle/>
        <a:p>
          <a:endParaRPr lang="zh-CN" altLang="en-US"/>
        </a:p>
      </dgm:t>
    </dgm:pt>
    <dgm:pt modelId="{04D2850E-4B60-4635-A96B-E31D8AE09BFB}">
      <dgm:prSet/>
      <dgm:spPr/>
      <dgm:t>
        <a:bodyPr/>
        <a:lstStyle/>
        <a:p>
          <a:pPr rtl="0"/>
          <a:r>
            <a:rPr lang="zh-CN" b="1" dirty="0" smtClean="0"/>
            <a:t>二、时代特征</a:t>
          </a:r>
          <a:endParaRPr lang="zh-CN" dirty="0"/>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EE2FB64C-CB0D-4180-A1AC-C5DFA05713BF}" type="parTrans" cxnId="{8297A0DB-9B23-4355-92DD-99683C9871E7}">
      <dgm:prSet/>
      <dgm:spPr/>
      <dgm:t>
        <a:bodyPr/>
        <a:lstStyle/>
        <a:p>
          <a:endParaRPr lang="zh-CN" altLang="en-US"/>
        </a:p>
      </dgm:t>
    </dgm:pt>
    <dgm:pt modelId="{081865A8-62DA-4C86-944A-DAECFE099958}" type="sibTrans" cxnId="{8297A0DB-9B23-4355-92DD-99683C9871E7}">
      <dgm:prSet/>
      <dgm:spPr/>
      <dgm:t>
        <a:bodyPr/>
        <a:lstStyle/>
        <a:p>
          <a:endParaRPr lang="zh-CN" altLang="en-US"/>
        </a:p>
      </dgm:t>
    </dgm:pt>
    <dgm:pt modelId="{0A562758-076F-4577-82C7-D766C1212142}">
      <dgm:prSet/>
      <dgm:spPr/>
      <dgm:t>
        <a:bodyPr/>
        <a:lstStyle/>
        <a:p>
          <a:pPr rtl="0"/>
          <a:r>
            <a:rPr lang="zh-CN" b="1" smtClean="0"/>
            <a:t>三、动力来源</a:t>
          </a:r>
          <a:endParaRPr lang="zh-CN"/>
        </a:p>
      </dgm:t>
      <dgm:extLst>
        <a:ext uri="{E40237B7-FDA0-4F09-8148-C483321AD2D9}">
          <dgm14:cNvPr xmlns:dgm14="http://schemas.microsoft.com/office/drawing/2010/diagram" id="0" name="">
            <a:hlinkClick xmlns:r="http://schemas.openxmlformats.org/officeDocument/2006/relationships" r:id="rId3" action="ppaction://hlinksldjump"/>
          </dgm14:cNvPr>
        </a:ext>
      </dgm:extLst>
    </dgm:pt>
    <dgm:pt modelId="{CCEDF375-75CA-4FDA-92B3-200426A46EFE}" type="parTrans" cxnId="{41DA335F-AAC2-43B4-9148-8EF1DF48E57E}">
      <dgm:prSet/>
      <dgm:spPr/>
      <dgm:t>
        <a:bodyPr/>
        <a:lstStyle/>
        <a:p>
          <a:endParaRPr lang="zh-CN" altLang="en-US"/>
        </a:p>
      </dgm:t>
    </dgm:pt>
    <dgm:pt modelId="{EE778D8E-B871-4867-A699-B468B1092755}" type="sibTrans" cxnId="{41DA335F-AAC2-43B4-9148-8EF1DF48E57E}">
      <dgm:prSet/>
      <dgm:spPr/>
      <dgm:t>
        <a:bodyPr/>
        <a:lstStyle/>
        <a:p>
          <a:endParaRPr lang="zh-CN" altLang="en-US"/>
        </a:p>
      </dgm:t>
    </dgm:pt>
    <dgm:pt modelId="{A2B71607-DE64-4EE6-A2B3-6297A8508951}">
      <dgm:prSet/>
      <dgm:spPr/>
      <dgm:t>
        <a:bodyPr/>
        <a:lstStyle/>
        <a:p>
          <a:pPr rtl="0"/>
          <a:r>
            <a:rPr lang="zh-CN" b="1" dirty="0" smtClean="0"/>
            <a:t>四、深刻内涵</a:t>
          </a:r>
          <a:endParaRPr lang="zh-CN" dirty="0"/>
        </a:p>
      </dgm:t>
      <dgm:extLst>
        <a:ext uri="{E40237B7-FDA0-4F09-8148-C483321AD2D9}">
          <dgm14:cNvPr xmlns:dgm14="http://schemas.microsoft.com/office/drawing/2010/diagram" id="0" name="">
            <a:hlinkClick xmlns:r="http://schemas.openxmlformats.org/officeDocument/2006/relationships" r:id="rId4" action="ppaction://hlinksldjump"/>
          </dgm14:cNvPr>
        </a:ext>
      </dgm:extLst>
    </dgm:pt>
    <dgm:pt modelId="{3F0B501A-EBFF-4013-A6A0-062F10F030C4}" type="parTrans" cxnId="{FAA5D30E-2291-497C-B875-755AD2340AAB}">
      <dgm:prSet/>
      <dgm:spPr/>
      <dgm:t>
        <a:bodyPr/>
        <a:lstStyle/>
        <a:p>
          <a:endParaRPr lang="zh-CN" altLang="en-US"/>
        </a:p>
      </dgm:t>
    </dgm:pt>
    <dgm:pt modelId="{058224BF-8820-40DF-A3C0-8D48C488C760}" type="sibTrans" cxnId="{FAA5D30E-2291-497C-B875-755AD2340AAB}">
      <dgm:prSet/>
      <dgm:spPr/>
      <dgm:t>
        <a:bodyPr/>
        <a:lstStyle/>
        <a:p>
          <a:endParaRPr lang="zh-CN" altLang="en-US"/>
        </a:p>
      </dgm:t>
    </dgm:pt>
    <dgm:pt modelId="{43403FDD-4CF8-48BA-8B70-F43F61F9BBF2}">
      <dgm:prSet/>
      <dgm:spPr/>
      <dgm:t>
        <a:bodyPr/>
        <a:lstStyle/>
        <a:p>
          <a:pPr rtl="0"/>
          <a:r>
            <a:rPr lang="zh-CN" b="1" smtClean="0"/>
            <a:t>五、富强三部曲</a:t>
          </a:r>
          <a:endParaRPr lang="zh-CN"/>
        </a:p>
      </dgm:t>
      <dgm:extLst>
        <a:ext uri="{E40237B7-FDA0-4F09-8148-C483321AD2D9}">
          <dgm14:cNvPr xmlns:dgm14="http://schemas.microsoft.com/office/drawing/2010/diagram" id="0" name="">
            <a:hlinkClick xmlns:r="http://schemas.openxmlformats.org/officeDocument/2006/relationships" r:id="rId5" action="ppaction://hlinksldjump"/>
          </dgm14:cNvPr>
        </a:ext>
      </dgm:extLst>
    </dgm:pt>
    <dgm:pt modelId="{8E207E36-2249-4384-AAA9-5EDFD454E23C}" type="parTrans" cxnId="{72714852-93F7-46ED-B646-90A91CFAA41E}">
      <dgm:prSet/>
      <dgm:spPr/>
      <dgm:t>
        <a:bodyPr/>
        <a:lstStyle/>
        <a:p>
          <a:endParaRPr lang="zh-CN" altLang="en-US"/>
        </a:p>
      </dgm:t>
    </dgm:pt>
    <dgm:pt modelId="{71F6F340-14A6-4899-B732-864B565CEDFF}" type="sibTrans" cxnId="{72714852-93F7-46ED-B646-90A91CFAA41E}">
      <dgm:prSet/>
      <dgm:spPr/>
      <dgm:t>
        <a:bodyPr/>
        <a:lstStyle/>
        <a:p>
          <a:endParaRPr lang="zh-CN" altLang="en-US"/>
        </a:p>
      </dgm:t>
    </dgm:pt>
    <dgm:pt modelId="{3564D201-F130-4D07-A3A7-C225B72602C1}" type="pres">
      <dgm:prSet presAssocID="{345AB17A-EA72-45D2-8FA6-C85D5E40C457}" presName="Name0" presStyleCnt="0">
        <dgm:presLayoutVars>
          <dgm:chMax val="7"/>
          <dgm:chPref val="7"/>
          <dgm:dir/>
        </dgm:presLayoutVars>
      </dgm:prSet>
      <dgm:spPr/>
      <dgm:t>
        <a:bodyPr/>
        <a:lstStyle/>
        <a:p>
          <a:endParaRPr lang="zh-CN" altLang="en-US"/>
        </a:p>
      </dgm:t>
    </dgm:pt>
    <dgm:pt modelId="{5791A368-0E86-4224-A808-791F7A69F524}" type="pres">
      <dgm:prSet presAssocID="{345AB17A-EA72-45D2-8FA6-C85D5E40C457}" presName="Name1" presStyleCnt="0"/>
      <dgm:spPr/>
    </dgm:pt>
    <dgm:pt modelId="{3FC8405E-8943-4080-9E01-8957A7FA94BF}" type="pres">
      <dgm:prSet presAssocID="{345AB17A-EA72-45D2-8FA6-C85D5E40C457}" presName="cycle" presStyleCnt="0"/>
      <dgm:spPr/>
    </dgm:pt>
    <dgm:pt modelId="{FC6D65B8-9450-43D3-94D3-741BE88B7A70}" type="pres">
      <dgm:prSet presAssocID="{345AB17A-EA72-45D2-8FA6-C85D5E40C457}" presName="srcNode" presStyleLbl="node1" presStyleIdx="0" presStyleCnt="5"/>
      <dgm:spPr/>
    </dgm:pt>
    <dgm:pt modelId="{0C8FC241-4756-4B54-928E-E1917582AD5C}" type="pres">
      <dgm:prSet presAssocID="{345AB17A-EA72-45D2-8FA6-C85D5E40C457}" presName="conn" presStyleLbl="parChTrans1D2" presStyleIdx="0" presStyleCnt="1"/>
      <dgm:spPr/>
      <dgm:t>
        <a:bodyPr/>
        <a:lstStyle/>
        <a:p>
          <a:endParaRPr lang="zh-CN" altLang="en-US"/>
        </a:p>
      </dgm:t>
    </dgm:pt>
    <dgm:pt modelId="{1DAEE7DE-BBF7-4C8F-A707-338D103AE784}" type="pres">
      <dgm:prSet presAssocID="{345AB17A-EA72-45D2-8FA6-C85D5E40C457}" presName="extraNode" presStyleLbl="node1" presStyleIdx="0" presStyleCnt="5"/>
      <dgm:spPr/>
    </dgm:pt>
    <dgm:pt modelId="{2329EA57-11EE-490B-BB49-3D51AF7FAA28}" type="pres">
      <dgm:prSet presAssocID="{345AB17A-EA72-45D2-8FA6-C85D5E40C457}" presName="dstNode" presStyleLbl="node1" presStyleIdx="0" presStyleCnt="5"/>
      <dgm:spPr/>
    </dgm:pt>
    <dgm:pt modelId="{CC8FDA63-14A3-4718-88D3-B4EC9AF40586}" type="pres">
      <dgm:prSet presAssocID="{7C8537E2-A382-48E4-8D67-9AFB77B24C72}" presName="text_1" presStyleLbl="node1" presStyleIdx="0" presStyleCnt="5">
        <dgm:presLayoutVars>
          <dgm:bulletEnabled val="1"/>
        </dgm:presLayoutVars>
      </dgm:prSet>
      <dgm:spPr/>
      <dgm:t>
        <a:bodyPr/>
        <a:lstStyle/>
        <a:p>
          <a:endParaRPr lang="zh-CN" altLang="en-US"/>
        </a:p>
      </dgm:t>
    </dgm:pt>
    <dgm:pt modelId="{DEC02D95-740B-4F9C-BB3F-8A10AF80FD1E}" type="pres">
      <dgm:prSet presAssocID="{7C8537E2-A382-48E4-8D67-9AFB77B24C72}" presName="accent_1" presStyleCnt="0"/>
      <dgm:spPr/>
    </dgm:pt>
    <dgm:pt modelId="{6F96289E-8BC1-48A3-A9F5-D6CE0FA9565C}" type="pres">
      <dgm:prSet presAssocID="{7C8537E2-A382-48E4-8D67-9AFB77B24C72}" presName="accentRepeatNode" presStyleLbl="solidFgAcc1" presStyleIdx="0" presStyleCnt="5"/>
      <dgm:spPr/>
    </dgm:pt>
    <dgm:pt modelId="{98F7F139-7832-4A9D-8430-F2190AAB31C8}" type="pres">
      <dgm:prSet presAssocID="{04D2850E-4B60-4635-A96B-E31D8AE09BFB}" presName="text_2" presStyleLbl="node1" presStyleIdx="1" presStyleCnt="5">
        <dgm:presLayoutVars>
          <dgm:bulletEnabled val="1"/>
        </dgm:presLayoutVars>
      </dgm:prSet>
      <dgm:spPr/>
      <dgm:t>
        <a:bodyPr/>
        <a:lstStyle/>
        <a:p>
          <a:endParaRPr lang="zh-CN" altLang="en-US"/>
        </a:p>
      </dgm:t>
    </dgm:pt>
    <dgm:pt modelId="{C3107DB8-931B-47BC-8D46-BF893AA82226}" type="pres">
      <dgm:prSet presAssocID="{04D2850E-4B60-4635-A96B-E31D8AE09BFB}" presName="accent_2" presStyleCnt="0"/>
      <dgm:spPr/>
    </dgm:pt>
    <dgm:pt modelId="{DD1164C1-5BDE-475E-9129-6E9127A38526}" type="pres">
      <dgm:prSet presAssocID="{04D2850E-4B60-4635-A96B-E31D8AE09BFB}" presName="accentRepeatNode" presStyleLbl="solidFgAcc1" presStyleIdx="1" presStyleCnt="5"/>
      <dgm:spPr/>
    </dgm:pt>
    <dgm:pt modelId="{08962E62-7FB8-42AF-93DA-307DA5A6DA97}" type="pres">
      <dgm:prSet presAssocID="{0A562758-076F-4577-82C7-D766C1212142}" presName="text_3" presStyleLbl="node1" presStyleIdx="2" presStyleCnt="5">
        <dgm:presLayoutVars>
          <dgm:bulletEnabled val="1"/>
        </dgm:presLayoutVars>
      </dgm:prSet>
      <dgm:spPr/>
      <dgm:t>
        <a:bodyPr/>
        <a:lstStyle/>
        <a:p>
          <a:endParaRPr lang="zh-CN" altLang="en-US"/>
        </a:p>
      </dgm:t>
    </dgm:pt>
    <dgm:pt modelId="{0EB69B57-4B12-48A2-8043-B645982B682F}" type="pres">
      <dgm:prSet presAssocID="{0A562758-076F-4577-82C7-D766C1212142}" presName="accent_3" presStyleCnt="0"/>
      <dgm:spPr/>
    </dgm:pt>
    <dgm:pt modelId="{E939FAD8-3451-41B6-AEFA-14B900177C9A}" type="pres">
      <dgm:prSet presAssocID="{0A562758-076F-4577-82C7-D766C1212142}" presName="accentRepeatNode" presStyleLbl="solidFgAcc1" presStyleIdx="2" presStyleCnt="5"/>
      <dgm:spPr/>
    </dgm:pt>
    <dgm:pt modelId="{BE8D56D6-ECAD-4CFB-B419-7DA3EBC48364}" type="pres">
      <dgm:prSet presAssocID="{A2B71607-DE64-4EE6-A2B3-6297A8508951}" presName="text_4" presStyleLbl="node1" presStyleIdx="3" presStyleCnt="5">
        <dgm:presLayoutVars>
          <dgm:bulletEnabled val="1"/>
        </dgm:presLayoutVars>
      </dgm:prSet>
      <dgm:spPr/>
      <dgm:t>
        <a:bodyPr/>
        <a:lstStyle/>
        <a:p>
          <a:endParaRPr lang="zh-CN" altLang="en-US"/>
        </a:p>
      </dgm:t>
    </dgm:pt>
    <dgm:pt modelId="{ABF974B2-6AD9-4E0B-AD53-AB6D415A0DA9}" type="pres">
      <dgm:prSet presAssocID="{A2B71607-DE64-4EE6-A2B3-6297A8508951}" presName="accent_4" presStyleCnt="0"/>
      <dgm:spPr/>
    </dgm:pt>
    <dgm:pt modelId="{7001494F-6460-4AB4-8FDF-C982D8625CA4}" type="pres">
      <dgm:prSet presAssocID="{A2B71607-DE64-4EE6-A2B3-6297A8508951}" presName="accentRepeatNode" presStyleLbl="solidFgAcc1" presStyleIdx="3" presStyleCnt="5"/>
      <dgm:spPr/>
    </dgm:pt>
    <dgm:pt modelId="{22211606-7DC2-4DE8-BD89-AF7C9D223671}" type="pres">
      <dgm:prSet presAssocID="{43403FDD-4CF8-48BA-8B70-F43F61F9BBF2}" presName="text_5" presStyleLbl="node1" presStyleIdx="4" presStyleCnt="5">
        <dgm:presLayoutVars>
          <dgm:bulletEnabled val="1"/>
        </dgm:presLayoutVars>
      </dgm:prSet>
      <dgm:spPr/>
      <dgm:t>
        <a:bodyPr/>
        <a:lstStyle/>
        <a:p>
          <a:endParaRPr lang="zh-CN" altLang="en-US"/>
        </a:p>
      </dgm:t>
    </dgm:pt>
    <dgm:pt modelId="{EF73D8A6-D73C-4EDC-BABA-EE43264388EB}" type="pres">
      <dgm:prSet presAssocID="{43403FDD-4CF8-48BA-8B70-F43F61F9BBF2}" presName="accent_5" presStyleCnt="0"/>
      <dgm:spPr/>
    </dgm:pt>
    <dgm:pt modelId="{4E1A7F7D-3427-4A45-B60B-46B17348BDF0}" type="pres">
      <dgm:prSet presAssocID="{43403FDD-4CF8-48BA-8B70-F43F61F9BBF2}" presName="accentRepeatNode" presStyleLbl="solidFgAcc1" presStyleIdx="4" presStyleCnt="5"/>
      <dgm:spPr/>
    </dgm:pt>
  </dgm:ptLst>
  <dgm:cxnLst>
    <dgm:cxn modelId="{41DA335F-AAC2-43B4-9148-8EF1DF48E57E}" srcId="{345AB17A-EA72-45D2-8FA6-C85D5E40C457}" destId="{0A562758-076F-4577-82C7-D766C1212142}" srcOrd="2" destOrd="0" parTransId="{CCEDF375-75CA-4FDA-92B3-200426A46EFE}" sibTransId="{EE778D8E-B871-4867-A699-B468B1092755}"/>
    <dgm:cxn modelId="{AB325735-1B39-4FC4-B99E-F1EAE05ED18C}" srcId="{345AB17A-EA72-45D2-8FA6-C85D5E40C457}" destId="{7C8537E2-A382-48E4-8D67-9AFB77B24C72}" srcOrd="0" destOrd="0" parTransId="{D07C9399-7674-4770-8EEE-A05F1EAA829E}" sibTransId="{5A5A0793-9770-44DE-BE7F-4C822D159EB4}"/>
    <dgm:cxn modelId="{54D61804-3654-49A8-8303-12512B6A3E45}" type="presOf" srcId="{04D2850E-4B60-4635-A96B-E31D8AE09BFB}" destId="{98F7F139-7832-4A9D-8430-F2190AAB31C8}" srcOrd="0" destOrd="0" presId="urn:microsoft.com/office/officeart/2008/layout/VerticalCurvedList"/>
    <dgm:cxn modelId="{FAA5D30E-2291-497C-B875-755AD2340AAB}" srcId="{345AB17A-EA72-45D2-8FA6-C85D5E40C457}" destId="{A2B71607-DE64-4EE6-A2B3-6297A8508951}" srcOrd="3" destOrd="0" parTransId="{3F0B501A-EBFF-4013-A6A0-062F10F030C4}" sibTransId="{058224BF-8820-40DF-A3C0-8D48C488C760}"/>
    <dgm:cxn modelId="{8297A0DB-9B23-4355-92DD-99683C9871E7}" srcId="{345AB17A-EA72-45D2-8FA6-C85D5E40C457}" destId="{04D2850E-4B60-4635-A96B-E31D8AE09BFB}" srcOrd="1" destOrd="0" parTransId="{EE2FB64C-CB0D-4180-A1AC-C5DFA05713BF}" sibTransId="{081865A8-62DA-4C86-944A-DAECFE099958}"/>
    <dgm:cxn modelId="{76AAB256-0F07-467D-AE58-15D76BAC942E}" type="presOf" srcId="{A2B71607-DE64-4EE6-A2B3-6297A8508951}" destId="{BE8D56D6-ECAD-4CFB-B419-7DA3EBC48364}" srcOrd="0" destOrd="0" presId="urn:microsoft.com/office/officeart/2008/layout/VerticalCurvedList"/>
    <dgm:cxn modelId="{549DE96B-9D6D-4F77-859A-8CA89E6DED0F}" type="presOf" srcId="{7C8537E2-A382-48E4-8D67-9AFB77B24C72}" destId="{CC8FDA63-14A3-4718-88D3-B4EC9AF40586}" srcOrd="0" destOrd="0" presId="urn:microsoft.com/office/officeart/2008/layout/VerticalCurvedList"/>
    <dgm:cxn modelId="{C2A7D861-8F23-4369-A301-C491707F271D}" type="presOf" srcId="{5A5A0793-9770-44DE-BE7F-4C822D159EB4}" destId="{0C8FC241-4756-4B54-928E-E1917582AD5C}" srcOrd="0" destOrd="0" presId="urn:microsoft.com/office/officeart/2008/layout/VerticalCurvedList"/>
    <dgm:cxn modelId="{4E9A0F49-DDD1-4036-B804-B8114C809A28}" type="presOf" srcId="{0A562758-076F-4577-82C7-D766C1212142}" destId="{08962E62-7FB8-42AF-93DA-307DA5A6DA97}" srcOrd="0" destOrd="0" presId="urn:microsoft.com/office/officeart/2008/layout/VerticalCurvedList"/>
    <dgm:cxn modelId="{741C55F9-F24A-42B1-94C1-9F2373528F74}" type="presOf" srcId="{43403FDD-4CF8-48BA-8B70-F43F61F9BBF2}" destId="{22211606-7DC2-4DE8-BD89-AF7C9D223671}" srcOrd="0" destOrd="0" presId="urn:microsoft.com/office/officeart/2008/layout/VerticalCurvedList"/>
    <dgm:cxn modelId="{72714852-93F7-46ED-B646-90A91CFAA41E}" srcId="{345AB17A-EA72-45D2-8FA6-C85D5E40C457}" destId="{43403FDD-4CF8-48BA-8B70-F43F61F9BBF2}" srcOrd="4" destOrd="0" parTransId="{8E207E36-2249-4384-AAA9-5EDFD454E23C}" sibTransId="{71F6F340-14A6-4899-B732-864B565CEDFF}"/>
    <dgm:cxn modelId="{77AE7CC6-ECE7-490F-B0F0-B7D0B00C8CE1}" type="presOf" srcId="{345AB17A-EA72-45D2-8FA6-C85D5E40C457}" destId="{3564D201-F130-4D07-A3A7-C225B72602C1}" srcOrd="0" destOrd="0" presId="urn:microsoft.com/office/officeart/2008/layout/VerticalCurvedList"/>
    <dgm:cxn modelId="{F470BB6A-A18A-4C1F-9085-029A2C3D9C27}" type="presParOf" srcId="{3564D201-F130-4D07-A3A7-C225B72602C1}" destId="{5791A368-0E86-4224-A808-791F7A69F524}" srcOrd="0" destOrd="0" presId="urn:microsoft.com/office/officeart/2008/layout/VerticalCurvedList"/>
    <dgm:cxn modelId="{4EA0BB5C-5073-43D1-B79F-4618CCAFBB7F}" type="presParOf" srcId="{5791A368-0E86-4224-A808-791F7A69F524}" destId="{3FC8405E-8943-4080-9E01-8957A7FA94BF}" srcOrd="0" destOrd="0" presId="urn:microsoft.com/office/officeart/2008/layout/VerticalCurvedList"/>
    <dgm:cxn modelId="{9CD14BC5-DF7F-46B2-B89F-4A47AF2ACD43}" type="presParOf" srcId="{3FC8405E-8943-4080-9E01-8957A7FA94BF}" destId="{FC6D65B8-9450-43D3-94D3-741BE88B7A70}" srcOrd="0" destOrd="0" presId="urn:microsoft.com/office/officeart/2008/layout/VerticalCurvedList"/>
    <dgm:cxn modelId="{D2B7D781-9301-44FA-800E-FA52578160C6}" type="presParOf" srcId="{3FC8405E-8943-4080-9E01-8957A7FA94BF}" destId="{0C8FC241-4756-4B54-928E-E1917582AD5C}" srcOrd="1" destOrd="0" presId="urn:microsoft.com/office/officeart/2008/layout/VerticalCurvedList"/>
    <dgm:cxn modelId="{D7403776-029A-40C1-9759-8C0A672AB2CC}" type="presParOf" srcId="{3FC8405E-8943-4080-9E01-8957A7FA94BF}" destId="{1DAEE7DE-BBF7-4C8F-A707-338D103AE784}" srcOrd="2" destOrd="0" presId="urn:microsoft.com/office/officeart/2008/layout/VerticalCurvedList"/>
    <dgm:cxn modelId="{64067B5E-7E94-425B-92C4-EF1D4585911C}" type="presParOf" srcId="{3FC8405E-8943-4080-9E01-8957A7FA94BF}" destId="{2329EA57-11EE-490B-BB49-3D51AF7FAA28}" srcOrd="3" destOrd="0" presId="urn:microsoft.com/office/officeart/2008/layout/VerticalCurvedList"/>
    <dgm:cxn modelId="{471B28FB-E72A-4D8F-9586-A7FCF386C809}" type="presParOf" srcId="{5791A368-0E86-4224-A808-791F7A69F524}" destId="{CC8FDA63-14A3-4718-88D3-B4EC9AF40586}" srcOrd="1" destOrd="0" presId="urn:microsoft.com/office/officeart/2008/layout/VerticalCurvedList"/>
    <dgm:cxn modelId="{628C80B9-E93A-4FAB-82CA-06DFB124D08C}" type="presParOf" srcId="{5791A368-0E86-4224-A808-791F7A69F524}" destId="{DEC02D95-740B-4F9C-BB3F-8A10AF80FD1E}" srcOrd="2" destOrd="0" presId="urn:microsoft.com/office/officeart/2008/layout/VerticalCurvedList"/>
    <dgm:cxn modelId="{7C25ED34-B481-4519-B139-F7404AAF129B}" type="presParOf" srcId="{DEC02D95-740B-4F9C-BB3F-8A10AF80FD1E}" destId="{6F96289E-8BC1-48A3-A9F5-D6CE0FA9565C}" srcOrd="0" destOrd="0" presId="urn:microsoft.com/office/officeart/2008/layout/VerticalCurvedList"/>
    <dgm:cxn modelId="{25592B73-11B2-4020-BBD8-F536C831BCE7}" type="presParOf" srcId="{5791A368-0E86-4224-A808-791F7A69F524}" destId="{98F7F139-7832-4A9D-8430-F2190AAB31C8}" srcOrd="3" destOrd="0" presId="urn:microsoft.com/office/officeart/2008/layout/VerticalCurvedList"/>
    <dgm:cxn modelId="{FFDA7F28-946D-4ED1-9E32-90229AEB2B8D}" type="presParOf" srcId="{5791A368-0E86-4224-A808-791F7A69F524}" destId="{C3107DB8-931B-47BC-8D46-BF893AA82226}" srcOrd="4" destOrd="0" presId="urn:microsoft.com/office/officeart/2008/layout/VerticalCurvedList"/>
    <dgm:cxn modelId="{0637B168-6497-47BF-8933-D0B5D3AC0C92}" type="presParOf" srcId="{C3107DB8-931B-47BC-8D46-BF893AA82226}" destId="{DD1164C1-5BDE-475E-9129-6E9127A38526}" srcOrd="0" destOrd="0" presId="urn:microsoft.com/office/officeart/2008/layout/VerticalCurvedList"/>
    <dgm:cxn modelId="{C734BA97-E005-4E0D-8012-8C5291936346}" type="presParOf" srcId="{5791A368-0E86-4224-A808-791F7A69F524}" destId="{08962E62-7FB8-42AF-93DA-307DA5A6DA97}" srcOrd="5" destOrd="0" presId="urn:microsoft.com/office/officeart/2008/layout/VerticalCurvedList"/>
    <dgm:cxn modelId="{A80AE37C-83BC-45C0-95C5-0A3BA70BC2CC}" type="presParOf" srcId="{5791A368-0E86-4224-A808-791F7A69F524}" destId="{0EB69B57-4B12-48A2-8043-B645982B682F}" srcOrd="6" destOrd="0" presId="urn:microsoft.com/office/officeart/2008/layout/VerticalCurvedList"/>
    <dgm:cxn modelId="{0AFDD5CF-A95A-4086-B83B-AC941F14D671}" type="presParOf" srcId="{0EB69B57-4B12-48A2-8043-B645982B682F}" destId="{E939FAD8-3451-41B6-AEFA-14B900177C9A}" srcOrd="0" destOrd="0" presId="urn:microsoft.com/office/officeart/2008/layout/VerticalCurvedList"/>
    <dgm:cxn modelId="{9882371A-7F8B-4871-A70A-1088D0662C03}" type="presParOf" srcId="{5791A368-0E86-4224-A808-791F7A69F524}" destId="{BE8D56D6-ECAD-4CFB-B419-7DA3EBC48364}" srcOrd="7" destOrd="0" presId="urn:microsoft.com/office/officeart/2008/layout/VerticalCurvedList"/>
    <dgm:cxn modelId="{4312A978-6803-4C8B-9056-6CCE30A9845A}" type="presParOf" srcId="{5791A368-0E86-4224-A808-791F7A69F524}" destId="{ABF974B2-6AD9-4E0B-AD53-AB6D415A0DA9}" srcOrd="8" destOrd="0" presId="urn:microsoft.com/office/officeart/2008/layout/VerticalCurvedList"/>
    <dgm:cxn modelId="{95834063-861F-4C51-AC19-E1C7547AD190}" type="presParOf" srcId="{ABF974B2-6AD9-4E0B-AD53-AB6D415A0DA9}" destId="{7001494F-6460-4AB4-8FDF-C982D8625CA4}" srcOrd="0" destOrd="0" presId="urn:microsoft.com/office/officeart/2008/layout/VerticalCurvedList"/>
    <dgm:cxn modelId="{39E8D2DA-3DAC-4ACD-8BB6-58C0B4E87392}" type="presParOf" srcId="{5791A368-0E86-4224-A808-791F7A69F524}" destId="{22211606-7DC2-4DE8-BD89-AF7C9D223671}" srcOrd="9" destOrd="0" presId="urn:microsoft.com/office/officeart/2008/layout/VerticalCurvedList"/>
    <dgm:cxn modelId="{8C2D7C9D-6746-4421-AA10-A2EB773FEA8E}" type="presParOf" srcId="{5791A368-0E86-4224-A808-791F7A69F524}" destId="{EF73D8A6-D73C-4EDC-BABA-EE43264388EB}" srcOrd="10" destOrd="0" presId="urn:microsoft.com/office/officeart/2008/layout/VerticalCurvedList"/>
    <dgm:cxn modelId="{1996C80C-9FB4-44E1-B78A-4943EF22F635}" type="presParOf" srcId="{EF73D8A6-D73C-4EDC-BABA-EE43264388EB}" destId="{4E1A7F7D-3427-4A45-B60B-46B17348BDF0}"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38103B-55BD-4034-BC3C-CCA59C53A34B}" type="doc">
      <dgm:prSet loTypeId="urn:microsoft.com/office/officeart/2005/8/layout/arrow2" loCatId="process" qsTypeId="urn:microsoft.com/office/officeart/2005/8/quickstyle/simple1" qsCatId="simple" csTypeId="urn:microsoft.com/office/officeart/2005/8/colors/accent1_2" csCatId="accent1"/>
      <dgm:spPr/>
      <dgm:t>
        <a:bodyPr/>
        <a:lstStyle/>
        <a:p>
          <a:endParaRPr lang="zh-CN" altLang="en-US"/>
        </a:p>
      </dgm:t>
    </dgm:pt>
    <dgm:pt modelId="{3A72DB20-260F-4656-A3DD-8AAEA4611E8B}">
      <dgm:prSet/>
      <dgm:spPr/>
      <dgm:t>
        <a:bodyPr/>
        <a:lstStyle/>
        <a:p>
          <a:pPr rtl="0"/>
          <a:r>
            <a:rPr lang="zh-CN" smtClean="0"/>
            <a:t>第一部曲，用</a:t>
          </a:r>
          <a:r>
            <a:rPr lang="en-US" smtClean="0"/>
            <a:t>20</a:t>
          </a:r>
          <a:r>
            <a:rPr lang="zh-CN" smtClean="0"/>
            <a:t>年时间，到中国共产党成立</a:t>
          </a:r>
          <a:r>
            <a:rPr lang="en-US" smtClean="0"/>
            <a:t>100</a:t>
          </a:r>
          <a:r>
            <a:rPr lang="zh-CN" smtClean="0"/>
            <a:t>年时全面建成小康社会。</a:t>
          </a:r>
          <a:endParaRPr lang="zh-CN"/>
        </a:p>
      </dgm:t>
    </dgm:pt>
    <dgm:pt modelId="{BC49C25F-C306-4DCC-8156-6150932F27FA}" type="parTrans" cxnId="{7CE1D793-1668-4C88-843C-49F1FAE7E368}">
      <dgm:prSet/>
      <dgm:spPr/>
      <dgm:t>
        <a:bodyPr/>
        <a:lstStyle/>
        <a:p>
          <a:endParaRPr lang="zh-CN" altLang="en-US"/>
        </a:p>
      </dgm:t>
    </dgm:pt>
    <dgm:pt modelId="{E2EA45CA-0739-4FFE-907E-422D0D766E7E}" type="sibTrans" cxnId="{7CE1D793-1668-4C88-843C-49F1FAE7E368}">
      <dgm:prSet/>
      <dgm:spPr/>
      <dgm:t>
        <a:bodyPr/>
        <a:lstStyle/>
        <a:p>
          <a:endParaRPr lang="zh-CN" altLang="en-US"/>
        </a:p>
      </dgm:t>
    </dgm:pt>
    <dgm:pt modelId="{0692A39C-A026-4167-8B3F-0C0BF8C2B495}">
      <dgm:prSet/>
      <dgm:spPr/>
      <dgm:t>
        <a:bodyPr/>
        <a:lstStyle/>
        <a:p>
          <a:pPr rtl="0"/>
          <a:r>
            <a:rPr lang="zh-CN" smtClean="0"/>
            <a:t>第二部曲，再花</a:t>
          </a:r>
          <a:r>
            <a:rPr lang="en-US" smtClean="0"/>
            <a:t>30</a:t>
          </a:r>
          <a:r>
            <a:rPr lang="zh-CN" smtClean="0"/>
            <a:t>年时间，到新中国成立</a:t>
          </a:r>
          <a:r>
            <a:rPr lang="en-US" smtClean="0"/>
            <a:t>100</a:t>
          </a:r>
          <a:r>
            <a:rPr lang="zh-CN" smtClean="0"/>
            <a:t>周年，全面实现中国特色社会主义现代化。</a:t>
          </a:r>
          <a:endParaRPr lang="zh-CN"/>
        </a:p>
      </dgm:t>
    </dgm:pt>
    <dgm:pt modelId="{D6467A24-FC90-4F77-B7B6-0E2937B49CD6}" type="parTrans" cxnId="{9F392F9B-FE89-41B3-9CEC-CFA3C1C1E993}">
      <dgm:prSet/>
      <dgm:spPr/>
      <dgm:t>
        <a:bodyPr/>
        <a:lstStyle/>
        <a:p>
          <a:endParaRPr lang="zh-CN" altLang="en-US"/>
        </a:p>
      </dgm:t>
    </dgm:pt>
    <dgm:pt modelId="{86E332E4-C1DF-4B60-BA67-29F09E06CD0F}" type="sibTrans" cxnId="{9F392F9B-FE89-41B3-9CEC-CFA3C1C1E993}">
      <dgm:prSet/>
      <dgm:spPr/>
      <dgm:t>
        <a:bodyPr/>
        <a:lstStyle/>
        <a:p>
          <a:endParaRPr lang="zh-CN" altLang="en-US"/>
        </a:p>
      </dgm:t>
    </dgm:pt>
    <dgm:pt modelId="{3C1C60F7-136A-4F42-9691-DF3C7FCEE766}">
      <dgm:prSet/>
      <dgm:spPr/>
      <dgm:t>
        <a:bodyPr/>
        <a:lstStyle/>
        <a:p>
          <a:pPr rtl="0"/>
          <a:r>
            <a:rPr lang="zh-CN" smtClean="0"/>
            <a:t>第三部曲，在整个</a:t>
          </a:r>
          <a:r>
            <a:rPr lang="en-US" smtClean="0"/>
            <a:t>21</a:t>
          </a:r>
          <a:r>
            <a:rPr lang="zh-CN" smtClean="0"/>
            <a:t>世纪一步步实现中华民族伟大复兴。</a:t>
          </a:r>
          <a:endParaRPr lang="zh-CN"/>
        </a:p>
      </dgm:t>
    </dgm:pt>
    <dgm:pt modelId="{3E95D752-5479-4ADB-B532-9DCC4490E5DE}" type="parTrans" cxnId="{CF03CB3F-5B49-4DA3-AA6A-FEDD0BA07D10}">
      <dgm:prSet/>
      <dgm:spPr/>
      <dgm:t>
        <a:bodyPr/>
        <a:lstStyle/>
        <a:p>
          <a:endParaRPr lang="zh-CN" altLang="en-US"/>
        </a:p>
      </dgm:t>
    </dgm:pt>
    <dgm:pt modelId="{145E3096-444C-475D-B57F-FBDAD9DB2F60}" type="sibTrans" cxnId="{CF03CB3F-5B49-4DA3-AA6A-FEDD0BA07D10}">
      <dgm:prSet/>
      <dgm:spPr/>
      <dgm:t>
        <a:bodyPr/>
        <a:lstStyle/>
        <a:p>
          <a:endParaRPr lang="zh-CN" altLang="en-US"/>
        </a:p>
      </dgm:t>
    </dgm:pt>
    <dgm:pt modelId="{6A21F9FA-FF0F-467C-9EBE-B60CFD119FED}" type="pres">
      <dgm:prSet presAssocID="{4438103B-55BD-4034-BC3C-CCA59C53A34B}" presName="arrowDiagram" presStyleCnt="0">
        <dgm:presLayoutVars>
          <dgm:chMax val="5"/>
          <dgm:dir/>
          <dgm:resizeHandles val="exact"/>
        </dgm:presLayoutVars>
      </dgm:prSet>
      <dgm:spPr/>
      <dgm:t>
        <a:bodyPr/>
        <a:lstStyle/>
        <a:p>
          <a:endParaRPr lang="zh-CN" altLang="en-US"/>
        </a:p>
      </dgm:t>
    </dgm:pt>
    <dgm:pt modelId="{77AB58EA-4D2C-4DB6-B112-403042E87BE0}" type="pres">
      <dgm:prSet presAssocID="{4438103B-55BD-4034-BC3C-CCA59C53A34B}" presName="arrow" presStyleLbl="bgShp" presStyleIdx="0" presStyleCnt="1"/>
      <dgm:spPr/>
    </dgm:pt>
    <dgm:pt modelId="{5F9082CB-C7AC-49B5-903D-85980F171AF2}" type="pres">
      <dgm:prSet presAssocID="{4438103B-55BD-4034-BC3C-CCA59C53A34B}" presName="arrowDiagram3" presStyleCnt="0"/>
      <dgm:spPr/>
    </dgm:pt>
    <dgm:pt modelId="{A38F3920-4BFF-4B00-AE2D-8A2BF3B5017A}" type="pres">
      <dgm:prSet presAssocID="{3A72DB20-260F-4656-A3DD-8AAEA4611E8B}" presName="bullet3a" presStyleLbl="node1" presStyleIdx="0" presStyleCnt="3"/>
      <dgm:spPr/>
    </dgm:pt>
    <dgm:pt modelId="{F26FD1D2-807D-4AE2-A8BA-083C52D7A110}" type="pres">
      <dgm:prSet presAssocID="{3A72DB20-260F-4656-A3DD-8AAEA4611E8B}" presName="textBox3a" presStyleLbl="revTx" presStyleIdx="0" presStyleCnt="3">
        <dgm:presLayoutVars>
          <dgm:bulletEnabled val="1"/>
        </dgm:presLayoutVars>
      </dgm:prSet>
      <dgm:spPr/>
      <dgm:t>
        <a:bodyPr/>
        <a:lstStyle/>
        <a:p>
          <a:endParaRPr lang="zh-CN" altLang="en-US"/>
        </a:p>
      </dgm:t>
    </dgm:pt>
    <dgm:pt modelId="{DE1B0C73-2859-4FA6-8C40-0EAA310C912A}" type="pres">
      <dgm:prSet presAssocID="{0692A39C-A026-4167-8B3F-0C0BF8C2B495}" presName="bullet3b" presStyleLbl="node1" presStyleIdx="1" presStyleCnt="3"/>
      <dgm:spPr/>
    </dgm:pt>
    <dgm:pt modelId="{08F7EE1C-EE71-4DFC-8752-502F39274DA0}" type="pres">
      <dgm:prSet presAssocID="{0692A39C-A026-4167-8B3F-0C0BF8C2B495}" presName="textBox3b" presStyleLbl="revTx" presStyleIdx="1" presStyleCnt="3">
        <dgm:presLayoutVars>
          <dgm:bulletEnabled val="1"/>
        </dgm:presLayoutVars>
      </dgm:prSet>
      <dgm:spPr/>
      <dgm:t>
        <a:bodyPr/>
        <a:lstStyle/>
        <a:p>
          <a:endParaRPr lang="zh-CN" altLang="en-US"/>
        </a:p>
      </dgm:t>
    </dgm:pt>
    <dgm:pt modelId="{5C2C79F9-2AFB-42FA-B303-37E16A545963}" type="pres">
      <dgm:prSet presAssocID="{3C1C60F7-136A-4F42-9691-DF3C7FCEE766}" presName="bullet3c" presStyleLbl="node1" presStyleIdx="2" presStyleCnt="3"/>
      <dgm:spPr/>
    </dgm:pt>
    <dgm:pt modelId="{64360813-9F56-49F1-B167-BCCB0D9B0468}" type="pres">
      <dgm:prSet presAssocID="{3C1C60F7-136A-4F42-9691-DF3C7FCEE766}" presName="textBox3c" presStyleLbl="revTx" presStyleIdx="2" presStyleCnt="3">
        <dgm:presLayoutVars>
          <dgm:bulletEnabled val="1"/>
        </dgm:presLayoutVars>
      </dgm:prSet>
      <dgm:spPr/>
      <dgm:t>
        <a:bodyPr/>
        <a:lstStyle/>
        <a:p>
          <a:endParaRPr lang="zh-CN" altLang="en-US"/>
        </a:p>
      </dgm:t>
    </dgm:pt>
  </dgm:ptLst>
  <dgm:cxnLst>
    <dgm:cxn modelId="{9F392F9B-FE89-41B3-9CEC-CFA3C1C1E993}" srcId="{4438103B-55BD-4034-BC3C-CCA59C53A34B}" destId="{0692A39C-A026-4167-8B3F-0C0BF8C2B495}" srcOrd="1" destOrd="0" parTransId="{D6467A24-FC90-4F77-B7B6-0E2937B49CD6}" sibTransId="{86E332E4-C1DF-4B60-BA67-29F09E06CD0F}"/>
    <dgm:cxn modelId="{B25AEA7D-E42B-440B-B1B5-E20ABBCFD0A0}" type="presOf" srcId="{4438103B-55BD-4034-BC3C-CCA59C53A34B}" destId="{6A21F9FA-FF0F-467C-9EBE-B60CFD119FED}" srcOrd="0" destOrd="0" presId="urn:microsoft.com/office/officeart/2005/8/layout/arrow2"/>
    <dgm:cxn modelId="{1085A5EB-7526-46A1-9031-103EF253FD6D}" type="presOf" srcId="{3A72DB20-260F-4656-A3DD-8AAEA4611E8B}" destId="{F26FD1D2-807D-4AE2-A8BA-083C52D7A110}" srcOrd="0" destOrd="0" presId="urn:microsoft.com/office/officeart/2005/8/layout/arrow2"/>
    <dgm:cxn modelId="{7CE1D793-1668-4C88-843C-49F1FAE7E368}" srcId="{4438103B-55BD-4034-BC3C-CCA59C53A34B}" destId="{3A72DB20-260F-4656-A3DD-8AAEA4611E8B}" srcOrd="0" destOrd="0" parTransId="{BC49C25F-C306-4DCC-8156-6150932F27FA}" sibTransId="{E2EA45CA-0739-4FFE-907E-422D0D766E7E}"/>
    <dgm:cxn modelId="{CF03CB3F-5B49-4DA3-AA6A-FEDD0BA07D10}" srcId="{4438103B-55BD-4034-BC3C-CCA59C53A34B}" destId="{3C1C60F7-136A-4F42-9691-DF3C7FCEE766}" srcOrd="2" destOrd="0" parTransId="{3E95D752-5479-4ADB-B532-9DCC4490E5DE}" sibTransId="{145E3096-444C-475D-B57F-FBDAD9DB2F60}"/>
    <dgm:cxn modelId="{85BAA695-F9B4-4479-9646-FAF1C120CF3A}" type="presOf" srcId="{3C1C60F7-136A-4F42-9691-DF3C7FCEE766}" destId="{64360813-9F56-49F1-B167-BCCB0D9B0468}" srcOrd="0" destOrd="0" presId="urn:microsoft.com/office/officeart/2005/8/layout/arrow2"/>
    <dgm:cxn modelId="{FE687810-828A-4806-8F8B-6CC2B813726A}" type="presOf" srcId="{0692A39C-A026-4167-8B3F-0C0BF8C2B495}" destId="{08F7EE1C-EE71-4DFC-8752-502F39274DA0}" srcOrd="0" destOrd="0" presId="urn:microsoft.com/office/officeart/2005/8/layout/arrow2"/>
    <dgm:cxn modelId="{0A2E42E3-B977-4B3A-ADB5-39F449163A56}" type="presParOf" srcId="{6A21F9FA-FF0F-467C-9EBE-B60CFD119FED}" destId="{77AB58EA-4D2C-4DB6-B112-403042E87BE0}" srcOrd="0" destOrd="0" presId="urn:microsoft.com/office/officeart/2005/8/layout/arrow2"/>
    <dgm:cxn modelId="{EB6871BA-05C7-45AE-8F23-B53F999DD625}" type="presParOf" srcId="{6A21F9FA-FF0F-467C-9EBE-B60CFD119FED}" destId="{5F9082CB-C7AC-49B5-903D-85980F171AF2}" srcOrd="1" destOrd="0" presId="urn:microsoft.com/office/officeart/2005/8/layout/arrow2"/>
    <dgm:cxn modelId="{75427F8C-F636-41BE-9746-1F1A050933AA}" type="presParOf" srcId="{5F9082CB-C7AC-49B5-903D-85980F171AF2}" destId="{A38F3920-4BFF-4B00-AE2D-8A2BF3B5017A}" srcOrd="0" destOrd="0" presId="urn:microsoft.com/office/officeart/2005/8/layout/arrow2"/>
    <dgm:cxn modelId="{FD2E4D61-8EED-4158-BD67-D2080D9BF606}" type="presParOf" srcId="{5F9082CB-C7AC-49B5-903D-85980F171AF2}" destId="{F26FD1D2-807D-4AE2-A8BA-083C52D7A110}" srcOrd="1" destOrd="0" presId="urn:microsoft.com/office/officeart/2005/8/layout/arrow2"/>
    <dgm:cxn modelId="{02D40483-EBAB-409D-920E-354378EAF50F}" type="presParOf" srcId="{5F9082CB-C7AC-49B5-903D-85980F171AF2}" destId="{DE1B0C73-2859-4FA6-8C40-0EAA310C912A}" srcOrd="2" destOrd="0" presId="urn:microsoft.com/office/officeart/2005/8/layout/arrow2"/>
    <dgm:cxn modelId="{F02A60AF-8F2D-416C-927C-78439F1A9547}" type="presParOf" srcId="{5F9082CB-C7AC-49B5-903D-85980F171AF2}" destId="{08F7EE1C-EE71-4DFC-8752-502F39274DA0}" srcOrd="3" destOrd="0" presId="urn:microsoft.com/office/officeart/2005/8/layout/arrow2"/>
    <dgm:cxn modelId="{C65ECDBC-A77F-4F8B-AAC2-E0BEFEC645E0}" type="presParOf" srcId="{5F9082CB-C7AC-49B5-903D-85980F171AF2}" destId="{5C2C79F9-2AFB-42FA-B303-37E16A545963}" srcOrd="4" destOrd="0" presId="urn:microsoft.com/office/officeart/2005/8/layout/arrow2"/>
    <dgm:cxn modelId="{F439B548-486E-48CC-B695-39361AF70661}" type="presParOf" srcId="{5F9082CB-C7AC-49B5-903D-85980F171AF2}" destId="{64360813-9F56-49F1-B167-BCCB0D9B0468}"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8FC241-4756-4B54-928E-E1917582AD5C}">
      <dsp:nvSpPr>
        <dsp:cNvPr id="0" name=""/>
        <dsp:cNvSpPr/>
      </dsp:nvSpPr>
      <dsp:spPr>
        <a:xfrm>
          <a:off x="-5126246" y="-785272"/>
          <a:ext cx="6104688" cy="6104688"/>
        </a:xfrm>
        <a:prstGeom prst="blockArc">
          <a:avLst>
            <a:gd name="adj1" fmla="val 18900000"/>
            <a:gd name="adj2" fmla="val 2700000"/>
            <a:gd name="adj3" fmla="val 354"/>
          </a:avLst>
        </a:prstGeom>
        <a:noFill/>
        <a:ln w="12700" cap="flat" cmpd="sng" algn="ctr">
          <a:solidFill>
            <a:schemeClr val="accent2">
              <a:shade val="60000"/>
              <a:hueOff val="0"/>
              <a:satOff val="0"/>
              <a:lumOff val="0"/>
              <a:alphaOff val="0"/>
            </a:schemeClr>
          </a:solidFill>
          <a:prstDash val="solid"/>
          <a:miter lim="800000"/>
        </a:ln>
        <a:effectLst/>
        <a:sp3d z="-25400" prstMaterial="plastic"/>
      </dsp:spPr>
      <dsp:style>
        <a:lnRef idx="2">
          <a:scrgbClr r="0" g="0" b="0"/>
        </a:lnRef>
        <a:fillRef idx="0">
          <a:scrgbClr r="0" g="0" b="0"/>
        </a:fillRef>
        <a:effectRef idx="0">
          <a:scrgbClr r="0" g="0" b="0"/>
        </a:effectRef>
        <a:fontRef idx="minor">
          <a:schemeClr val="tx1"/>
        </a:fontRef>
      </dsp:style>
    </dsp:sp>
    <dsp:sp modelId="{CC8FDA63-14A3-4718-88D3-B4EC9AF40586}">
      <dsp:nvSpPr>
        <dsp:cNvPr id="0" name=""/>
        <dsp:cNvSpPr/>
      </dsp:nvSpPr>
      <dsp:spPr>
        <a:xfrm>
          <a:off x="427982" y="283293"/>
          <a:ext cx="5978979" cy="566949"/>
        </a:xfrm>
        <a:prstGeom prst="rect">
          <a:avLst/>
        </a:prstGeom>
        <a:solidFill>
          <a:schemeClr val="accent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450016" tIns="68580" rIns="68580" bIns="68580" numCol="1" spcCol="1270" anchor="ctr" anchorCtr="0">
          <a:noAutofit/>
        </a:bodyPr>
        <a:lstStyle/>
        <a:p>
          <a:pPr lvl="0" algn="l" defTabSz="1200150" rtl="0">
            <a:lnSpc>
              <a:spcPct val="90000"/>
            </a:lnSpc>
            <a:spcBef>
              <a:spcPct val="0"/>
            </a:spcBef>
            <a:spcAft>
              <a:spcPct val="35000"/>
            </a:spcAft>
          </a:pPr>
          <a:r>
            <a:rPr lang="zh-CN" sz="2700" b="1" kern="1200" dirty="0" smtClean="0"/>
            <a:t>一、时代解读</a:t>
          </a:r>
          <a:endParaRPr lang="zh-CN" sz="2700" kern="1200" dirty="0"/>
        </a:p>
      </dsp:txBody>
      <dsp:txXfrm>
        <a:off x="427982" y="283293"/>
        <a:ext cx="5978979" cy="566949"/>
      </dsp:txXfrm>
    </dsp:sp>
    <dsp:sp modelId="{6F96289E-8BC1-48A3-A9F5-D6CE0FA9565C}">
      <dsp:nvSpPr>
        <dsp:cNvPr id="0" name=""/>
        <dsp:cNvSpPr/>
      </dsp:nvSpPr>
      <dsp:spPr>
        <a:xfrm>
          <a:off x="73639" y="212424"/>
          <a:ext cx="708686" cy="708686"/>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sp>
    <dsp:sp modelId="{98F7F139-7832-4A9D-8430-F2190AAB31C8}">
      <dsp:nvSpPr>
        <dsp:cNvPr id="0" name=""/>
        <dsp:cNvSpPr/>
      </dsp:nvSpPr>
      <dsp:spPr>
        <a:xfrm>
          <a:off x="834241" y="1133445"/>
          <a:ext cx="5572720" cy="566949"/>
        </a:xfrm>
        <a:prstGeom prst="rect">
          <a:avLst/>
        </a:prstGeom>
        <a:solidFill>
          <a:schemeClr val="accent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450016" tIns="68580" rIns="68580" bIns="68580" numCol="1" spcCol="1270" anchor="ctr" anchorCtr="0">
          <a:noAutofit/>
        </a:bodyPr>
        <a:lstStyle/>
        <a:p>
          <a:pPr lvl="0" algn="l" defTabSz="1200150" rtl="0">
            <a:lnSpc>
              <a:spcPct val="90000"/>
            </a:lnSpc>
            <a:spcBef>
              <a:spcPct val="0"/>
            </a:spcBef>
            <a:spcAft>
              <a:spcPct val="35000"/>
            </a:spcAft>
          </a:pPr>
          <a:r>
            <a:rPr lang="zh-CN" sz="2700" b="1" kern="1200" dirty="0" smtClean="0"/>
            <a:t>二、时代特征</a:t>
          </a:r>
          <a:endParaRPr lang="zh-CN" sz="2700" kern="1200" dirty="0"/>
        </a:p>
      </dsp:txBody>
      <dsp:txXfrm>
        <a:off x="834241" y="1133445"/>
        <a:ext cx="5572720" cy="566949"/>
      </dsp:txXfrm>
    </dsp:sp>
    <dsp:sp modelId="{DD1164C1-5BDE-475E-9129-6E9127A38526}">
      <dsp:nvSpPr>
        <dsp:cNvPr id="0" name=""/>
        <dsp:cNvSpPr/>
      </dsp:nvSpPr>
      <dsp:spPr>
        <a:xfrm>
          <a:off x="479898" y="1062576"/>
          <a:ext cx="708686" cy="708686"/>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sp>
    <dsp:sp modelId="{08962E62-7FB8-42AF-93DA-307DA5A6DA97}">
      <dsp:nvSpPr>
        <dsp:cNvPr id="0" name=""/>
        <dsp:cNvSpPr/>
      </dsp:nvSpPr>
      <dsp:spPr>
        <a:xfrm>
          <a:off x="958930" y="1983596"/>
          <a:ext cx="5448031" cy="566949"/>
        </a:xfrm>
        <a:prstGeom prst="rect">
          <a:avLst/>
        </a:prstGeom>
        <a:solidFill>
          <a:schemeClr val="accent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450016" tIns="68580" rIns="68580" bIns="68580" numCol="1" spcCol="1270" anchor="ctr" anchorCtr="0">
          <a:noAutofit/>
        </a:bodyPr>
        <a:lstStyle/>
        <a:p>
          <a:pPr lvl="0" algn="l" defTabSz="1200150" rtl="0">
            <a:lnSpc>
              <a:spcPct val="90000"/>
            </a:lnSpc>
            <a:spcBef>
              <a:spcPct val="0"/>
            </a:spcBef>
            <a:spcAft>
              <a:spcPct val="35000"/>
            </a:spcAft>
          </a:pPr>
          <a:r>
            <a:rPr lang="zh-CN" sz="2700" b="1" kern="1200" smtClean="0"/>
            <a:t>三、动力来源</a:t>
          </a:r>
          <a:endParaRPr lang="zh-CN" sz="2700" kern="1200"/>
        </a:p>
      </dsp:txBody>
      <dsp:txXfrm>
        <a:off x="958930" y="1983596"/>
        <a:ext cx="5448031" cy="566949"/>
      </dsp:txXfrm>
    </dsp:sp>
    <dsp:sp modelId="{E939FAD8-3451-41B6-AEFA-14B900177C9A}">
      <dsp:nvSpPr>
        <dsp:cNvPr id="0" name=""/>
        <dsp:cNvSpPr/>
      </dsp:nvSpPr>
      <dsp:spPr>
        <a:xfrm>
          <a:off x="604587" y="1912728"/>
          <a:ext cx="708686" cy="708686"/>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sp>
    <dsp:sp modelId="{BE8D56D6-ECAD-4CFB-B419-7DA3EBC48364}">
      <dsp:nvSpPr>
        <dsp:cNvPr id="0" name=""/>
        <dsp:cNvSpPr/>
      </dsp:nvSpPr>
      <dsp:spPr>
        <a:xfrm>
          <a:off x="834241" y="2833748"/>
          <a:ext cx="5572720" cy="566949"/>
        </a:xfrm>
        <a:prstGeom prst="rect">
          <a:avLst/>
        </a:prstGeom>
        <a:solidFill>
          <a:schemeClr val="accent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450016" tIns="68580" rIns="68580" bIns="68580" numCol="1" spcCol="1270" anchor="ctr" anchorCtr="0">
          <a:noAutofit/>
        </a:bodyPr>
        <a:lstStyle/>
        <a:p>
          <a:pPr lvl="0" algn="l" defTabSz="1200150" rtl="0">
            <a:lnSpc>
              <a:spcPct val="90000"/>
            </a:lnSpc>
            <a:spcBef>
              <a:spcPct val="0"/>
            </a:spcBef>
            <a:spcAft>
              <a:spcPct val="35000"/>
            </a:spcAft>
          </a:pPr>
          <a:r>
            <a:rPr lang="zh-CN" sz="2700" b="1" kern="1200" dirty="0" smtClean="0"/>
            <a:t>四、深刻内涵</a:t>
          </a:r>
          <a:endParaRPr lang="zh-CN" sz="2700" kern="1200" dirty="0"/>
        </a:p>
      </dsp:txBody>
      <dsp:txXfrm>
        <a:off x="834241" y="2833748"/>
        <a:ext cx="5572720" cy="566949"/>
      </dsp:txXfrm>
    </dsp:sp>
    <dsp:sp modelId="{7001494F-6460-4AB4-8FDF-C982D8625CA4}">
      <dsp:nvSpPr>
        <dsp:cNvPr id="0" name=""/>
        <dsp:cNvSpPr/>
      </dsp:nvSpPr>
      <dsp:spPr>
        <a:xfrm>
          <a:off x="479898" y="2762880"/>
          <a:ext cx="708686" cy="708686"/>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sp>
    <dsp:sp modelId="{22211606-7DC2-4DE8-BD89-AF7C9D223671}">
      <dsp:nvSpPr>
        <dsp:cNvPr id="0" name=""/>
        <dsp:cNvSpPr/>
      </dsp:nvSpPr>
      <dsp:spPr>
        <a:xfrm>
          <a:off x="427982" y="3683900"/>
          <a:ext cx="5978979" cy="566949"/>
        </a:xfrm>
        <a:prstGeom prst="rect">
          <a:avLst/>
        </a:prstGeom>
        <a:solidFill>
          <a:schemeClr val="accent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450016" tIns="68580" rIns="68580" bIns="68580" numCol="1" spcCol="1270" anchor="ctr" anchorCtr="0">
          <a:noAutofit/>
        </a:bodyPr>
        <a:lstStyle/>
        <a:p>
          <a:pPr lvl="0" algn="l" defTabSz="1200150" rtl="0">
            <a:lnSpc>
              <a:spcPct val="90000"/>
            </a:lnSpc>
            <a:spcBef>
              <a:spcPct val="0"/>
            </a:spcBef>
            <a:spcAft>
              <a:spcPct val="35000"/>
            </a:spcAft>
          </a:pPr>
          <a:r>
            <a:rPr lang="zh-CN" sz="2700" b="1" kern="1200" smtClean="0"/>
            <a:t>五、富强三部曲</a:t>
          </a:r>
          <a:endParaRPr lang="zh-CN" sz="2700" kern="1200"/>
        </a:p>
      </dsp:txBody>
      <dsp:txXfrm>
        <a:off x="427982" y="3683900"/>
        <a:ext cx="5978979" cy="566949"/>
      </dsp:txXfrm>
    </dsp:sp>
    <dsp:sp modelId="{4E1A7F7D-3427-4A45-B60B-46B17348BDF0}">
      <dsp:nvSpPr>
        <dsp:cNvPr id="0" name=""/>
        <dsp:cNvSpPr/>
      </dsp:nvSpPr>
      <dsp:spPr>
        <a:xfrm>
          <a:off x="73639" y="3613031"/>
          <a:ext cx="708686" cy="708686"/>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AB58EA-4D2C-4DB6-B112-403042E87BE0}">
      <dsp:nvSpPr>
        <dsp:cNvPr id="0" name=""/>
        <dsp:cNvSpPr/>
      </dsp:nvSpPr>
      <dsp:spPr>
        <a:xfrm>
          <a:off x="462279" y="0"/>
          <a:ext cx="6962140" cy="4351338"/>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8F3920-4BFF-4B00-AE2D-8A2BF3B5017A}">
      <dsp:nvSpPr>
        <dsp:cNvPr id="0" name=""/>
        <dsp:cNvSpPr/>
      </dsp:nvSpPr>
      <dsp:spPr>
        <a:xfrm>
          <a:off x="1346471" y="3003293"/>
          <a:ext cx="181015" cy="18101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6FD1D2-807D-4AE2-A8BA-083C52D7A110}">
      <dsp:nvSpPr>
        <dsp:cNvPr id="0" name=""/>
        <dsp:cNvSpPr/>
      </dsp:nvSpPr>
      <dsp:spPr>
        <a:xfrm>
          <a:off x="1436979" y="3093801"/>
          <a:ext cx="1622178" cy="125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916" tIns="0" rIns="0" bIns="0" numCol="1" spcCol="1270" anchor="t" anchorCtr="0">
          <a:noAutofit/>
        </a:bodyPr>
        <a:lstStyle/>
        <a:p>
          <a:pPr lvl="0" algn="l" defTabSz="711200" rtl="0">
            <a:lnSpc>
              <a:spcPct val="90000"/>
            </a:lnSpc>
            <a:spcBef>
              <a:spcPct val="0"/>
            </a:spcBef>
            <a:spcAft>
              <a:spcPct val="35000"/>
            </a:spcAft>
          </a:pPr>
          <a:r>
            <a:rPr lang="zh-CN" sz="1600" kern="1200" smtClean="0"/>
            <a:t>第一部曲，用</a:t>
          </a:r>
          <a:r>
            <a:rPr lang="en-US" sz="1600" kern="1200" smtClean="0"/>
            <a:t>20</a:t>
          </a:r>
          <a:r>
            <a:rPr lang="zh-CN" sz="1600" kern="1200" smtClean="0"/>
            <a:t>年时间，到中国共产党成立</a:t>
          </a:r>
          <a:r>
            <a:rPr lang="en-US" sz="1600" kern="1200" smtClean="0"/>
            <a:t>100</a:t>
          </a:r>
          <a:r>
            <a:rPr lang="zh-CN" sz="1600" kern="1200" smtClean="0"/>
            <a:t>年时全面建成小康社会。</a:t>
          </a:r>
          <a:endParaRPr lang="zh-CN" sz="1600" kern="1200"/>
        </a:p>
      </dsp:txBody>
      <dsp:txXfrm>
        <a:off x="1436979" y="3093801"/>
        <a:ext cx="1622178" cy="1257536"/>
      </dsp:txXfrm>
    </dsp:sp>
    <dsp:sp modelId="{DE1B0C73-2859-4FA6-8C40-0EAA310C912A}">
      <dsp:nvSpPr>
        <dsp:cNvPr id="0" name=""/>
        <dsp:cNvSpPr/>
      </dsp:nvSpPr>
      <dsp:spPr>
        <a:xfrm>
          <a:off x="2944282" y="1820599"/>
          <a:ext cx="327220" cy="3272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F7EE1C-EE71-4DFC-8752-502F39274DA0}">
      <dsp:nvSpPr>
        <dsp:cNvPr id="0" name=""/>
        <dsp:cNvSpPr/>
      </dsp:nvSpPr>
      <dsp:spPr>
        <a:xfrm>
          <a:off x="3107893" y="1984210"/>
          <a:ext cx="1670913" cy="2367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387" tIns="0" rIns="0" bIns="0" numCol="1" spcCol="1270" anchor="t" anchorCtr="0">
          <a:noAutofit/>
        </a:bodyPr>
        <a:lstStyle/>
        <a:p>
          <a:pPr lvl="0" algn="l" defTabSz="711200" rtl="0">
            <a:lnSpc>
              <a:spcPct val="90000"/>
            </a:lnSpc>
            <a:spcBef>
              <a:spcPct val="0"/>
            </a:spcBef>
            <a:spcAft>
              <a:spcPct val="35000"/>
            </a:spcAft>
          </a:pPr>
          <a:r>
            <a:rPr lang="zh-CN" sz="1600" kern="1200" smtClean="0"/>
            <a:t>第二部曲，再花</a:t>
          </a:r>
          <a:r>
            <a:rPr lang="en-US" sz="1600" kern="1200" smtClean="0"/>
            <a:t>30</a:t>
          </a:r>
          <a:r>
            <a:rPr lang="zh-CN" sz="1600" kern="1200" smtClean="0"/>
            <a:t>年时间，到新中国成立</a:t>
          </a:r>
          <a:r>
            <a:rPr lang="en-US" sz="1600" kern="1200" smtClean="0"/>
            <a:t>100</a:t>
          </a:r>
          <a:r>
            <a:rPr lang="zh-CN" sz="1600" kern="1200" smtClean="0"/>
            <a:t>周年，全面实现中国特色社会主义现代化。</a:t>
          </a:r>
          <a:endParaRPr lang="zh-CN" sz="1600" kern="1200"/>
        </a:p>
      </dsp:txBody>
      <dsp:txXfrm>
        <a:off x="3107893" y="1984210"/>
        <a:ext cx="1670913" cy="2367127"/>
      </dsp:txXfrm>
    </dsp:sp>
    <dsp:sp modelId="{5C2C79F9-2AFB-42FA-B303-37E16A545963}">
      <dsp:nvSpPr>
        <dsp:cNvPr id="0" name=""/>
        <dsp:cNvSpPr/>
      </dsp:nvSpPr>
      <dsp:spPr>
        <a:xfrm>
          <a:off x="4865833" y="1100888"/>
          <a:ext cx="452539" cy="45253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360813-9F56-49F1-B167-BCCB0D9B0468}">
      <dsp:nvSpPr>
        <dsp:cNvPr id="0" name=""/>
        <dsp:cNvSpPr/>
      </dsp:nvSpPr>
      <dsp:spPr>
        <a:xfrm>
          <a:off x="5092103" y="1327158"/>
          <a:ext cx="1670913" cy="30241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9791" tIns="0" rIns="0" bIns="0" numCol="1" spcCol="1270" anchor="t" anchorCtr="0">
          <a:noAutofit/>
        </a:bodyPr>
        <a:lstStyle/>
        <a:p>
          <a:pPr lvl="0" algn="l" defTabSz="711200" rtl="0">
            <a:lnSpc>
              <a:spcPct val="90000"/>
            </a:lnSpc>
            <a:spcBef>
              <a:spcPct val="0"/>
            </a:spcBef>
            <a:spcAft>
              <a:spcPct val="35000"/>
            </a:spcAft>
          </a:pPr>
          <a:r>
            <a:rPr lang="zh-CN" sz="1600" kern="1200" smtClean="0"/>
            <a:t>第三部曲，在整个</a:t>
          </a:r>
          <a:r>
            <a:rPr lang="en-US" sz="1600" kern="1200" smtClean="0"/>
            <a:t>21</a:t>
          </a:r>
          <a:r>
            <a:rPr lang="zh-CN" sz="1600" kern="1200" smtClean="0"/>
            <a:t>世纪一步步实现中华民族伟大复兴。</a:t>
          </a:r>
          <a:endParaRPr lang="zh-CN" sz="1600" kern="1200"/>
        </a:p>
      </dsp:txBody>
      <dsp:txXfrm>
        <a:off x="5092103" y="1327158"/>
        <a:ext cx="1670913" cy="3024179"/>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FFFD5A-7155-4697-B09A-93D177C96FCE}" type="datetimeFigureOut">
              <a:rPr lang="zh-CN" altLang="en-US" smtClean="0"/>
              <a:t>2021/4/28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4B0E1B-7D4A-4BB7-9F63-2EA01461541E}" type="slidenum">
              <a:rPr lang="zh-CN" altLang="en-US" smtClean="0"/>
              <a:t>‹#›</a:t>
            </a:fld>
            <a:endParaRPr lang="zh-CN" altLang="en-US"/>
          </a:p>
        </p:txBody>
      </p:sp>
    </p:spTree>
    <p:extLst>
      <p:ext uri="{BB962C8B-B14F-4D97-AF65-F5344CB8AC3E}">
        <p14:creationId xmlns:p14="http://schemas.microsoft.com/office/powerpoint/2010/main" val="2227236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中国梦”的本质内涵是实现国家富强、民族复兴、人民幸福、社会和谐。当代中国所处的发展阶段，决定了全面建成小康社会是“中国梦”的根本要求，相应地，“中国梦”也呈现出这个阶段的诸多重要时代特征。</a:t>
            </a:r>
            <a:endParaRPr lang="zh-CN" altLang="en-US" dirty="0"/>
          </a:p>
        </p:txBody>
      </p:sp>
      <p:sp>
        <p:nvSpPr>
          <p:cNvPr id="4" name="灯片编号占位符 3"/>
          <p:cNvSpPr>
            <a:spLocks noGrp="1"/>
          </p:cNvSpPr>
          <p:nvPr>
            <p:ph type="sldNum" sz="quarter" idx="10"/>
          </p:nvPr>
        </p:nvSpPr>
        <p:spPr/>
        <p:txBody>
          <a:bodyPr/>
          <a:lstStyle/>
          <a:p>
            <a:fld id="{654B0E1B-7D4A-4BB7-9F63-2EA01461541E}" type="slidenum">
              <a:rPr lang="zh-CN" altLang="en-US" smtClean="0"/>
              <a:t>4</a:t>
            </a:fld>
            <a:endParaRPr lang="zh-CN" altLang="en-US"/>
          </a:p>
        </p:txBody>
      </p:sp>
    </p:spTree>
    <p:extLst>
      <p:ext uri="{BB962C8B-B14F-4D97-AF65-F5344CB8AC3E}">
        <p14:creationId xmlns:p14="http://schemas.microsoft.com/office/powerpoint/2010/main" val="3165898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三大动力来源的基础之上，中国有远见、有胆识、有智慧、有爱国情操的公民、团体及领导人，应该及时准确地找到整合协调这三大动力源的共同支点，形成发展进步的兼容合力，造就托起“中国梦”的众志成城。</a:t>
            </a:r>
            <a:endParaRPr lang="zh-CN" altLang="en-US" dirty="0"/>
          </a:p>
        </p:txBody>
      </p:sp>
      <p:sp>
        <p:nvSpPr>
          <p:cNvPr id="4" name="灯片编号占位符 3"/>
          <p:cNvSpPr>
            <a:spLocks noGrp="1"/>
          </p:cNvSpPr>
          <p:nvPr>
            <p:ph type="sldNum" sz="quarter" idx="10"/>
          </p:nvPr>
        </p:nvSpPr>
        <p:spPr/>
        <p:txBody>
          <a:bodyPr/>
          <a:lstStyle/>
          <a:p>
            <a:fld id="{654B0E1B-7D4A-4BB7-9F63-2EA01461541E}" type="slidenum">
              <a:rPr lang="zh-CN" altLang="en-US" smtClean="0"/>
              <a:t>5</a:t>
            </a:fld>
            <a:endParaRPr lang="zh-CN" altLang="en-US"/>
          </a:p>
        </p:txBody>
      </p:sp>
    </p:spTree>
    <p:extLst>
      <p:ext uri="{BB962C8B-B14F-4D97-AF65-F5344CB8AC3E}">
        <p14:creationId xmlns:p14="http://schemas.microsoft.com/office/powerpoint/2010/main" val="1254981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B8F76F-7112-47CE-B0E9-B1211C6FA1BF}"/>
              </a:ext>
            </a:extLst>
          </p:cNvPr>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240C6362-F2FD-4614-95E0-B3D4995A70D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2A31CB1-3C6A-4324-A706-E59BAC58BDEA}"/>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5" name="页脚占位符 4">
            <a:extLst>
              <a:ext uri="{FF2B5EF4-FFF2-40B4-BE49-F238E27FC236}">
                <a16:creationId xmlns:a16="http://schemas.microsoft.com/office/drawing/2014/main" id="{7ECE8744-C54D-4CD0-A1BC-9CF8ADD3F3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ADA931-97A4-4A88-A083-017540C2A656}"/>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110947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3D579-4957-4C3C-8120-C746D369020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BB89394-26C5-474E-8B5A-43676C62667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104E42F-5EA7-487E-9EE7-21BFF4DE6694}"/>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5" name="页脚占位符 4">
            <a:extLst>
              <a:ext uri="{FF2B5EF4-FFF2-40B4-BE49-F238E27FC236}">
                <a16:creationId xmlns:a16="http://schemas.microsoft.com/office/drawing/2014/main" id="{69214DB2-C0E6-4C61-856F-402FEE4EA4C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719260-DEA2-486B-8F96-B388BCEE5A7D}"/>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2659322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2E1D0C-90F4-41EF-B860-2CC51A9C50A2}"/>
              </a:ext>
            </a:extLst>
          </p:cNvPr>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904E6C8B-F733-45FF-8F86-072271BFE42A}"/>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E14D778-90D2-4997-B7A6-C5A98E516F83}"/>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5" name="页脚占位符 4">
            <a:extLst>
              <a:ext uri="{FF2B5EF4-FFF2-40B4-BE49-F238E27FC236}">
                <a16:creationId xmlns:a16="http://schemas.microsoft.com/office/drawing/2014/main" id="{8EC5F3C3-636C-438B-B4EC-D78E7CCB9A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941B05-9AF5-4896-A1EF-5645A58BBE94}"/>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3931626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464E4C-1882-4A61-B883-831893B7851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4F8666-2AAC-4973-9C33-5809DB17B427}"/>
              </a:ext>
            </a:extLst>
          </p:cNvPr>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26327DC-B739-49FA-A7D7-2F22A80378F3}"/>
              </a:ext>
            </a:extLst>
          </p:cNvPr>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044C63A-6F66-4302-B42C-2145EE5790B2}"/>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6" name="页脚占位符 5">
            <a:extLst>
              <a:ext uri="{FF2B5EF4-FFF2-40B4-BE49-F238E27FC236}">
                <a16:creationId xmlns:a16="http://schemas.microsoft.com/office/drawing/2014/main" id="{3100C49D-1D15-4AA6-8C77-894C5C674D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7C9773-1274-4332-96C9-34EED54A76B0}"/>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3435489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C7954C-78C5-4CD6-9A2A-EA666EED4CBA}"/>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6007007-0608-4F7C-A658-3C9D0256807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8E8A61E-1774-4B54-9868-1F35072542AB}"/>
              </a:ext>
            </a:extLst>
          </p:cNvPr>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A7C1BCE-B60C-4DE5-AC1B-753CF066A27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8D1C6C8-4CEA-49EB-AB47-2404E8C8385C}"/>
              </a:ext>
            </a:extLst>
          </p:cNvPr>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090D545-5BA5-4148-8CE5-60916A306069}"/>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8" name="页脚占位符 7">
            <a:extLst>
              <a:ext uri="{FF2B5EF4-FFF2-40B4-BE49-F238E27FC236}">
                <a16:creationId xmlns:a16="http://schemas.microsoft.com/office/drawing/2014/main" id="{2F9077D4-A6CE-41CF-B66E-A10537F64F9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E3FAEB4-28F0-4A02-A6DC-0DC7B62607BB}"/>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4106534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F4CE06-C0E4-4F64-93EB-3139E37AD64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9BB8F3E-37DC-41DA-B87C-9320C0A1071E}"/>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4" name="页脚占位符 3">
            <a:extLst>
              <a:ext uri="{FF2B5EF4-FFF2-40B4-BE49-F238E27FC236}">
                <a16:creationId xmlns:a16="http://schemas.microsoft.com/office/drawing/2014/main" id="{E8457941-D87A-41D6-AD12-383C232EC48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3109F3D-7DD7-4ABF-B5F8-C5C857F89404}"/>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3572109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7D79A2B-B959-43F7-8A92-38FDC5D4C19A}"/>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3" name="页脚占位符 2">
            <a:extLst>
              <a:ext uri="{FF2B5EF4-FFF2-40B4-BE49-F238E27FC236}">
                <a16:creationId xmlns:a16="http://schemas.microsoft.com/office/drawing/2014/main" id="{947251D6-E16C-496B-BCB4-C61172A00ED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FD08B2C-61B2-4BF5-9B6E-A99DE398FBBC}"/>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3602696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74267D-B8F9-4835-A1C8-DACCDE926EE0}"/>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DAB3CF04-E6F8-47FA-88BF-A0395AEF76AE}"/>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AD32550-6950-4ED4-A570-40D7490EC05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245687D-9176-4112-86C3-194F1F7660CA}"/>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6" name="页脚占位符 5">
            <a:extLst>
              <a:ext uri="{FF2B5EF4-FFF2-40B4-BE49-F238E27FC236}">
                <a16:creationId xmlns:a16="http://schemas.microsoft.com/office/drawing/2014/main" id="{9252DC90-7DF6-4C47-B447-AD2A8E256EC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D5B4ABB-1F38-4019-B1B8-BADEDD912836}"/>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346557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FA02F7-0DAB-4E04-85DB-940D366218E8}"/>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CFB86BCF-BE1D-4282-9C01-3CE86089305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CAE3805B-94F0-424B-AF04-39B24F7BC13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A1F6DDC-E8BA-49E6-8F36-1E2A7D9F18C6}"/>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6" name="页脚占位符 5">
            <a:extLst>
              <a:ext uri="{FF2B5EF4-FFF2-40B4-BE49-F238E27FC236}">
                <a16:creationId xmlns:a16="http://schemas.microsoft.com/office/drawing/2014/main" id="{FD972828-04D2-4A5A-BB5E-A61A752263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86B8E12-9D2E-4F10-8DC2-D6EE371148F5}"/>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1120657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B62BED-D0B7-42CA-B29B-1B59441D5CD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3C2FD86-7B18-4595-A595-369CAA98F20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737A974-9390-4A6B-82F7-B7B630B55F5C}"/>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5" name="页脚占位符 4">
            <a:extLst>
              <a:ext uri="{FF2B5EF4-FFF2-40B4-BE49-F238E27FC236}">
                <a16:creationId xmlns:a16="http://schemas.microsoft.com/office/drawing/2014/main" id="{BD35FE7A-497A-4E3E-9051-8A48740FD0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36AA21-3AB9-4143-9943-D3CEC6ADA730}"/>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4291664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0C45F7A-AF87-4E7A-83AD-C76169E84E70}"/>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EDAD9BB-3E8A-4C09-BA5A-2B963CAD3233}"/>
              </a:ext>
            </a:extLst>
          </p:cNvPr>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449105C-103D-4FC5-B300-B3E93F580046}"/>
              </a:ext>
            </a:extLst>
          </p:cNvPr>
          <p:cNvSpPr>
            <a:spLocks noGrp="1"/>
          </p:cNvSpPr>
          <p:nvPr>
            <p:ph type="dt" sz="half" idx="10"/>
          </p:nvPr>
        </p:nvSpPr>
        <p:spPr/>
        <p:txBody>
          <a:bodyPr/>
          <a:lstStyle/>
          <a:p>
            <a:fld id="{5BADDF2B-183E-432B-86FD-5F12DC806383}" type="datetimeFigureOut">
              <a:rPr lang="zh-CN" altLang="en-US" smtClean="0"/>
              <a:t>2021/4/28</a:t>
            </a:fld>
            <a:endParaRPr lang="zh-CN" altLang="en-US"/>
          </a:p>
        </p:txBody>
      </p:sp>
      <p:sp>
        <p:nvSpPr>
          <p:cNvPr id="5" name="页脚占位符 4">
            <a:extLst>
              <a:ext uri="{FF2B5EF4-FFF2-40B4-BE49-F238E27FC236}">
                <a16:creationId xmlns:a16="http://schemas.microsoft.com/office/drawing/2014/main" id="{464890C4-C4BF-43A1-8728-22C0CB7459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504782-11C5-43EB-87D0-F4599DE1E516}"/>
              </a:ext>
            </a:extLst>
          </p:cNvPr>
          <p:cNvSpPr>
            <a:spLocks noGrp="1"/>
          </p:cNvSpPr>
          <p:nvPr>
            <p:ph type="sldNum" sz="quarter" idx="12"/>
          </p:nvPr>
        </p:nvSpPr>
        <p:spPr/>
        <p:txBody>
          <a:body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3138855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574617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32290805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4225227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6715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25625"/>
            <a:ext cx="386715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2923380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746899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37260661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30294912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32368501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22135028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20590378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1DD503F-FC5A-4289-8826-F28AC3CCAE3B}" type="datetimeFigureOut">
              <a:rPr lang="zh-CN" altLang="en-US" smtClean="0"/>
              <a:t>2021/4/28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2074970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32BB3CC-71CB-46FA-8DF2-AD65673D6BD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EFD1215-42E0-4DE6-B053-F694A3EB798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968D04B-7B14-41A1-9519-74F65CF25A4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ADDF2B-183E-432B-86FD-5F12DC806383}" type="datetimeFigureOut">
              <a:rPr lang="zh-CN" altLang="en-US" smtClean="0"/>
              <a:t>2021/4/28</a:t>
            </a:fld>
            <a:endParaRPr lang="zh-CN" altLang="en-US"/>
          </a:p>
        </p:txBody>
      </p:sp>
      <p:sp>
        <p:nvSpPr>
          <p:cNvPr id="5" name="页脚占位符 4">
            <a:extLst>
              <a:ext uri="{FF2B5EF4-FFF2-40B4-BE49-F238E27FC236}">
                <a16:creationId xmlns:a16="http://schemas.microsoft.com/office/drawing/2014/main" id="{B81321F6-7399-4E73-8A92-3B832765ABC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FC2DBC0-4EF3-48BF-A450-7602E6371C6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8779197-B8AD-4096-9C1F-53D96A616814}" type="slidenum">
              <a:rPr lang="zh-CN" altLang="en-US" smtClean="0"/>
              <a:t>‹#›</a:t>
            </a:fld>
            <a:endParaRPr lang="zh-CN" altLang="en-US"/>
          </a:p>
        </p:txBody>
      </p:sp>
    </p:spTree>
    <p:extLst>
      <p:ext uri="{BB962C8B-B14F-4D97-AF65-F5344CB8AC3E}">
        <p14:creationId xmlns:p14="http://schemas.microsoft.com/office/powerpoint/2010/main" val="4178270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DD503F-FC5A-4289-8826-F28AC3CCAE3B}" type="datetimeFigureOut">
              <a:rPr lang="zh-CN" altLang="en-US" smtClean="0"/>
              <a:t>2021/4/28</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B865DD-A8F1-4674-8836-C1BFF51B3AD6}" type="slidenum">
              <a:rPr lang="zh-CN" altLang="en-US" smtClean="0"/>
              <a:t>‹#›</a:t>
            </a:fld>
            <a:endParaRPr lang="zh-CN" altLang="en-US"/>
          </a:p>
        </p:txBody>
      </p:sp>
    </p:spTree>
    <p:extLst>
      <p:ext uri="{BB962C8B-B14F-4D97-AF65-F5344CB8AC3E}">
        <p14:creationId xmlns:p14="http://schemas.microsoft.com/office/powerpoint/2010/main" val="13115655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FFFF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media" Target="../media/media1.wav"/><Relationship Id="rId1" Type="http://schemas.openxmlformats.org/officeDocument/2006/relationships/audio" Target="NULL"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鼓掌欢迎">
            <a:hlinkClick r:id="" action="ppaction://media"/>
          </p:cNvPr>
          <p:cNvPicPr>
            <a:picLocks noChangeAspect="1"/>
          </p:cNvPicPr>
          <p:nvPr>
            <a:audioFile r:link="rId1"/>
            <p:extLst>
              <p:ext uri="{DAA4B4D4-6D71-4841-9C94-3DE7FCFB9230}">
                <p14:media xmlns:p14="http://schemas.microsoft.com/office/powerpoint/2010/main" r:embed="rId2">
                  <p14:trim end="4215.8489"/>
                </p14:media>
              </p:ext>
            </p:extLst>
          </p:nvPr>
        </p:nvPicPr>
        <p:blipFill>
          <a:blip r:embed="rId4"/>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1934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repeatCount="indefinite"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orient="vert"/>
          </p:nvPr>
        </p:nvSpPr>
        <p:spPr/>
        <p:txBody>
          <a:bodyPr/>
          <a:lstStyle/>
          <a:p>
            <a:r>
              <a:rPr lang="zh-CN" altLang="en-US" dirty="0"/>
              <a:t>目录</a:t>
            </a:r>
          </a:p>
        </p:txBody>
      </p:sp>
      <p:graphicFrame>
        <p:nvGraphicFramePr>
          <p:cNvPr id="5" name="图示 4"/>
          <p:cNvGraphicFramePr/>
          <p:nvPr>
            <p:extLst>
              <p:ext uri="{D42A27DB-BD31-4B8C-83A1-F6EECF244321}">
                <p14:modId xmlns:p14="http://schemas.microsoft.com/office/powerpoint/2010/main" val="3159316073"/>
              </p:ext>
            </p:extLst>
          </p:nvPr>
        </p:nvGraphicFramePr>
        <p:xfrm>
          <a:off x="628650" y="1642820"/>
          <a:ext cx="6469574" cy="45341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4956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graphicEl>
                                              <a:dgm id="{0C8FC241-4756-4B54-928E-E1917582AD5C}"/>
                                            </p:graphicEl>
                                          </p:spTgt>
                                        </p:tgtEl>
                                        <p:attrNameLst>
                                          <p:attrName>style.visibility</p:attrName>
                                        </p:attrNameLst>
                                      </p:cBhvr>
                                      <p:to>
                                        <p:strVal val="visible"/>
                                      </p:to>
                                    </p:set>
                                    <p:anim calcmode="lin" valueType="num">
                                      <p:cBhvr additive="base">
                                        <p:cTn id="7" dur="500" fill="hold"/>
                                        <p:tgtEl>
                                          <p:spTgt spid="5">
                                            <p:graphicEl>
                                              <a:dgm id="{0C8FC241-4756-4B54-928E-E1917582AD5C}"/>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
                                            <p:graphicEl>
                                              <a:dgm id="{0C8FC241-4756-4B54-928E-E1917582AD5C}"/>
                                            </p:graphic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graphicEl>
                                              <a:dgm id="{6F96289E-8BC1-48A3-A9F5-D6CE0FA9565C}"/>
                                            </p:graphicEl>
                                          </p:spTgt>
                                        </p:tgtEl>
                                        <p:attrNameLst>
                                          <p:attrName>style.visibility</p:attrName>
                                        </p:attrNameLst>
                                      </p:cBhvr>
                                      <p:to>
                                        <p:strVal val="visible"/>
                                      </p:to>
                                    </p:set>
                                    <p:anim calcmode="lin" valueType="num">
                                      <p:cBhvr additive="base">
                                        <p:cTn id="11" dur="500" fill="hold"/>
                                        <p:tgtEl>
                                          <p:spTgt spid="5">
                                            <p:graphicEl>
                                              <a:dgm id="{6F96289E-8BC1-48A3-A9F5-D6CE0FA9565C}"/>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
                                            <p:graphicEl>
                                              <a:dgm id="{6F96289E-8BC1-48A3-A9F5-D6CE0FA9565C}"/>
                                            </p:graphic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5">
                                            <p:graphicEl>
                                              <a:dgm id="{CC8FDA63-14A3-4718-88D3-B4EC9AF40586}"/>
                                            </p:graphicEl>
                                          </p:spTgt>
                                        </p:tgtEl>
                                        <p:attrNameLst>
                                          <p:attrName>style.visibility</p:attrName>
                                        </p:attrNameLst>
                                      </p:cBhvr>
                                      <p:to>
                                        <p:strVal val="visible"/>
                                      </p:to>
                                    </p:set>
                                    <p:anim calcmode="lin" valueType="num">
                                      <p:cBhvr additive="base">
                                        <p:cTn id="15" dur="500" fill="hold"/>
                                        <p:tgtEl>
                                          <p:spTgt spid="5">
                                            <p:graphicEl>
                                              <a:dgm id="{CC8FDA63-14A3-4718-88D3-B4EC9AF40586}"/>
                                            </p:graphic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5">
                                            <p:graphicEl>
                                              <a:dgm id="{CC8FDA63-14A3-4718-88D3-B4EC9AF40586}"/>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5">
                                            <p:graphicEl>
                                              <a:dgm id="{DD1164C1-5BDE-475E-9129-6E9127A38526}"/>
                                            </p:graphicEl>
                                          </p:spTgt>
                                        </p:tgtEl>
                                        <p:attrNameLst>
                                          <p:attrName>style.visibility</p:attrName>
                                        </p:attrNameLst>
                                      </p:cBhvr>
                                      <p:to>
                                        <p:strVal val="visible"/>
                                      </p:to>
                                    </p:set>
                                    <p:anim calcmode="lin" valueType="num">
                                      <p:cBhvr additive="base">
                                        <p:cTn id="21" dur="500" fill="hold"/>
                                        <p:tgtEl>
                                          <p:spTgt spid="5">
                                            <p:graphicEl>
                                              <a:dgm id="{DD1164C1-5BDE-475E-9129-6E9127A38526}"/>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5">
                                            <p:graphicEl>
                                              <a:dgm id="{DD1164C1-5BDE-475E-9129-6E9127A38526}"/>
                                            </p:graphic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5">
                                            <p:graphicEl>
                                              <a:dgm id="{98F7F139-7832-4A9D-8430-F2190AAB31C8}"/>
                                            </p:graphicEl>
                                          </p:spTgt>
                                        </p:tgtEl>
                                        <p:attrNameLst>
                                          <p:attrName>style.visibility</p:attrName>
                                        </p:attrNameLst>
                                      </p:cBhvr>
                                      <p:to>
                                        <p:strVal val="visible"/>
                                      </p:to>
                                    </p:set>
                                    <p:anim calcmode="lin" valueType="num">
                                      <p:cBhvr additive="base">
                                        <p:cTn id="25" dur="500" fill="hold"/>
                                        <p:tgtEl>
                                          <p:spTgt spid="5">
                                            <p:graphicEl>
                                              <a:dgm id="{98F7F139-7832-4A9D-8430-F2190AAB31C8}"/>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
                                            <p:graphicEl>
                                              <a:dgm id="{98F7F139-7832-4A9D-8430-F2190AAB31C8}"/>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
                                            <p:graphicEl>
                                              <a:dgm id="{E939FAD8-3451-41B6-AEFA-14B900177C9A}"/>
                                            </p:graphicEl>
                                          </p:spTgt>
                                        </p:tgtEl>
                                        <p:attrNameLst>
                                          <p:attrName>style.visibility</p:attrName>
                                        </p:attrNameLst>
                                      </p:cBhvr>
                                      <p:to>
                                        <p:strVal val="visible"/>
                                      </p:to>
                                    </p:set>
                                    <p:anim calcmode="lin" valueType="num">
                                      <p:cBhvr additive="base">
                                        <p:cTn id="31" dur="500" fill="hold"/>
                                        <p:tgtEl>
                                          <p:spTgt spid="5">
                                            <p:graphicEl>
                                              <a:dgm id="{E939FAD8-3451-41B6-AEFA-14B900177C9A}"/>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
                                            <p:graphicEl>
                                              <a:dgm id="{E939FAD8-3451-41B6-AEFA-14B900177C9A}"/>
                                            </p:graphic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
                                            <p:graphicEl>
                                              <a:dgm id="{08962E62-7FB8-42AF-93DA-307DA5A6DA97}"/>
                                            </p:graphicEl>
                                          </p:spTgt>
                                        </p:tgtEl>
                                        <p:attrNameLst>
                                          <p:attrName>style.visibility</p:attrName>
                                        </p:attrNameLst>
                                      </p:cBhvr>
                                      <p:to>
                                        <p:strVal val="visible"/>
                                      </p:to>
                                    </p:set>
                                    <p:anim calcmode="lin" valueType="num">
                                      <p:cBhvr additive="base">
                                        <p:cTn id="35" dur="500" fill="hold"/>
                                        <p:tgtEl>
                                          <p:spTgt spid="5">
                                            <p:graphicEl>
                                              <a:dgm id="{08962E62-7FB8-42AF-93DA-307DA5A6DA97}"/>
                                            </p:graphic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5">
                                            <p:graphicEl>
                                              <a:dgm id="{08962E62-7FB8-42AF-93DA-307DA5A6DA97}"/>
                                            </p:graphic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5">
                                            <p:graphicEl>
                                              <a:dgm id="{7001494F-6460-4AB4-8FDF-C982D8625CA4}"/>
                                            </p:graphicEl>
                                          </p:spTgt>
                                        </p:tgtEl>
                                        <p:attrNameLst>
                                          <p:attrName>style.visibility</p:attrName>
                                        </p:attrNameLst>
                                      </p:cBhvr>
                                      <p:to>
                                        <p:strVal val="visible"/>
                                      </p:to>
                                    </p:set>
                                    <p:anim calcmode="lin" valueType="num">
                                      <p:cBhvr additive="base">
                                        <p:cTn id="41" dur="500" fill="hold"/>
                                        <p:tgtEl>
                                          <p:spTgt spid="5">
                                            <p:graphicEl>
                                              <a:dgm id="{7001494F-6460-4AB4-8FDF-C982D8625CA4}"/>
                                            </p:graphic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5">
                                            <p:graphicEl>
                                              <a:dgm id="{7001494F-6460-4AB4-8FDF-C982D8625CA4}"/>
                                            </p:graphic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5">
                                            <p:graphicEl>
                                              <a:dgm id="{BE8D56D6-ECAD-4CFB-B419-7DA3EBC48364}"/>
                                            </p:graphicEl>
                                          </p:spTgt>
                                        </p:tgtEl>
                                        <p:attrNameLst>
                                          <p:attrName>style.visibility</p:attrName>
                                        </p:attrNameLst>
                                      </p:cBhvr>
                                      <p:to>
                                        <p:strVal val="visible"/>
                                      </p:to>
                                    </p:set>
                                    <p:anim calcmode="lin" valueType="num">
                                      <p:cBhvr additive="base">
                                        <p:cTn id="45" dur="500" fill="hold"/>
                                        <p:tgtEl>
                                          <p:spTgt spid="5">
                                            <p:graphicEl>
                                              <a:dgm id="{BE8D56D6-ECAD-4CFB-B419-7DA3EBC48364}"/>
                                            </p:graphic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5">
                                            <p:graphicEl>
                                              <a:dgm id="{BE8D56D6-ECAD-4CFB-B419-7DA3EBC48364}"/>
                                            </p:graphic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5">
                                            <p:graphicEl>
                                              <a:dgm id="{4E1A7F7D-3427-4A45-B60B-46B17348BDF0}"/>
                                            </p:graphicEl>
                                          </p:spTgt>
                                        </p:tgtEl>
                                        <p:attrNameLst>
                                          <p:attrName>style.visibility</p:attrName>
                                        </p:attrNameLst>
                                      </p:cBhvr>
                                      <p:to>
                                        <p:strVal val="visible"/>
                                      </p:to>
                                    </p:set>
                                    <p:anim calcmode="lin" valueType="num">
                                      <p:cBhvr additive="base">
                                        <p:cTn id="51" dur="500" fill="hold"/>
                                        <p:tgtEl>
                                          <p:spTgt spid="5">
                                            <p:graphicEl>
                                              <a:dgm id="{4E1A7F7D-3427-4A45-B60B-46B17348BDF0}"/>
                                            </p:graphic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5">
                                            <p:graphicEl>
                                              <a:dgm id="{4E1A7F7D-3427-4A45-B60B-46B17348BDF0}"/>
                                            </p:graphicEl>
                                          </p:spTgt>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5">
                                            <p:graphicEl>
                                              <a:dgm id="{22211606-7DC2-4DE8-BD89-AF7C9D223671}"/>
                                            </p:graphicEl>
                                          </p:spTgt>
                                        </p:tgtEl>
                                        <p:attrNameLst>
                                          <p:attrName>style.visibility</p:attrName>
                                        </p:attrNameLst>
                                      </p:cBhvr>
                                      <p:to>
                                        <p:strVal val="visible"/>
                                      </p:to>
                                    </p:set>
                                    <p:anim calcmode="lin" valueType="num">
                                      <p:cBhvr additive="base">
                                        <p:cTn id="55" dur="500" fill="hold"/>
                                        <p:tgtEl>
                                          <p:spTgt spid="5">
                                            <p:graphicEl>
                                              <a:dgm id="{22211606-7DC2-4DE8-BD89-AF7C9D223671}"/>
                                            </p:graphic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5">
                                            <p:graphicEl>
                                              <a:dgm id="{22211606-7DC2-4DE8-BD89-AF7C9D223671}"/>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一、时代</a:t>
            </a:r>
            <a:r>
              <a:rPr lang="zh-CN" altLang="zh-CN" b="1" dirty="0" smtClean="0"/>
              <a:t>解读</a:t>
            </a:r>
            <a:endParaRPr lang="zh-CN" altLang="en-US" dirty="0"/>
          </a:p>
        </p:txBody>
      </p:sp>
      <p:sp>
        <p:nvSpPr>
          <p:cNvPr id="4" name="内容占位符 3"/>
          <p:cNvSpPr>
            <a:spLocks noGrp="1"/>
          </p:cNvSpPr>
          <p:nvPr>
            <p:ph sz="half" idx="1"/>
          </p:nvPr>
        </p:nvSpPr>
        <p:spPr/>
        <p:txBody>
          <a:bodyPr>
            <a:normAutofit fontScale="92500" lnSpcReduction="20000"/>
          </a:bodyPr>
          <a:lstStyle/>
          <a:p>
            <a:r>
              <a:rPr lang="en-US" altLang="zh-CN" dirty="0"/>
              <a:t>2012</a:t>
            </a:r>
            <a:r>
              <a:rPr lang="zh-CN" altLang="zh-CN" dirty="0"/>
              <a:t>年</a:t>
            </a:r>
            <a:r>
              <a:rPr lang="en-US" altLang="zh-CN" dirty="0"/>
              <a:t>11</a:t>
            </a:r>
            <a:r>
              <a:rPr lang="zh-CN" altLang="zh-CN" dirty="0"/>
              <a:t>月</a:t>
            </a:r>
            <a:r>
              <a:rPr lang="en-US" altLang="zh-CN" dirty="0"/>
              <a:t>29</a:t>
            </a:r>
            <a:r>
              <a:rPr lang="zh-CN" altLang="zh-CN" dirty="0"/>
              <a:t>日，中共中央总书记习近平带领新一届中央领导集体参观中国国家博物馆</a:t>
            </a:r>
            <a:r>
              <a:rPr lang="zh-CN" altLang="zh-CN" dirty="0" smtClean="0"/>
              <a:t>“</a:t>
            </a:r>
            <a:r>
              <a:rPr lang="zh-CN" altLang="zh-CN" b="1" dirty="0" smtClean="0">
                <a:solidFill>
                  <a:srgbClr val="FF0000"/>
                </a:solidFill>
                <a:latin typeface="微软雅黑" panose="020B0503020204020204" pitchFamily="34" charset="-122"/>
                <a:ea typeface="微软雅黑" panose="020B0503020204020204" pitchFamily="34" charset="-122"/>
              </a:rPr>
              <a:t>复兴之路</a:t>
            </a:r>
            <a:r>
              <a:rPr lang="zh-CN" altLang="zh-CN" dirty="0" smtClean="0"/>
              <a:t>”</a:t>
            </a:r>
            <a:r>
              <a:rPr lang="zh-CN" altLang="zh-CN" dirty="0"/>
              <a:t>展览时指出，</a:t>
            </a:r>
            <a:r>
              <a:rPr lang="zh-CN" altLang="zh-CN" dirty="0" smtClean="0"/>
              <a:t>“</a:t>
            </a:r>
            <a:r>
              <a:rPr lang="zh-CN" altLang="zh-CN" b="1" dirty="0">
                <a:solidFill>
                  <a:srgbClr val="FF0000"/>
                </a:solidFill>
                <a:latin typeface="微软雅黑" panose="020B0503020204020204" pitchFamily="34" charset="-122"/>
                <a:ea typeface="微软雅黑" panose="020B0503020204020204" pitchFamily="34" charset="-122"/>
              </a:rPr>
              <a:t>实现中华民族伟大复兴，就是中华民族近代以来最伟大的梦想</a:t>
            </a:r>
            <a:r>
              <a:rPr lang="zh-CN" altLang="zh-CN" dirty="0"/>
              <a:t>”，这一时代解读，既饱含着对近代以来中国历史的深刻洞悉，又彰显了全国各族人民的共同愿望和宏伟愿景，为党带领人民开创未来指明了前进方向。</a:t>
            </a:r>
            <a:endParaRPr lang="zh-CN" altLang="en-US" dirty="0"/>
          </a:p>
        </p:txBody>
      </p:sp>
      <p:pic>
        <p:nvPicPr>
          <p:cNvPr id="7" name="内容占位符 6" descr="说明: http://paper.people.com.cn/rmrbhwb/res/1/20121130/1354224577531_1.jpg"/>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53558" y="2386360"/>
            <a:ext cx="3524080" cy="2237791"/>
          </a:xfrm>
          <a:prstGeom prst="rect">
            <a:avLst/>
          </a:prstGeom>
          <a:noFill/>
          <a:ln>
            <a:noFill/>
          </a:ln>
        </p:spPr>
      </p:pic>
    </p:spTree>
    <p:extLst>
      <p:ext uri="{BB962C8B-B14F-4D97-AF65-F5344CB8AC3E}">
        <p14:creationId xmlns:p14="http://schemas.microsoft.com/office/powerpoint/2010/main" val="1136417675"/>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二、时代</a:t>
            </a:r>
            <a:r>
              <a:rPr lang="zh-CN" altLang="zh-CN" b="1" dirty="0" smtClean="0"/>
              <a:t>特征</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u"/>
            </a:pPr>
            <a:r>
              <a:rPr lang="zh-CN" altLang="zh-CN" dirty="0"/>
              <a:t>一是综合国力进一步跃升的“</a:t>
            </a:r>
            <a:r>
              <a:rPr lang="zh-CN" altLang="zh-CN" sz="2600" b="1" dirty="0">
                <a:solidFill>
                  <a:srgbClr val="FF0000"/>
                </a:solidFill>
                <a:latin typeface="微软雅黑" panose="020B0503020204020204" pitchFamily="34" charset="-122"/>
                <a:ea typeface="微软雅黑" panose="020B0503020204020204" pitchFamily="34" charset="-122"/>
              </a:rPr>
              <a:t>实力特征</a:t>
            </a:r>
            <a:r>
              <a:rPr lang="zh-CN" altLang="zh-CN" dirty="0"/>
              <a:t>”。</a:t>
            </a:r>
          </a:p>
          <a:p>
            <a:pPr>
              <a:buFont typeface="Wingdings" panose="05000000000000000000" pitchFamily="2" charset="2"/>
              <a:buChar char="u"/>
            </a:pPr>
            <a:r>
              <a:rPr lang="zh-CN" altLang="zh-CN" dirty="0"/>
              <a:t>二是社会和谐进一步提升的“</a:t>
            </a:r>
            <a:r>
              <a:rPr lang="zh-CN" altLang="zh-CN" sz="2600" b="1" dirty="0">
                <a:solidFill>
                  <a:srgbClr val="FF0000"/>
                </a:solidFill>
                <a:latin typeface="微软雅黑" panose="020B0503020204020204" pitchFamily="34" charset="-122"/>
                <a:ea typeface="微软雅黑" panose="020B0503020204020204" pitchFamily="34" charset="-122"/>
              </a:rPr>
              <a:t>幸福特征</a:t>
            </a:r>
            <a:r>
              <a:rPr lang="zh-CN" altLang="zh-CN" dirty="0"/>
              <a:t>”。</a:t>
            </a:r>
          </a:p>
          <a:p>
            <a:pPr>
              <a:buFont typeface="Wingdings" panose="05000000000000000000" pitchFamily="2" charset="2"/>
              <a:buChar char="u"/>
            </a:pPr>
            <a:r>
              <a:rPr lang="zh-CN" altLang="zh-CN" dirty="0"/>
              <a:t>三是中华文明在复兴中进一步演进的“</a:t>
            </a:r>
            <a:r>
              <a:rPr lang="zh-CN" altLang="zh-CN" sz="2600" b="1" dirty="0">
                <a:solidFill>
                  <a:srgbClr val="FF0000"/>
                </a:solidFill>
                <a:latin typeface="微软雅黑" panose="020B0503020204020204" pitchFamily="34" charset="-122"/>
                <a:ea typeface="微软雅黑" panose="020B0503020204020204" pitchFamily="34" charset="-122"/>
              </a:rPr>
              <a:t>文明特征</a:t>
            </a:r>
            <a:r>
              <a:rPr lang="zh-CN" altLang="zh-CN" dirty="0"/>
              <a:t>”。</a:t>
            </a:r>
          </a:p>
          <a:p>
            <a:pPr>
              <a:buFont typeface="Wingdings" panose="05000000000000000000" pitchFamily="2" charset="2"/>
              <a:buChar char="u"/>
            </a:pPr>
            <a:r>
              <a:rPr lang="zh-CN" altLang="zh-CN" dirty="0"/>
              <a:t>四是促进人全面发展的“</a:t>
            </a:r>
            <a:r>
              <a:rPr lang="zh-CN" altLang="zh-CN" sz="2600" b="1" dirty="0">
                <a:solidFill>
                  <a:srgbClr val="FF0000"/>
                </a:solidFill>
                <a:latin typeface="微软雅黑" panose="020B0503020204020204" pitchFamily="34" charset="-122"/>
                <a:ea typeface="微软雅黑" panose="020B0503020204020204" pitchFamily="34" charset="-122"/>
              </a:rPr>
              <a:t>价值特征</a:t>
            </a:r>
            <a:r>
              <a:rPr lang="zh-CN" altLang="zh-CN" dirty="0"/>
              <a:t>”。</a:t>
            </a:r>
            <a:endParaRPr lang="zh-CN" altLang="en-US" dirty="0"/>
          </a:p>
        </p:txBody>
      </p:sp>
    </p:spTree>
    <p:extLst>
      <p:ext uri="{BB962C8B-B14F-4D97-AF65-F5344CB8AC3E}">
        <p14:creationId xmlns:p14="http://schemas.microsoft.com/office/powerpoint/2010/main" val="1167463905"/>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三、动力</a:t>
            </a:r>
            <a:r>
              <a:rPr lang="zh-CN" altLang="zh-CN" b="1" dirty="0" smtClean="0"/>
              <a:t>来源</a:t>
            </a:r>
            <a:endParaRPr lang="zh-CN" altLang="en-US" dirty="0"/>
          </a:p>
        </p:txBody>
      </p:sp>
      <p:sp>
        <p:nvSpPr>
          <p:cNvPr id="3" name="内容占位符 2"/>
          <p:cNvSpPr>
            <a:spLocks noGrp="1"/>
          </p:cNvSpPr>
          <p:nvPr>
            <p:ph idx="1"/>
          </p:nvPr>
        </p:nvSpPr>
        <p:spPr/>
        <p:txBody>
          <a:bodyPr/>
          <a:lstStyle/>
          <a:p>
            <a:pPr marL="0" indent="0">
              <a:buNone/>
            </a:pPr>
            <a:r>
              <a:rPr lang="zh-CN" altLang="zh-CN" dirty="0"/>
              <a:t>第一，追求经济腾飞，生活改善，物质进步，环境提升；</a:t>
            </a:r>
          </a:p>
          <a:p>
            <a:pPr marL="0" indent="0">
              <a:buNone/>
            </a:pPr>
            <a:r>
              <a:rPr lang="zh-CN" altLang="zh-CN" dirty="0"/>
              <a:t>第二，追求公平正义，民主法制，公民成长，文化繁荣，教育进步，科技创新；</a:t>
            </a:r>
          </a:p>
          <a:p>
            <a:pPr marL="0" indent="0">
              <a:buNone/>
            </a:pPr>
            <a:r>
              <a:rPr lang="zh-CN" altLang="zh-CN" dirty="0"/>
              <a:t>第三，追求富国强兵，民族尊严，主权完整，国家统一，世界和平。</a:t>
            </a:r>
            <a:endParaRPr lang="zh-CN" altLang="en-US" dirty="0"/>
          </a:p>
        </p:txBody>
      </p:sp>
    </p:spTree>
    <p:extLst>
      <p:ext uri="{BB962C8B-B14F-4D97-AF65-F5344CB8AC3E}">
        <p14:creationId xmlns:p14="http://schemas.microsoft.com/office/powerpoint/2010/main" val="13178374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四、深刻</a:t>
            </a:r>
            <a:r>
              <a:rPr lang="zh-CN" altLang="zh-CN" b="1" dirty="0" smtClean="0"/>
              <a:t>内涵</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3318870897"/>
              </p:ext>
            </p:extLst>
          </p:nvPr>
        </p:nvGraphicFramePr>
        <p:xfrm>
          <a:off x="628650" y="1825625"/>
          <a:ext cx="7886700" cy="3413760"/>
        </p:xfrm>
        <a:graphic>
          <a:graphicData uri="http://schemas.openxmlformats.org/drawingml/2006/table">
            <a:tbl>
              <a:tblPr bandRow="1">
                <a:tableStyleId>{21E4AEA4-8DFA-4A89-87EB-49C32662AFE0}</a:tableStyleId>
              </a:tblPr>
              <a:tblGrid>
                <a:gridCol w="1417126">
                  <a:extLst>
                    <a:ext uri="{9D8B030D-6E8A-4147-A177-3AD203B41FA5}">
                      <a16:colId xmlns:a16="http://schemas.microsoft.com/office/drawing/2014/main" val="2449854223"/>
                    </a:ext>
                  </a:extLst>
                </a:gridCol>
                <a:gridCol w="6469574">
                  <a:extLst>
                    <a:ext uri="{9D8B030D-6E8A-4147-A177-3AD203B41FA5}">
                      <a16:colId xmlns:a16="http://schemas.microsoft.com/office/drawing/2014/main" val="3270219115"/>
                    </a:ext>
                  </a:extLst>
                </a:gridCol>
              </a:tblGrid>
              <a:tr h="370840">
                <a:tc>
                  <a:txBody>
                    <a:bodyPr/>
                    <a:lstStyle/>
                    <a:p>
                      <a:r>
                        <a:rPr lang="zh-CN" altLang="zh-CN" dirty="0" smtClean="0"/>
                        <a:t>强国</a:t>
                      </a:r>
                      <a:endParaRPr lang="zh-CN" altLang="en-US" dirty="0"/>
                    </a:p>
                  </a:txBody>
                  <a:tcPr>
                    <a:cell3D prstMaterial="dkEdge">
                      <a:bevel w="77470" h="12700" prst="softRound"/>
                      <a:lightRig rig="flood" dir="t"/>
                    </a:cell3D>
                  </a:tcPr>
                </a:tc>
                <a:tc>
                  <a:txBody>
                    <a:bodyPr/>
                    <a:lstStyle/>
                    <a:p>
                      <a:r>
                        <a:rPr lang="zh-CN" altLang="zh-CN" dirty="0" smtClean="0"/>
                        <a:t>实现中华民族伟大复兴，不是简单地重寻昔日的荣光，而是要让曾经饱受列强欺侮、目前尚是发展中国家的中国经济发展、政治昌明、文化繁荣、社会和谐，到本世纪中叶成为富强民主文明和谐的社会主义现代化国家。</a:t>
                      </a:r>
                    </a:p>
                  </a:txBody>
                  <a:tcPr>
                    <a:cell3D prstMaterial="dkEdge">
                      <a:bevel w="77470" h="12700" prst="softRound"/>
                      <a:lightRig rig="flood" dir="t"/>
                    </a:cell3D>
                  </a:tcPr>
                </a:tc>
                <a:extLst>
                  <a:ext uri="{0D108BD9-81ED-4DB2-BD59-A6C34878D82A}">
                    <a16:rowId xmlns:a16="http://schemas.microsoft.com/office/drawing/2014/main" val="925125049"/>
                  </a:ext>
                </a:extLst>
              </a:tr>
              <a:tr h="370840">
                <a:tc>
                  <a:txBody>
                    <a:bodyPr/>
                    <a:lstStyle/>
                    <a:p>
                      <a:r>
                        <a:rPr lang="zh-CN" altLang="en-US" dirty="0" smtClean="0"/>
                        <a:t>富民</a:t>
                      </a:r>
                      <a:endParaRPr lang="zh-CN" altLang="en-US" dirty="0"/>
                    </a:p>
                  </a:txBody>
                  <a:tcPr>
                    <a:cell3D prstMaterial="dkEdge">
                      <a:bevel w="77470" h="12700" prst="softRound"/>
                      <a:lightRig rig="flood" dir="t"/>
                    </a:cell3D>
                  </a:tcPr>
                </a:tc>
                <a:tc>
                  <a:txBody>
                    <a:bodyPr/>
                    <a:lstStyle/>
                    <a:p>
                      <a:r>
                        <a:rPr lang="zh-CN" altLang="zh-CN" dirty="0" smtClean="0"/>
                        <a:t>实现中华民族伟大复兴，就是要让中国人民有更好的教育、更稳定的工作、更满意的收入、更可靠的社会保障、更高水平的医疗卫生服务、更舒适的居住条件、更优美的环境，让我们的孩子们成长得更好、工作得更好、生活得更好。进一步说，就是要让中国人民过上更加富裕、更有尊严的生活，实现每个人自由而全面的发展。</a:t>
                      </a:r>
                    </a:p>
                  </a:txBody>
                  <a:tcPr>
                    <a:cell3D prstMaterial="dkEdge">
                      <a:bevel w="77470" h="12700" prst="softRound"/>
                      <a:lightRig rig="flood" dir="t"/>
                    </a:cell3D>
                  </a:tcPr>
                </a:tc>
                <a:extLst>
                  <a:ext uri="{0D108BD9-81ED-4DB2-BD59-A6C34878D82A}">
                    <a16:rowId xmlns:a16="http://schemas.microsoft.com/office/drawing/2014/main" val="3979275162"/>
                  </a:ext>
                </a:extLst>
              </a:tr>
              <a:tr h="370840">
                <a:tc>
                  <a:txBody>
                    <a:bodyPr/>
                    <a:lstStyle/>
                    <a:p>
                      <a:r>
                        <a:rPr lang="zh-CN" altLang="en-US" dirty="0" smtClean="0"/>
                        <a:t>世界梦</a:t>
                      </a:r>
                    </a:p>
                  </a:txBody>
                  <a:tcPr>
                    <a:cell3D prstMaterial="dkEdge">
                      <a:bevel w="77470" h="12700" prst="softRound"/>
                      <a:lightRig rig="flood" dir="t"/>
                    </a:cell3D>
                  </a:tcPr>
                </a:tc>
                <a:tc>
                  <a:txBody>
                    <a:bodyPr/>
                    <a:lstStyle/>
                    <a:p>
                      <a:r>
                        <a:rPr lang="zh-CN" altLang="zh-CN" dirty="0" smtClean="0"/>
                        <a:t>“</a:t>
                      </a:r>
                      <a:r>
                        <a:rPr lang="zh-CN" altLang="zh-CN" sz="2600" b="1" kern="1200" dirty="0" smtClean="0">
                          <a:solidFill>
                            <a:srgbClr val="FF0000"/>
                          </a:solidFill>
                          <a:latin typeface="微软雅黑" panose="020B0503020204020204" pitchFamily="34" charset="-122"/>
                          <a:ea typeface="微软雅黑" panose="020B0503020204020204" pitchFamily="34" charset="-122"/>
                          <a:cs typeface="+mn-cs"/>
                        </a:rPr>
                        <a:t>中国梦</a:t>
                      </a:r>
                      <a:r>
                        <a:rPr lang="zh-CN" altLang="zh-CN" dirty="0" smtClean="0"/>
                        <a:t>”不仅是属于中国的，也是属于世界的。</a:t>
                      </a:r>
                      <a:endParaRPr lang="zh-CN" altLang="en-US" dirty="0" smtClean="0"/>
                    </a:p>
                  </a:txBody>
                  <a:tcPr>
                    <a:cell3D prstMaterial="dkEdge">
                      <a:bevel w="77470" h="12700" prst="softRound"/>
                      <a:lightRig rig="flood" dir="t"/>
                    </a:cell3D>
                  </a:tcPr>
                </a:tc>
                <a:extLst>
                  <a:ext uri="{0D108BD9-81ED-4DB2-BD59-A6C34878D82A}">
                    <a16:rowId xmlns:a16="http://schemas.microsoft.com/office/drawing/2014/main" val="3494791885"/>
                  </a:ext>
                </a:extLst>
              </a:tr>
            </a:tbl>
          </a:graphicData>
        </a:graphic>
      </p:graphicFrame>
    </p:spTree>
    <p:extLst>
      <p:ext uri="{BB962C8B-B14F-4D97-AF65-F5344CB8AC3E}">
        <p14:creationId xmlns:p14="http://schemas.microsoft.com/office/powerpoint/2010/main" val="386627656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五、富强</a:t>
            </a:r>
            <a:r>
              <a:rPr lang="zh-CN" altLang="zh-CN" b="1" dirty="0" smtClean="0"/>
              <a:t>三部曲</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2371463812"/>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8263741"/>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idx="4294967295"/>
          </p:nvPr>
        </p:nvSpPr>
        <p:spPr>
          <a:xfrm>
            <a:off x="1257300" y="2657475"/>
            <a:ext cx="7886700" cy="1325563"/>
          </a:xfrm>
        </p:spPr>
        <p:txBody>
          <a:bodyPr/>
          <a:lstStyle/>
          <a:p>
            <a:r>
              <a:rPr lang="zh-CN" altLang="zh-CN" dirty="0"/>
              <a:t>谢谢</a:t>
            </a:r>
            <a:r>
              <a:rPr lang="zh-CN" altLang="zh-CN" dirty="0" smtClean="0"/>
              <a:t>！</a:t>
            </a:r>
            <a:endParaRPr lang="zh-CN" altLang="en-US" dirty="0"/>
          </a:p>
        </p:txBody>
      </p:sp>
    </p:spTree>
    <p:extLst>
      <p:ext uri="{BB962C8B-B14F-4D97-AF65-F5344CB8AC3E}">
        <p14:creationId xmlns:p14="http://schemas.microsoft.com/office/powerpoint/2010/main" val="15198162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theme/theme1.xml><?xml version="1.0" encoding="utf-8"?>
<a:theme xmlns:a="http://schemas.openxmlformats.org/drawingml/2006/main" name="中国梦母版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中国梦母版2">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545</Words>
  <Application>Microsoft Office PowerPoint</Application>
  <PresentationFormat>全屏显示(4:3)</PresentationFormat>
  <Paragraphs>33</Paragraphs>
  <Slides>8</Slides>
  <Notes>2</Notes>
  <HiddenSlides>0</HiddenSlides>
  <MMClips>1</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8</vt:i4>
      </vt:variant>
    </vt:vector>
  </HeadingPairs>
  <TitlesOfParts>
    <vt:vector size="15" baseType="lpstr">
      <vt:lpstr>等线</vt:lpstr>
      <vt:lpstr>等线 Light</vt:lpstr>
      <vt:lpstr>微软雅黑</vt:lpstr>
      <vt:lpstr>Arial</vt:lpstr>
      <vt:lpstr>Wingdings</vt:lpstr>
      <vt:lpstr>中国梦母版1​​</vt:lpstr>
      <vt:lpstr>中国梦母版2</vt:lpstr>
      <vt:lpstr>PowerPoint 演示文稿</vt:lpstr>
      <vt:lpstr>目录</vt:lpstr>
      <vt:lpstr>一、时代解读</vt:lpstr>
      <vt:lpstr>二、时代特征</vt:lpstr>
      <vt:lpstr>三、动力来源</vt:lpstr>
      <vt:lpstr>四、深刻内涵</vt:lpstr>
      <vt:lpstr>五、富强三部曲</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吉燕</dc:creator>
  <cp:lastModifiedBy>Windows 用户11</cp:lastModifiedBy>
  <cp:revision>14</cp:revision>
  <dcterms:created xsi:type="dcterms:W3CDTF">2020-08-25T03:36:09Z</dcterms:created>
  <dcterms:modified xsi:type="dcterms:W3CDTF">2021-04-28T08:22:04Z</dcterms:modified>
</cp:coreProperties>
</file>