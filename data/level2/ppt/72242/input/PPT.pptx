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1" autoAdjust="0"/>
    <p:restoredTop sz="82421" autoAdjust="0"/>
  </p:normalViewPr>
  <p:slideViewPr>
    <p:cSldViewPr snapToGrid="0">
      <p:cViewPr varScale="1">
        <p:scale>
          <a:sx n="66" d="100"/>
          <a:sy n="66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FFD5A-7155-4697-B09A-93D177C96FCE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B0E1B-7D4A-4BB7-9F63-2EA0146154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236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8F76F-7112-47CE-B0E9-B1211C6FA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0C6362-F2FD-4614-95E0-B3D4995A7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A31CB1-3C6A-4324-A706-E59BAC58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CE8744-C54D-4CD0-A1BC-9CF8ADD3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DA931-97A4-4A88-A083-017540C2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47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3D579-4957-4C3C-8120-C746D369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B89394-26C5-474E-8B5A-43676C626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04E42F-5EA7-487E-9EE7-21BFF4DE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214DB2-C0E6-4C61-856F-402FEE4E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19260-DEA2-486B-8F96-B388BCEE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32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E1D0C-90F4-41EF-B860-2CC51A9C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4E6C8B-F733-45FF-8F86-072271BFE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14D778-90D2-4997-B7A6-C5A98E516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C5F3C3-636C-438B-B4EC-D78E7CCB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941B05-9AF5-4896-A1EF-5645A58B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62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64E4C-1882-4A61-B883-831893B7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4F8666-2AAC-4973-9C33-5809DB17B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6327DC-B739-49FA-A7D7-2F22A8037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44C63A-6F66-4302-B42C-2145EE579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00C49D-1D15-4AA6-8C77-894C5C67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7C9773-1274-4332-96C9-34EED54A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48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7954C-78C5-4CD6-9A2A-EA666EED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007007-0608-4F7C-A658-3C9D02568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E8A61E-1774-4B54-9868-1F3507254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7C1BCE-B60C-4DE5-AC1B-753CF066A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D1C6C8-4CEA-49EB-AB47-2404E8C83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90D545-5BA5-4148-8CE5-60916A30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9077D4-A6CE-41CF-B66E-A10537F6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3FAEB4-28F0-4A02-A6DC-0DC7B626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53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4CE06-C0E4-4F64-93EB-3139E37A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9BB8F3E-37DC-41DA-B87C-9320C0A1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457941-D87A-41D6-AD12-383C232E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109F3D-7DD7-4ABF-B5F8-C5C857F89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10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D79A2B-B959-43F7-8A92-38FDC5D4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7251D6-E16C-496B-BCB4-C61172A0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D08B2C-61B2-4BF5-9B6E-A99DE398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69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4267D-B8F9-4835-A1C8-DACCDE926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B3CF04-E6F8-47FA-88BF-A0395AEF7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D32550-6950-4ED4-A570-40D7490EC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45687D-9176-4112-86C3-194F1F766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52DC90-7DF6-4C47-B447-AD2A8E25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5B4ABB-1F38-4019-B1B8-BADEDD91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57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A02F7-0DAB-4E04-85DB-940D3662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B86BCF-BE1D-4282-9C01-3CE860893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E3805B-94F0-424B-AF04-39B24F7BC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1F6DDC-E8BA-49E6-8F36-1E2A7D9F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972828-04D2-4A5A-BB5E-A61A7522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6B8E12-9D2E-4F10-8DC2-D6EE3711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657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62BED-D0B7-42CA-B29B-1B59441D5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C2FD86-7B18-4595-A595-369CAA98F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7A974-9390-4A6B-82F7-B7B630B5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5FE7A-497A-4E3E-9051-8A48740F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36AA21-3AB9-4143-9943-D3CEC6AD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66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C45F7A-AF87-4E7A-83AD-C76169E84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DAD9BB-3E8A-4C09-BA5A-2B963CAD3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9105C-103D-4FC5-B300-B3E93F58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4890C4-C4BF-43A1-8728-22C0CB745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04782-11C5-43EB-87D0-F4599DE1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85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2BB3CC-71CB-46FA-8DF2-AD65673D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FD1215-42E0-4DE6-B053-F694A3EB7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68D04B-7B14-41A1-9519-74F65CF25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DDF2B-183E-432B-86FD-5F12DC806383}" type="datetimeFigureOut">
              <a:rPr lang="zh-CN" altLang="en-US" smtClean="0"/>
              <a:t>2020-08-26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321F6-7399-4E73-8A92-3B832765A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C2DBC0-4EF3-48BF-A450-7602E6371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79197-B8AD-4096-9C1F-53D96A6168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270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吉燕</dc:creator>
  <cp:lastModifiedBy>吉燕</cp:lastModifiedBy>
  <cp:revision>3</cp:revision>
  <dcterms:created xsi:type="dcterms:W3CDTF">2020-08-25T03:36:09Z</dcterms:created>
  <dcterms:modified xsi:type="dcterms:W3CDTF">2020-08-26T05:10:51Z</dcterms:modified>
</cp:coreProperties>
</file>