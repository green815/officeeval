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1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94" r:id="rId1"/>
  </p:sldMasterIdLst>
  <p:notesMasterIdLst>
    <p:notesMasterId r:id="rId15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1" r:id="rId12"/>
    <p:sldId id="273" r:id="rId13"/>
    <p:sldId id="274" r:id="rId1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 autoAdjust="0"/>
    <p:restoredTop sz="94660"/>
  </p:normalViewPr>
  <p:slideViewPr>
    <p:cSldViewPr>
      <p:cViewPr varScale="1">
        <p:scale>
          <a:sx n="76" d="100"/>
          <a:sy n="76" d="100"/>
        </p:scale>
        <p:origin x="90" y="5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能力水平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新员工</c:v>
                </c:pt>
                <c:pt idx="1">
                  <c:v>1年</c:v>
                </c:pt>
                <c:pt idx="2">
                  <c:v>2年</c:v>
                </c:pt>
                <c:pt idx="3">
                  <c:v>3年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9B-4F27-91EF-6696FFA91D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8917448"/>
        <c:axId val="658572032"/>
      </c:lineChart>
      <c:catAx>
        <c:axId val="658917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8572032"/>
        <c:crosses val="autoZero"/>
        <c:auto val="1"/>
        <c:lblAlgn val="ctr"/>
        <c:lblOffset val="100"/>
        <c:noMultiLvlLbl val="0"/>
      </c:catAx>
      <c:valAx>
        <c:axId val="65857203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58917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slide" Target="../slides/slide6.xml"/><Relationship Id="rId1" Type="http://schemas.openxmlformats.org/officeDocument/2006/relationships/slide" Target="../slides/slide5.xml"/><Relationship Id="rId6" Type="http://schemas.openxmlformats.org/officeDocument/2006/relationships/slide" Target="../slides/slide11.xml"/><Relationship Id="rId5" Type="http://schemas.openxmlformats.org/officeDocument/2006/relationships/slide" Target="../slides/slide9.xml"/><Relationship Id="rId4" Type="http://schemas.openxmlformats.org/officeDocument/2006/relationships/slide" Target="../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7BAFA6-582B-45B3-BE34-FA4FE4107C63}" type="doc">
      <dgm:prSet loTypeId="urn:microsoft.com/office/officeart/2009/3/layout/BlockDescending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F256BD4-DB17-4784-BA2D-C978E6A1378A}">
      <dgm:prSet/>
      <dgm:spPr/>
      <dgm:t>
        <a:bodyPr/>
        <a:lstStyle/>
        <a:p>
          <a:pPr rtl="0"/>
          <a:r>
            <a:rPr lang="zh-CN" b="0" i="0" dirty="0" smtClean="0"/>
            <a:t>公司历史</a:t>
          </a:r>
          <a:r>
            <a:rPr lang="en-US" b="0" i="0" dirty="0" smtClean="0"/>
            <a:t>/</a:t>
          </a:r>
          <a:r>
            <a:rPr lang="zh-CN" b="0" i="0" dirty="0" smtClean="0"/>
            <a:t>公司展望</a:t>
          </a:r>
          <a:endParaRPr lang="zh-CN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E83BA717-CBB8-430D-A7B4-AFB4DDA47406}" type="parTrans" cxnId="{675EAE17-09E4-48AD-87E1-70B782B1E87B}">
      <dgm:prSet/>
      <dgm:spPr/>
      <dgm:t>
        <a:bodyPr/>
        <a:lstStyle/>
        <a:p>
          <a:endParaRPr lang="zh-CN" altLang="en-US"/>
        </a:p>
      </dgm:t>
    </dgm:pt>
    <dgm:pt modelId="{36F89D73-5DA2-4C93-B33A-74746D59F40B}" type="sibTrans" cxnId="{675EAE17-09E4-48AD-87E1-70B782B1E87B}">
      <dgm:prSet/>
      <dgm:spPr/>
      <dgm:t>
        <a:bodyPr/>
        <a:lstStyle/>
        <a:p>
          <a:endParaRPr lang="zh-CN" altLang="en-US"/>
        </a:p>
      </dgm:t>
    </dgm:pt>
    <dgm:pt modelId="{CF3C89AD-D413-412F-82C0-C531232D9FCE}">
      <dgm:prSet/>
      <dgm:spPr/>
      <dgm:t>
        <a:bodyPr/>
        <a:lstStyle/>
        <a:p>
          <a:pPr rtl="0"/>
          <a:r>
            <a:rPr lang="zh-CN" b="0" i="0" smtClean="0"/>
            <a:t>公司组织结构介绍</a:t>
          </a:r>
          <a:endParaRPr lang="zh-CN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FDB6DA55-4A77-46CE-861C-DE722DD792FA}" type="parTrans" cxnId="{C4491D63-0A65-4D82-8DBB-ECAC352DC899}">
      <dgm:prSet/>
      <dgm:spPr/>
      <dgm:t>
        <a:bodyPr/>
        <a:lstStyle/>
        <a:p>
          <a:endParaRPr lang="zh-CN" altLang="en-US"/>
        </a:p>
      </dgm:t>
    </dgm:pt>
    <dgm:pt modelId="{039C54DF-C96B-4B46-B8D7-533242CB0FCF}" type="sibTrans" cxnId="{C4491D63-0A65-4D82-8DBB-ECAC352DC899}">
      <dgm:prSet/>
      <dgm:spPr/>
      <dgm:t>
        <a:bodyPr/>
        <a:lstStyle/>
        <a:p>
          <a:endParaRPr lang="zh-CN" altLang="en-US"/>
        </a:p>
      </dgm:t>
    </dgm:pt>
    <dgm:pt modelId="{C0678D59-BCD3-4411-B11E-8D248129A1D9}">
      <dgm:prSet/>
      <dgm:spPr/>
      <dgm:t>
        <a:bodyPr/>
        <a:lstStyle/>
        <a:p>
          <a:pPr rtl="0"/>
          <a:r>
            <a:rPr lang="zh-CN" b="0" i="0" smtClean="0"/>
            <a:t>公司政策</a:t>
          </a:r>
          <a:endParaRPr lang="zh-CN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E850A932-F46B-4176-A369-9D2985D69E4C}" type="parTrans" cxnId="{D31F9640-0DA3-4484-9652-F6B6E5011B86}">
      <dgm:prSet/>
      <dgm:spPr/>
      <dgm:t>
        <a:bodyPr/>
        <a:lstStyle/>
        <a:p>
          <a:endParaRPr lang="zh-CN" altLang="en-US"/>
        </a:p>
      </dgm:t>
    </dgm:pt>
    <dgm:pt modelId="{D72DDBE5-1FD9-4489-9726-934C5F98E796}" type="sibTrans" cxnId="{D31F9640-0DA3-4484-9652-F6B6E5011B86}">
      <dgm:prSet/>
      <dgm:spPr/>
      <dgm:t>
        <a:bodyPr/>
        <a:lstStyle/>
        <a:p>
          <a:endParaRPr lang="zh-CN" altLang="en-US"/>
        </a:p>
      </dgm:t>
    </dgm:pt>
    <dgm:pt modelId="{0BBAF553-6BD2-4365-B2FE-A742292B0993}">
      <dgm:prSet/>
      <dgm:spPr/>
      <dgm:t>
        <a:bodyPr/>
        <a:lstStyle/>
        <a:p>
          <a:pPr rtl="0"/>
          <a:r>
            <a:rPr lang="zh-CN" b="0" i="0" smtClean="0"/>
            <a:t>福利</a:t>
          </a:r>
          <a:endParaRPr lang="zh-CN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0C35B456-8EF6-4CF5-9673-2AE83CD75D42}" type="parTrans" cxnId="{73ACE4F7-150C-4823-B961-A78F1230B8A8}">
      <dgm:prSet/>
      <dgm:spPr/>
      <dgm:t>
        <a:bodyPr/>
        <a:lstStyle/>
        <a:p>
          <a:endParaRPr lang="zh-CN" altLang="en-US"/>
        </a:p>
      </dgm:t>
    </dgm:pt>
    <dgm:pt modelId="{92D9ED00-4CFC-4402-B86B-01A217424A64}" type="sibTrans" cxnId="{73ACE4F7-150C-4823-B961-A78F1230B8A8}">
      <dgm:prSet/>
      <dgm:spPr/>
      <dgm:t>
        <a:bodyPr/>
        <a:lstStyle/>
        <a:p>
          <a:endParaRPr lang="zh-CN" altLang="en-US"/>
        </a:p>
      </dgm:t>
    </dgm:pt>
    <dgm:pt modelId="{067F8847-7E67-4AEA-BC7D-29D0F9D7836F}">
      <dgm:prSet/>
      <dgm:spPr/>
      <dgm:t>
        <a:bodyPr/>
        <a:lstStyle/>
        <a:p>
          <a:pPr rtl="0"/>
          <a:r>
            <a:rPr lang="zh-CN" b="0" i="0" smtClean="0"/>
            <a:t>绩效考核</a:t>
          </a:r>
          <a:endParaRPr lang="zh-CN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7321E497-CA9F-44B5-8086-96F3A7667C98}" type="parTrans" cxnId="{A866599F-6101-417D-97DB-B9F7B45785EE}">
      <dgm:prSet/>
      <dgm:spPr/>
      <dgm:t>
        <a:bodyPr/>
        <a:lstStyle/>
        <a:p>
          <a:endParaRPr lang="zh-CN" altLang="en-US"/>
        </a:p>
      </dgm:t>
    </dgm:pt>
    <dgm:pt modelId="{3EF50704-9E54-4D12-BEBB-415DAA05B559}" type="sibTrans" cxnId="{A866599F-6101-417D-97DB-B9F7B45785EE}">
      <dgm:prSet/>
      <dgm:spPr/>
      <dgm:t>
        <a:bodyPr/>
        <a:lstStyle/>
        <a:p>
          <a:endParaRPr lang="zh-CN" altLang="en-US"/>
        </a:p>
      </dgm:t>
    </dgm:pt>
    <dgm:pt modelId="{A65C2E3D-F04D-4A97-B41F-9FC7F1351407}">
      <dgm:prSet/>
      <dgm:spPr/>
      <dgm:t>
        <a:bodyPr/>
        <a:lstStyle/>
        <a:p>
          <a:pPr rtl="0"/>
          <a:r>
            <a:rPr lang="zh-CN" b="0" i="0" smtClean="0"/>
            <a:t>如何做好新工作</a:t>
          </a:r>
          <a:endParaRPr lang="zh-CN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FB9DC627-6032-4E8C-B8F8-6D90FDBBFF9C}" type="parTrans" cxnId="{FCB892BE-09FB-43D0-BF5A-62C8DB64BB9D}">
      <dgm:prSet/>
      <dgm:spPr/>
      <dgm:t>
        <a:bodyPr/>
        <a:lstStyle/>
        <a:p>
          <a:endParaRPr lang="zh-CN" altLang="en-US"/>
        </a:p>
      </dgm:t>
    </dgm:pt>
    <dgm:pt modelId="{C29D2CB2-0934-4F05-BFE8-2F07DB891343}" type="sibTrans" cxnId="{FCB892BE-09FB-43D0-BF5A-62C8DB64BB9D}">
      <dgm:prSet/>
      <dgm:spPr/>
      <dgm:t>
        <a:bodyPr/>
        <a:lstStyle/>
        <a:p>
          <a:endParaRPr lang="zh-CN" altLang="en-US"/>
        </a:p>
      </dgm:t>
    </dgm:pt>
    <dgm:pt modelId="{EB468C43-7A60-4DF9-B83D-6E895D1E363A}">
      <dgm:prSet/>
      <dgm:spPr/>
      <dgm:t>
        <a:bodyPr/>
        <a:lstStyle/>
        <a:p>
          <a:pPr rtl="0"/>
          <a:r>
            <a:rPr lang="zh-CN" b="0" i="0" smtClean="0"/>
            <a:t>经验分享</a:t>
          </a:r>
          <a:endParaRPr lang="zh-CN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 action="ppaction://hlinksldjump"/>
          </dgm14:cNvPr>
        </a:ext>
      </dgm:extLst>
    </dgm:pt>
    <dgm:pt modelId="{15F077DC-8585-416F-9CAD-C64EE66ECC82}" type="parTrans" cxnId="{AF94AE6B-162D-47A6-A718-09A7164D72A8}">
      <dgm:prSet/>
      <dgm:spPr/>
      <dgm:t>
        <a:bodyPr/>
        <a:lstStyle/>
        <a:p>
          <a:endParaRPr lang="zh-CN" altLang="en-US"/>
        </a:p>
      </dgm:t>
    </dgm:pt>
    <dgm:pt modelId="{F591C20D-1697-45CB-AA10-CF3FC047F425}" type="sibTrans" cxnId="{AF94AE6B-162D-47A6-A718-09A7164D72A8}">
      <dgm:prSet/>
      <dgm:spPr/>
      <dgm:t>
        <a:bodyPr/>
        <a:lstStyle/>
        <a:p>
          <a:endParaRPr lang="zh-CN" altLang="en-US"/>
        </a:p>
      </dgm:t>
    </dgm:pt>
    <dgm:pt modelId="{9A971420-6CD7-4088-A449-C2B5EAF71F40}" type="pres">
      <dgm:prSet presAssocID="{6B7BAFA6-582B-45B3-BE34-FA4FE4107C63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D67F2F8B-A673-4A5B-8683-5BF546C80932}" type="pres">
      <dgm:prSet presAssocID="{6F256BD4-DB17-4784-BA2D-C978E6A1378A}" presName="parentText_1" presStyleLbl="node1" presStyleIdx="0" presStyleCnt="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CFA633D-54B9-430C-B0DA-CB749D4CDE17}" type="pres">
      <dgm:prSet presAssocID="{6F256BD4-DB17-4784-BA2D-C978E6A1378A}" presName="childText_1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EAC82374-C4FF-448F-84DC-6BF931FB5F8D}" type="pres">
      <dgm:prSet presAssocID="{6F256BD4-DB17-4784-BA2D-C978E6A1378A}" presName="accentShape_1" presStyleCnt="0"/>
      <dgm:spPr/>
    </dgm:pt>
    <dgm:pt modelId="{45BBCF86-30DB-4D42-A627-5980F0848FE1}" type="pres">
      <dgm:prSet presAssocID="{6F256BD4-DB17-4784-BA2D-C978E6A1378A}" presName="imageRepeatNode" presStyleLbl="node1" presStyleIdx="0" presStyleCnt="7"/>
      <dgm:spPr/>
      <dgm:t>
        <a:bodyPr/>
        <a:lstStyle/>
        <a:p>
          <a:endParaRPr lang="zh-CN" altLang="en-US"/>
        </a:p>
      </dgm:t>
    </dgm:pt>
    <dgm:pt modelId="{F582168B-A290-4046-8F8B-51C01901421B}" type="pres">
      <dgm:prSet presAssocID="{CF3C89AD-D413-412F-82C0-C531232D9FCE}" presName="parentText_2" presStyleLbl="node1" presStyleIdx="0" presStyleCnt="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53E224C-149C-4E57-B054-3F2120DFB4E8}" type="pres">
      <dgm:prSet presAssocID="{CF3C89AD-D413-412F-82C0-C531232D9FCE}" presName="childText_2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03A4A9A4-AAC8-477F-B95E-FFF946A2F271}" type="pres">
      <dgm:prSet presAssocID="{CF3C89AD-D413-412F-82C0-C531232D9FCE}" presName="accentShape_2" presStyleCnt="0"/>
      <dgm:spPr/>
    </dgm:pt>
    <dgm:pt modelId="{D80D1931-8DD3-4B33-8F48-7E5DDB85EA9F}" type="pres">
      <dgm:prSet presAssocID="{CF3C89AD-D413-412F-82C0-C531232D9FCE}" presName="imageRepeatNode" presStyleLbl="node1" presStyleIdx="1" presStyleCnt="7"/>
      <dgm:spPr/>
      <dgm:t>
        <a:bodyPr/>
        <a:lstStyle/>
        <a:p>
          <a:endParaRPr lang="zh-CN" altLang="en-US"/>
        </a:p>
      </dgm:t>
    </dgm:pt>
    <dgm:pt modelId="{512EB590-0335-41BC-90F1-7A348AF326AA}" type="pres">
      <dgm:prSet presAssocID="{C0678D59-BCD3-4411-B11E-8D248129A1D9}" presName="parentText_3" presStyleLbl="node1" presStyleIdx="1" presStyleCnt="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F626C11-9A43-4CFC-ADF1-474AB439D266}" type="pres">
      <dgm:prSet presAssocID="{C0678D59-BCD3-4411-B11E-8D248129A1D9}" presName="childText_3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4EF20CDB-385A-42E1-9DDE-D31EEE32AF04}" type="pres">
      <dgm:prSet presAssocID="{C0678D59-BCD3-4411-B11E-8D248129A1D9}" presName="accentShape_3" presStyleCnt="0"/>
      <dgm:spPr/>
    </dgm:pt>
    <dgm:pt modelId="{BEFBE32A-9681-4BA5-AE15-707A174DC5A3}" type="pres">
      <dgm:prSet presAssocID="{C0678D59-BCD3-4411-B11E-8D248129A1D9}" presName="imageRepeatNode" presStyleLbl="node1" presStyleIdx="2" presStyleCnt="7"/>
      <dgm:spPr/>
      <dgm:t>
        <a:bodyPr/>
        <a:lstStyle/>
        <a:p>
          <a:endParaRPr lang="zh-CN" altLang="en-US"/>
        </a:p>
      </dgm:t>
    </dgm:pt>
    <dgm:pt modelId="{5205FA23-20D4-4A9E-B12C-7214D2BCE876}" type="pres">
      <dgm:prSet presAssocID="{0BBAF553-6BD2-4365-B2FE-A742292B0993}" presName="parentText_4" presStyleLbl="node1" presStyleIdx="2" presStyleCnt="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76728A6-733A-496E-B8BB-0AA1DB834A16}" type="pres">
      <dgm:prSet presAssocID="{0BBAF553-6BD2-4365-B2FE-A742292B0993}" presName="childText_4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CA30F7C1-B5EE-4C87-A33B-11A563A68686}" type="pres">
      <dgm:prSet presAssocID="{0BBAF553-6BD2-4365-B2FE-A742292B0993}" presName="accentShape_4" presStyleCnt="0"/>
      <dgm:spPr/>
    </dgm:pt>
    <dgm:pt modelId="{1D40EE87-D48D-4187-91CD-06DD96F4A098}" type="pres">
      <dgm:prSet presAssocID="{0BBAF553-6BD2-4365-B2FE-A742292B0993}" presName="imageRepeatNode" presStyleLbl="node1" presStyleIdx="3" presStyleCnt="7"/>
      <dgm:spPr/>
      <dgm:t>
        <a:bodyPr/>
        <a:lstStyle/>
        <a:p>
          <a:endParaRPr lang="zh-CN" altLang="en-US"/>
        </a:p>
      </dgm:t>
    </dgm:pt>
    <dgm:pt modelId="{44951DC8-6A36-49A7-AFB6-5303EDFC4186}" type="pres">
      <dgm:prSet presAssocID="{067F8847-7E67-4AEA-BC7D-29D0F9D7836F}" presName="parentText_5" presStyleLbl="node1" presStyleIdx="3" presStyleCnt="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908C385-D1F7-4445-9DA5-5642681194EF}" type="pres">
      <dgm:prSet presAssocID="{067F8847-7E67-4AEA-BC7D-29D0F9D7836F}" presName="childText_5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55FFB4CC-45B9-49D1-918C-2D8A2C3105E8}" type="pres">
      <dgm:prSet presAssocID="{067F8847-7E67-4AEA-BC7D-29D0F9D7836F}" presName="accentShape_5" presStyleCnt="0"/>
      <dgm:spPr/>
    </dgm:pt>
    <dgm:pt modelId="{53782D30-ABAD-49DC-B546-636456BBC9F8}" type="pres">
      <dgm:prSet presAssocID="{067F8847-7E67-4AEA-BC7D-29D0F9D7836F}" presName="imageRepeatNode" presStyleLbl="node1" presStyleIdx="4" presStyleCnt="7"/>
      <dgm:spPr/>
      <dgm:t>
        <a:bodyPr/>
        <a:lstStyle/>
        <a:p>
          <a:endParaRPr lang="zh-CN" altLang="en-US"/>
        </a:p>
      </dgm:t>
    </dgm:pt>
    <dgm:pt modelId="{8478258E-6D78-4CD8-8AA6-B664C3E7CE1E}" type="pres">
      <dgm:prSet presAssocID="{A65C2E3D-F04D-4A97-B41F-9FC7F1351407}" presName="parentText_6" presStyleLbl="node1" presStyleIdx="4" presStyleCnt="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314E5B4-8F33-4D09-8A1C-BAE0A1D13F8F}" type="pres">
      <dgm:prSet presAssocID="{A65C2E3D-F04D-4A97-B41F-9FC7F1351407}" presName="childText_6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46EF1C75-50C7-418E-8AA4-95EED9986887}" type="pres">
      <dgm:prSet presAssocID="{A65C2E3D-F04D-4A97-B41F-9FC7F1351407}" presName="accentShape_6" presStyleCnt="0"/>
      <dgm:spPr/>
    </dgm:pt>
    <dgm:pt modelId="{FCFA9ABF-4255-48FF-90E7-6C8E771921DA}" type="pres">
      <dgm:prSet presAssocID="{A65C2E3D-F04D-4A97-B41F-9FC7F1351407}" presName="imageRepeatNode" presStyleLbl="node1" presStyleIdx="5" presStyleCnt="7"/>
      <dgm:spPr/>
      <dgm:t>
        <a:bodyPr/>
        <a:lstStyle/>
        <a:p>
          <a:endParaRPr lang="zh-CN" altLang="en-US"/>
        </a:p>
      </dgm:t>
    </dgm:pt>
    <dgm:pt modelId="{3880962B-3CC8-4B1E-B506-A3000E99CB5A}" type="pres">
      <dgm:prSet presAssocID="{EB468C43-7A60-4DF9-B83D-6E895D1E363A}" presName="parentText_7" presStyleLbl="node1" presStyleIdx="5" presStyleCnt="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109178B-10AF-4D34-9F7B-A9C3BA4E16EB}" type="pres">
      <dgm:prSet presAssocID="{EB468C43-7A60-4DF9-B83D-6E895D1E363A}" presName="childText_7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3E81F499-F508-466B-9346-6C061E947187}" type="pres">
      <dgm:prSet presAssocID="{EB468C43-7A60-4DF9-B83D-6E895D1E363A}" presName="accentShape_7" presStyleCnt="0"/>
      <dgm:spPr/>
    </dgm:pt>
    <dgm:pt modelId="{A320FFCD-9F07-4027-B327-F51FA6D4A45B}" type="pres">
      <dgm:prSet presAssocID="{EB468C43-7A60-4DF9-B83D-6E895D1E363A}" presName="imageRepeatNode" presStyleLbl="node1" presStyleIdx="6" presStyleCnt="7"/>
      <dgm:spPr/>
      <dgm:t>
        <a:bodyPr/>
        <a:lstStyle/>
        <a:p>
          <a:endParaRPr lang="zh-CN" altLang="en-US"/>
        </a:p>
      </dgm:t>
    </dgm:pt>
  </dgm:ptLst>
  <dgm:cxnLst>
    <dgm:cxn modelId="{1F6444FD-CE1A-4E62-A964-BEE3A3EFBD8B}" type="presOf" srcId="{C0678D59-BCD3-4411-B11E-8D248129A1D9}" destId="{BEFBE32A-9681-4BA5-AE15-707A174DC5A3}" srcOrd="1" destOrd="0" presId="urn:microsoft.com/office/officeart/2009/3/layout/BlockDescendingList"/>
    <dgm:cxn modelId="{C4491D63-0A65-4D82-8DBB-ECAC352DC899}" srcId="{6B7BAFA6-582B-45B3-BE34-FA4FE4107C63}" destId="{CF3C89AD-D413-412F-82C0-C531232D9FCE}" srcOrd="1" destOrd="0" parTransId="{FDB6DA55-4A77-46CE-861C-DE722DD792FA}" sibTransId="{039C54DF-C96B-4B46-B8D7-533242CB0FCF}"/>
    <dgm:cxn modelId="{543B73D6-E259-4AFC-9432-9DF2CAE7BBAE}" type="presOf" srcId="{067F8847-7E67-4AEA-BC7D-29D0F9D7836F}" destId="{53782D30-ABAD-49DC-B546-636456BBC9F8}" srcOrd="1" destOrd="0" presId="urn:microsoft.com/office/officeart/2009/3/layout/BlockDescendingList"/>
    <dgm:cxn modelId="{EECD1D7A-7400-479D-A6A0-1E90D2D35002}" type="presOf" srcId="{6F256BD4-DB17-4784-BA2D-C978E6A1378A}" destId="{D67F2F8B-A673-4A5B-8683-5BF546C80932}" srcOrd="0" destOrd="0" presId="urn:microsoft.com/office/officeart/2009/3/layout/BlockDescendingList"/>
    <dgm:cxn modelId="{D4C85168-7806-4610-82D3-365A1818A751}" type="presOf" srcId="{CF3C89AD-D413-412F-82C0-C531232D9FCE}" destId="{D80D1931-8DD3-4B33-8F48-7E5DDB85EA9F}" srcOrd="1" destOrd="0" presId="urn:microsoft.com/office/officeart/2009/3/layout/BlockDescendingList"/>
    <dgm:cxn modelId="{D31F9640-0DA3-4484-9652-F6B6E5011B86}" srcId="{6B7BAFA6-582B-45B3-BE34-FA4FE4107C63}" destId="{C0678D59-BCD3-4411-B11E-8D248129A1D9}" srcOrd="2" destOrd="0" parTransId="{E850A932-F46B-4176-A369-9D2985D69E4C}" sibTransId="{D72DDBE5-1FD9-4489-9726-934C5F98E796}"/>
    <dgm:cxn modelId="{B3971591-6266-43F4-BF4C-C9EB66F3DA96}" type="presOf" srcId="{C0678D59-BCD3-4411-B11E-8D248129A1D9}" destId="{512EB590-0335-41BC-90F1-7A348AF326AA}" srcOrd="0" destOrd="0" presId="urn:microsoft.com/office/officeart/2009/3/layout/BlockDescendingList"/>
    <dgm:cxn modelId="{2586E1C6-1D2F-4484-93CC-4317FE73E9D0}" type="presOf" srcId="{A65C2E3D-F04D-4A97-B41F-9FC7F1351407}" destId="{FCFA9ABF-4255-48FF-90E7-6C8E771921DA}" srcOrd="1" destOrd="0" presId="urn:microsoft.com/office/officeart/2009/3/layout/BlockDescendingList"/>
    <dgm:cxn modelId="{675EAE17-09E4-48AD-87E1-70B782B1E87B}" srcId="{6B7BAFA6-582B-45B3-BE34-FA4FE4107C63}" destId="{6F256BD4-DB17-4784-BA2D-C978E6A1378A}" srcOrd="0" destOrd="0" parTransId="{E83BA717-CBB8-430D-A7B4-AFB4DDA47406}" sibTransId="{36F89D73-5DA2-4C93-B33A-74746D59F40B}"/>
    <dgm:cxn modelId="{1BF5C166-212B-4EE7-BDD4-64B673EFAC07}" type="presOf" srcId="{6F256BD4-DB17-4784-BA2D-C978E6A1378A}" destId="{45BBCF86-30DB-4D42-A627-5980F0848FE1}" srcOrd="1" destOrd="0" presId="urn:microsoft.com/office/officeart/2009/3/layout/BlockDescendingList"/>
    <dgm:cxn modelId="{AF94AE6B-162D-47A6-A718-09A7164D72A8}" srcId="{6B7BAFA6-582B-45B3-BE34-FA4FE4107C63}" destId="{EB468C43-7A60-4DF9-B83D-6E895D1E363A}" srcOrd="6" destOrd="0" parTransId="{15F077DC-8585-416F-9CAD-C64EE66ECC82}" sibTransId="{F591C20D-1697-45CB-AA10-CF3FC047F425}"/>
    <dgm:cxn modelId="{73ACE4F7-150C-4823-B961-A78F1230B8A8}" srcId="{6B7BAFA6-582B-45B3-BE34-FA4FE4107C63}" destId="{0BBAF553-6BD2-4365-B2FE-A742292B0993}" srcOrd="3" destOrd="0" parTransId="{0C35B456-8EF6-4CF5-9673-2AE83CD75D42}" sibTransId="{92D9ED00-4CFC-4402-B86B-01A217424A64}"/>
    <dgm:cxn modelId="{6ACA8657-0E35-4ECD-9BE0-613FFB19C13B}" type="presOf" srcId="{0BBAF553-6BD2-4365-B2FE-A742292B0993}" destId="{5205FA23-20D4-4A9E-B12C-7214D2BCE876}" srcOrd="0" destOrd="0" presId="urn:microsoft.com/office/officeart/2009/3/layout/BlockDescendingList"/>
    <dgm:cxn modelId="{D57694CC-9681-4B9F-B9BA-10805E809AFC}" type="presOf" srcId="{A65C2E3D-F04D-4A97-B41F-9FC7F1351407}" destId="{8478258E-6D78-4CD8-8AA6-B664C3E7CE1E}" srcOrd="0" destOrd="0" presId="urn:microsoft.com/office/officeart/2009/3/layout/BlockDescendingList"/>
    <dgm:cxn modelId="{B2D7A14F-92C0-4F68-8EA2-CCE24C44ECCB}" type="presOf" srcId="{EB468C43-7A60-4DF9-B83D-6E895D1E363A}" destId="{3880962B-3CC8-4B1E-B506-A3000E99CB5A}" srcOrd="0" destOrd="0" presId="urn:microsoft.com/office/officeart/2009/3/layout/BlockDescendingList"/>
    <dgm:cxn modelId="{FCB892BE-09FB-43D0-BF5A-62C8DB64BB9D}" srcId="{6B7BAFA6-582B-45B3-BE34-FA4FE4107C63}" destId="{A65C2E3D-F04D-4A97-B41F-9FC7F1351407}" srcOrd="5" destOrd="0" parTransId="{FB9DC627-6032-4E8C-B8F8-6D90FDBBFF9C}" sibTransId="{C29D2CB2-0934-4F05-BFE8-2F07DB891343}"/>
    <dgm:cxn modelId="{A866599F-6101-417D-97DB-B9F7B45785EE}" srcId="{6B7BAFA6-582B-45B3-BE34-FA4FE4107C63}" destId="{067F8847-7E67-4AEA-BC7D-29D0F9D7836F}" srcOrd="4" destOrd="0" parTransId="{7321E497-CA9F-44B5-8086-96F3A7667C98}" sibTransId="{3EF50704-9E54-4D12-BEBB-415DAA05B559}"/>
    <dgm:cxn modelId="{97671FC1-ACD9-4471-A962-15E88E2A4144}" type="presOf" srcId="{6B7BAFA6-582B-45B3-BE34-FA4FE4107C63}" destId="{9A971420-6CD7-4088-A449-C2B5EAF71F40}" srcOrd="0" destOrd="0" presId="urn:microsoft.com/office/officeart/2009/3/layout/BlockDescendingList"/>
    <dgm:cxn modelId="{DB61B995-15D7-48CE-A32B-4E1EEA813E7D}" type="presOf" srcId="{EB468C43-7A60-4DF9-B83D-6E895D1E363A}" destId="{A320FFCD-9F07-4027-B327-F51FA6D4A45B}" srcOrd="1" destOrd="0" presId="urn:microsoft.com/office/officeart/2009/3/layout/BlockDescendingList"/>
    <dgm:cxn modelId="{10BCCEA6-5BF7-406B-9A94-259B07B68BA9}" type="presOf" srcId="{CF3C89AD-D413-412F-82C0-C531232D9FCE}" destId="{F582168B-A290-4046-8F8B-51C01901421B}" srcOrd="0" destOrd="0" presId="urn:microsoft.com/office/officeart/2009/3/layout/BlockDescendingList"/>
    <dgm:cxn modelId="{5A8030BE-C08F-4A89-9124-831AB78C7C8E}" type="presOf" srcId="{0BBAF553-6BD2-4365-B2FE-A742292B0993}" destId="{1D40EE87-D48D-4187-91CD-06DD96F4A098}" srcOrd="1" destOrd="0" presId="urn:microsoft.com/office/officeart/2009/3/layout/BlockDescendingList"/>
    <dgm:cxn modelId="{0A59A117-81A7-443B-BAED-E494C7D164B4}" type="presOf" srcId="{067F8847-7E67-4AEA-BC7D-29D0F9D7836F}" destId="{44951DC8-6A36-49A7-AFB6-5303EDFC4186}" srcOrd="0" destOrd="0" presId="urn:microsoft.com/office/officeart/2009/3/layout/BlockDescendingList"/>
    <dgm:cxn modelId="{7AF536DC-113F-4C23-8DE0-445BA4B555E4}" type="presParOf" srcId="{9A971420-6CD7-4088-A449-C2B5EAF71F40}" destId="{D67F2F8B-A673-4A5B-8683-5BF546C80932}" srcOrd="0" destOrd="0" presId="urn:microsoft.com/office/officeart/2009/3/layout/BlockDescendingList"/>
    <dgm:cxn modelId="{2DC8D716-C134-4E7A-B3B0-DA061F4702B5}" type="presParOf" srcId="{9A971420-6CD7-4088-A449-C2B5EAF71F40}" destId="{1CFA633D-54B9-430C-B0DA-CB749D4CDE17}" srcOrd="1" destOrd="0" presId="urn:microsoft.com/office/officeart/2009/3/layout/BlockDescendingList"/>
    <dgm:cxn modelId="{9BB9F29E-8CF0-47BB-A4AC-6B8865DB53D8}" type="presParOf" srcId="{9A971420-6CD7-4088-A449-C2B5EAF71F40}" destId="{EAC82374-C4FF-448F-84DC-6BF931FB5F8D}" srcOrd="2" destOrd="0" presId="urn:microsoft.com/office/officeart/2009/3/layout/BlockDescendingList"/>
    <dgm:cxn modelId="{A7DABC57-2846-4CA6-9199-2E4875EA94AE}" type="presParOf" srcId="{EAC82374-C4FF-448F-84DC-6BF931FB5F8D}" destId="{45BBCF86-30DB-4D42-A627-5980F0848FE1}" srcOrd="0" destOrd="0" presId="urn:microsoft.com/office/officeart/2009/3/layout/BlockDescendingList"/>
    <dgm:cxn modelId="{962A997C-2003-465F-8DB6-8855118B7FC1}" type="presParOf" srcId="{9A971420-6CD7-4088-A449-C2B5EAF71F40}" destId="{F582168B-A290-4046-8F8B-51C01901421B}" srcOrd="3" destOrd="0" presId="urn:microsoft.com/office/officeart/2009/3/layout/BlockDescendingList"/>
    <dgm:cxn modelId="{87E2C1E4-63A0-4A0E-AEDB-48304E926D3D}" type="presParOf" srcId="{9A971420-6CD7-4088-A449-C2B5EAF71F40}" destId="{153E224C-149C-4E57-B054-3F2120DFB4E8}" srcOrd="4" destOrd="0" presId="urn:microsoft.com/office/officeart/2009/3/layout/BlockDescendingList"/>
    <dgm:cxn modelId="{740F6B1B-58E8-4FC2-8155-426B2D64EB70}" type="presParOf" srcId="{9A971420-6CD7-4088-A449-C2B5EAF71F40}" destId="{03A4A9A4-AAC8-477F-B95E-FFF946A2F271}" srcOrd="5" destOrd="0" presId="urn:microsoft.com/office/officeart/2009/3/layout/BlockDescendingList"/>
    <dgm:cxn modelId="{C4A0BFF0-2B0D-403C-ACA1-0C51548B4091}" type="presParOf" srcId="{03A4A9A4-AAC8-477F-B95E-FFF946A2F271}" destId="{D80D1931-8DD3-4B33-8F48-7E5DDB85EA9F}" srcOrd="0" destOrd="0" presId="urn:microsoft.com/office/officeart/2009/3/layout/BlockDescendingList"/>
    <dgm:cxn modelId="{BB2577FA-E048-4C80-852E-1337FE6D6F48}" type="presParOf" srcId="{9A971420-6CD7-4088-A449-C2B5EAF71F40}" destId="{512EB590-0335-41BC-90F1-7A348AF326AA}" srcOrd="6" destOrd="0" presId="urn:microsoft.com/office/officeart/2009/3/layout/BlockDescendingList"/>
    <dgm:cxn modelId="{8DA3C0EC-2FF8-46F5-9785-0DF1489CB56D}" type="presParOf" srcId="{9A971420-6CD7-4088-A449-C2B5EAF71F40}" destId="{AF626C11-9A43-4CFC-ADF1-474AB439D266}" srcOrd="7" destOrd="0" presId="urn:microsoft.com/office/officeart/2009/3/layout/BlockDescendingList"/>
    <dgm:cxn modelId="{7BEFFC18-9C4A-4BD8-9AED-A3A558FF85CB}" type="presParOf" srcId="{9A971420-6CD7-4088-A449-C2B5EAF71F40}" destId="{4EF20CDB-385A-42E1-9DDE-D31EEE32AF04}" srcOrd="8" destOrd="0" presId="urn:microsoft.com/office/officeart/2009/3/layout/BlockDescendingList"/>
    <dgm:cxn modelId="{478C44C4-C4FF-4DE5-AA83-4640D7684B2A}" type="presParOf" srcId="{4EF20CDB-385A-42E1-9DDE-D31EEE32AF04}" destId="{BEFBE32A-9681-4BA5-AE15-707A174DC5A3}" srcOrd="0" destOrd="0" presId="urn:microsoft.com/office/officeart/2009/3/layout/BlockDescendingList"/>
    <dgm:cxn modelId="{0C2AA970-4D7C-43F7-A28E-77552D7517D3}" type="presParOf" srcId="{9A971420-6CD7-4088-A449-C2B5EAF71F40}" destId="{5205FA23-20D4-4A9E-B12C-7214D2BCE876}" srcOrd="9" destOrd="0" presId="urn:microsoft.com/office/officeart/2009/3/layout/BlockDescendingList"/>
    <dgm:cxn modelId="{F4ED91B8-0247-4929-8F09-DA4DB1B216EE}" type="presParOf" srcId="{9A971420-6CD7-4088-A449-C2B5EAF71F40}" destId="{676728A6-733A-496E-B8BB-0AA1DB834A16}" srcOrd="10" destOrd="0" presId="urn:microsoft.com/office/officeart/2009/3/layout/BlockDescendingList"/>
    <dgm:cxn modelId="{3704D715-BFCA-47F3-A01D-7D3F3A6306AC}" type="presParOf" srcId="{9A971420-6CD7-4088-A449-C2B5EAF71F40}" destId="{CA30F7C1-B5EE-4C87-A33B-11A563A68686}" srcOrd="11" destOrd="0" presId="urn:microsoft.com/office/officeart/2009/3/layout/BlockDescendingList"/>
    <dgm:cxn modelId="{91957F81-D5D9-4CF9-8663-9EBCB4F046C9}" type="presParOf" srcId="{CA30F7C1-B5EE-4C87-A33B-11A563A68686}" destId="{1D40EE87-D48D-4187-91CD-06DD96F4A098}" srcOrd="0" destOrd="0" presId="urn:microsoft.com/office/officeart/2009/3/layout/BlockDescendingList"/>
    <dgm:cxn modelId="{A622F6B7-8C7E-4C19-B1AE-81A1D799C02A}" type="presParOf" srcId="{9A971420-6CD7-4088-A449-C2B5EAF71F40}" destId="{44951DC8-6A36-49A7-AFB6-5303EDFC4186}" srcOrd="12" destOrd="0" presId="urn:microsoft.com/office/officeart/2009/3/layout/BlockDescendingList"/>
    <dgm:cxn modelId="{F59FF517-1DA4-467F-BFE6-E9E862F5C009}" type="presParOf" srcId="{9A971420-6CD7-4088-A449-C2B5EAF71F40}" destId="{5908C385-D1F7-4445-9DA5-5642681194EF}" srcOrd="13" destOrd="0" presId="urn:microsoft.com/office/officeart/2009/3/layout/BlockDescendingList"/>
    <dgm:cxn modelId="{D64B6103-0CBA-4DFE-B989-D4A6B8C116DC}" type="presParOf" srcId="{9A971420-6CD7-4088-A449-C2B5EAF71F40}" destId="{55FFB4CC-45B9-49D1-918C-2D8A2C3105E8}" srcOrd="14" destOrd="0" presId="urn:microsoft.com/office/officeart/2009/3/layout/BlockDescendingList"/>
    <dgm:cxn modelId="{9C7A57C3-66BB-4880-8CF0-799DEB1BE1A2}" type="presParOf" srcId="{55FFB4CC-45B9-49D1-918C-2D8A2C3105E8}" destId="{53782D30-ABAD-49DC-B546-636456BBC9F8}" srcOrd="0" destOrd="0" presId="urn:microsoft.com/office/officeart/2009/3/layout/BlockDescendingList"/>
    <dgm:cxn modelId="{5E4E412A-FA86-429A-ADC1-396E79F16538}" type="presParOf" srcId="{9A971420-6CD7-4088-A449-C2B5EAF71F40}" destId="{8478258E-6D78-4CD8-8AA6-B664C3E7CE1E}" srcOrd="15" destOrd="0" presId="urn:microsoft.com/office/officeart/2009/3/layout/BlockDescendingList"/>
    <dgm:cxn modelId="{55D253FD-8E43-4754-958F-FA5174BB9989}" type="presParOf" srcId="{9A971420-6CD7-4088-A449-C2B5EAF71F40}" destId="{F314E5B4-8F33-4D09-8A1C-BAE0A1D13F8F}" srcOrd="16" destOrd="0" presId="urn:microsoft.com/office/officeart/2009/3/layout/BlockDescendingList"/>
    <dgm:cxn modelId="{4C5C631B-CAC2-4E6E-8457-4EA567D210DD}" type="presParOf" srcId="{9A971420-6CD7-4088-A449-C2B5EAF71F40}" destId="{46EF1C75-50C7-418E-8AA4-95EED9986887}" srcOrd="17" destOrd="0" presId="urn:microsoft.com/office/officeart/2009/3/layout/BlockDescendingList"/>
    <dgm:cxn modelId="{1D791E05-FC27-480B-803E-23BF463688A6}" type="presParOf" srcId="{46EF1C75-50C7-418E-8AA4-95EED9986887}" destId="{FCFA9ABF-4255-48FF-90E7-6C8E771921DA}" srcOrd="0" destOrd="0" presId="urn:microsoft.com/office/officeart/2009/3/layout/BlockDescendingList"/>
    <dgm:cxn modelId="{9572C837-ADBF-4E4A-809F-F035F8097DED}" type="presParOf" srcId="{9A971420-6CD7-4088-A449-C2B5EAF71F40}" destId="{3880962B-3CC8-4B1E-B506-A3000E99CB5A}" srcOrd="18" destOrd="0" presId="urn:microsoft.com/office/officeart/2009/3/layout/BlockDescendingList"/>
    <dgm:cxn modelId="{196FED72-B463-4B8C-90CB-58F8AE4FA413}" type="presParOf" srcId="{9A971420-6CD7-4088-A449-C2B5EAF71F40}" destId="{9109178B-10AF-4D34-9F7B-A9C3BA4E16EB}" srcOrd="19" destOrd="0" presId="urn:microsoft.com/office/officeart/2009/3/layout/BlockDescendingList"/>
    <dgm:cxn modelId="{087A3E30-B8E6-4546-8A81-144BB37EE923}" type="presParOf" srcId="{9A971420-6CD7-4088-A449-C2B5EAF71F40}" destId="{3E81F499-F508-466B-9346-6C061E947187}" srcOrd="20" destOrd="0" presId="urn:microsoft.com/office/officeart/2009/3/layout/BlockDescendingList"/>
    <dgm:cxn modelId="{1AFDA50E-D74D-4163-A92C-4C22F3C0367B}" type="presParOf" srcId="{3E81F499-F508-466B-9346-6C061E947187}" destId="{A320FFCD-9F07-4027-B327-F51FA6D4A45B}" srcOrd="0" destOrd="0" presId="urn:microsoft.com/office/officeart/2009/3/layout/BlockDescending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26A5CA-6CF2-43F7-99B9-818D5A5AE23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743D9F8-9E69-42C1-A471-B889889002FF}">
      <dgm:prSet/>
      <dgm:spPr/>
      <dgm:t>
        <a:bodyPr/>
        <a:lstStyle/>
        <a:p>
          <a:pPr rtl="0"/>
          <a:r>
            <a:rPr lang="zh-CN" b="0" i="0" dirty="0" smtClean="0"/>
            <a:t>董事会</a:t>
          </a:r>
          <a:endParaRPr lang="zh-CN" dirty="0"/>
        </a:p>
      </dgm:t>
    </dgm:pt>
    <dgm:pt modelId="{097A0DD8-5F6A-41B1-BB75-810188A8D962}" type="parTrans" cxnId="{FF4A35A6-F240-4538-BA30-9FEF5AF163ED}">
      <dgm:prSet/>
      <dgm:spPr/>
      <dgm:t>
        <a:bodyPr/>
        <a:lstStyle/>
        <a:p>
          <a:endParaRPr lang="zh-CN" altLang="en-US"/>
        </a:p>
      </dgm:t>
    </dgm:pt>
    <dgm:pt modelId="{A28F1C02-061B-41D3-95A2-3174EA1D7EB6}" type="sibTrans" cxnId="{FF4A35A6-F240-4538-BA30-9FEF5AF163ED}">
      <dgm:prSet/>
      <dgm:spPr/>
      <dgm:t>
        <a:bodyPr/>
        <a:lstStyle/>
        <a:p>
          <a:endParaRPr lang="zh-CN" altLang="en-US"/>
        </a:p>
      </dgm:t>
    </dgm:pt>
    <dgm:pt modelId="{820E4957-C409-4DA7-AAD9-E6EFF0AED019}">
      <dgm:prSet/>
      <dgm:spPr/>
      <dgm:t>
        <a:bodyPr/>
        <a:lstStyle/>
        <a:p>
          <a:pPr rtl="0"/>
          <a:r>
            <a:rPr lang="zh-CN" b="0" i="0" dirty="0" smtClean="0"/>
            <a:t>研发部</a:t>
          </a:r>
          <a:endParaRPr lang="zh-CN" dirty="0"/>
        </a:p>
      </dgm:t>
    </dgm:pt>
    <dgm:pt modelId="{E3D4E17F-911B-4A60-B45E-509E0080E3D1}" type="parTrans" cxnId="{F0C212C2-9D40-440B-80E1-21D4F69770F4}">
      <dgm:prSet/>
      <dgm:spPr/>
      <dgm:t>
        <a:bodyPr/>
        <a:lstStyle/>
        <a:p>
          <a:endParaRPr lang="zh-CN" altLang="en-US"/>
        </a:p>
      </dgm:t>
    </dgm:pt>
    <dgm:pt modelId="{CFD6782D-1B50-4B22-8E70-C8F6095D9ECA}" type="sibTrans" cxnId="{F0C212C2-9D40-440B-80E1-21D4F69770F4}">
      <dgm:prSet/>
      <dgm:spPr/>
      <dgm:t>
        <a:bodyPr/>
        <a:lstStyle/>
        <a:p>
          <a:endParaRPr lang="zh-CN" altLang="en-US"/>
        </a:p>
      </dgm:t>
    </dgm:pt>
    <dgm:pt modelId="{0D75C1B5-6DE5-42F0-BAF2-EA4DA2FA1AAA}">
      <dgm:prSet/>
      <dgm:spPr/>
      <dgm:t>
        <a:bodyPr/>
        <a:lstStyle/>
        <a:p>
          <a:pPr rtl="0"/>
          <a:r>
            <a:rPr lang="zh-CN" b="0" i="0" dirty="0" smtClean="0"/>
            <a:t>采购部</a:t>
          </a:r>
          <a:endParaRPr lang="zh-CN" dirty="0"/>
        </a:p>
      </dgm:t>
    </dgm:pt>
    <dgm:pt modelId="{48837580-DF25-4F59-A043-3F0766FA95AB}" type="parTrans" cxnId="{9B5CA4DC-FA17-460E-BD36-5A22756528C6}">
      <dgm:prSet/>
      <dgm:spPr/>
      <dgm:t>
        <a:bodyPr/>
        <a:lstStyle/>
        <a:p>
          <a:endParaRPr lang="zh-CN" altLang="en-US"/>
        </a:p>
      </dgm:t>
    </dgm:pt>
    <dgm:pt modelId="{EA3A581A-D5DC-474D-898C-B0435A69D177}" type="sibTrans" cxnId="{9B5CA4DC-FA17-460E-BD36-5A22756528C6}">
      <dgm:prSet/>
      <dgm:spPr/>
      <dgm:t>
        <a:bodyPr/>
        <a:lstStyle/>
        <a:p>
          <a:endParaRPr lang="zh-CN" altLang="en-US"/>
        </a:p>
      </dgm:t>
    </dgm:pt>
    <dgm:pt modelId="{B5C15BEE-EFA8-44D8-8A5A-05DEC1C78A6E}">
      <dgm:prSet/>
      <dgm:spPr/>
      <dgm:t>
        <a:bodyPr/>
        <a:lstStyle/>
        <a:p>
          <a:pPr rtl="0"/>
          <a:r>
            <a:rPr lang="zh-CN" b="0" i="0" smtClean="0"/>
            <a:t>销售部</a:t>
          </a:r>
          <a:endParaRPr lang="zh-CN"/>
        </a:p>
      </dgm:t>
    </dgm:pt>
    <dgm:pt modelId="{4DD064FF-85DA-4141-820A-1B00A1E3C3E2}" type="parTrans" cxnId="{ECBEADF8-4825-4B2A-9A71-7DEE341A1BB0}">
      <dgm:prSet/>
      <dgm:spPr/>
      <dgm:t>
        <a:bodyPr/>
        <a:lstStyle/>
        <a:p>
          <a:endParaRPr lang="zh-CN" altLang="en-US"/>
        </a:p>
      </dgm:t>
    </dgm:pt>
    <dgm:pt modelId="{6CE25CA2-7B39-4B28-8481-9C7D5EEC75CF}" type="sibTrans" cxnId="{ECBEADF8-4825-4B2A-9A71-7DEE341A1BB0}">
      <dgm:prSet/>
      <dgm:spPr/>
      <dgm:t>
        <a:bodyPr/>
        <a:lstStyle/>
        <a:p>
          <a:endParaRPr lang="zh-CN" altLang="en-US"/>
        </a:p>
      </dgm:t>
    </dgm:pt>
    <dgm:pt modelId="{630E41D5-02E8-47F9-BD0B-751F3B3AA971}">
      <dgm:prSet/>
      <dgm:spPr/>
      <dgm:t>
        <a:bodyPr/>
        <a:lstStyle/>
        <a:p>
          <a:pPr rtl="0"/>
          <a:r>
            <a:rPr lang="zh-CN" b="0" i="0" smtClean="0"/>
            <a:t>财务部</a:t>
          </a:r>
          <a:endParaRPr lang="zh-CN"/>
        </a:p>
      </dgm:t>
    </dgm:pt>
    <dgm:pt modelId="{118DF7F2-906F-441F-AEB8-0D7DC4260B99}" type="parTrans" cxnId="{5562CBAB-7A95-44EE-BD7B-84B287FFAB4C}">
      <dgm:prSet/>
      <dgm:spPr/>
      <dgm:t>
        <a:bodyPr/>
        <a:lstStyle/>
        <a:p>
          <a:endParaRPr lang="zh-CN" altLang="en-US"/>
        </a:p>
      </dgm:t>
    </dgm:pt>
    <dgm:pt modelId="{9D69D548-45E2-42CF-8C30-C4CCBE32DD12}" type="sibTrans" cxnId="{5562CBAB-7A95-44EE-BD7B-84B287FFAB4C}">
      <dgm:prSet/>
      <dgm:spPr/>
      <dgm:t>
        <a:bodyPr/>
        <a:lstStyle/>
        <a:p>
          <a:endParaRPr lang="zh-CN" altLang="en-US"/>
        </a:p>
      </dgm:t>
    </dgm:pt>
    <dgm:pt modelId="{12C494D7-A030-4A66-BB95-3473E5DDF4EB}">
      <dgm:prSet/>
      <dgm:spPr/>
      <dgm:t>
        <a:bodyPr/>
        <a:lstStyle/>
        <a:p>
          <a:pPr rtl="0"/>
          <a:r>
            <a:rPr lang="zh-CN" b="0" i="0" smtClean="0"/>
            <a:t>人力资源部</a:t>
          </a:r>
          <a:br>
            <a:rPr lang="zh-CN" b="0" i="0" smtClean="0"/>
          </a:br>
          <a:endParaRPr lang="zh-CN"/>
        </a:p>
      </dgm:t>
    </dgm:pt>
    <dgm:pt modelId="{3C3802DA-B6AF-4CCC-83F4-4E11FB6E0AD3}" type="parTrans" cxnId="{7F678C62-8A85-4366-9CE3-86241760C352}">
      <dgm:prSet/>
      <dgm:spPr/>
      <dgm:t>
        <a:bodyPr/>
        <a:lstStyle/>
        <a:p>
          <a:endParaRPr lang="zh-CN" altLang="en-US"/>
        </a:p>
      </dgm:t>
    </dgm:pt>
    <dgm:pt modelId="{60D68AE9-CBD7-426C-9434-34457A861F04}" type="sibTrans" cxnId="{7F678C62-8A85-4366-9CE3-86241760C352}">
      <dgm:prSet/>
      <dgm:spPr/>
      <dgm:t>
        <a:bodyPr/>
        <a:lstStyle/>
        <a:p>
          <a:endParaRPr lang="zh-CN" altLang="en-US"/>
        </a:p>
      </dgm:t>
    </dgm:pt>
    <dgm:pt modelId="{06DDFF63-4AAA-4E47-8B77-76BD9964F1E6}" type="asst">
      <dgm:prSet/>
      <dgm:spPr/>
      <dgm:t>
        <a:bodyPr/>
        <a:lstStyle/>
        <a:p>
          <a:pPr rtl="0"/>
          <a:r>
            <a:rPr lang="zh-CN" b="0" i="0" dirty="0" smtClean="0"/>
            <a:t>监事会</a:t>
          </a:r>
          <a:endParaRPr lang="zh-CN" altLang="en-US" dirty="0"/>
        </a:p>
      </dgm:t>
    </dgm:pt>
    <dgm:pt modelId="{FD687A80-116A-4924-9D32-DC03C461C403}" type="parTrans" cxnId="{ABACF737-EA59-4720-B220-BEE86D9C8983}">
      <dgm:prSet/>
      <dgm:spPr/>
      <dgm:t>
        <a:bodyPr/>
        <a:lstStyle/>
        <a:p>
          <a:endParaRPr lang="zh-CN" altLang="en-US"/>
        </a:p>
      </dgm:t>
    </dgm:pt>
    <dgm:pt modelId="{CCB88978-38F0-4D08-B861-7AA684F6DE1E}" type="sibTrans" cxnId="{ABACF737-EA59-4720-B220-BEE86D9C8983}">
      <dgm:prSet/>
      <dgm:spPr/>
      <dgm:t>
        <a:bodyPr/>
        <a:lstStyle/>
        <a:p>
          <a:endParaRPr lang="zh-CN" altLang="en-US"/>
        </a:p>
      </dgm:t>
    </dgm:pt>
    <dgm:pt modelId="{B151B3D5-550F-463E-9BB0-53C9A49C0A2C}" type="asst">
      <dgm:prSet/>
      <dgm:spPr/>
      <dgm:t>
        <a:bodyPr/>
        <a:lstStyle/>
        <a:p>
          <a:pPr rtl="0"/>
          <a:r>
            <a:rPr lang="zh-CN" b="0" i="0" dirty="0" smtClean="0"/>
            <a:t>总经理</a:t>
          </a:r>
          <a:endParaRPr lang="zh-CN" altLang="en-US" dirty="0"/>
        </a:p>
      </dgm:t>
    </dgm:pt>
    <dgm:pt modelId="{C07F7F84-B5D4-44A9-B94C-7F28795B5ABA}" type="parTrans" cxnId="{4142E55F-C285-4994-9D15-B39F341326DA}">
      <dgm:prSet/>
      <dgm:spPr/>
      <dgm:t>
        <a:bodyPr/>
        <a:lstStyle/>
        <a:p>
          <a:endParaRPr lang="zh-CN" altLang="en-US"/>
        </a:p>
      </dgm:t>
    </dgm:pt>
    <dgm:pt modelId="{A0B2F9BB-E6C4-4195-9568-CEC5448326C3}" type="sibTrans" cxnId="{4142E55F-C285-4994-9D15-B39F341326DA}">
      <dgm:prSet/>
      <dgm:spPr/>
      <dgm:t>
        <a:bodyPr/>
        <a:lstStyle/>
        <a:p>
          <a:endParaRPr lang="zh-CN" altLang="en-US"/>
        </a:p>
      </dgm:t>
    </dgm:pt>
    <dgm:pt modelId="{AF7A7CD1-2643-4707-B791-F6B59045A36F}">
      <dgm:prSet/>
      <dgm:spPr/>
      <dgm:t>
        <a:bodyPr/>
        <a:lstStyle/>
        <a:p>
          <a:pPr rtl="0"/>
          <a:r>
            <a:rPr lang="zh-CN" altLang="en-US" dirty="0" smtClean="0"/>
            <a:t>北区</a:t>
          </a:r>
          <a:endParaRPr lang="zh-CN" dirty="0"/>
        </a:p>
      </dgm:t>
    </dgm:pt>
    <dgm:pt modelId="{861D8A94-FB2F-4756-8C76-B8639D2AF889}" type="parTrans" cxnId="{C49DF56C-6C70-4B52-9014-61A2B018CCD8}">
      <dgm:prSet/>
      <dgm:spPr/>
      <dgm:t>
        <a:bodyPr/>
        <a:lstStyle/>
        <a:p>
          <a:endParaRPr lang="zh-CN" altLang="en-US"/>
        </a:p>
      </dgm:t>
    </dgm:pt>
    <dgm:pt modelId="{7C270B51-D951-49B3-8D68-25901F86FCAC}" type="sibTrans" cxnId="{C49DF56C-6C70-4B52-9014-61A2B018CCD8}">
      <dgm:prSet/>
      <dgm:spPr/>
      <dgm:t>
        <a:bodyPr/>
        <a:lstStyle/>
        <a:p>
          <a:endParaRPr lang="zh-CN" altLang="en-US"/>
        </a:p>
      </dgm:t>
    </dgm:pt>
    <dgm:pt modelId="{0FA6A1CF-3139-46E1-917F-AFDC7E150A87}">
      <dgm:prSet/>
      <dgm:spPr/>
      <dgm:t>
        <a:bodyPr/>
        <a:lstStyle/>
        <a:p>
          <a:pPr rtl="0"/>
          <a:r>
            <a:rPr lang="zh-CN" altLang="en-US" dirty="0" smtClean="0"/>
            <a:t>南区</a:t>
          </a:r>
          <a:endParaRPr lang="zh-CN" dirty="0"/>
        </a:p>
      </dgm:t>
    </dgm:pt>
    <dgm:pt modelId="{DFE03000-2669-4611-A71B-C005F51E4D14}" type="parTrans" cxnId="{422AEB47-A895-446C-971D-35603FD5C28F}">
      <dgm:prSet/>
      <dgm:spPr/>
      <dgm:t>
        <a:bodyPr/>
        <a:lstStyle/>
        <a:p>
          <a:endParaRPr lang="zh-CN" altLang="en-US"/>
        </a:p>
      </dgm:t>
    </dgm:pt>
    <dgm:pt modelId="{D5B47F57-7071-4CC1-BEB5-A9D7BE443C5C}" type="sibTrans" cxnId="{422AEB47-A895-446C-971D-35603FD5C28F}">
      <dgm:prSet/>
      <dgm:spPr/>
      <dgm:t>
        <a:bodyPr/>
        <a:lstStyle/>
        <a:p>
          <a:endParaRPr lang="zh-CN" altLang="en-US"/>
        </a:p>
      </dgm:t>
    </dgm:pt>
    <dgm:pt modelId="{84C516F9-DD50-4BE4-B4A6-CDC6F72B3636}" type="pres">
      <dgm:prSet presAssocID="{1B26A5CA-6CF2-43F7-99B9-818D5A5AE23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DA7D8C09-A7FF-4BF6-B3E6-8886A9D5CC78}" type="pres">
      <dgm:prSet presAssocID="{C743D9F8-9E69-42C1-A471-B889889002FF}" presName="hierRoot1" presStyleCnt="0">
        <dgm:presLayoutVars>
          <dgm:hierBranch val="init"/>
        </dgm:presLayoutVars>
      </dgm:prSet>
      <dgm:spPr/>
    </dgm:pt>
    <dgm:pt modelId="{9AC25045-7AD3-4784-8625-095A980762FB}" type="pres">
      <dgm:prSet presAssocID="{C743D9F8-9E69-42C1-A471-B889889002FF}" presName="rootComposite1" presStyleCnt="0"/>
      <dgm:spPr/>
    </dgm:pt>
    <dgm:pt modelId="{343BA6CA-412A-4455-8F91-3FAFD9CE9586}" type="pres">
      <dgm:prSet presAssocID="{C743D9F8-9E69-42C1-A471-B889889002FF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588E259-04F8-444B-91CC-1818BD9AAE5A}" type="pres">
      <dgm:prSet presAssocID="{C743D9F8-9E69-42C1-A471-B889889002FF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FA650FFD-8457-4E37-BA1B-6A09C16A7CD1}" type="pres">
      <dgm:prSet presAssocID="{C743D9F8-9E69-42C1-A471-B889889002FF}" presName="hierChild2" presStyleCnt="0"/>
      <dgm:spPr/>
    </dgm:pt>
    <dgm:pt modelId="{37FC9E8C-1531-41FE-8D19-31163BA9EBEA}" type="pres">
      <dgm:prSet presAssocID="{E3D4E17F-911B-4A60-B45E-509E0080E3D1}" presName="Name37" presStyleLbl="parChTrans1D2" presStyleIdx="0" presStyleCnt="7"/>
      <dgm:spPr/>
      <dgm:t>
        <a:bodyPr/>
        <a:lstStyle/>
        <a:p>
          <a:endParaRPr lang="zh-CN" altLang="en-US"/>
        </a:p>
      </dgm:t>
    </dgm:pt>
    <dgm:pt modelId="{63F0B1CF-C658-4687-A802-387B1EA389BB}" type="pres">
      <dgm:prSet presAssocID="{820E4957-C409-4DA7-AAD9-E6EFF0AED019}" presName="hierRoot2" presStyleCnt="0">
        <dgm:presLayoutVars>
          <dgm:hierBranch val="init"/>
        </dgm:presLayoutVars>
      </dgm:prSet>
      <dgm:spPr/>
    </dgm:pt>
    <dgm:pt modelId="{8AADF594-7DB7-403F-89B4-E18582CA8450}" type="pres">
      <dgm:prSet presAssocID="{820E4957-C409-4DA7-AAD9-E6EFF0AED019}" presName="rootComposite" presStyleCnt="0"/>
      <dgm:spPr/>
    </dgm:pt>
    <dgm:pt modelId="{54D68CD7-BA20-438F-86CB-63DF4CAD65C6}" type="pres">
      <dgm:prSet presAssocID="{820E4957-C409-4DA7-AAD9-E6EFF0AED019}" presName="rootText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493A51E-9D22-4802-972D-DA04BAD09482}" type="pres">
      <dgm:prSet presAssocID="{820E4957-C409-4DA7-AAD9-E6EFF0AED019}" presName="rootConnector" presStyleLbl="node2" presStyleIdx="0" presStyleCnt="5"/>
      <dgm:spPr/>
      <dgm:t>
        <a:bodyPr/>
        <a:lstStyle/>
        <a:p>
          <a:endParaRPr lang="zh-CN" altLang="en-US"/>
        </a:p>
      </dgm:t>
    </dgm:pt>
    <dgm:pt modelId="{AD7CE0F8-BC87-4A7F-8A1C-432BD7696480}" type="pres">
      <dgm:prSet presAssocID="{820E4957-C409-4DA7-AAD9-E6EFF0AED019}" presName="hierChild4" presStyleCnt="0"/>
      <dgm:spPr/>
    </dgm:pt>
    <dgm:pt modelId="{C4693978-F355-4306-8450-60A1D62B93DD}" type="pres">
      <dgm:prSet presAssocID="{820E4957-C409-4DA7-AAD9-E6EFF0AED019}" presName="hierChild5" presStyleCnt="0"/>
      <dgm:spPr/>
    </dgm:pt>
    <dgm:pt modelId="{3ED90476-649F-43D8-822F-99F65934D96E}" type="pres">
      <dgm:prSet presAssocID="{48837580-DF25-4F59-A043-3F0766FA95AB}" presName="Name37" presStyleLbl="parChTrans1D2" presStyleIdx="1" presStyleCnt="7"/>
      <dgm:spPr/>
      <dgm:t>
        <a:bodyPr/>
        <a:lstStyle/>
        <a:p>
          <a:endParaRPr lang="zh-CN" altLang="en-US"/>
        </a:p>
      </dgm:t>
    </dgm:pt>
    <dgm:pt modelId="{EE3483B7-D512-435B-AD7B-6CF7D5B1874A}" type="pres">
      <dgm:prSet presAssocID="{0D75C1B5-6DE5-42F0-BAF2-EA4DA2FA1AAA}" presName="hierRoot2" presStyleCnt="0">
        <dgm:presLayoutVars>
          <dgm:hierBranch/>
        </dgm:presLayoutVars>
      </dgm:prSet>
      <dgm:spPr/>
    </dgm:pt>
    <dgm:pt modelId="{30CA714E-A08B-462B-AAC4-DB6176C062A1}" type="pres">
      <dgm:prSet presAssocID="{0D75C1B5-6DE5-42F0-BAF2-EA4DA2FA1AAA}" presName="rootComposite" presStyleCnt="0"/>
      <dgm:spPr/>
    </dgm:pt>
    <dgm:pt modelId="{A0BA5B0A-E309-4277-B4E9-6E63B239D9E0}" type="pres">
      <dgm:prSet presAssocID="{0D75C1B5-6DE5-42F0-BAF2-EA4DA2FA1AAA}" presName="rootText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637A6E5-EDFF-44A1-90D5-F4EC56191A43}" type="pres">
      <dgm:prSet presAssocID="{0D75C1B5-6DE5-42F0-BAF2-EA4DA2FA1AAA}" presName="rootConnector" presStyleLbl="node2" presStyleIdx="1" presStyleCnt="5"/>
      <dgm:spPr/>
      <dgm:t>
        <a:bodyPr/>
        <a:lstStyle/>
        <a:p>
          <a:endParaRPr lang="zh-CN" altLang="en-US"/>
        </a:p>
      </dgm:t>
    </dgm:pt>
    <dgm:pt modelId="{2B702B96-B694-4371-8BB2-E7BB5BA4080E}" type="pres">
      <dgm:prSet presAssocID="{0D75C1B5-6DE5-42F0-BAF2-EA4DA2FA1AAA}" presName="hierChild4" presStyleCnt="0"/>
      <dgm:spPr/>
    </dgm:pt>
    <dgm:pt modelId="{EC49B1B4-B1DA-4C83-B89F-618F6E728CF6}" type="pres">
      <dgm:prSet presAssocID="{861D8A94-FB2F-4756-8C76-B8639D2AF889}" presName="Name35" presStyleLbl="parChTrans1D3" presStyleIdx="0" presStyleCnt="2"/>
      <dgm:spPr/>
      <dgm:t>
        <a:bodyPr/>
        <a:lstStyle/>
        <a:p>
          <a:endParaRPr lang="zh-CN" altLang="en-US"/>
        </a:p>
      </dgm:t>
    </dgm:pt>
    <dgm:pt modelId="{7C869692-3EF8-42C3-9D3B-61CE698BE49D}" type="pres">
      <dgm:prSet presAssocID="{AF7A7CD1-2643-4707-B791-F6B59045A36F}" presName="hierRoot2" presStyleCnt="0">
        <dgm:presLayoutVars>
          <dgm:hierBranch val="init"/>
        </dgm:presLayoutVars>
      </dgm:prSet>
      <dgm:spPr/>
    </dgm:pt>
    <dgm:pt modelId="{493DDE99-C799-4F8B-8B85-4BFEB75A9599}" type="pres">
      <dgm:prSet presAssocID="{AF7A7CD1-2643-4707-B791-F6B59045A36F}" presName="rootComposite" presStyleCnt="0"/>
      <dgm:spPr/>
    </dgm:pt>
    <dgm:pt modelId="{C28C977F-98F9-4867-92E4-E53377CA4A70}" type="pres">
      <dgm:prSet presAssocID="{AF7A7CD1-2643-4707-B791-F6B59045A36F}" presName="rootText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E04AF89-9ABD-4FDA-922B-959FD8FBF709}" type="pres">
      <dgm:prSet presAssocID="{AF7A7CD1-2643-4707-B791-F6B59045A36F}" presName="rootConnector" presStyleLbl="node3" presStyleIdx="0" presStyleCnt="2"/>
      <dgm:spPr/>
      <dgm:t>
        <a:bodyPr/>
        <a:lstStyle/>
        <a:p>
          <a:endParaRPr lang="zh-CN" altLang="en-US"/>
        </a:p>
      </dgm:t>
    </dgm:pt>
    <dgm:pt modelId="{10D57F41-5F58-48A1-93DD-6C87153F819B}" type="pres">
      <dgm:prSet presAssocID="{AF7A7CD1-2643-4707-B791-F6B59045A36F}" presName="hierChild4" presStyleCnt="0"/>
      <dgm:spPr/>
    </dgm:pt>
    <dgm:pt modelId="{24FE00E1-1DDE-4C9B-B4EA-7753153E5640}" type="pres">
      <dgm:prSet presAssocID="{AF7A7CD1-2643-4707-B791-F6B59045A36F}" presName="hierChild5" presStyleCnt="0"/>
      <dgm:spPr/>
    </dgm:pt>
    <dgm:pt modelId="{7A98E973-1460-4DD9-A01C-0243CA1CCB90}" type="pres">
      <dgm:prSet presAssocID="{DFE03000-2669-4611-A71B-C005F51E4D14}" presName="Name35" presStyleLbl="parChTrans1D3" presStyleIdx="1" presStyleCnt="2"/>
      <dgm:spPr/>
      <dgm:t>
        <a:bodyPr/>
        <a:lstStyle/>
        <a:p>
          <a:endParaRPr lang="zh-CN" altLang="en-US"/>
        </a:p>
      </dgm:t>
    </dgm:pt>
    <dgm:pt modelId="{C948C51C-0953-415C-B721-7817927F5175}" type="pres">
      <dgm:prSet presAssocID="{0FA6A1CF-3139-46E1-917F-AFDC7E150A87}" presName="hierRoot2" presStyleCnt="0">
        <dgm:presLayoutVars>
          <dgm:hierBranch val="init"/>
        </dgm:presLayoutVars>
      </dgm:prSet>
      <dgm:spPr/>
    </dgm:pt>
    <dgm:pt modelId="{3AF04C90-F2DC-4213-BD43-A1E82F4B9C24}" type="pres">
      <dgm:prSet presAssocID="{0FA6A1CF-3139-46E1-917F-AFDC7E150A87}" presName="rootComposite" presStyleCnt="0"/>
      <dgm:spPr/>
    </dgm:pt>
    <dgm:pt modelId="{11AE3885-A702-44F3-B69C-85712F3150B2}" type="pres">
      <dgm:prSet presAssocID="{0FA6A1CF-3139-46E1-917F-AFDC7E150A87}" presName="rootText" presStyleLbl="node3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9FE9E7C-EF54-4C4C-A863-99DA86D43454}" type="pres">
      <dgm:prSet presAssocID="{0FA6A1CF-3139-46E1-917F-AFDC7E150A87}" presName="rootConnector" presStyleLbl="node3" presStyleIdx="1" presStyleCnt="2"/>
      <dgm:spPr/>
      <dgm:t>
        <a:bodyPr/>
        <a:lstStyle/>
        <a:p>
          <a:endParaRPr lang="zh-CN" altLang="en-US"/>
        </a:p>
      </dgm:t>
    </dgm:pt>
    <dgm:pt modelId="{E42C1700-0E34-4817-8113-F67863BE126D}" type="pres">
      <dgm:prSet presAssocID="{0FA6A1CF-3139-46E1-917F-AFDC7E150A87}" presName="hierChild4" presStyleCnt="0"/>
      <dgm:spPr/>
    </dgm:pt>
    <dgm:pt modelId="{D5307D04-3D33-4116-BBE8-1FC3F8D1B812}" type="pres">
      <dgm:prSet presAssocID="{0FA6A1CF-3139-46E1-917F-AFDC7E150A87}" presName="hierChild5" presStyleCnt="0"/>
      <dgm:spPr/>
    </dgm:pt>
    <dgm:pt modelId="{19B0F5E3-81E7-49D1-B586-1F79578C8AAB}" type="pres">
      <dgm:prSet presAssocID="{0D75C1B5-6DE5-42F0-BAF2-EA4DA2FA1AAA}" presName="hierChild5" presStyleCnt="0"/>
      <dgm:spPr/>
    </dgm:pt>
    <dgm:pt modelId="{9C429C02-278E-4733-A810-F9A656A32B69}" type="pres">
      <dgm:prSet presAssocID="{4DD064FF-85DA-4141-820A-1B00A1E3C3E2}" presName="Name37" presStyleLbl="parChTrans1D2" presStyleIdx="2" presStyleCnt="7"/>
      <dgm:spPr/>
      <dgm:t>
        <a:bodyPr/>
        <a:lstStyle/>
        <a:p>
          <a:endParaRPr lang="zh-CN" altLang="en-US"/>
        </a:p>
      </dgm:t>
    </dgm:pt>
    <dgm:pt modelId="{D8462C9E-F2D0-4F34-AA36-D42C564AF3F0}" type="pres">
      <dgm:prSet presAssocID="{B5C15BEE-EFA8-44D8-8A5A-05DEC1C78A6E}" presName="hierRoot2" presStyleCnt="0">
        <dgm:presLayoutVars>
          <dgm:hierBranch val="init"/>
        </dgm:presLayoutVars>
      </dgm:prSet>
      <dgm:spPr/>
    </dgm:pt>
    <dgm:pt modelId="{03FFBB17-F876-4812-B0AE-170D4C19DF38}" type="pres">
      <dgm:prSet presAssocID="{B5C15BEE-EFA8-44D8-8A5A-05DEC1C78A6E}" presName="rootComposite" presStyleCnt="0"/>
      <dgm:spPr/>
    </dgm:pt>
    <dgm:pt modelId="{F11DD7E0-B229-45AA-AB2D-AF8810ED1942}" type="pres">
      <dgm:prSet presAssocID="{B5C15BEE-EFA8-44D8-8A5A-05DEC1C78A6E}" presName="rootText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9A4BFDC-C2E6-47CA-B5E7-A307C2632C5D}" type="pres">
      <dgm:prSet presAssocID="{B5C15BEE-EFA8-44D8-8A5A-05DEC1C78A6E}" presName="rootConnector" presStyleLbl="node2" presStyleIdx="2" presStyleCnt="5"/>
      <dgm:spPr/>
      <dgm:t>
        <a:bodyPr/>
        <a:lstStyle/>
        <a:p>
          <a:endParaRPr lang="zh-CN" altLang="en-US"/>
        </a:p>
      </dgm:t>
    </dgm:pt>
    <dgm:pt modelId="{5960A6D2-C3CD-44FC-9532-AE0449FCF7AA}" type="pres">
      <dgm:prSet presAssocID="{B5C15BEE-EFA8-44D8-8A5A-05DEC1C78A6E}" presName="hierChild4" presStyleCnt="0"/>
      <dgm:spPr/>
    </dgm:pt>
    <dgm:pt modelId="{03AA9C18-86B9-4A1A-A484-970B70667B96}" type="pres">
      <dgm:prSet presAssocID="{B5C15BEE-EFA8-44D8-8A5A-05DEC1C78A6E}" presName="hierChild5" presStyleCnt="0"/>
      <dgm:spPr/>
    </dgm:pt>
    <dgm:pt modelId="{EA35238B-F5DD-4C08-B8D5-03338F90302C}" type="pres">
      <dgm:prSet presAssocID="{118DF7F2-906F-441F-AEB8-0D7DC4260B99}" presName="Name37" presStyleLbl="parChTrans1D2" presStyleIdx="3" presStyleCnt="7"/>
      <dgm:spPr/>
      <dgm:t>
        <a:bodyPr/>
        <a:lstStyle/>
        <a:p>
          <a:endParaRPr lang="zh-CN" altLang="en-US"/>
        </a:p>
      </dgm:t>
    </dgm:pt>
    <dgm:pt modelId="{531E4797-D8D3-44BC-8236-56ECA6E1B1EA}" type="pres">
      <dgm:prSet presAssocID="{630E41D5-02E8-47F9-BD0B-751F3B3AA971}" presName="hierRoot2" presStyleCnt="0">
        <dgm:presLayoutVars>
          <dgm:hierBranch val="init"/>
        </dgm:presLayoutVars>
      </dgm:prSet>
      <dgm:spPr/>
    </dgm:pt>
    <dgm:pt modelId="{07D3B853-A868-47C0-A3FB-E9E78BCEC1C9}" type="pres">
      <dgm:prSet presAssocID="{630E41D5-02E8-47F9-BD0B-751F3B3AA971}" presName="rootComposite" presStyleCnt="0"/>
      <dgm:spPr/>
    </dgm:pt>
    <dgm:pt modelId="{529FA013-9BD3-4ACE-B6AE-A78F6E9C1B09}" type="pres">
      <dgm:prSet presAssocID="{630E41D5-02E8-47F9-BD0B-751F3B3AA971}" presName="rootText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62C4388-93F2-4600-B70A-5AA918171EDB}" type="pres">
      <dgm:prSet presAssocID="{630E41D5-02E8-47F9-BD0B-751F3B3AA971}" presName="rootConnector" presStyleLbl="node2" presStyleIdx="3" presStyleCnt="5"/>
      <dgm:spPr/>
      <dgm:t>
        <a:bodyPr/>
        <a:lstStyle/>
        <a:p>
          <a:endParaRPr lang="zh-CN" altLang="en-US"/>
        </a:p>
      </dgm:t>
    </dgm:pt>
    <dgm:pt modelId="{9B6708F7-DCCE-4BC0-8BBB-152D611714F1}" type="pres">
      <dgm:prSet presAssocID="{630E41D5-02E8-47F9-BD0B-751F3B3AA971}" presName="hierChild4" presStyleCnt="0"/>
      <dgm:spPr/>
    </dgm:pt>
    <dgm:pt modelId="{DA910E99-605E-4ADA-BCDF-C45E9DD93A7F}" type="pres">
      <dgm:prSet presAssocID="{630E41D5-02E8-47F9-BD0B-751F3B3AA971}" presName="hierChild5" presStyleCnt="0"/>
      <dgm:spPr/>
    </dgm:pt>
    <dgm:pt modelId="{F84E9A1F-1D30-47FC-86F9-6DFCC6C77F72}" type="pres">
      <dgm:prSet presAssocID="{3C3802DA-B6AF-4CCC-83F4-4E11FB6E0AD3}" presName="Name37" presStyleLbl="parChTrans1D2" presStyleIdx="4" presStyleCnt="7"/>
      <dgm:spPr/>
      <dgm:t>
        <a:bodyPr/>
        <a:lstStyle/>
        <a:p>
          <a:endParaRPr lang="zh-CN" altLang="en-US"/>
        </a:p>
      </dgm:t>
    </dgm:pt>
    <dgm:pt modelId="{B3D422C9-1C21-4988-8E4C-226A71ADF483}" type="pres">
      <dgm:prSet presAssocID="{12C494D7-A030-4A66-BB95-3473E5DDF4EB}" presName="hierRoot2" presStyleCnt="0">
        <dgm:presLayoutVars>
          <dgm:hierBranch val="init"/>
        </dgm:presLayoutVars>
      </dgm:prSet>
      <dgm:spPr/>
    </dgm:pt>
    <dgm:pt modelId="{1CB5F577-D53D-49E0-9E1F-41850FF885E9}" type="pres">
      <dgm:prSet presAssocID="{12C494D7-A030-4A66-BB95-3473E5DDF4EB}" presName="rootComposite" presStyleCnt="0"/>
      <dgm:spPr/>
    </dgm:pt>
    <dgm:pt modelId="{BB977A8D-43AC-4E08-AC9E-9C640C3E0FE6}" type="pres">
      <dgm:prSet presAssocID="{12C494D7-A030-4A66-BB95-3473E5DDF4EB}" presName="rootText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8E81871-9664-4340-878F-1B3019EBB8C3}" type="pres">
      <dgm:prSet presAssocID="{12C494D7-A030-4A66-BB95-3473E5DDF4EB}" presName="rootConnector" presStyleLbl="node2" presStyleIdx="4" presStyleCnt="5"/>
      <dgm:spPr/>
      <dgm:t>
        <a:bodyPr/>
        <a:lstStyle/>
        <a:p>
          <a:endParaRPr lang="zh-CN" altLang="en-US"/>
        </a:p>
      </dgm:t>
    </dgm:pt>
    <dgm:pt modelId="{086A8883-C200-4547-AFD4-3F73E139704D}" type="pres">
      <dgm:prSet presAssocID="{12C494D7-A030-4A66-BB95-3473E5DDF4EB}" presName="hierChild4" presStyleCnt="0"/>
      <dgm:spPr/>
    </dgm:pt>
    <dgm:pt modelId="{BAD846B6-84BB-4B9F-9D64-77748EA62E0B}" type="pres">
      <dgm:prSet presAssocID="{12C494D7-A030-4A66-BB95-3473E5DDF4EB}" presName="hierChild5" presStyleCnt="0"/>
      <dgm:spPr/>
    </dgm:pt>
    <dgm:pt modelId="{8B8D477F-CDB1-4038-AA66-154BA03F2697}" type="pres">
      <dgm:prSet presAssocID="{C743D9F8-9E69-42C1-A471-B889889002FF}" presName="hierChild3" presStyleCnt="0"/>
      <dgm:spPr/>
    </dgm:pt>
    <dgm:pt modelId="{88EC9BD0-D07D-450E-AC18-F9BAB8BCCFD7}" type="pres">
      <dgm:prSet presAssocID="{FD687A80-116A-4924-9D32-DC03C461C403}" presName="Name111" presStyleLbl="parChTrans1D2" presStyleIdx="5" presStyleCnt="7"/>
      <dgm:spPr/>
      <dgm:t>
        <a:bodyPr/>
        <a:lstStyle/>
        <a:p>
          <a:endParaRPr lang="zh-CN" altLang="en-US"/>
        </a:p>
      </dgm:t>
    </dgm:pt>
    <dgm:pt modelId="{97D2F366-848B-4DB2-818F-68F5A0C3B481}" type="pres">
      <dgm:prSet presAssocID="{06DDFF63-4AAA-4E47-8B77-76BD9964F1E6}" presName="hierRoot3" presStyleCnt="0">
        <dgm:presLayoutVars>
          <dgm:hierBranch val="init"/>
        </dgm:presLayoutVars>
      </dgm:prSet>
      <dgm:spPr/>
    </dgm:pt>
    <dgm:pt modelId="{0D2546B0-9320-407F-BF6E-BB2527F22283}" type="pres">
      <dgm:prSet presAssocID="{06DDFF63-4AAA-4E47-8B77-76BD9964F1E6}" presName="rootComposite3" presStyleCnt="0"/>
      <dgm:spPr/>
    </dgm:pt>
    <dgm:pt modelId="{0457A571-0358-403E-B24D-5E58CD07DE5F}" type="pres">
      <dgm:prSet presAssocID="{06DDFF63-4AAA-4E47-8B77-76BD9964F1E6}" presName="rootText3" presStyleLbl="asst1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0E5260E-3666-4BF9-9807-B10367B90958}" type="pres">
      <dgm:prSet presAssocID="{06DDFF63-4AAA-4E47-8B77-76BD9964F1E6}" presName="rootConnector3" presStyleLbl="asst1" presStyleIdx="0" presStyleCnt="2"/>
      <dgm:spPr/>
      <dgm:t>
        <a:bodyPr/>
        <a:lstStyle/>
        <a:p>
          <a:endParaRPr lang="zh-CN" altLang="en-US"/>
        </a:p>
      </dgm:t>
    </dgm:pt>
    <dgm:pt modelId="{8555B55C-3187-4AE4-86BD-D2C4CC9D3F26}" type="pres">
      <dgm:prSet presAssocID="{06DDFF63-4AAA-4E47-8B77-76BD9964F1E6}" presName="hierChild6" presStyleCnt="0"/>
      <dgm:spPr/>
    </dgm:pt>
    <dgm:pt modelId="{DA293819-9495-446F-9A60-24FD2FDB6552}" type="pres">
      <dgm:prSet presAssocID="{06DDFF63-4AAA-4E47-8B77-76BD9964F1E6}" presName="hierChild7" presStyleCnt="0"/>
      <dgm:spPr/>
    </dgm:pt>
    <dgm:pt modelId="{59C178BC-EB17-4F6A-8782-D28FA50654DD}" type="pres">
      <dgm:prSet presAssocID="{C07F7F84-B5D4-44A9-B94C-7F28795B5ABA}" presName="Name111" presStyleLbl="parChTrans1D2" presStyleIdx="6" presStyleCnt="7"/>
      <dgm:spPr/>
      <dgm:t>
        <a:bodyPr/>
        <a:lstStyle/>
        <a:p>
          <a:endParaRPr lang="zh-CN" altLang="en-US"/>
        </a:p>
      </dgm:t>
    </dgm:pt>
    <dgm:pt modelId="{1028446C-1637-4218-8EC8-8FABB5642902}" type="pres">
      <dgm:prSet presAssocID="{B151B3D5-550F-463E-9BB0-53C9A49C0A2C}" presName="hierRoot3" presStyleCnt="0">
        <dgm:presLayoutVars>
          <dgm:hierBranch val="init"/>
        </dgm:presLayoutVars>
      </dgm:prSet>
      <dgm:spPr/>
    </dgm:pt>
    <dgm:pt modelId="{6629A379-4E41-4167-A47B-CAB619627B38}" type="pres">
      <dgm:prSet presAssocID="{B151B3D5-550F-463E-9BB0-53C9A49C0A2C}" presName="rootComposite3" presStyleCnt="0"/>
      <dgm:spPr/>
    </dgm:pt>
    <dgm:pt modelId="{D073C4DD-23F9-4FB7-A912-23E3FE0D3FA5}" type="pres">
      <dgm:prSet presAssocID="{B151B3D5-550F-463E-9BB0-53C9A49C0A2C}" presName="rootText3" presStyleLbl="asst1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5E93F11-3D2F-4529-899A-EAB0F6CC9DCA}" type="pres">
      <dgm:prSet presAssocID="{B151B3D5-550F-463E-9BB0-53C9A49C0A2C}" presName="rootConnector3" presStyleLbl="asst1" presStyleIdx="1" presStyleCnt="2"/>
      <dgm:spPr/>
      <dgm:t>
        <a:bodyPr/>
        <a:lstStyle/>
        <a:p>
          <a:endParaRPr lang="zh-CN" altLang="en-US"/>
        </a:p>
      </dgm:t>
    </dgm:pt>
    <dgm:pt modelId="{A69E8910-B864-4370-B908-88A5FD5A5277}" type="pres">
      <dgm:prSet presAssocID="{B151B3D5-550F-463E-9BB0-53C9A49C0A2C}" presName="hierChild6" presStyleCnt="0"/>
      <dgm:spPr/>
    </dgm:pt>
    <dgm:pt modelId="{AD652C95-C262-4126-B2CD-A3158984E510}" type="pres">
      <dgm:prSet presAssocID="{B151B3D5-550F-463E-9BB0-53C9A49C0A2C}" presName="hierChild7" presStyleCnt="0"/>
      <dgm:spPr/>
    </dgm:pt>
  </dgm:ptLst>
  <dgm:cxnLst>
    <dgm:cxn modelId="{43E98B29-EB95-4F52-9A99-4801138BAD81}" type="presOf" srcId="{0FA6A1CF-3139-46E1-917F-AFDC7E150A87}" destId="{11AE3885-A702-44F3-B69C-85712F3150B2}" srcOrd="0" destOrd="0" presId="urn:microsoft.com/office/officeart/2005/8/layout/orgChart1"/>
    <dgm:cxn modelId="{48479AB6-1E4F-4399-A162-A695F54D9702}" type="presOf" srcId="{C743D9F8-9E69-42C1-A471-B889889002FF}" destId="{343BA6CA-412A-4455-8F91-3FAFD9CE9586}" srcOrd="0" destOrd="0" presId="urn:microsoft.com/office/officeart/2005/8/layout/orgChart1"/>
    <dgm:cxn modelId="{4142E55F-C285-4994-9D15-B39F341326DA}" srcId="{C743D9F8-9E69-42C1-A471-B889889002FF}" destId="{B151B3D5-550F-463E-9BB0-53C9A49C0A2C}" srcOrd="1" destOrd="0" parTransId="{C07F7F84-B5D4-44A9-B94C-7F28795B5ABA}" sibTransId="{A0B2F9BB-E6C4-4195-9568-CEC5448326C3}"/>
    <dgm:cxn modelId="{695808B7-ACC3-4CEA-B014-2880AF227853}" type="presOf" srcId="{0D75C1B5-6DE5-42F0-BAF2-EA4DA2FA1AAA}" destId="{4637A6E5-EDFF-44A1-90D5-F4EC56191A43}" srcOrd="1" destOrd="0" presId="urn:microsoft.com/office/officeart/2005/8/layout/orgChart1"/>
    <dgm:cxn modelId="{C4727480-8B09-4CD3-BD2E-D4C5960F01C4}" type="presOf" srcId="{C743D9F8-9E69-42C1-A471-B889889002FF}" destId="{B588E259-04F8-444B-91CC-1818BD9AAE5A}" srcOrd="1" destOrd="0" presId="urn:microsoft.com/office/officeart/2005/8/layout/orgChart1"/>
    <dgm:cxn modelId="{417290CD-7345-47DC-870F-7D67ADA7564E}" type="presOf" srcId="{0FA6A1CF-3139-46E1-917F-AFDC7E150A87}" destId="{59FE9E7C-EF54-4C4C-A863-99DA86D43454}" srcOrd="1" destOrd="0" presId="urn:microsoft.com/office/officeart/2005/8/layout/orgChart1"/>
    <dgm:cxn modelId="{D774AF66-16BD-4D5B-942C-262E243D96A2}" type="presOf" srcId="{AF7A7CD1-2643-4707-B791-F6B59045A36F}" destId="{FE04AF89-9ABD-4FDA-922B-959FD8FBF709}" srcOrd="1" destOrd="0" presId="urn:microsoft.com/office/officeart/2005/8/layout/orgChart1"/>
    <dgm:cxn modelId="{6C4CC460-0ECE-4257-ADCA-CC809CE1296B}" type="presOf" srcId="{06DDFF63-4AAA-4E47-8B77-76BD9964F1E6}" destId="{20E5260E-3666-4BF9-9807-B10367B90958}" srcOrd="1" destOrd="0" presId="urn:microsoft.com/office/officeart/2005/8/layout/orgChart1"/>
    <dgm:cxn modelId="{94D305AF-C145-4B2B-A54F-EC85F376DE23}" type="presOf" srcId="{3C3802DA-B6AF-4CCC-83F4-4E11FB6E0AD3}" destId="{F84E9A1F-1D30-47FC-86F9-6DFCC6C77F72}" srcOrd="0" destOrd="0" presId="urn:microsoft.com/office/officeart/2005/8/layout/orgChart1"/>
    <dgm:cxn modelId="{8B7940D9-215B-4398-BA45-F704D288312C}" type="presOf" srcId="{B5C15BEE-EFA8-44D8-8A5A-05DEC1C78A6E}" destId="{F11DD7E0-B229-45AA-AB2D-AF8810ED1942}" srcOrd="0" destOrd="0" presId="urn:microsoft.com/office/officeart/2005/8/layout/orgChart1"/>
    <dgm:cxn modelId="{C49DF56C-6C70-4B52-9014-61A2B018CCD8}" srcId="{0D75C1B5-6DE5-42F0-BAF2-EA4DA2FA1AAA}" destId="{AF7A7CD1-2643-4707-B791-F6B59045A36F}" srcOrd="0" destOrd="0" parTransId="{861D8A94-FB2F-4756-8C76-B8639D2AF889}" sibTransId="{7C270B51-D951-49B3-8D68-25901F86FCAC}"/>
    <dgm:cxn modelId="{932D4D9D-A4FD-4BEF-829B-89111A725B13}" type="presOf" srcId="{AF7A7CD1-2643-4707-B791-F6B59045A36F}" destId="{C28C977F-98F9-4867-92E4-E53377CA4A70}" srcOrd="0" destOrd="0" presId="urn:microsoft.com/office/officeart/2005/8/layout/orgChart1"/>
    <dgm:cxn modelId="{8DEA8052-B381-4AAE-A5DC-88E430939105}" type="presOf" srcId="{B151B3D5-550F-463E-9BB0-53C9A49C0A2C}" destId="{D073C4DD-23F9-4FB7-A912-23E3FE0D3FA5}" srcOrd="0" destOrd="0" presId="urn:microsoft.com/office/officeart/2005/8/layout/orgChart1"/>
    <dgm:cxn modelId="{F86E6091-4382-4A60-90BE-3F54C0839EE1}" type="presOf" srcId="{861D8A94-FB2F-4756-8C76-B8639D2AF889}" destId="{EC49B1B4-B1DA-4C83-B89F-618F6E728CF6}" srcOrd="0" destOrd="0" presId="urn:microsoft.com/office/officeart/2005/8/layout/orgChart1"/>
    <dgm:cxn modelId="{ECBEADF8-4825-4B2A-9A71-7DEE341A1BB0}" srcId="{C743D9F8-9E69-42C1-A471-B889889002FF}" destId="{B5C15BEE-EFA8-44D8-8A5A-05DEC1C78A6E}" srcOrd="4" destOrd="0" parTransId="{4DD064FF-85DA-4141-820A-1B00A1E3C3E2}" sibTransId="{6CE25CA2-7B39-4B28-8481-9C7D5EEC75CF}"/>
    <dgm:cxn modelId="{7F678C62-8A85-4366-9CE3-86241760C352}" srcId="{C743D9F8-9E69-42C1-A471-B889889002FF}" destId="{12C494D7-A030-4A66-BB95-3473E5DDF4EB}" srcOrd="6" destOrd="0" parTransId="{3C3802DA-B6AF-4CCC-83F4-4E11FB6E0AD3}" sibTransId="{60D68AE9-CBD7-426C-9434-34457A861F04}"/>
    <dgm:cxn modelId="{CD9F21C3-654D-41CB-992D-D80AA460A9EF}" type="presOf" srcId="{630E41D5-02E8-47F9-BD0B-751F3B3AA971}" destId="{529FA013-9BD3-4ACE-B6AE-A78F6E9C1B09}" srcOrd="0" destOrd="0" presId="urn:microsoft.com/office/officeart/2005/8/layout/orgChart1"/>
    <dgm:cxn modelId="{E637DB8C-175E-4B02-A9B0-5E238E4CEBAA}" type="presOf" srcId="{E3D4E17F-911B-4A60-B45E-509E0080E3D1}" destId="{37FC9E8C-1531-41FE-8D19-31163BA9EBEA}" srcOrd="0" destOrd="0" presId="urn:microsoft.com/office/officeart/2005/8/layout/orgChart1"/>
    <dgm:cxn modelId="{EE5C52B6-C32D-431D-9577-169AABCDB492}" type="presOf" srcId="{B151B3D5-550F-463E-9BB0-53C9A49C0A2C}" destId="{D5E93F11-3D2F-4529-899A-EAB0F6CC9DCA}" srcOrd="1" destOrd="0" presId="urn:microsoft.com/office/officeart/2005/8/layout/orgChart1"/>
    <dgm:cxn modelId="{ABACF737-EA59-4720-B220-BEE86D9C8983}" srcId="{C743D9F8-9E69-42C1-A471-B889889002FF}" destId="{06DDFF63-4AAA-4E47-8B77-76BD9964F1E6}" srcOrd="0" destOrd="0" parTransId="{FD687A80-116A-4924-9D32-DC03C461C403}" sibTransId="{CCB88978-38F0-4D08-B861-7AA684F6DE1E}"/>
    <dgm:cxn modelId="{19DE8AF1-6ED4-414F-925B-6497BEFFF27B}" type="presOf" srcId="{4DD064FF-85DA-4141-820A-1B00A1E3C3E2}" destId="{9C429C02-278E-4733-A810-F9A656A32B69}" srcOrd="0" destOrd="0" presId="urn:microsoft.com/office/officeart/2005/8/layout/orgChart1"/>
    <dgm:cxn modelId="{7B46370A-5EEA-4DEF-ABF9-97456403516D}" type="presOf" srcId="{820E4957-C409-4DA7-AAD9-E6EFF0AED019}" destId="{B493A51E-9D22-4802-972D-DA04BAD09482}" srcOrd="1" destOrd="0" presId="urn:microsoft.com/office/officeart/2005/8/layout/orgChart1"/>
    <dgm:cxn modelId="{6DB2F78B-2E15-44E9-9DDA-726FE0FE3404}" type="presOf" srcId="{FD687A80-116A-4924-9D32-DC03C461C403}" destId="{88EC9BD0-D07D-450E-AC18-F9BAB8BCCFD7}" srcOrd="0" destOrd="0" presId="urn:microsoft.com/office/officeart/2005/8/layout/orgChart1"/>
    <dgm:cxn modelId="{85E7429D-A188-415F-B3BC-F2EBEA537F30}" type="presOf" srcId="{48837580-DF25-4F59-A043-3F0766FA95AB}" destId="{3ED90476-649F-43D8-822F-99F65934D96E}" srcOrd="0" destOrd="0" presId="urn:microsoft.com/office/officeart/2005/8/layout/orgChart1"/>
    <dgm:cxn modelId="{29C6D135-9927-47F6-A87E-4EC51839F743}" type="presOf" srcId="{DFE03000-2669-4611-A71B-C005F51E4D14}" destId="{7A98E973-1460-4DD9-A01C-0243CA1CCB90}" srcOrd="0" destOrd="0" presId="urn:microsoft.com/office/officeart/2005/8/layout/orgChart1"/>
    <dgm:cxn modelId="{422AEB47-A895-446C-971D-35603FD5C28F}" srcId="{0D75C1B5-6DE5-42F0-BAF2-EA4DA2FA1AAA}" destId="{0FA6A1CF-3139-46E1-917F-AFDC7E150A87}" srcOrd="1" destOrd="0" parTransId="{DFE03000-2669-4611-A71B-C005F51E4D14}" sibTransId="{D5B47F57-7071-4CC1-BEB5-A9D7BE443C5C}"/>
    <dgm:cxn modelId="{F0C212C2-9D40-440B-80E1-21D4F69770F4}" srcId="{C743D9F8-9E69-42C1-A471-B889889002FF}" destId="{820E4957-C409-4DA7-AAD9-E6EFF0AED019}" srcOrd="2" destOrd="0" parTransId="{E3D4E17F-911B-4A60-B45E-509E0080E3D1}" sibTransId="{CFD6782D-1B50-4B22-8E70-C8F6095D9ECA}"/>
    <dgm:cxn modelId="{D7CEFBBC-BA29-42E4-95AB-F53A2B9E9E03}" type="presOf" srcId="{630E41D5-02E8-47F9-BD0B-751F3B3AA971}" destId="{862C4388-93F2-4600-B70A-5AA918171EDB}" srcOrd="1" destOrd="0" presId="urn:microsoft.com/office/officeart/2005/8/layout/orgChart1"/>
    <dgm:cxn modelId="{FF4A35A6-F240-4538-BA30-9FEF5AF163ED}" srcId="{1B26A5CA-6CF2-43F7-99B9-818D5A5AE235}" destId="{C743D9F8-9E69-42C1-A471-B889889002FF}" srcOrd="0" destOrd="0" parTransId="{097A0DD8-5F6A-41B1-BB75-810188A8D962}" sibTransId="{A28F1C02-061B-41D3-95A2-3174EA1D7EB6}"/>
    <dgm:cxn modelId="{9D7D7226-2B0F-4DD1-BAA9-C48C69789311}" type="presOf" srcId="{12C494D7-A030-4A66-BB95-3473E5DDF4EB}" destId="{BB977A8D-43AC-4E08-AC9E-9C640C3E0FE6}" srcOrd="0" destOrd="0" presId="urn:microsoft.com/office/officeart/2005/8/layout/orgChart1"/>
    <dgm:cxn modelId="{0DF2C01D-EFFB-4DBF-93DC-868CDEDD6EAC}" type="presOf" srcId="{B5C15BEE-EFA8-44D8-8A5A-05DEC1C78A6E}" destId="{09A4BFDC-C2E6-47CA-B5E7-A307C2632C5D}" srcOrd="1" destOrd="0" presId="urn:microsoft.com/office/officeart/2005/8/layout/orgChart1"/>
    <dgm:cxn modelId="{5D2896C0-40CB-40DD-9967-BA24562558EF}" type="presOf" srcId="{12C494D7-A030-4A66-BB95-3473E5DDF4EB}" destId="{18E81871-9664-4340-878F-1B3019EBB8C3}" srcOrd="1" destOrd="0" presId="urn:microsoft.com/office/officeart/2005/8/layout/orgChart1"/>
    <dgm:cxn modelId="{BCCCBD89-B22E-435E-B88F-BBDF8FE656F2}" type="presOf" srcId="{118DF7F2-906F-441F-AEB8-0D7DC4260B99}" destId="{EA35238B-F5DD-4C08-B8D5-03338F90302C}" srcOrd="0" destOrd="0" presId="urn:microsoft.com/office/officeart/2005/8/layout/orgChart1"/>
    <dgm:cxn modelId="{5562CBAB-7A95-44EE-BD7B-84B287FFAB4C}" srcId="{C743D9F8-9E69-42C1-A471-B889889002FF}" destId="{630E41D5-02E8-47F9-BD0B-751F3B3AA971}" srcOrd="5" destOrd="0" parTransId="{118DF7F2-906F-441F-AEB8-0D7DC4260B99}" sibTransId="{9D69D548-45E2-42CF-8C30-C4CCBE32DD12}"/>
    <dgm:cxn modelId="{C3F509B6-EA60-4A7E-B440-8DEC2ED01C3A}" type="presOf" srcId="{0D75C1B5-6DE5-42F0-BAF2-EA4DA2FA1AAA}" destId="{A0BA5B0A-E309-4277-B4E9-6E63B239D9E0}" srcOrd="0" destOrd="0" presId="urn:microsoft.com/office/officeart/2005/8/layout/orgChart1"/>
    <dgm:cxn modelId="{9B5CA4DC-FA17-460E-BD36-5A22756528C6}" srcId="{C743D9F8-9E69-42C1-A471-B889889002FF}" destId="{0D75C1B5-6DE5-42F0-BAF2-EA4DA2FA1AAA}" srcOrd="3" destOrd="0" parTransId="{48837580-DF25-4F59-A043-3F0766FA95AB}" sibTransId="{EA3A581A-D5DC-474D-898C-B0435A69D177}"/>
    <dgm:cxn modelId="{2E025445-A68B-40BD-8105-4DFE96118847}" type="presOf" srcId="{06DDFF63-4AAA-4E47-8B77-76BD9964F1E6}" destId="{0457A571-0358-403E-B24D-5E58CD07DE5F}" srcOrd="0" destOrd="0" presId="urn:microsoft.com/office/officeart/2005/8/layout/orgChart1"/>
    <dgm:cxn modelId="{E376F9F3-43AA-44E4-83D6-BADA3FD4663B}" type="presOf" srcId="{1B26A5CA-6CF2-43F7-99B9-818D5A5AE235}" destId="{84C516F9-DD50-4BE4-B4A6-CDC6F72B3636}" srcOrd="0" destOrd="0" presId="urn:microsoft.com/office/officeart/2005/8/layout/orgChart1"/>
    <dgm:cxn modelId="{EE5EE04F-5E01-40D9-B3FA-AD0F0E8C6E07}" type="presOf" srcId="{820E4957-C409-4DA7-AAD9-E6EFF0AED019}" destId="{54D68CD7-BA20-438F-86CB-63DF4CAD65C6}" srcOrd="0" destOrd="0" presId="urn:microsoft.com/office/officeart/2005/8/layout/orgChart1"/>
    <dgm:cxn modelId="{52E6EE25-34D3-493C-A353-7BBA686C8AF2}" type="presOf" srcId="{C07F7F84-B5D4-44A9-B94C-7F28795B5ABA}" destId="{59C178BC-EB17-4F6A-8782-D28FA50654DD}" srcOrd="0" destOrd="0" presId="urn:microsoft.com/office/officeart/2005/8/layout/orgChart1"/>
    <dgm:cxn modelId="{67785C51-7621-4425-B486-4BD5B84EDC2C}" type="presParOf" srcId="{84C516F9-DD50-4BE4-B4A6-CDC6F72B3636}" destId="{DA7D8C09-A7FF-4BF6-B3E6-8886A9D5CC78}" srcOrd="0" destOrd="0" presId="urn:microsoft.com/office/officeart/2005/8/layout/orgChart1"/>
    <dgm:cxn modelId="{02E2D39A-8B8B-4ABB-BC18-4AE536BE74D8}" type="presParOf" srcId="{DA7D8C09-A7FF-4BF6-B3E6-8886A9D5CC78}" destId="{9AC25045-7AD3-4784-8625-095A980762FB}" srcOrd="0" destOrd="0" presId="urn:microsoft.com/office/officeart/2005/8/layout/orgChart1"/>
    <dgm:cxn modelId="{538ED343-F421-4454-B0D1-B7080D10AD14}" type="presParOf" srcId="{9AC25045-7AD3-4784-8625-095A980762FB}" destId="{343BA6CA-412A-4455-8F91-3FAFD9CE9586}" srcOrd="0" destOrd="0" presId="urn:microsoft.com/office/officeart/2005/8/layout/orgChart1"/>
    <dgm:cxn modelId="{40E13627-3546-4A7C-B473-1AFD432DF6B1}" type="presParOf" srcId="{9AC25045-7AD3-4784-8625-095A980762FB}" destId="{B588E259-04F8-444B-91CC-1818BD9AAE5A}" srcOrd="1" destOrd="0" presId="urn:microsoft.com/office/officeart/2005/8/layout/orgChart1"/>
    <dgm:cxn modelId="{99645C74-3B8E-453A-9918-3E050B9FA0D5}" type="presParOf" srcId="{DA7D8C09-A7FF-4BF6-B3E6-8886A9D5CC78}" destId="{FA650FFD-8457-4E37-BA1B-6A09C16A7CD1}" srcOrd="1" destOrd="0" presId="urn:microsoft.com/office/officeart/2005/8/layout/orgChart1"/>
    <dgm:cxn modelId="{63E3A393-2B48-4679-A492-159C82CD88BB}" type="presParOf" srcId="{FA650FFD-8457-4E37-BA1B-6A09C16A7CD1}" destId="{37FC9E8C-1531-41FE-8D19-31163BA9EBEA}" srcOrd="0" destOrd="0" presId="urn:microsoft.com/office/officeart/2005/8/layout/orgChart1"/>
    <dgm:cxn modelId="{282283CB-6BB3-449E-A943-5D860D29DC79}" type="presParOf" srcId="{FA650FFD-8457-4E37-BA1B-6A09C16A7CD1}" destId="{63F0B1CF-C658-4687-A802-387B1EA389BB}" srcOrd="1" destOrd="0" presId="urn:microsoft.com/office/officeart/2005/8/layout/orgChart1"/>
    <dgm:cxn modelId="{48E57F7C-DC39-41BD-AB75-AAC7270619F2}" type="presParOf" srcId="{63F0B1CF-C658-4687-A802-387B1EA389BB}" destId="{8AADF594-7DB7-403F-89B4-E18582CA8450}" srcOrd="0" destOrd="0" presId="urn:microsoft.com/office/officeart/2005/8/layout/orgChart1"/>
    <dgm:cxn modelId="{D9197431-D65C-4954-BDA6-E7E5F2FF85EC}" type="presParOf" srcId="{8AADF594-7DB7-403F-89B4-E18582CA8450}" destId="{54D68CD7-BA20-438F-86CB-63DF4CAD65C6}" srcOrd="0" destOrd="0" presId="urn:microsoft.com/office/officeart/2005/8/layout/orgChart1"/>
    <dgm:cxn modelId="{3B316916-C0FC-4455-AACA-4BA46E24C8AF}" type="presParOf" srcId="{8AADF594-7DB7-403F-89B4-E18582CA8450}" destId="{B493A51E-9D22-4802-972D-DA04BAD09482}" srcOrd="1" destOrd="0" presId="urn:microsoft.com/office/officeart/2005/8/layout/orgChart1"/>
    <dgm:cxn modelId="{F197BABB-4F88-490E-8AA4-B577D74A2258}" type="presParOf" srcId="{63F0B1CF-C658-4687-A802-387B1EA389BB}" destId="{AD7CE0F8-BC87-4A7F-8A1C-432BD7696480}" srcOrd="1" destOrd="0" presId="urn:microsoft.com/office/officeart/2005/8/layout/orgChart1"/>
    <dgm:cxn modelId="{C0C0515A-7BFB-402A-B867-437FEFDCB0BA}" type="presParOf" srcId="{63F0B1CF-C658-4687-A802-387B1EA389BB}" destId="{C4693978-F355-4306-8450-60A1D62B93DD}" srcOrd="2" destOrd="0" presId="urn:microsoft.com/office/officeart/2005/8/layout/orgChart1"/>
    <dgm:cxn modelId="{E10AD0DC-3767-4438-84D4-16319165B29C}" type="presParOf" srcId="{FA650FFD-8457-4E37-BA1B-6A09C16A7CD1}" destId="{3ED90476-649F-43D8-822F-99F65934D96E}" srcOrd="2" destOrd="0" presId="urn:microsoft.com/office/officeart/2005/8/layout/orgChart1"/>
    <dgm:cxn modelId="{7CF44EAD-D175-4D86-BC05-072D2E28954C}" type="presParOf" srcId="{FA650FFD-8457-4E37-BA1B-6A09C16A7CD1}" destId="{EE3483B7-D512-435B-AD7B-6CF7D5B1874A}" srcOrd="3" destOrd="0" presId="urn:microsoft.com/office/officeart/2005/8/layout/orgChart1"/>
    <dgm:cxn modelId="{EE552697-91B2-4096-ACE7-2AD0A0D60974}" type="presParOf" srcId="{EE3483B7-D512-435B-AD7B-6CF7D5B1874A}" destId="{30CA714E-A08B-462B-AAC4-DB6176C062A1}" srcOrd="0" destOrd="0" presId="urn:microsoft.com/office/officeart/2005/8/layout/orgChart1"/>
    <dgm:cxn modelId="{13BAD781-BEF1-4E7A-918D-110087930598}" type="presParOf" srcId="{30CA714E-A08B-462B-AAC4-DB6176C062A1}" destId="{A0BA5B0A-E309-4277-B4E9-6E63B239D9E0}" srcOrd="0" destOrd="0" presId="urn:microsoft.com/office/officeart/2005/8/layout/orgChart1"/>
    <dgm:cxn modelId="{96F0BE1D-0DE8-4760-B060-0F85A093AC60}" type="presParOf" srcId="{30CA714E-A08B-462B-AAC4-DB6176C062A1}" destId="{4637A6E5-EDFF-44A1-90D5-F4EC56191A43}" srcOrd="1" destOrd="0" presId="urn:microsoft.com/office/officeart/2005/8/layout/orgChart1"/>
    <dgm:cxn modelId="{62090D0C-B748-479D-B3FB-5FAD640C1388}" type="presParOf" srcId="{EE3483B7-D512-435B-AD7B-6CF7D5B1874A}" destId="{2B702B96-B694-4371-8BB2-E7BB5BA4080E}" srcOrd="1" destOrd="0" presId="urn:microsoft.com/office/officeart/2005/8/layout/orgChart1"/>
    <dgm:cxn modelId="{2C6119BA-3D2E-4B33-9D1A-21E2F59DBFE5}" type="presParOf" srcId="{2B702B96-B694-4371-8BB2-E7BB5BA4080E}" destId="{EC49B1B4-B1DA-4C83-B89F-618F6E728CF6}" srcOrd="0" destOrd="0" presId="urn:microsoft.com/office/officeart/2005/8/layout/orgChart1"/>
    <dgm:cxn modelId="{BC6E8CC5-B7F2-4DFE-A7E8-A8E830C5E524}" type="presParOf" srcId="{2B702B96-B694-4371-8BB2-E7BB5BA4080E}" destId="{7C869692-3EF8-42C3-9D3B-61CE698BE49D}" srcOrd="1" destOrd="0" presId="urn:microsoft.com/office/officeart/2005/8/layout/orgChart1"/>
    <dgm:cxn modelId="{E217CCEB-EA1D-4137-9E52-A80D475059C7}" type="presParOf" srcId="{7C869692-3EF8-42C3-9D3B-61CE698BE49D}" destId="{493DDE99-C799-4F8B-8B85-4BFEB75A9599}" srcOrd="0" destOrd="0" presId="urn:microsoft.com/office/officeart/2005/8/layout/orgChart1"/>
    <dgm:cxn modelId="{8D07C441-E893-4E4A-B624-AC6C059B37C2}" type="presParOf" srcId="{493DDE99-C799-4F8B-8B85-4BFEB75A9599}" destId="{C28C977F-98F9-4867-92E4-E53377CA4A70}" srcOrd="0" destOrd="0" presId="urn:microsoft.com/office/officeart/2005/8/layout/orgChart1"/>
    <dgm:cxn modelId="{F166C7B5-0132-442C-B575-83E18507C46A}" type="presParOf" srcId="{493DDE99-C799-4F8B-8B85-4BFEB75A9599}" destId="{FE04AF89-9ABD-4FDA-922B-959FD8FBF709}" srcOrd="1" destOrd="0" presId="urn:microsoft.com/office/officeart/2005/8/layout/orgChart1"/>
    <dgm:cxn modelId="{A1081541-2159-4DEE-818C-705FDD91711B}" type="presParOf" srcId="{7C869692-3EF8-42C3-9D3B-61CE698BE49D}" destId="{10D57F41-5F58-48A1-93DD-6C87153F819B}" srcOrd="1" destOrd="0" presId="urn:microsoft.com/office/officeart/2005/8/layout/orgChart1"/>
    <dgm:cxn modelId="{317A0BCA-60CC-4A21-87C1-2946B928BEFF}" type="presParOf" srcId="{7C869692-3EF8-42C3-9D3B-61CE698BE49D}" destId="{24FE00E1-1DDE-4C9B-B4EA-7753153E5640}" srcOrd="2" destOrd="0" presId="urn:microsoft.com/office/officeart/2005/8/layout/orgChart1"/>
    <dgm:cxn modelId="{05A5DC99-7037-47ED-B1FF-339B4046755E}" type="presParOf" srcId="{2B702B96-B694-4371-8BB2-E7BB5BA4080E}" destId="{7A98E973-1460-4DD9-A01C-0243CA1CCB90}" srcOrd="2" destOrd="0" presId="urn:microsoft.com/office/officeart/2005/8/layout/orgChart1"/>
    <dgm:cxn modelId="{7697E0C0-1AFE-4415-A657-3D2E944226FA}" type="presParOf" srcId="{2B702B96-B694-4371-8BB2-E7BB5BA4080E}" destId="{C948C51C-0953-415C-B721-7817927F5175}" srcOrd="3" destOrd="0" presId="urn:microsoft.com/office/officeart/2005/8/layout/orgChart1"/>
    <dgm:cxn modelId="{25BC4DAE-191B-4B3A-A54E-600A55056861}" type="presParOf" srcId="{C948C51C-0953-415C-B721-7817927F5175}" destId="{3AF04C90-F2DC-4213-BD43-A1E82F4B9C24}" srcOrd="0" destOrd="0" presId="urn:microsoft.com/office/officeart/2005/8/layout/orgChart1"/>
    <dgm:cxn modelId="{648C7D98-602B-471E-9BCE-2FD9535642D0}" type="presParOf" srcId="{3AF04C90-F2DC-4213-BD43-A1E82F4B9C24}" destId="{11AE3885-A702-44F3-B69C-85712F3150B2}" srcOrd="0" destOrd="0" presId="urn:microsoft.com/office/officeart/2005/8/layout/orgChart1"/>
    <dgm:cxn modelId="{057C5CE3-A8D0-43A9-8D5B-217C1ED58E25}" type="presParOf" srcId="{3AF04C90-F2DC-4213-BD43-A1E82F4B9C24}" destId="{59FE9E7C-EF54-4C4C-A863-99DA86D43454}" srcOrd="1" destOrd="0" presId="urn:microsoft.com/office/officeart/2005/8/layout/orgChart1"/>
    <dgm:cxn modelId="{F8E7ABBB-4293-4618-92B5-B8CCE6777DAD}" type="presParOf" srcId="{C948C51C-0953-415C-B721-7817927F5175}" destId="{E42C1700-0E34-4817-8113-F67863BE126D}" srcOrd="1" destOrd="0" presId="urn:microsoft.com/office/officeart/2005/8/layout/orgChart1"/>
    <dgm:cxn modelId="{46BAB3F1-3E7D-4748-AFF8-D06B98FE72C6}" type="presParOf" srcId="{C948C51C-0953-415C-B721-7817927F5175}" destId="{D5307D04-3D33-4116-BBE8-1FC3F8D1B812}" srcOrd="2" destOrd="0" presId="urn:microsoft.com/office/officeart/2005/8/layout/orgChart1"/>
    <dgm:cxn modelId="{11EA172F-8343-402F-B4B7-A5D00EE16C7E}" type="presParOf" srcId="{EE3483B7-D512-435B-AD7B-6CF7D5B1874A}" destId="{19B0F5E3-81E7-49D1-B586-1F79578C8AAB}" srcOrd="2" destOrd="0" presId="urn:microsoft.com/office/officeart/2005/8/layout/orgChart1"/>
    <dgm:cxn modelId="{4A8AC639-4CF8-4043-BE2A-3B8D4D50E94E}" type="presParOf" srcId="{FA650FFD-8457-4E37-BA1B-6A09C16A7CD1}" destId="{9C429C02-278E-4733-A810-F9A656A32B69}" srcOrd="4" destOrd="0" presId="urn:microsoft.com/office/officeart/2005/8/layout/orgChart1"/>
    <dgm:cxn modelId="{260C6280-3325-4E8F-9E1E-7F3852C46223}" type="presParOf" srcId="{FA650FFD-8457-4E37-BA1B-6A09C16A7CD1}" destId="{D8462C9E-F2D0-4F34-AA36-D42C564AF3F0}" srcOrd="5" destOrd="0" presId="urn:microsoft.com/office/officeart/2005/8/layout/orgChart1"/>
    <dgm:cxn modelId="{835E6F4C-B47E-442B-9784-802B80663528}" type="presParOf" srcId="{D8462C9E-F2D0-4F34-AA36-D42C564AF3F0}" destId="{03FFBB17-F876-4812-B0AE-170D4C19DF38}" srcOrd="0" destOrd="0" presId="urn:microsoft.com/office/officeart/2005/8/layout/orgChart1"/>
    <dgm:cxn modelId="{074AC06B-6F9F-429A-BF1F-83C194AA6F5B}" type="presParOf" srcId="{03FFBB17-F876-4812-B0AE-170D4C19DF38}" destId="{F11DD7E0-B229-45AA-AB2D-AF8810ED1942}" srcOrd="0" destOrd="0" presId="urn:microsoft.com/office/officeart/2005/8/layout/orgChart1"/>
    <dgm:cxn modelId="{A45B0CB2-C6A4-459A-AE3E-64A82473EB7D}" type="presParOf" srcId="{03FFBB17-F876-4812-B0AE-170D4C19DF38}" destId="{09A4BFDC-C2E6-47CA-B5E7-A307C2632C5D}" srcOrd="1" destOrd="0" presId="urn:microsoft.com/office/officeart/2005/8/layout/orgChart1"/>
    <dgm:cxn modelId="{10749CA9-9148-4E3B-A62E-1D0A7B292951}" type="presParOf" srcId="{D8462C9E-F2D0-4F34-AA36-D42C564AF3F0}" destId="{5960A6D2-C3CD-44FC-9532-AE0449FCF7AA}" srcOrd="1" destOrd="0" presId="urn:microsoft.com/office/officeart/2005/8/layout/orgChart1"/>
    <dgm:cxn modelId="{12A7A50B-07BB-435E-B0D4-BD374B32B322}" type="presParOf" srcId="{D8462C9E-F2D0-4F34-AA36-D42C564AF3F0}" destId="{03AA9C18-86B9-4A1A-A484-970B70667B96}" srcOrd="2" destOrd="0" presId="urn:microsoft.com/office/officeart/2005/8/layout/orgChart1"/>
    <dgm:cxn modelId="{40344736-76E4-4696-AD13-945A93BA7BFE}" type="presParOf" srcId="{FA650FFD-8457-4E37-BA1B-6A09C16A7CD1}" destId="{EA35238B-F5DD-4C08-B8D5-03338F90302C}" srcOrd="6" destOrd="0" presId="urn:microsoft.com/office/officeart/2005/8/layout/orgChart1"/>
    <dgm:cxn modelId="{57B14838-8163-4024-9CFB-9401195D4774}" type="presParOf" srcId="{FA650FFD-8457-4E37-BA1B-6A09C16A7CD1}" destId="{531E4797-D8D3-44BC-8236-56ECA6E1B1EA}" srcOrd="7" destOrd="0" presId="urn:microsoft.com/office/officeart/2005/8/layout/orgChart1"/>
    <dgm:cxn modelId="{6571C510-AF72-4459-AF53-007B0DF7EAE2}" type="presParOf" srcId="{531E4797-D8D3-44BC-8236-56ECA6E1B1EA}" destId="{07D3B853-A868-47C0-A3FB-E9E78BCEC1C9}" srcOrd="0" destOrd="0" presId="urn:microsoft.com/office/officeart/2005/8/layout/orgChart1"/>
    <dgm:cxn modelId="{87BE8CAD-034F-49C7-BA36-1DBC76F3CDFB}" type="presParOf" srcId="{07D3B853-A868-47C0-A3FB-E9E78BCEC1C9}" destId="{529FA013-9BD3-4ACE-B6AE-A78F6E9C1B09}" srcOrd="0" destOrd="0" presId="urn:microsoft.com/office/officeart/2005/8/layout/orgChart1"/>
    <dgm:cxn modelId="{AF71E385-0F47-418D-A0DA-5A1FF45C4488}" type="presParOf" srcId="{07D3B853-A868-47C0-A3FB-E9E78BCEC1C9}" destId="{862C4388-93F2-4600-B70A-5AA918171EDB}" srcOrd="1" destOrd="0" presId="urn:microsoft.com/office/officeart/2005/8/layout/orgChart1"/>
    <dgm:cxn modelId="{635C4558-71AF-4E3E-938E-9500DA459B71}" type="presParOf" srcId="{531E4797-D8D3-44BC-8236-56ECA6E1B1EA}" destId="{9B6708F7-DCCE-4BC0-8BBB-152D611714F1}" srcOrd="1" destOrd="0" presId="urn:microsoft.com/office/officeart/2005/8/layout/orgChart1"/>
    <dgm:cxn modelId="{34DE50E4-7FE6-474D-93DA-247183B8F175}" type="presParOf" srcId="{531E4797-D8D3-44BC-8236-56ECA6E1B1EA}" destId="{DA910E99-605E-4ADA-BCDF-C45E9DD93A7F}" srcOrd="2" destOrd="0" presId="urn:microsoft.com/office/officeart/2005/8/layout/orgChart1"/>
    <dgm:cxn modelId="{5E84BB60-8EB8-4778-BB01-3A593ACE347E}" type="presParOf" srcId="{FA650FFD-8457-4E37-BA1B-6A09C16A7CD1}" destId="{F84E9A1F-1D30-47FC-86F9-6DFCC6C77F72}" srcOrd="8" destOrd="0" presId="urn:microsoft.com/office/officeart/2005/8/layout/orgChart1"/>
    <dgm:cxn modelId="{A73BED01-513C-4AE0-A349-556D42682A72}" type="presParOf" srcId="{FA650FFD-8457-4E37-BA1B-6A09C16A7CD1}" destId="{B3D422C9-1C21-4988-8E4C-226A71ADF483}" srcOrd="9" destOrd="0" presId="urn:microsoft.com/office/officeart/2005/8/layout/orgChart1"/>
    <dgm:cxn modelId="{E45C952B-27F8-441E-A60C-A610E9CF3DD3}" type="presParOf" srcId="{B3D422C9-1C21-4988-8E4C-226A71ADF483}" destId="{1CB5F577-D53D-49E0-9E1F-41850FF885E9}" srcOrd="0" destOrd="0" presId="urn:microsoft.com/office/officeart/2005/8/layout/orgChart1"/>
    <dgm:cxn modelId="{75802A4B-1EB2-4DD1-A7E8-43E44E0B94F5}" type="presParOf" srcId="{1CB5F577-D53D-49E0-9E1F-41850FF885E9}" destId="{BB977A8D-43AC-4E08-AC9E-9C640C3E0FE6}" srcOrd="0" destOrd="0" presId="urn:microsoft.com/office/officeart/2005/8/layout/orgChart1"/>
    <dgm:cxn modelId="{42CEFB40-CB15-43A5-9DD8-896705A280A0}" type="presParOf" srcId="{1CB5F577-D53D-49E0-9E1F-41850FF885E9}" destId="{18E81871-9664-4340-878F-1B3019EBB8C3}" srcOrd="1" destOrd="0" presId="urn:microsoft.com/office/officeart/2005/8/layout/orgChart1"/>
    <dgm:cxn modelId="{A1772786-F278-4D22-A65A-5E94A86A9047}" type="presParOf" srcId="{B3D422C9-1C21-4988-8E4C-226A71ADF483}" destId="{086A8883-C200-4547-AFD4-3F73E139704D}" srcOrd="1" destOrd="0" presId="urn:microsoft.com/office/officeart/2005/8/layout/orgChart1"/>
    <dgm:cxn modelId="{9A51EA91-F641-43C6-B574-CD548CEEBB02}" type="presParOf" srcId="{B3D422C9-1C21-4988-8E4C-226A71ADF483}" destId="{BAD846B6-84BB-4B9F-9D64-77748EA62E0B}" srcOrd="2" destOrd="0" presId="urn:microsoft.com/office/officeart/2005/8/layout/orgChart1"/>
    <dgm:cxn modelId="{CBC25738-581C-4C76-B85D-ABED37258AB8}" type="presParOf" srcId="{DA7D8C09-A7FF-4BF6-B3E6-8886A9D5CC78}" destId="{8B8D477F-CDB1-4038-AA66-154BA03F2697}" srcOrd="2" destOrd="0" presId="urn:microsoft.com/office/officeart/2005/8/layout/orgChart1"/>
    <dgm:cxn modelId="{197A1CBE-7082-40E6-B7D2-797AC045EA0E}" type="presParOf" srcId="{8B8D477F-CDB1-4038-AA66-154BA03F2697}" destId="{88EC9BD0-D07D-450E-AC18-F9BAB8BCCFD7}" srcOrd="0" destOrd="0" presId="urn:microsoft.com/office/officeart/2005/8/layout/orgChart1"/>
    <dgm:cxn modelId="{4E50D8A3-11A5-4852-BB23-2D6F2FF52DDB}" type="presParOf" srcId="{8B8D477F-CDB1-4038-AA66-154BA03F2697}" destId="{97D2F366-848B-4DB2-818F-68F5A0C3B481}" srcOrd="1" destOrd="0" presId="urn:microsoft.com/office/officeart/2005/8/layout/orgChart1"/>
    <dgm:cxn modelId="{78BF714A-4D39-4DCB-A7CF-52090A9D03BD}" type="presParOf" srcId="{97D2F366-848B-4DB2-818F-68F5A0C3B481}" destId="{0D2546B0-9320-407F-BF6E-BB2527F22283}" srcOrd="0" destOrd="0" presId="urn:microsoft.com/office/officeart/2005/8/layout/orgChart1"/>
    <dgm:cxn modelId="{1981F1F5-6ED1-47D0-9EDA-CDF91C8CD854}" type="presParOf" srcId="{0D2546B0-9320-407F-BF6E-BB2527F22283}" destId="{0457A571-0358-403E-B24D-5E58CD07DE5F}" srcOrd="0" destOrd="0" presId="urn:microsoft.com/office/officeart/2005/8/layout/orgChart1"/>
    <dgm:cxn modelId="{531EB517-F998-4825-9E10-AF5A7A9926F6}" type="presParOf" srcId="{0D2546B0-9320-407F-BF6E-BB2527F22283}" destId="{20E5260E-3666-4BF9-9807-B10367B90958}" srcOrd="1" destOrd="0" presId="urn:microsoft.com/office/officeart/2005/8/layout/orgChart1"/>
    <dgm:cxn modelId="{04C5D7B7-7C7E-4E93-AD1B-8D8823D1FE18}" type="presParOf" srcId="{97D2F366-848B-4DB2-818F-68F5A0C3B481}" destId="{8555B55C-3187-4AE4-86BD-D2C4CC9D3F26}" srcOrd="1" destOrd="0" presId="urn:microsoft.com/office/officeart/2005/8/layout/orgChart1"/>
    <dgm:cxn modelId="{1E09F0C0-3BFF-4F8F-B5E0-A27CF3C94E94}" type="presParOf" srcId="{97D2F366-848B-4DB2-818F-68F5A0C3B481}" destId="{DA293819-9495-446F-9A60-24FD2FDB6552}" srcOrd="2" destOrd="0" presId="urn:microsoft.com/office/officeart/2005/8/layout/orgChart1"/>
    <dgm:cxn modelId="{59F175AE-C781-43E8-B8F9-0743C58E7427}" type="presParOf" srcId="{8B8D477F-CDB1-4038-AA66-154BA03F2697}" destId="{59C178BC-EB17-4F6A-8782-D28FA50654DD}" srcOrd="2" destOrd="0" presId="urn:microsoft.com/office/officeart/2005/8/layout/orgChart1"/>
    <dgm:cxn modelId="{5EDB17DE-A841-4C7F-83C0-D2457AB11C5E}" type="presParOf" srcId="{8B8D477F-CDB1-4038-AA66-154BA03F2697}" destId="{1028446C-1637-4218-8EC8-8FABB5642902}" srcOrd="3" destOrd="0" presId="urn:microsoft.com/office/officeart/2005/8/layout/orgChart1"/>
    <dgm:cxn modelId="{F6243A70-6548-439B-8C8F-0046A357D26A}" type="presParOf" srcId="{1028446C-1637-4218-8EC8-8FABB5642902}" destId="{6629A379-4E41-4167-A47B-CAB619627B38}" srcOrd="0" destOrd="0" presId="urn:microsoft.com/office/officeart/2005/8/layout/orgChart1"/>
    <dgm:cxn modelId="{9AF6491C-8435-44B6-8163-CCC5EB036617}" type="presParOf" srcId="{6629A379-4E41-4167-A47B-CAB619627B38}" destId="{D073C4DD-23F9-4FB7-A912-23E3FE0D3FA5}" srcOrd="0" destOrd="0" presId="urn:microsoft.com/office/officeart/2005/8/layout/orgChart1"/>
    <dgm:cxn modelId="{04705164-E604-4A72-BF70-4E1C67D5812E}" type="presParOf" srcId="{6629A379-4E41-4167-A47B-CAB619627B38}" destId="{D5E93F11-3D2F-4529-899A-EAB0F6CC9DCA}" srcOrd="1" destOrd="0" presId="urn:microsoft.com/office/officeart/2005/8/layout/orgChart1"/>
    <dgm:cxn modelId="{3220C3F3-963D-4A67-9EE4-207A969F82A0}" type="presParOf" srcId="{1028446C-1637-4218-8EC8-8FABB5642902}" destId="{A69E8910-B864-4370-B908-88A5FD5A5277}" srcOrd="1" destOrd="0" presId="urn:microsoft.com/office/officeart/2005/8/layout/orgChart1"/>
    <dgm:cxn modelId="{B0277742-89A2-4022-8127-6612FFC41CB6}" type="presParOf" srcId="{1028446C-1637-4218-8EC8-8FABB5642902}" destId="{AD652C95-C262-4126-B2CD-A3158984E51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FA9ABF-4255-48FF-90E7-6C8E771921DA}">
      <dsp:nvSpPr>
        <dsp:cNvPr id="0" name=""/>
        <dsp:cNvSpPr/>
      </dsp:nvSpPr>
      <dsp:spPr>
        <a:xfrm>
          <a:off x="4692064" y="1084268"/>
          <a:ext cx="833867" cy="1375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45720" bIns="15240" numCol="1" spcCol="1270" anchor="ctr" anchorCtr="0">
          <a:noAutofit/>
        </a:bodyPr>
        <a:lstStyle/>
        <a:p>
          <a:pPr lvl="0" algn="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200" b="0" i="0" kern="1200" smtClean="0"/>
            <a:t>如何做好新工作</a:t>
          </a:r>
          <a:endParaRPr lang="zh-CN" sz="1200" kern="1200"/>
        </a:p>
      </dsp:txBody>
      <dsp:txXfrm rot="16200000">
        <a:off x="4765388" y="1594651"/>
        <a:ext cx="1237572" cy="216805"/>
      </dsp:txXfrm>
    </dsp:sp>
    <dsp:sp modelId="{A320FFCD-9F07-4027-B327-F51FA6D4A45B}">
      <dsp:nvSpPr>
        <dsp:cNvPr id="0" name=""/>
        <dsp:cNvSpPr/>
      </dsp:nvSpPr>
      <dsp:spPr>
        <a:xfrm>
          <a:off x="5604127" y="1281112"/>
          <a:ext cx="833867" cy="11787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45720" bIns="15240" numCol="1" spcCol="1270" anchor="ctr" anchorCtr="0">
          <a:noAutofit/>
        </a:bodyPr>
        <a:lstStyle/>
        <a:p>
          <a:pPr lvl="0" algn="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200" b="0" i="0" kern="1200" smtClean="0"/>
            <a:t>经验分享</a:t>
          </a:r>
          <a:endParaRPr lang="zh-CN" sz="1200" kern="1200"/>
        </a:p>
      </dsp:txBody>
      <dsp:txXfrm rot="16200000">
        <a:off x="5765819" y="1703128"/>
        <a:ext cx="1060836" cy="216805"/>
      </dsp:txXfrm>
    </dsp:sp>
    <dsp:sp modelId="{53782D30-ABAD-49DC-B546-636456BBC9F8}">
      <dsp:nvSpPr>
        <dsp:cNvPr id="0" name=""/>
        <dsp:cNvSpPr/>
      </dsp:nvSpPr>
      <dsp:spPr>
        <a:xfrm>
          <a:off x="3772773" y="887895"/>
          <a:ext cx="833867" cy="15714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68580" bIns="15240" numCol="1" spcCol="1270" anchor="ctr" anchorCtr="0">
          <a:noAutofit/>
        </a:bodyPr>
        <a:lstStyle/>
        <a:p>
          <a:pPr lvl="0" algn="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200" b="0" i="0" kern="1200" smtClean="0"/>
            <a:t>绩效考核</a:t>
          </a:r>
          <a:endParaRPr lang="zh-CN" sz="1200" kern="1200"/>
        </a:p>
      </dsp:txBody>
      <dsp:txXfrm rot="16200000">
        <a:off x="3757532" y="1486646"/>
        <a:ext cx="1414307" cy="216805"/>
      </dsp:txXfrm>
    </dsp:sp>
    <dsp:sp modelId="{1D40EE87-D48D-4187-91CD-06DD96F4A098}">
      <dsp:nvSpPr>
        <dsp:cNvPr id="0" name=""/>
        <dsp:cNvSpPr/>
      </dsp:nvSpPr>
      <dsp:spPr>
        <a:xfrm>
          <a:off x="2863338" y="691522"/>
          <a:ext cx="833867" cy="17678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68580" bIns="15240" numCol="1" spcCol="1270" anchor="ctr" anchorCtr="0">
          <a:noAutofit/>
        </a:bodyPr>
        <a:lstStyle/>
        <a:p>
          <a:pPr lvl="0" algn="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200" b="0" i="0" kern="1200" smtClean="0"/>
            <a:t>福利</a:t>
          </a:r>
          <a:endParaRPr lang="zh-CN" sz="1200" kern="1200"/>
        </a:p>
      </dsp:txBody>
      <dsp:txXfrm rot="16200000">
        <a:off x="2759730" y="1378641"/>
        <a:ext cx="1591043" cy="216805"/>
      </dsp:txXfrm>
    </dsp:sp>
    <dsp:sp modelId="{BEFBE32A-9681-4BA5-AE15-707A174DC5A3}">
      <dsp:nvSpPr>
        <dsp:cNvPr id="0" name=""/>
        <dsp:cNvSpPr/>
      </dsp:nvSpPr>
      <dsp:spPr>
        <a:xfrm>
          <a:off x="1953247" y="495150"/>
          <a:ext cx="833867" cy="1964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68580" bIns="15240" numCol="1" spcCol="1270" anchor="ctr" anchorCtr="0">
          <a:noAutofit/>
        </a:bodyPr>
        <a:lstStyle/>
        <a:p>
          <a:pPr lvl="0" algn="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200" b="0" i="0" kern="1200" smtClean="0"/>
            <a:t>公司政策</a:t>
          </a:r>
          <a:endParaRPr lang="zh-CN" sz="1200" kern="1200"/>
        </a:p>
      </dsp:txBody>
      <dsp:txXfrm rot="16200000">
        <a:off x="1761467" y="1270636"/>
        <a:ext cx="1767778" cy="216805"/>
      </dsp:txXfrm>
    </dsp:sp>
    <dsp:sp modelId="{D80D1931-8DD3-4B33-8F48-7E5DDB85EA9F}">
      <dsp:nvSpPr>
        <dsp:cNvPr id="0" name=""/>
        <dsp:cNvSpPr/>
      </dsp:nvSpPr>
      <dsp:spPr>
        <a:xfrm>
          <a:off x="1043155" y="298777"/>
          <a:ext cx="833867" cy="2160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68580" bIns="15240" numCol="1" spcCol="1270" anchor="ctr" anchorCtr="0">
          <a:noAutofit/>
        </a:bodyPr>
        <a:lstStyle/>
        <a:p>
          <a:pPr lvl="0" algn="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200" b="0" i="0" kern="1200" smtClean="0"/>
            <a:t>公司组织结构介绍</a:t>
          </a:r>
          <a:endParaRPr lang="zh-CN" sz="1200" kern="1200"/>
        </a:p>
      </dsp:txBody>
      <dsp:txXfrm rot="16200000">
        <a:off x="762811" y="1162631"/>
        <a:ext cx="1944513" cy="216805"/>
      </dsp:txXfrm>
    </dsp:sp>
    <dsp:sp modelId="{45BBCF86-30DB-4D42-A627-5980F0848FE1}">
      <dsp:nvSpPr>
        <dsp:cNvPr id="0" name=""/>
        <dsp:cNvSpPr/>
      </dsp:nvSpPr>
      <dsp:spPr>
        <a:xfrm>
          <a:off x="133063" y="102404"/>
          <a:ext cx="833867" cy="23574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68580" bIns="15240" numCol="1" spcCol="1270" anchor="ctr" anchorCtr="0">
          <a:noAutofit/>
        </a:bodyPr>
        <a:lstStyle/>
        <a:p>
          <a:pPr lvl="0" algn="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200" b="0" i="0" kern="1200" dirty="0" smtClean="0"/>
            <a:t>公司历史</a:t>
          </a:r>
          <a:r>
            <a:rPr lang="en-US" sz="1200" b="0" i="0" kern="1200" dirty="0" smtClean="0"/>
            <a:t>/</a:t>
          </a:r>
          <a:r>
            <a:rPr lang="zh-CN" sz="1200" b="0" i="0" kern="1200" dirty="0" smtClean="0"/>
            <a:t>公司展望</a:t>
          </a:r>
          <a:endParaRPr lang="zh-CN" sz="1200" kern="1200" dirty="0"/>
        </a:p>
      </dsp:txBody>
      <dsp:txXfrm rot="16200000">
        <a:off x="-235860" y="1054838"/>
        <a:ext cx="2121673" cy="2168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178BC-EB17-4F6A-8782-D28FA50654DD}">
      <dsp:nvSpPr>
        <dsp:cNvPr id="0" name=""/>
        <dsp:cNvSpPr/>
      </dsp:nvSpPr>
      <dsp:spPr>
        <a:xfrm>
          <a:off x="3285529" y="487639"/>
          <a:ext cx="102226" cy="4478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849"/>
              </a:lnTo>
              <a:lnTo>
                <a:pt x="102226" y="44784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EC9BD0-D07D-450E-AC18-F9BAB8BCCFD7}">
      <dsp:nvSpPr>
        <dsp:cNvPr id="0" name=""/>
        <dsp:cNvSpPr/>
      </dsp:nvSpPr>
      <dsp:spPr>
        <a:xfrm>
          <a:off x="3183302" y="487639"/>
          <a:ext cx="102226" cy="447849"/>
        </a:xfrm>
        <a:custGeom>
          <a:avLst/>
          <a:gdLst/>
          <a:ahLst/>
          <a:cxnLst/>
          <a:rect l="0" t="0" r="0" b="0"/>
          <a:pathLst>
            <a:path>
              <a:moveTo>
                <a:pt x="102226" y="0"/>
              </a:moveTo>
              <a:lnTo>
                <a:pt x="102226" y="447849"/>
              </a:lnTo>
              <a:lnTo>
                <a:pt x="0" y="44784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4E9A1F-1D30-47FC-86F9-6DFCC6C77F72}">
      <dsp:nvSpPr>
        <dsp:cNvPr id="0" name=""/>
        <dsp:cNvSpPr/>
      </dsp:nvSpPr>
      <dsp:spPr>
        <a:xfrm>
          <a:off x="3285529" y="487639"/>
          <a:ext cx="2356079" cy="8956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3473"/>
              </a:lnTo>
              <a:lnTo>
                <a:pt x="2356079" y="793473"/>
              </a:lnTo>
              <a:lnTo>
                <a:pt x="2356079" y="89569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35238B-F5DD-4C08-B8D5-03338F90302C}">
      <dsp:nvSpPr>
        <dsp:cNvPr id="0" name=""/>
        <dsp:cNvSpPr/>
      </dsp:nvSpPr>
      <dsp:spPr>
        <a:xfrm>
          <a:off x="3285529" y="487639"/>
          <a:ext cx="1178039" cy="8956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3473"/>
              </a:lnTo>
              <a:lnTo>
                <a:pt x="1178039" y="793473"/>
              </a:lnTo>
              <a:lnTo>
                <a:pt x="1178039" y="89569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429C02-278E-4733-A810-F9A656A32B69}">
      <dsp:nvSpPr>
        <dsp:cNvPr id="0" name=""/>
        <dsp:cNvSpPr/>
      </dsp:nvSpPr>
      <dsp:spPr>
        <a:xfrm>
          <a:off x="3239809" y="487639"/>
          <a:ext cx="91440" cy="8956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9569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98E973-1460-4DD9-A01C-0243CA1CCB90}">
      <dsp:nvSpPr>
        <dsp:cNvPr id="0" name=""/>
        <dsp:cNvSpPr/>
      </dsp:nvSpPr>
      <dsp:spPr>
        <a:xfrm>
          <a:off x="2107489" y="1870132"/>
          <a:ext cx="589019" cy="2044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226"/>
              </a:lnTo>
              <a:lnTo>
                <a:pt x="589019" y="102226"/>
              </a:lnTo>
              <a:lnTo>
                <a:pt x="589019" y="204453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49B1B4-B1DA-4C83-B89F-618F6E728CF6}">
      <dsp:nvSpPr>
        <dsp:cNvPr id="0" name=""/>
        <dsp:cNvSpPr/>
      </dsp:nvSpPr>
      <dsp:spPr>
        <a:xfrm>
          <a:off x="1518469" y="1870132"/>
          <a:ext cx="589019" cy="204453"/>
        </a:xfrm>
        <a:custGeom>
          <a:avLst/>
          <a:gdLst/>
          <a:ahLst/>
          <a:cxnLst/>
          <a:rect l="0" t="0" r="0" b="0"/>
          <a:pathLst>
            <a:path>
              <a:moveTo>
                <a:pt x="589019" y="0"/>
              </a:moveTo>
              <a:lnTo>
                <a:pt x="589019" y="102226"/>
              </a:lnTo>
              <a:lnTo>
                <a:pt x="0" y="102226"/>
              </a:lnTo>
              <a:lnTo>
                <a:pt x="0" y="204453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D90476-649F-43D8-822F-99F65934D96E}">
      <dsp:nvSpPr>
        <dsp:cNvPr id="0" name=""/>
        <dsp:cNvSpPr/>
      </dsp:nvSpPr>
      <dsp:spPr>
        <a:xfrm>
          <a:off x="2107489" y="487639"/>
          <a:ext cx="1178039" cy="895699"/>
        </a:xfrm>
        <a:custGeom>
          <a:avLst/>
          <a:gdLst/>
          <a:ahLst/>
          <a:cxnLst/>
          <a:rect l="0" t="0" r="0" b="0"/>
          <a:pathLst>
            <a:path>
              <a:moveTo>
                <a:pt x="1178039" y="0"/>
              </a:moveTo>
              <a:lnTo>
                <a:pt x="1178039" y="793473"/>
              </a:lnTo>
              <a:lnTo>
                <a:pt x="0" y="793473"/>
              </a:lnTo>
              <a:lnTo>
                <a:pt x="0" y="89569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FC9E8C-1531-41FE-8D19-31163BA9EBEA}">
      <dsp:nvSpPr>
        <dsp:cNvPr id="0" name=""/>
        <dsp:cNvSpPr/>
      </dsp:nvSpPr>
      <dsp:spPr>
        <a:xfrm>
          <a:off x="929449" y="487639"/>
          <a:ext cx="2356079" cy="895699"/>
        </a:xfrm>
        <a:custGeom>
          <a:avLst/>
          <a:gdLst/>
          <a:ahLst/>
          <a:cxnLst/>
          <a:rect l="0" t="0" r="0" b="0"/>
          <a:pathLst>
            <a:path>
              <a:moveTo>
                <a:pt x="2356079" y="0"/>
              </a:moveTo>
              <a:lnTo>
                <a:pt x="2356079" y="793473"/>
              </a:lnTo>
              <a:lnTo>
                <a:pt x="0" y="793473"/>
              </a:lnTo>
              <a:lnTo>
                <a:pt x="0" y="89569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3BA6CA-412A-4455-8F91-3FAFD9CE9586}">
      <dsp:nvSpPr>
        <dsp:cNvPr id="0" name=""/>
        <dsp:cNvSpPr/>
      </dsp:nvSpPr>
      <dsp:spPr>
        <a:xfrm>
          <a:off x="2798736" y="845"/>
          <a:ext cx="973586" cy="4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500" b="0" i="0" kern="1200" dirty="0" smtClean="0"/>
            <a:t>董事会</a:t>
          </a:r>
          <a:endParaRPr lang="zh-CN" sz="1500" kern="1200" dirty="0"/>
        </a:p>
      </dsp:txBody>
      <dsp:txXfrm>
        <a:off x="2798736" y="845"/>
        <a:ext cx="973586" cy="486793"/>
      </dsp:txXfrm>
    </dsp:sp>
    <dsp:sp modelId="{54D68CD7-BA20-438F-86CB-63DF4CAD65C6}">
      <dsp:nvSpPr>
        <dsp:cNvPr id="0" name=""/>
        <dsp:cNvSpPr/>
      </dsp:nvSpPr>
      <dsp:spPr>
        <a:xfrm>
          <a:off x="442656" y="1383339"/>
          <a:ext cx="973586" cy="4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500" b="0" i="0" kern="1200" dirty="0" smtClean="0"/>
            <a:t>研发部</a:t>
          </a:r>
          <a:endParaRPr lang="zh-CN" sz="1500" kern="1200" dirty="0"/>
        </a:p>
      </dsp:txBody>
      <dsp:txXfrm>
        <a:off x="442656" y="1383339"/>
        <a:ext cx="973586" cy="486793"/>
      </dsp:txXfrm>
    </dsp:sp>
    <dsp:sp modelId="{A0BA5B0A-E309-4277-B4E9-6E63B239D9E0}">
      <dsp:nvSpPr>
        <dsp:cNvPr id="0" name=""/>
        <dsp:cNvSpPr/>
      </dsp:nvSpPr>
      <dsp:spPr>
        <a:xfrm>
          <a:off x="1620696" y="1383339"/>
          <a:ext cx="973586" cy="4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500" b="0" i="0" kern="1200" dirty="0" smtClean="0"/>
            <a:t>采购部</a:t>
          </a:r>
          <a:endParaRPr lang="zh-CN" sz="1500" kern="1200" dirty="0"/>
        </a:p>
      </dsp:txBody>
      <dsp:txXfrm>
        <a:off x="1620696" y="1383339"/>
        <a:ext cx="973586" cy="486793"/>
      </dsp:txXfrm>
    </dsp:sp>
    <dsp:sp modelId="{C28C977F-98F9-4867-92E4-E53377CA4A70}">
      <dsp:nvSpPr>
        <dsp:cNvPr id="0" name=""/>
        <dsp:cNvSpPr/>
      </dsp:nvSpPr>
      <dsp:spPr>
        <a:xfrm>
          <a:off x="1031676" y="2074585"/>
          <a:ext cx="973586" cy="4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kern="1200" dirty="0" smtClean="0"/>
            <a:t>北区</a:t>
          </a:r>
          <a:endParaRPr lang="zh-CN" sz="1500" kern="1200" dirty="0"/>
        </a:p>
      </dsp:txBody>
      <dsp:txXfrm>
        <a:off x="1031676" y="2074585"/>
        <a:ext cx="973586" cy="486793"/>
      </dsp:txXfrm>
    </dsp:sp>
    <dsp:sp modelId="{11AE3885-A702-44F3-B69C-85712F3150B2}">
      <dsp:nvSpPr>
        <dsp:cNvPr id="0" name=""/>
        <dsp:cNvSpPr/>
      </dsp:nvSpPr>
      <dsp:spPr>
        <a:xfrm>
          <a:off x="2209716" y="2074585"/>
          <a:ext cx="973586" cy="4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kern="1200" dirty="0" smtClean="0"/>
            <a:t>南区</a:t>
          </a:r>
          <a:endParaRPr lang="zh-CN" sz="1500" kern="1200" dirty="0"/>
        </a:p>
      </dsp:txBody>
      <dsp:txXfrm>
        <a:off x="2209716" y="2074585"/>
        <a:ext cx="973586" cy="486793"/>
      </dsp:txXfrm>
    </dsp:sp>
    <dsp:sp modelId="{F11DD7E0-B229-45AA-AB2D-AF8810ED1942}">
      <dsp:nvSpPr>
        <dsp:cNvPr id="0" name=""/>
        <dsp:cNvSpPr/>
      </dsp:nvSpPr>
      <dsp:spPr>
        <a:xfrm>
          <a:off x="2798736" y="1383339"/>
          <a:ext cx="973586" cy="4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500" b="0" i="0" kern="1200" smtClean="0"/>
            <a:t>销售部</a:t>
          </a:r>
          <a:endParaRPr lang="zh-CN" sz="1500" kern="1200"/>
        </a:p>
      </dsp:txBody>
      <dsp:txXfrm>
        <a:off x="2798736" y="1383339"/>
        <a:ext cx="973586" cy="486793"/>
      </dsp:txXfrm>
    </dsp:sp>
    <dsp:sp modelId="{529FA013-9BD3-4ACE-B6AE-A78F6E9C1B09}">
      <dsp:nvSpPr>
        <dsp:cNvPr id="0" name=""/>
        <dsp:cNvSpPr/>
      </dsp:nvSpPr>
      <dsp:spPr>
        <a:xfrm>
          <a:off x="3976776" y="1383339"/>
          <a:ext cx="973586" cy="4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500" b="0" i="0" kern="1200" smtClean="0"/>
            <a:t>财务部</a:t>
          </a:r>
          <a:endParaRPr lang="zh-CN" sz="1500" kern="1200"/>
        </a:p>
      </dsp:txBody>
      <dsp:txXfrm>
        <a:off x="3976776" y="1383339"/>
        <a:ext cx="973586" cy="486793"/>
      </dsp:txXfrm>
    </dsp:sp>
    <dsp:sp modelId="{BB977A8D-43AC-4E08-AC9E-9C640C3E0FE6}">
      <dsp:nvSpPr>
        <dsp:cNvPr id="0" name=""/>
        <dsp:cNvSpPr/>
      </dsp:nvSpPr>
      <dsp:spPr>
        <a:xfrm>
          <a:off x="5154816" y="1383339"/>
          <a:ext cx="973586" cy="4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500" b="0" i="0" kern="1200" smtClean="0"/>
            <a:t>人力资源部</a:t>
          </a:r>
          <a:br>
            <a:rPr lang="zh-CN" sz="1500" b="0" i="0" kern="1200" smtClean="0"/>
          </a:br>
          <a:endParaRPr lang="zh-CN" sz="1500" kern="1200"/>
        </a:p>
      </dsp:txBody>
      <dsp:txXfrm>
        <a:off x="5154816" y="1383339"/>
        <a:ext cx="973586" cy="486793"/>
      </dsp:txXfrm>
    </dsp:sp>
    <dsp:sp modelId="{0457A571-0358-403E-B24D-5E58CD07DE5F}">
      <dsp:nvSpPr>
        <dsp:cNvPr id="0" name=""/>
        <dsp:cNvSpPr/>
      </dsp:nvSpPr>
      <dsp:spPr>
        <a:xfrm>
          <a:off x="2209716" y="692092"/>
          <a:ext cx="973586" cy="4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500" b="0" i="0" kern="1200" dirty="0" smtClean="0"/>
            <a:t>监事会</a:t>
          </a:r>
          <a:endParaRPr lang="zh-CN" altLang="en-US" sz="1500" kern="1200" dirty="0"/>
        </a:p>
      </dsp:txBody>
      <dsp:txXfrm>
        <a:off x="2209716" y="692092"/>
        <a:ext cx="973586" cy="486793"/>
      </dsp:txXfrm>
    </dsp:sp>
    <dsp:sp modelId="{D073C4DD-23F9-4FB7-A912-23E3FE0D3FA5}">
      <dsp:nvSpPr>
        <dsp:cNvPr id="0" name=""/>
        <dsp:cNvSpPr/>
      </dsp:nvSpPr>
      <dsp:spPr>
        <a:xfrm>
          <a:off x="3387756" y="692092"/>
          <a:ext cx="973586" cy="4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500" b="0" i="0" kern="1200" dirty="0" smtClean="0"/>
            <a:t>总经理</a:t>
          </a:r>
          <a:endParaRPr lang="zh-CN" altLang="en-US" sz="1500" kern="1200" dirty="0"/>
        </a:p>
      </dsp:txBody>
      <dsp:txXfrm>
        <a:off x="3387756" y="692092"/>
        <a:ext cx="973586" cy="4867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BlockDescendingList">
  <dgm:title val=""/>
  <dgm:desc val=""/>
  <dgm:catLst>
    <dgm:cat type="list" pri="18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13" srcId="10" destId="11" srcOrd="0" destOrd="0"/>
        <dgm:cxn modelId="14" srcId="10" destId="12" srcOrd="0" destOrd="0"/>
        <dgm:cxn modelId="50" srcId="0" destId="20" srcOrd="1" destOrd="0"/>
        <dgm:cxn modelId="23" srcId="20" destId="21" srcOrd="0" destOrd="0"/>
        <dgm:cxn modelId="24" srcId="20" destId="22" srcOrd="0" destOrd="0"/>
        <dgm:cxn modelId="60" srcId="0" destId="30" srcOrd="2" destOrd="0"/>
        <dgm:cxn modelId="33" srcId="30" destId="31" srcOrd="0" destOrd="0"/>
        <dgm:cxn modelId="34" srcId="30" destId="3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7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80" srcId="0" destId="7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0.5516"/>
        </dgm:alg>
        <dgm:choose name="Name3">
          <dgm:if name="Name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if>
          <dgm:else name="Name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else>
        </dgm:choose>
      </dgm:if>
      <dgm:if name="Name6" axis="ch" ptType="node" func="cnt" op="equ" val="2">
        <dgm:alg type="composite">
          <dgm:param type="ar" val="0.9804"/>
        </dgm:alg>
        <dgm:choose name="Name7">
          <dgm:if name="Name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2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1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1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2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if>
          <dgm:else name="Name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1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2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2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1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2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1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else>
        </dgm:choose>
      </dgm:if>
      <dgm:if name="Name10" axis="ch" ptType="node" func="cnt" op="equ" val="3">
        <dgm:alg type="composite">
          <dgm:param type="ar" val="1.4097"/>
        </dgm:alg>
        <dgm:choose name="Name11">
          <dgm:if name="Name12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3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1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if>
          <dgm:else name="Name13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3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1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3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1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3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1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else>
        </dgm:choose>
      </dgm:if>
      <dgm:if name="Name14" axis="ch" ptType="node" func="cnt" op="equ" val="4">
        <dgm:alg type="composite">
          <dgm:param type="ar" val="1.8305"/>
        </dgm:alg>
        <dgm:choose name="Name15">
          <dgm:if name="Name16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2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3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4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1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4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if>
          <dgm:else name="Name17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4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3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2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1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4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3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2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1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4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3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2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1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else>
        </dgm:choose>
      </dgm:if>
      <dgm:if name="Name18" axis="ch" ptType="node" func="cnt" op="equ" val="5">
        <dgm:alg type="composite">
          <dgm:param type="ar" val="2.0125"/>
        </dgm:alg>
        <dgm:choose name="Name19">
          <dgm:if name="Name20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2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4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5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1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4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17"/>
              <dgm:constr type="l" for="ch" forName="childText_5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56"/>
            </dgm:constrLst>
          </dgm:if>
          <dgm:else name="Name21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5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4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2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1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5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4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2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1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5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4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2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61"/>
              <dgm:constr type="l" for="ch" forName="childText_1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99"/>
            </dgm:constrLst>
          </dgm:else>
        </dgm:choose>
      </dgm:if>
      <dgm:if name="Name22" axis="ch" ptType="node" func="cnt" op="equ" val="6">
        <dgm:alg type="composite">
          <dgm:param type="ar" val="2.4006"/>
        </dgm:alg>
        <dgm:shape xmlns:r="http://schemas.openxmlformats.org/officeDocument/2006/relationships" r:blip="">
          <dgm:adjLst/>
        </dgm:shape>
        <dgm:choose name="Name23">
          <dgm:if name="Name2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2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3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4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5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6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1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if>
          <dgm:else name="Name2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6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5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4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3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2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1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6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5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4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3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2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1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6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5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4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3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2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1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else>
        </dgm:choose>
      </dgm:if>
      <dgm:else name="Name26">
        <dgm:alg type="composite">
          <dgm:param type="ar" val="2.7874"/>
        </dgm:alg>
        <dgm:shape xmlns:r="http://schemas.openxmlformats.org/officeDocument/2006/relationships" r:blip="">
          <dgm:adjLst/>
        </dgm:shape>
        <dgm:choose name="Name27">
          <dgm:if name="Name2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2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3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5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6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7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1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7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7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if>
          <dgm:else name="Name2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7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6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5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3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2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1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7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6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5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3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2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1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7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6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5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3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2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1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else>
        </dgm:choose>
      </dgm:else>
    </dgm:choose>
    <dgm:forEach name="wrapper" axis="self" ptType="parTrans">
      <dgm:forEach name="accentRepeat" axis="self">
        <dgm:layoutNode name="imageRepeatNode" styleLbl="node1">
          <dgm:alg type="sp"/>
          <dgm:shape xmlns:r="http://schemas.openxmlformats.org/officeDocument/2006/relationships" type="rect" r:blip="" zOrderOff="-10">
            <dgm:adjLst/>
          </dgm:shape>
          <dgm:presOf axis="self"/>
        </dgm:layoutNode>
      </dgm:forEach>
    </dgm:forEach>
    <dgm:forEach name="Name30" axis="ch" ptType="node" cnt="1">
      <dgm:layoutNode name="parentText_1" styleLbl="node1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1" styleLbl="node1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1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2" cnt="1">
      <dgm:layoutNode name="parentText_2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2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2">
        <dgm:alg type="sp"/>
        <dgm:shape xmlns:r="http://schemas.openxmlformats.org/officeDocument/2006/relationships" r:blip="">
          <dgm:adjLst/>
        </dgm:shape>
        <dgm:presOf/>
        <dgm:constrLst/>
        <dgm:forEach name="Name33" ref="accentRepeat"/>
      </dgm:layoutNode>
    </dgm:forEach>
    <dgm:forEach name="Name34" axis="ch" ptType="node" st="3" cnt="1">
      <dgm:layoutNode name="parentText_3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3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3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</dgm:forEach>
    <dgm:forEach name="Name36" axis="ch" ptType="node" st="4" cnt="1">
      <dgm:layoutNode name="parentText_4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4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parentText_5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5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5">
        <dgm:alg type="sp"/>
        <dgm:shape xmlns:r="http://schemas.openxmlformats.org/officeDocument/2006/relationships" r:blip="">
          <dgm:adjLst/>
        </dgm:shape>
        <dgm:presOf/>
        <dgm:constrLst/>
        <dgm:forEach name="Name39" ref="accentRepeat"/>
      </dgm:layoutNode>
    </dgm:forEach>
    <dgm:forEach name="Name40" axis="ch" ptType="node" st="6" cnt="1">
      <dgm:layoutNode name="parentText_6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6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6">
        <dgm:alg type="sp"/>
        <dgm:shape xmlns:r="http://schemas.openxmlformats.org/officeDocument/2006/relationships" r:blip="">
          <dgm:adjLst/>
        </dgm:shape>
        <dgm:presOf/>
        <dgm:constrLst/>
        <dgm:forEach name="Name41" ref="accentRepeat"/>
      </dgm:layoutNode>
    </dgm:forEach>
    <dgm:forEach name="Name42" axis="ch" ptType="node" st="7" cnt="1">
      <dgm:layoutNode name="parentText_7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7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7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0.84884</cdr:x>
      <cdr:y>0</cdr:y>
    </cdr:from>
    <cdr:to>
      <cdr:x>0.90363</cdr:x>
      <cdr:y>0.21353</cdr:y>
    </cdr:to>
    <cdr:sp macro="" textlink="">
      <cdr:nvSpPr>
        <cdr:cNvPr id="3" name="五角星 2"/>
        <cdr:cNvSpPr/>
      </cdr:nvSpPr>
      <cdr:spPr>
        <a:xfrm xmlns:a="http://schemas.openxmlformats.org/drawingml/2006/main">
          <a:off x="5577433" y="0"/>
          <a:ext cx="360040" cy="547116"/>
        </a:xfrm>
        <a:prstGeom xmlns:a="http://schemas.openxmlformats.org/drawingml/2006/main" prst="star5">
          <a:avLst/>
        </a:prstGeom>
      </cdr:spPr>
      <cdr:style>
        <a:lnRef xmlns:a="http://schemas.openxmlformats.org/drawingml/2006/main" idx="0">
          <a:schemeClr val="accent3"/>
        </a:lnRef>
        <a:fillRef xmlns:a="http://schemas.openxmlformats.org/drawingml/2006/main" idx="3">
          <a:schemeClr val="accent3"/>
        </a:fillRef>
        <a:effectRef xmlns:a="http://schemas.openxmlformats.org/drawingml/2006/main" idx="3">
          <a:schemeClr val="accent3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zh-CN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C5BB9-1788-485A-86DE-CE8AE3C8FAA5}" type="datetimeFigureOut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65785-C33F-4C0E-B808-B1757F986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629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n-US" altLang="zh-CN" smtClean="0"/>
              <a:pPr/>
              <a:t>2</a:t>
            </a:fld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en-US" altLang="zh-CN" smtClean="0"/>
              <a:pPr/>
              <a:t>3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87001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en-US" altLang="zh-CN" smtClean="0"/>
              <a:pPr/>
              <a:t>4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559674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en-US" altLang="zh-CN" smtClean="0"/>
              <a:pPr/>
              <a:t>5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907522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en-US" altLang="zh-CN" smtClean="0"/>
              <a:pPr/>
              <a:t>6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055975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en-US" altLang="zh-CN" smtClean="0"/>
              <a:pPr/>
              <a:t>7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428574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en-US" altLang="zh-CN" smtClean="0"/>
              <a:pPr/>
              <a:t>8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568025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altLang="zh-CN" smtClean="0"/>
              <a:pPr/>
              <a:t>9</a:t>
            </a:fld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3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zh-CN" smtClean="0"/>
              <a:t>Microsoft </a:t>
            </a:r>
            <a:r>
              <a:rPr lang="zh-CN" b="1" smtClean="0"/>
              <a:t>Engineering Excellence</a:t>
            </a:r>
            <a:endParaRPr lang="zh-CN" smtClean="0"/>
          </a:p>
        </p:txBody>
      </p:sp>
      <p:sp>
        <p:nvSpPr>
          <p:cNvPr id="46083" name="Rectangle 25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smtClean="0"/>
              <a:t>Microsoft 机密</a:t>
            </a:r>
          </a:p>
        </p:txBody>
      </p:sp>
      <p:sp>
        <p:nvSpPr>
          <p:cNvPr id="46084" name="Rectangle 2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C51ECC-86A3-4073-ADEB-F5E3C216F85C}" type="slidenum">
              <a:rPr lang="en-US" altLang="zh-CN" smtClean="0"/>
              <a:pPr/>
              <a:t>10</a:t>
            </a:fld>
            <a:endParaRPr lang="zh-CN" smtClean="0"/>
          </a:p>
        </p:txBody>
      </p:sp>
      <p:sp>
        <p:nvSpPr>
          <p:cNvPr id="460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450850"/>
            <a:ext cx="6096000" cy="3429000"/>
          </a:xfrm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492" y="4130103"/>
            <a:ext cx="6261652" cy="4593861"/>
          </a:xfrm>
          <a:noFill/>
          <a:ln/>
        </p:spPr>
        <p:txBody>
          <a:bodyPr/>
          <a:lstStyle/>
          <a:p>
            <a:endParaRPr lang="zh-CN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n-US" altLang="zh-CN" smtClean="0"/>
              <a:pPr/>
              <a:t>11</a:t>
            </a:fld>
            <a:endParaRPr 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altLang="zh-CN" smtClean="0"/>
              <a:pPr/>
              <a:t>12</a:t>
            </a:fld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3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zh-CN" dirty="0" smtClean="0"/>
              <a:t>Microsoft </a:t>
            </a:r>
            <a:r>
              <a:rPr lang="zh-CN" b="1" dirty="0" smtClean="0"/>
              <a:t>Engineering Excellence</a:t>
            </a:r>
            <a:endParaRPr lang="zh-CN" dirty="0" smtClean="0"/>
          </a:p>
        </p:txBody>
      </p:sp>
      <p:sp>
        <p:nvSpPr>
          <p:cNvPr id="41987" name="Rectangle 25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dirty="0" smtClean="0"/>
              <a:t>Microsoft 机密</a:t>
            </a:r>
          </a:p>
        </p:txBody>
      </p:sp>
      <p:sp>
        <p:nvSpPr>
          <p:cNvPr id="41988" name="Rectangle 2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B44A5F-6CE4-493C-A0D7-6834FF76660C}" type="slidenum">
              <a:rPr lang="en-US" altLang="zh-CN" smtClean="0"/>
              <a:pPr/>
              <a:t>13</a:t>
            </a:fld>
            <a:endParaRPr lang="zh-CN" dirty="0" smtClean="0"/>
          </a:p>
        </p:txBody>
      </p:sp>
      <p:sp>
        <p:nvSpPr>
          <p:cNvPr id="419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450850"/>
            <a:ext cx="6096000" cy="3429000"/>
          </a:xfrm>
          <a:ln/>
        </p:spPr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492" y="4130104"/>
            <a:ext cx="6261652" cy="4554823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zh-CN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67043" y="1344168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63344746-8756-45FD-8284-EC188168E704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719695" y="2420115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3257" y="219457"/>
            <a:ext cx="628649" cy="575765"/>
          </a:xfrm>
        </p:spPr>
        <p:txBody>
          <a:bodyPr/>
          <a:lstStyle>
            <a:lvl1pPr>
              <a:defRPr sz="2100" b="0" i="0">
                <a:latin typeface="+mj-lt"/>
              </a:defRPr>
            </a:lvl1pPr>
          </a:lstStyle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2" y="4793879"/>
            <a:ext cx="304798" cy="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028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C5B2-0583-4952-880E-303C431E61EB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378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8" y="2008234"/>
            <a:ext cx="3263267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69" y="2008234"/>
            <a:ext cx="2816534" cy="1712867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A5B4-2CDD-4944-AEEB-C5BE2231486E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Rectangle 14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2" y="4793879"/>
            <a:ext cx="304798" cy="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1886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0DFB-4C35-4080-993C-357FF5C8D275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1700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3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496DE-04A1-42C4-B44B-5879D2C0CCE3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4979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D1CF-0273-4FCF-8FB5-D686D2AC9537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475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9CDC-3B00-469D-9567-9F0E4C98B78A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2" y="4793879"/>
            <a:ext cx="304798" cy="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4779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60" y="1085850"/>
            <a:ext cx="3892549" cy="3429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171701"/>
            <a:ext cx="2094869" cy="234695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40813-C965-4455-A696-C0DE61B12996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Rectangle 14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2" y="4793879"/>
            <a:ext cx="304798" cy="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781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269999"/>
            <a:ext cx="2895195" cy="1301751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52A0-17ED-41C5-8FCC-7310119818A3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2" y="4793879"/>
            <a:ext cx="304798" cy="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232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725005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7" y="4152499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C393-42DA-46A5-AA55-33E839380604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2" y="4793879"/>
            <a:ext cx="304798" cy="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84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97562"/>
            <a:ext cx="6619244" cy="1034816"/>
          </a:xfrm>
        </p:spPr>
        <p:txBody>
          <a:bodyPr/>
          <a:lstStyle>
            <a:lvl1pPr>
              <a:defRPr sz="3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56195-635B-4D62-910D-8483310D2F2B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2" y="4793879"/>
            <a:ext cx="304798" cy="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7524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7289579" y="197386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72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721" y="443320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72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5388"/>
            <a:ext cx="6340430" cy="2023687"/>
          </a:xfrm>
        </p:spPr>
        <p:txBody>
          <a:bodyPr/>
          <a:lstStyle>
            <a:lvl1pPr>
              <a:defRPr sz="3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4329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F307C-095E-4E17-B060-D8CCD02BA857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2" name="Rectangle 31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2" y="4793879"/>
            <a:ext cx="304798" cy="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099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74801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14E1-2BBD-4386-A866-998254ACB222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Rectangle 11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2" y="4793879"/>
            <a:ext cx="304798" cy="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426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62974"/>
            <a:ext cx="2346876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6" y="2395171"/>
            <a:ext cx="2346876" cy="21251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6"/>
            <a:ext cx="235903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95171"/>
            <a:ext cx="2359035" cy="212512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5025" y="1962975"/>
            <a:ext cx="2370772" cy="43219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5026" y="2395171"/>
            <a:ext cx="2373539" cy="212512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C628-100B-4C7D-8445-DF7FB670EF1E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0029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4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1"/>
            <a:ext cx="2287828" cy="68846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9403" y="3399635"/>
            <a:ext cx="2285075" cy="48836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8" y="1952625"/>
            <a:ext cx="2018431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6649" y="3888002"/>
            <a:ext cx="2287829" cy="6322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575" y="3399635"/>
            <a:ext cx="2287829" cy="4883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576" y="3888001"/>
            <a:ext cx="2287828" cy="6322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1115" y="1952625"/>
            <a:ext cx="0" cy="263819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51429" y="1952625"/>
            <a:ext cx="0" cy="2619375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8336-8B3A-4E97-B30B-ADEEABCD8F9D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7477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730251"/>
            <a:ext cx="6619245" cy="53022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2288A-9D6B-46D1-9F44-CEF1FDAD836F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356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2567" y="958851"/>
            <a:ext cx="1060450" cy="3561442"/>
          </a:xfrm>
        </p:spPr>
        <p:txBody>
          <a:bodyPr vert="eaVert" anchor="b" anchorCtr="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5" y="958851"/>
            <a:ext cx="4685660" cy="3561443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F2D7-4C20-4F22-BF1A-044A0E6A126D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2" y="4793879"/>
            <a:ext cx="304798" cy="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650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仅显示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4767264"/>
            <a:ext cx="2133600" cy="273844"/>
          </a:xfrm>
        </p:spPr>
        <p:txBody>
          <a:bodyPr/>
          <a:lstStyle/>
          <a:p>
            <a:fld id="{05685D5B-0213-41DC-A868-AC430C2494C4}" type="datetime1">
              <a:rPr lang="zh-CN" altLang="en-US" smtClean="0"/>
              <a:t>2021/5/10</a:t>
            </a:fld>
            <a:endParaRPr 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4767264"/>
            <a:ext cx="2895600" cy="273844"/>
          </a:xfrm>
        </p:spPr>
        <p:txBody>
          <a:bodyPr/>
          <a:lstStyle/>
          <a:p>
            <a:endParaRPr 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4767264"/>
            <a:ext cx="2133600" cy="273844"/>
          </a:xfrm>
        </p:spPr>
        <p:txBody>
          <a:bodyPr/>
          <a:lstStyle/>
          <a:p>
            <a:fld id="{33D6E5A2-EC83-451F-A719-9AC1370DD5CF}" type="slidenum">
              <a:pPr/>
              <a:t>‹#›</a:t>
            </a:fld>
            <a:endParaRPr lang="zh-CN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2" y="4793879"/>
            <a:ext cx="304798" cy="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8625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2286000"/>
            <a:ext cx="4343400" cy="1021556"/>
          </a:xfrm>
        </p:spPr>
        <p:txBody>
          <a:bodyPr anchor="b" anchorCtr="0"/>
          <a:lstStyle>
            <a:lvl1pPr algn="l" latinLnBrk="0">
              <a:defRPr lang="zh-CN" sz="4000" b="1" cap="small" baseline="0">
                <a:solidFill>
                  <a:srgbClr val="003300"/>
                </a:solidFill>
              </a:defRPr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0AD6E-92BB-4318-9ECA-F62C0D9A6368}" type="datetime1">
              <a:rPr lang="zh-CN" altLang="en-US" smtClean="0"/>
              <a:t>2021/5/10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pPr/>
              <a:t>‹#›</a:t>
            </a:fld>
            <a:endParaRPr lang="zh-CN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2" y="4793879"/>
            <a:ext cx="304798" cy="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05662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1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5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59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8204" y="479554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6B86EFF8-BB24-4B14-B1A6-D0A304DFBA31}" type="datetime1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6269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22" name="Rectangle 21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7381F8D3-382F-4D6A-BF2D-5FA1720FE0A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2" y="4793879"/>
            <a:ext cx="304798" cy="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0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660" r:id="rId18"/>
    <p:sldLayoutId id="2147483663" r:id="rId19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chart" Target="../charts/chart1.xml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notesSlide" Target="../notesSlides/notesSlide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4.jp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新员工培训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张晓鸣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090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822940" y="1786035"/>
            <a:ext cx="3711465" cy="210016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sz="7200" dirty="0"/>
              <a:t>欢迎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849860"/>
            <a:ext cx="3038475" cy="30575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25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议程/主题</a:t>
            </a:r>
            <a:endParaRPr lang="zh-CN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9276714"/>
              </p:ext>
            </p:extLst>
          </p:nvPr>
        </p:nvGraphicFramePr>
        <p:xfrm>
          <a:off x="866216" y="1952625"/>
          <a:ext cx="6571059" cy="2562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82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公司历史/公司展望</a:t>
            </a:r>
            <a:endParaRPr 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dirty="0" smtClean="0"/>
              <a:t>公司成立的年份</a:t>
            </a:r>
          </a:p>
          <a:p>
            <a:r>
              <a:rPr lang="zh-CN" dirty="0" smtClean="0"/>
              <a:t>公司目标和使命</a:t>
            </a:r>
          </a:p>
          <a:p>
            <a:r>
              <a:rPr lang="zh-CN" dirty="0" smtClean="0"/>
              <a:t>公司产品和服务</a:t>
            </a: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83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公司组织结构介绍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774418"/>
              </p:ext>
            </p:extLst>
          </p:nvPr>
        </p:nvGraphicFramePr>
        <p:xfrm>
          <a:off x="866216" y="1952625"/>
          <a:ext cx="6571059" cy="2562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694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3BA6CA-412A-4455-8F91-3FAFD9CE95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343BA6CA-412A-4455-8F91-3FAFD9CE95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8EC9BD0-D07D-450E-AC18-F9BAB8BCCF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88EC9BD0-D07D-450E-AC18-F9BAB8BCCF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457A571-0358-403E-B24D-5E58CD07DE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0457A571-0358-403E-B24D-5E58CD07DE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C178BC-EB17-4F6A-8782-D28FA50654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59C178BC-EB17-4F6A-8782-D28FA50654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073C4DD-23F9-4FB7-A912-23E3FE0D3F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graphicEl>
                                              <a:dgm id="{D073C4DD-23F9-4FB7-A912-23E3FE0D3F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7FC9E8C-1531-41FE-8D19-31163BA9EB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graphicEl>
                                              <a:dgm id="{37FC9E8C-1531-41FE-8D19-31163BA9EB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4D68CD7-BA20-438F-86CB-63DF4CAD65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54D68CD7-BA20-438F-86CB-63DF4CAD65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ED90476-649F-43D8-822F-99F65934D9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graphicEl>
                                              <a:dgm id="{3ED90476-649F-43D8-822F-99F65934D9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0BA5B0A-E309-4277-B4E9-6E63B239D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graphicEl>
                                              <a:dgm id="{A0BA5B0A-E309-4277-B4E9-6E63B239D9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C429C02-278E-4733-A810-F9A656A32B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graphicEl>
                                              <a:dgm id="{9C429C02-278E-4733-A810-F9A656A32B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1DD7E0-B229-45AA-AB2D-AF8810ED19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F11DD7E0-B229-45AA-AB2D-AF8810ED19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5238B-F5DD-4C08-B8D5-03338F9030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graphicEl>
                                              <a:dgm id="{EA35238B-F5DD-4C08-B8D5-03338F9030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29FA013-9BD3-4ACE-B6AE-A78F6E9C1B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graphicEl>
                                              <a:dgm id="{529FA013-9BD3-4ACE-B6AE-A78F6E9C1B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84E9A1F-1D30-47FC-86F9-6DFCC6C77F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graphicEl>
                                              <a:dgm id="{F84E9A1F-1D30-47FC-86F9-6DFCC6C77F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B977A8D-43AC-4E08-AC9E-9C640C3E0F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graphicEl>
                                              <a:dgm id="{BB977A8D-43AC-4E08-AC9E-9C640C3E0F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C49B1B4-B1DA-4C83-B89F-618F6E728C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graphicEl>
                                              <a:dgm id="{EC49B1B4-B1DA-4C83-B89F-618F6E728C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28C977F-98F9-4867-92E4-E53377CA4A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graphicEl>
                                              <a:dgm id="{C28C977F-98F9-4867-92E4-E53377CA4A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A98E973-1460-4DD9-A01C-0243CA1CCB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graphicEl>
                                              <a:dgm id="{7A98E973-1460-4DD9-A01C-0243CA1CCB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1AE3885-A702-44F3-B69C-85712F3150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graphicEl>
                                              <a:dgm id="{11AE3885-A702-44F3-B69C-85712F3150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AtOnc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公司政策</a:t>
            </a:r>
            <a:endParaRPr 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企业文化</a:t>
            </a:r>
          </a:p>
          <a:p>
            <a:r>
              <a:rPr lang="zh-CN" altLang="en-US" smtClean="0"/>
              <a:t>介绍公司工作时间</a:t>
            </a:r>
          </a:p>
          <a:p>
            <a:r>
              <a:rPr lang="zh-CN" altLang="en-US" smtClean="0"/>
              <a:t>对员工的期望</a:t>
            </a:r>
          </a:p>
          <a:p>
            <a:r>
              <a:rPr lang="zh-CN" altLang="en-US" smtClean="0"/>
              <a:t>分发公司手册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23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福利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smtClean="0"/>
              <a:t>医疗保险</a:t>
            </a:r>
            <a:endParaRPr lang="zh-CN" smtClean="0"/>
          </a:p>
          <a:p>
            <a:pPr lvl="0"/>
            <a:r>
              <a:rPr lang="zh-CN" altLang="en-US" smtClean="0"/>
              <a:t>休假</a:t>
            </a:r>
            <a:r>
              <a:rPr lang="en-US" altLang="zh-CN" smtClean="0"/>
              <a:t>/</a:t>
            </a:r>
            <a:r>
              <a:rPr lang="zh-CN" altLang="en-US" smtClean="0"/>
              <a:t>病假</a:t>
            </a:r>
            <a:r>
              <a:rPr lang="en-US" altLang="zh-CN" smtClean="0"/>
              <a:t>/</a:t>
            </a:r>
            <a:r>
              <a:rPr lang="zh-CN" altLang="en-US" smtClean="0"/>
              <a:t>公共假期</a:t>
            </a:r>
            <a:endParaRPr lang="zh-CN" smtClean="0"/>
          </a:p>
          <a:p>
            <a:pPr lvl="0"/>
            <a:r>
              <a:rPr lang="zh-CN" smtClean="0"/>
              <a:t>伤残/人寿保险</a:t>
            </a:r>
          </a:p>
          <a:p>
            <a:pPr lvl="0"/>
            <a:r>
              <a:rPr lang="zh-CN" smtClean="0"/>
              <a:t>退休金</a:t>
            </a:r>
          </a:p>
          <a:p>
            <a:pPr lvl="0"/>
            <a:r>
              <a:rPr lang="zh-CN" smtClean="0"/>
              <a:t>培训/教育机会</a:t>
            </a:r>
          </a:p>
          <a:p>
            <a:pPr lvl="0"/>
            <a:r>
              <a:rPr lang="zh-CN" smtClean="0"/>
              <a:t>其他福利</a:t>
            </a: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60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绩效考核</a:t>
            </a:r>
            <a:endParaRPr 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smtClean="0"/>
              <a:t>绩效考核的目的</a:t>
            </a:r>
          </a:p>
          <a:p>
            <a:r>
              <a:rPr lang="zh-CN" smtClean="0"/>
              <a:t>考核的频率和时间</a:t>
            </a:r>
          </a:p>
          <a:p>
            <a:r>
              <a:rPr lang="zh-CN" smtClean="0"/>
              <a:t>考核流程</a:t>
            </a:r>
          </a:p>
          <a:p>
            <a:r>
              <a:rPr lang="zh-CN" smtClean="0"/>
              <a:t>分发考核表</a:t>
            </a: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72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smtClean="0"/>
              <a:t>新工作</a:t>
            </a:r>
            <a:r>
              <a:rPr lang="en-US" altLang="zh-CN" smtClean="0"/>
              <a:t>-</a:t>
            </a:r>
            <a:r>
              <a:rPr lang="zh-CN" altLang="en-US" smtClean="0"/>
              <a:t>学习曲线</a:t>
            </a:r>
            <a:endParaRPr lang="zh-CN" dirty="0"/>
          </a:p>
        </p:txBody>
      </p:sp>
      <p:graphicFrame>
        <p:nvGraphicFramePr>
          <p:cNvPr id="10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8769029"/>
              </p:ext>
            </p:extLst>
          </p:nvPr>
        </p:nvGraphicFramePr>
        <p:xfrm>
          <a:off x="866775" y="1952625"/>
          <a:ext cx="6570663" cy="256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9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54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Chart bld="series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Line 2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1249368" y="4349354"/>
            <a:ext cx="7208837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pPr>
              <a:defRPr lang="zh-CN"/>
            </a:pPr>
            <a:endParaRPr lang="zh-CN"/>
          </a:p>
        </p:txBody>
      </p:sp>
      <p:sp>
        <p:nvSpPr>
          <p:cNvPr id="627715" name="Line 3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 flipV="1">
            <a:off x="1242995" y="1423741"/>
            <a:ext cx="15875" cy="2937272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pPr>
              <a:defRPr lang="zh-CN"/>
            </a:pPr>
            <a:r>
              <a:rPr lang="en-US" altLang="zh-CN" dirty="0" smtClean="0"/>
              <a:t>·</a:t>
            </a:r>
            <a:endParaRPr lang="zh-CN" dirty="0"/>
          </a:p>
        </p:txBody>
      </p:sp>
      <p:sp>
        <p:nvSpPr>
          <p:cNvPr id="22532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47800" y="4396979"/>
            <a:ext cx="6781800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>
            <a:normAutofit fontScale="85000" lnSpcReduction="20000"/>
          </a:bodyPr>
          <a:lstStyle/>
          <a:p>
            <a:pPr algn="ctr"/>
            <a:r>
              <a:rPr lang="zh-CN"/>
              <a:t>所用时间</a:t>
            </a:r>
            <a:endParaRPr lang="zh-CN">
              <a:effectLst/>
            </a:endParaRPr>
          </a:p>
        </p:txBody>
      </p:sp>
      <p:sp>
        <p:nvSpPr>
          <p:cNvPr id="22533" name="Text 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 rot="-5400000">
            <a:off x="-444336" y="2773685"/>
            <a:ext cx="2782005" cy="369332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algn="ctr"/>
            <a:r>
              <a:rPr lang="zh-CN">
                <a:effectLst/>
              </a:rPr>
              <a:t>已处理的项目</a:t>
            </a:r>
          </a:p>
        </p:txBody>
      </p:sp>
      <p:sp>
        <p:nvSpPr>
          <p:cNvPr id="627722" name="AutoShape 10"/>
          <p:cNvSpPr>
            <a:spLocks noChangeArrowheads="1"/>
          </p:cNvSpPr>
          <p:nvPr>
            <p:custDataLst>
              <p:tags r:id="rId6"/>
            </p:custDataLst>
          </p:nvPr>
        </p:nvSpPr>
        <p:spPr bwMode="invGray">
          <a:xfrm>
            <a:off x="1756489" y="3246822"/>
            <a:ext cx="1753651" cy="916618"/>
          </a:xfrm>
          <a:prstGeom prst="round2DiagRect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ctr">
            <a:noAutofit/>
          </a:bodyPr>
          <a:lstStyle/>
          <a:p>
            <a:pPr algn="ctr">
              <a:defRPr lang="zh-CN"/>
            </a:pPr>
            <a:r>
              <a:rPr lang="zh-CN" altLang="en-US" sz="2000" dirty="0">
                <a:latin typeface="Segoe Semibold" pitchFamily="34" charset="0"/>
              </a:rPr>
              <a:t>了解</a:t>
            </a:r>
            <a:endParaRPr lang="zh-CN" sz="2000" dirty="0"/>
          </a:p>
        </p:txBody>
      </p:sp>
      <p:sp>
        <p:nvSpPr>
          <p:cNvPr id="627725" name="AutoShape 13"/>
          <p:cNvSpPr>
            <a:spLocks noChangeArrowheads="1"/>
          </p:cNvSpPr>
          <p:nvPr>
            <p:custDataLst>
              <p:tags r:id="rId7"/>
            </p:custDataLst>
          </p:nvPr>
        </p:nvSpPr>
        <p:spPr bwMode="invGray">
          <a:xfrm>
            <a:off x="6335671" y="1567351"/>
            <a:ext cx="1743878" cy="909589"/>
          </a:xfrm>
          <a:prstGeom prst="round2DiagRect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ctr">
            <a:noAutofit/>
          </a:bodyPr>
          <a:lstStyle/>
          <a:p>
            <a:pPr algn="ctr">
              <a:defRPr lang="zh-CN"/>
            </a:pPr>
            <a:r>
              <a:rPr lang="zh-CN" sz="2000">
                <a:latin typeface="Segoe Semibold" pitchFamily="34" charset="0"/>
              </a:rPr>
              <a:t>达到精通</a:t>
            </a:r>
            <a:endParaRPr lang="zh-CN" sz="2000"/>
          </a:p>
        </p:txBody>
      </p:sp>
      <p:sp>
        <p:nvSpPr>
          <p:cNvPr id="627728" name="Rectangle 16"/>
          <p:cNvSpPr>
            <a:spLocks noGrp="1" noChangeArrowheads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 smtClean="0"/>
              <a:t>新工作</a:t>
            </a:r>
            <a:r>
              <a:rPr lang="en-US" altLang="zh-CN" smtClean="0"/>
              <a:t>-</a:t>
            </a:r>
            <a:r>
              <a:rPr lang="zh-CN" smtClean="0"/>
              <a:t>逐渐精通</a:t>
            </a:r>
            <a:endParaRPr lang="zh-CN" dirty="0"/>
          </a:p>
        </p:txBody>
      </p:sp>
      <p:sp>
        <p:nvSpPr>
          <p:cNvPr id="17" name="AutoShape 10"/>
          <p:cNvSpPr>
            <a:spLocks noChangeArrowheads="1"/>
          </p:cNvSpPr>
          <p:nvPr>
            <p:custDataLst>
              <p:tags r:id="rId9"/>
            </p:custDataLst>
          </p:nvPr>
        </p:nvSpPr>
        <p:spPr bwMode="invGray">
          <a:xfrm>
            <a:off x="4191005" y="2457450"/>
            <a:ext cx="1753651" cy="916618"/>
          </a:xfrm>
          <a:prstGeom prst="round2DiagRect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ctr">
            <a:noAutofit/>
          </a:bodyPr>
          <a:lstStyle/>
          <a:p>
            <a:pPr algn="ctr">
              <a:defRPr lang="zh-CN"/>
            </a:pPr>
            <a:r>
              <a:rPr lang="zh-CN" sz="2000" dirty="0">
                <a:latin typeface="Segoe Semibold" pitchFamily="34" charset="0"/>
              </a:rPr>
              <a:t>开始熟悉</a:t>
            </a:r>
            <a:endParaRPr lang="zh-CN" sz="2000" dirty="0"/>
          </a:p>
        </p:txBody>
      </p:sp>
      <p:sp>
        <p:nvSpPr>
          <p:cNvPr id="11" name="Freeform 15"/>
          <p:cNvSpPr>
            <a:spLocks/>
          </p:cNvSpPr>
          <p:nvPr>
            <p:custDataLst>
              <p:tags r:id="rId10"/>
            </p:custDataLst>
          </p:nvPr>
        </p:nvSpPr>
        <p:spPr bwMode="auto">
          <a:xfrm rot="21240482">
            <a:off x="2519412" y="1257303"/>
            <a:ext cx="3728988" cy="1735283"/>
          </a:xfrm>
          <a:custGeom>
            <a:avLst/>
            <a:gdLst/>
            <a:ahLst/>
            <a:cxnLst>
              <a:cxn ang="0">
                <a:pos x="0" y="1390"/>
              </a:cxn>
              <a:cxn ang="0">
                <a:pos x="1529" y="158"/>
              </a:cxn>
              <a:cxn ang="0">
                <a:pos x="1529" y="0"/>
              </a:cxn>
              <a:cxn ang="0">
                <a:pos x="2030" y="360"/>
              </a:cxn>
              <a:cxn ang="0">
                <a:pos x="1523" y="714"/>
              </a:cxn>
              <a:cxn ang="0">
                <a:pos x="1520" y="543"/>
              </a:cxn>
              <a:cxn ang="0">
                <a:pos x="0" y="1390"/>
              </a:cxn>
            </a:cxnLst>
            <a:rect l="0" t="0" r="r" b="b"/>
            <a:pathLst>
              <a:path w="2030" h="1390">
                <a:moveTo>
                  <a:pt x="0" y="1390"/>
                </a:moveTo>
                <a:cubicBezTo>
                  <a:pt x="131" y="796"/>
                  <a:pt x="676" y="220"/>
                  <a:pt x="1529" y="158"/>
                </a:cubicBezTo>
                <a:lnTo>
                  <a:pt x="1529" y="0"/>
                </a:lnTo>
                <a:lnTo>
                  <a:pt x="2030" y="360"/>
                </a:lnTo>
                <a:lnTo>
                  <a:pt x="1523" y="714"/>
                </a:lnTo>
                <a:lnTo>
                  <a:pt x="1520" y="543"/>
                </a:lnTo>
                <a:cubicBezTo>
                  <a:pt x="803" y="447"/>
                  <a:pt x="109" y="1123"/>
                  <a:pt x="0" y="1390"/>
                </a:cubicBezTo>
                <a:close/>
              </a:path>
            </a:pathLst>
          </a:custGeom>
          <a:gradFill rotWithShape="1">
            <a:gsLst>
              <a:gs pos="0">
                <a:schemeClr val="accent5"/>
              </a:gs>
              <a:gs pos="100000">
                <a:schemeClr val="accent4"/>
              </a:gs>
            </a:gsLst>
            <a:lin ang="18900000" scaled="1"/>
          </a:gradFill>
          <a:ln w="317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pPr>
              <a:defRPr lang="zh-CN"/>
            </a:pPr>
            <a:endParaRPr 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10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286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7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27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7722" grpId="0" animBg="1"/>
      <p:bldP spid="627725" grpId="0" animBg="1"/>
      <p:bldP spid="17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dirty="0" smtClean="0"/>
              <a:t>案例研究</a:t>
            </a:r>
            <a:endParaRPr lang="zh-CN" dirty="0"/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59" b="10459"/>
          <a:stretch>
            <a:fillRect/>
          </a:stretch>
        </p:blipFill>
        <p:spPr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dirty="0" smtClean="0"/>
              <a:t>Jeremy</a:t>
            </a:r>
          </a:p>
          <a:p>
            <a:pPr lvl="1"/>
            <a:r>
              <a:rPr lang="zh-CN" dirty="0" smtClean="0"/>
              <a:t>他的第一天</a:t>
            </a:r>
          </a:p>
          <a:p>
            <a:pPr lvl="1"/>
            <a:r>
              <a:rPr lang="zh-CN" dirty="0" smtClean="0"/>
              <a:t>所犯的错误</a:t>
            </a:r>
          </a:p>
          <a:p>
            <a:pPr lvl="1"/>
            <a:r>
              <a:rPr lang="zh-CN" dirty="0" smtClean="0"/>
              <a:t>获得的成功</a:t>
            </a:r>
          </a:p>
          <a:p>
            <a:pPr lvl="1"/>
            <a:r>
              <a:rPr lang="zh-CN" altLang="en-US" dirty="0"/>
              <a:t>案例</a:t>
            </a:r>
            <a:r>
              <a:rPr lang="zh-CN" dirty="0" smtClean="0"/>
              <a:t>的</a:t>
            </a:r>
            <a:r>
              <a:rPr lang="zh-CN" altLang="en-US" dirty="0" smtClean="0"/>
              <a:t>启示</a:t>
            </a:r>
            <a:endParaRPr 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11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861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总结</a:t>
            </a:r>
            <a:endParaRPr 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smtClean="0"/>
              <a:t>定义您的挑战</a:t>
            </a:r>
          </a:p>
          <a:p>
            <a:pPr lvl="1"/>
            <a:r>
              <a:rPr lang="zh-CN" smtClean="0"/>
              <a:t>技术以及个人方面</a:t>
            </a:r>
          </a:p>
          <a:p>
            <a:r>
              <a:rPr lang="zh-CN" smtClean="0"/>
              <a:t>设置实际期望</a:t>
            </a:r>
          </a:p>
          <a:p>
            <a:pPr lvl="1"/>
            <a:r>
              <a:rPr lang="zh-CN" smtClean="0"/>
              <a:t>罗马不是一日可以建成的</a:t>
            </a:r>
          </a:p>
          <a:p>
            <a:r>
              <a:rPr lang="zh-CN" smtClean="0"/>
              <a:t>跟踪您的目标</a:t>
            </a:r>
          </a:p>
          <a:p>
            <a:pPr lvl="1"/>
            <a:r>
              <a:rPr lang="zh-CN" smtClean="0"/>
              <a:t>指导计划</a:t>
            </a: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12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654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2400300" y="2061369"/>
            <a:ext cx="4343400" cy="1020763"/>
          </a:xfrm>
        </p:spPr>
        <p:txBody>
          <a:bodyPr anchor="ctr" anchorCtr="1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>
              <a:defRPr lang="zh-CN"/>
            </a:pPr>
            <a:r>
              <a:rPr lang="zh-CN" b="1" dirty="0">
                <a:ln/>
                <a:solidFill>
                  <a:schemeClr val="accent3"/>
                </a:solidFill>
              </a:rPr>
              <a:t>问题?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1F8D3-382F-4D6A-BF2D-5FA1720FE0A2}" type="slidenum">
              <a:rPr lang="zh-CN" altLang="en-US" smtClean="0"/>
              <a:t>13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6556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205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054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pChuQ9mrn7ncHkUb4wJD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LAHFkz1Wny4DLE3ZEH9A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7wNinuYvMzfZ5U1vBqhNh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97Sh4Wf3q9VkhYZEnvoz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7YHL0AN4yxWP6rbpeJii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8QIQoYhKAdhY0TAjVFglB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nsRxtYgFhsQbQR2acPMN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x8rhPVNC2ZkJsgYQvjtV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8O3IgLtryNrFUJ6b9lRE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iNleKja73hohXWjuz775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SbIsX2HQuOqjOBqXA0jc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Q6pMcljtk1MJ0De6E19B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CdIAG7WhWjupCZ4n8F2K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C7AXHsIfcZM0GIL5sI0jk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t3NLyN5bG9MX84Ywq40Q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nk8vjtC9q0JAXtyxsX2O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cuf4iZwLgLEPe9Eifdx3u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zParF19LzvJyR9qw266I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ezdaKHeWyBnZyZ2cDqRS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RMR96J2MVd0CGe2e5htjk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员工培训主题">
  <a:themeElements>
    <a:clrScheme name="离子会议室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会议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员工培训主题</Template>
  <TotalTime>0</TotalTime>
  <Words>216</Words>
  <Application>Microsoft Office PowerPoint</Application>
  <PresentationFormat>全屏显示(16:9)</PresentationFormat>
  <Paragraphs>93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Segoe Semibold</vt:lpstr>
      <vt:lpstr>黑体</vt:lpstr>
      <vt:lpstr>宋体</vt:lpstr>
      <vt:lpstr>微软雅黑</vt:lpstr>
      <vt:lpstr>Arial</vt:lpstr>
      <vt:lpstr>Arial Black</vt:lpstr>
      <vt:lpstr>Calibri</vt:lpstr>
      <vt:lpstr>Wingdings 3</vt:lpstr>
      <vt:lpstr>员工培训主题</vt:lpstr>
      <vt:lpstr>新员工培训</vt:lpstr>
      <vt:lpstr>PowerPoint 演示文稿</vt:lpstr>
      <vt:lpstr>议程/主题</vt:lpstr>
      <vt:lpstr>公司历史/公司展望</vt:lpstr>
      <vt:lpstr>公司组织结构介绍</vt:lpstr>
      <vt:lpstr>公司政策</vt:lpstr>
      <vt:lpstr>福利</vt:lpstr>
      <vt:lpstr>绩效考核</vt:lpstr>
      <vt:lpstr>新工作-学习曲线</vt:lpstr>
      <vt:lpstr>新工作-逐渐精通</vt:lpstr>
      <vt:lpstr>案例研究</vt:lpstr>
      <vt:lpstr>总结</vt:lpstr>
      <vt:lpstr>问题?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2016-08-07T07:01:10Z</dcterms:created>
  <dcterms:modified xsi:type="dcterms:W3CDTF">2021-05-10T06:07:25Z</dcterms:modified>
</cp:coreProperties>
</file>