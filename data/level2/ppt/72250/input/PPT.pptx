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EF1B2-5776-4B1B-AD75-FFD8CB2AB273}" type="datetimeFigureOut">
              <a:rPr lang="zh-CN" altLang="en-US" smtClean="0"/>
              <a:t>2022/1/3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428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EF1B2-5776-4B1B-AD75-FFD8CB2AB273}" type="datetimeFigureOut">
              <a:rPr lang="zh-CN" altLang="en-US" smtClean="0"/>
              <a:t>2022/1/3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128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EF1B2-5776-4B1B-AD75-FFD8CB2AB273}" type="datetimeFigureOut">
              <a:rPr lang="zh-CN" altLang="en-US" smtClean="0"/>
              <a:t>2022/1/3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064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EF1B2-5776-4B1B-AD75-FFD8CB2AB273}" type="datetimeFigureOut">
              <a:rPr lang="zh-CN" altLang="en-US" smtClean="0"/>
              <a:t>2022/1/3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324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EF1B2-5776-4B1B-AD75-FFD8CB2AB273}" type="datetimeFigureOut">
              <a:rPr lang="zh-CN" altLang="en-US" smtClean="0"/>
              <a:t>2022/1/3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778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EF1B2-5776-4B1B-AD75-FFD8CB2AB273}" type="datetimeFigureOut">
              <a:rPr lang="zh-CN" altLang="en-US" smtClean="0"/>
              <a:t>2022/1/3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44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EF1B2-5776-4B1B-AD75-FFD8CB2AB273}" type="datetimeFigureOut">
              <a:rPr lang="zh-CN" altLang="en-US" smtClean="0"/>
              <a:t>2022/1/3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698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EF1B2-5776-4B1B-AD75-FFD8CB2AB273}" type="datetimeFigureOut">
              <a:rPr lang="zh-CN" altLang="en-US" smtClean="0"/>
              <a:t>2022/1/3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117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EF1B2-5776-4B1B-AD75-FFD8CB2AB273}" type="datetimeFigureOut">
              <a:rPr lang="zh-CN" altLang="en-US" smtClean="0"/>
              <a:t>2022/1/3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759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EF1B2-5776-4B1B-AD75-FFD8CB2AB273}" type="datetimeFigureOut">
              <a:rPr lang="zh-CN" altLang="en-US" smtClean="0"/>
              <a:t>2022/1/3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32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EF1B2-5776-4B1B-AD75-FFD8CB2AB273}" type="datetimeFigureOut">
              <a:rPr lang="zh-CN" altLang="en-US" smtClean="0"/>
              <a:t>2022/1/3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61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1EF1B2-5776-4B1B-AD75-FFD8CB2AB273}" type="datetimeFigureOut">
              <a:rPr lang="zh-CN" altLang="en-US" smtClean="0"/>
              <a:t>2022/1/3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0B5BA-0E6B-496B-B9A1-52286171D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42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 Huimin</dc:creator>
  <cp:lastModifiedBy>Zhang Huimin</cp:lastModifiedBy>
  <cp:revision>1</cp:revision>
  <dcterms:created xsi:type="dcterms:W3CDTF">2022-01-03T14:05:23Z</dcterms:created>
  <dcterms:modified xsi:type="dcterms:W3CDTF">2022-01-03T14:05:36Z</dcterms:modified>
</cp:coreProperties>
</file>