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00289E9B-16E3-4DEC-8131-8185337BB609}">
          <p14:sldIdLst>
            <p14:sldId id="256"/>
          </p14:sldIdLst>
        </p14:section>
        <p14:section name="第一节" id="{A3341BE9-ED76-4B2A-BF03-9BF7FF4F0A2D}">
          <p14:sldIdLst>
            <p14:sldId id="257"/>
            <p14:sldId id="258"/>
          </p14:sldIdLst>
        </p14:section>
        <p14:section name="第二节" id="{AE5EC51C-E8CC-4537-9D49-45F3073096ED}">
          <p14:sldIdLst>
            <p14:sldId id="259"/>
            <p14:sldId id="260"/>
            <p14:sldId id="261"/>
          </p14:sldIdLst>
        </p14:section>
        <p14:section name="第三节" id="{D9A93D71-4044-4B48-ABA2-718DCF0B5A9A}">
          <p14:sldIdLst>
            <p14:sldId id="262"/>
          </p14:sldIdLst>
        </p14:section>
        <p14:section name="致谢" id="{77484247-A693-4CE3-AE83-D4BA59CF0D98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image" Target="../media/image13.jp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image" Target="../media/image16.jpg"/><Relationship Id="rId4" Type="http://schemas.openxmlformats.org/officeDocument/2006/relationships/image" Target="../media/image19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image" Target="../media/image13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image" Target="../media/image16.jpg"/><Relationship Id="rId4" Type="http://schemas.openxmlformats.org/officeDocument/2006/relationships/image" Target="../media/image19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1DE219-8229-4300-AE7C-1EDA5B009DAA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A86C677-B3B7-4B7F-9C4E-0607CADE0757}">
      <dgm:prSet phldrT="[文本]"/>
      <dgm:spPr/>
      <dgm:t>
        <a:bodyPr/>
        <a:lstStyle/>
        <a:p>
          <a:r>
            <a:rPr lang="en-US" altLang="en-US" dirty="0" smtClean="0"/>
            <a:t>•</a:t>
          </a:r>
          <a:r>
            <a:rPr lang="zh-CN" altLang="en-US" dirty="0" smtClean="0"/>
            <a:t>养老金</a:t>
          </a:r>
          <a:endParaRPr lang="zh-CN" altLang="en-US" dirty="0"/>
        </a:p>
      </dgm:t>
    </dgm:pt>
    <dgm:pt modelId="{94ECD551-E307-4F6F-BD3A-05529F93E9F1}" type="parTrans" cxnId="{E8AE59FC-4661-4904-9710-790D47D89469}">
      <dgm:prSet/>
      <dgm:spPr/>
      <dgm:t>
        <a:bodyPr/>
        <a:lstStyle/>
        <a:p>
          <a:endParaRPr lang="zh-CN" altLang="en-US"/>
        </a:p>
      </dgm:t>
    </dgm:pt>
    <dgm:pt modelId="{9860536B-4E28-460D-A6CF-9E669F6EEB8E}" type="sibTrans" cxnId="{E8AE59FC-4661-4904-9710-790D47D89469}">
      <dgm:prSet/>
      <dgm:spPr/>
      <dgm:t>
        <a:bodyPr/>
        <a:lstStyle/>
        <a:p>
          <a:endParaRPr lang="zh-CN" altLang="en-US"/>
        </a:p>
      </dgm:t>
    </dgm:pt>
    <dgm:pt modelId="{B5EC9A84-AA92-4825-9635-31AC5A20380D}">
      <dgm:prSet phldrT="[文本]"/>
      <dgm:spPr/>
      <dgm:t>
        <a:bodyPr/>
        <a:lstStyle/>
        <a:p>
          <a:r>
            <a:rPr lang="zh-CN" altLang="en-US" dirty="0" smtClean="0"/>
            <a:t>企业退休人员基本养老金标准提高</a:t>
          </a:r>
          <a:r>
            <a:rPr lang="en-US" altLang="en-US" dirty="0" smtClean="0"/>
            <a:t>10%</a:t>
          </a:r>
          <a:endParaRPr lang="zh-CN" altLang="en-US" dirty="0"/>
        </a:p>
      </dgm:t>
    </dgm:pt>
    <dgm:pt modelId="{891E4DC3-00BD-44EA-92F3-D1F23B40DCF5}" type="parTrans" cxnId="{26BE48CD-C328-460A-A1D8-0AC5146EFB59}">
      <dgm:prSet/>
      <dgm:spPr/>
      <dgm:t>
        <a:bodyPr/>
        <a:lstStyle/>
        <a:p>
          <a:endParaRPr lang="zh-CN" altLang="en-US"/>
        </a:p>
      </dgm:t>
    </dgm:pt>
    <dgm:pt modelId="{08BCAC27-30CA-4618-8A0D-628AE88EEBDA}" type="sibTrans" cxnId="{26BE48CD-C328-460A-A1D8-0AC5146EFB59}">
      <dgm:prSet/>
      <dgm:spPr/>
      <dgm:t>
        <a:bodyPr/>
        <a:lstStyle/>
        <a:p>
          <a:endParaRPr lang="zh-CN" altLang="en-US"/>
        </a:p>
      </dgm:t>
    </dgm:pt>
    <dgm:pt modelId="{708C5644-0934-4E9A-A965-559CB399964B}">
      <dgm:prSet phldrT="[文本]"/>
      <dgm:spPr/>
      <dgm:t>
        <a:bodyPr/>
        <a:lstStyle/>
        <a:p>
          <a:r>
            <a:rPr lang="zh-CN" altLang="en-US" dirty="0" smtClean="0"/>
            <a:t>对外开放</a:t>
          </a:r>
          <a:endParaRPr lang="zh-CN" altLang="en-US" dirty="0"/>
        </a:p>
      </dgm:t>
    </dgm:pt>
    <dgm:pt modelId="{ED083F38-819B-4440-85B7-76A8FBB44784}" type="parTrans" cxnId="{3E71242C-3733-4F7E-896C-02AF771570EF}">
      <dgm:prSet/>
      <dgm:spPr/>
      <dgm:t>
        <a:bodyPr/>
        <a:lstStyle/>
        <a:p>
          <a:endParaRPr lang="zh-CN" altLang="en-US"/>
        </a:p>
      </dgm:t>
    </dgm:pt>
    <dgm:pt modelId="{E8B501B3-F6A0-4101-A680-CF94C9145B02}" type="sibTrans" cxnId="{3E71242C-3733-4F7E-896C-02AF771570EF}">
      <dgm:prSet/>
      <dgm:spPr/>
      <dgm:t>
        <a:bodyPr/>
        <a:lstStyle/>
        <a:p>
          <a:endParaRPr lang="zh-CN" altLang="en-US"/>
        </a:p>
      </dgm:t>
    </dgm:pt>
    <dgm:pt modelId="{DE73E42D-80AF-4DCC-94BC-C9CA185A3CCA}">
      <dgm:prSet phldrT="[文本]"/>
      <dgm:spPr/>
      <dgm:t>
        <a:bodyPr/>
        <a:lstStyle/>
        <a:p>
          <a:r>
            <a:rPr lang="zh-CN" altLang="en-US" dirty="0" smtClean="0"/>
            <a:t>进出口总额预期增长</a:t>
          </a:r>
          <a:r>
            <a:rPr lang="en-US" altLang="en-US" dirty="0" smtClean="0"/>
            <a:t>6%</a:t>
          </a:r>
          <a:r>
            <a:rPr lang="zh-CN" altLang="en-US" dirty="0" smtClean="0"/>
            <a:t>左右</a:t>
          </a:r>
          <a:endParaRPr lang="zh-CN" altLang="en-US" dirty="0"/>
        </a:p>
      </dgm:t>
    </dgm:pt>
    <dgm:pt modelId="{F19D6538-A447-4BDD-B309-41B06163B9D2}" type="parTrans" cxnId="{C5800A46-4189-4BDE-A39B-23EC1D5AFFB2}">
      <dgm:prSet/>
      <dgm:spPr/>
      <dgm:t>
        <a:bodyPr/>
        <a:lstStyle/>
        <a:p>
          <a:endParaRPr lang="zh-CN" altLang="en-US"/>
        </a:p>
      </dgm:t>
    </dgm:pt>
    <dgm:pt modelId="{6A9DCA87-6CA1-4331-9901-11CC062EC5D7}" type="sibTrans" cxnId="{C5800A46-4189-4BDE-A39B-23EC1D5AFFB2}">
      <dgm:prSet/>
      <dgm:spPr/>
      <dgm:t>
        <a:bodyPr/>
        <a:lstStyle/>
        <a:p>
          <a:endParaRPr lang="zh-CN" altLang="en-US"/>
        </a:p>
      </dgm:t>
    </dgm:pt>
    <dgm:pt modelId="{CA4AADE2-2D9D-4D97-9858-DF8F9CF95F19}">
      <dgm:prSet phldrT="[文本]"/>
      <dgm:spPr/>
      <dgm:t>
        <a:bodyPr/>
        <a:lstStyle/>
        <a:p>
          <a:r>
            <a:rPr lang="zh-CN" altLang="en-US" dirty="0" smtClean="0"/>
            <a:t>稳增长</a:t>
          </a:r>
          <a:endParaRPr lang="zh-CN" altLang="en-US" dirty="0"/>
        </a:p>
      </dgm:t>
    </dgm:pt>
    <dgm:pt modelId="{BB7CD47A-E9C1-49E6-9245-26D3FD8F149E}" type="parTrans" cxnId="{C38D7823-38B2-455F-9CE8-66999E21019B}">
      <dgm:prSet/>
      <dgm:spPr/>
      <dgm:t>
        <a:bodyPr/>
        <a:lstStyle/>
        <a:p>
          <a:endParaRPr lang="zh-CN" altLang="en-US"/>
        </a:p>
      </dgm:t>
    </dgm:pt>
    <dgm:pt modelId="{1A08DA1F-7C02-4E40-A428-DFA69545A84D}" type="sibTrans" cxnId="{C38D7823-38B2-455F-9CE8-66999E21019B}">
      <dgm:prSet/>
      <dgm:spPr/>
      <dgm:t>
        <a:bodyPr/>
        <a:lstStyle/>
        <a:p>
          <a:endParaRPr lang="zh-CN" altLang="en-US"/>
        </a:p>
      </dgm:t>
    </dgm:pt>
    <dgm:pt modelId="{36811C05-D0CD-4693-8F43-EA86B9D500D4}">
      <dgm:prSet phldrT="[文本]"/>
      <dgm:spPr/>
      <dgm:t>
        <a:bodyPr/>
        <a:lstStyle/>
        <a:p>
          <a:r>
            <a:rPr lang="zh-CN" altLang="en-US" dirty="0" smtClean="0"/>
            <a:t>中央预算内投资拟增加到</a:t>
          </a:r>
          <a:r>
            <a:rPr lang="en-US" altLang="zh-CN" dirty="0" smtClean="0"/>
            <a:t>4776</a:t>
          </a:r>
          <a:r>
            <a:rPr lang="zh-CN" altLang="en-US" dirty="0" smtClean="0"/>
            <a:t>亿元</a:t>
          </a:r>
          <a:endParaRPr lang="zh-CN" altLang="en-US" dirty="0"/>
        </a:p>
      </dgm:t>
    </dgm:pt>
    <dgm:pt modelId="{9DC12F31-1B6C-458C-B73C-5BC317F74B23}" type="parTrans" cxnId="{0452A45A-40B3-46CE-A4A8-4948E6169FA2}">
      <dgm:prSet/>
      <dgm:spPr/>
      <dgm:t>
        <a:bodyPr/>
        <a:lstStyle/>
        <a:p>
          <a:endParaRPr lang="zh-CN" altLang="en-US"/>
        </a:p>
      </dgm:t>
    </dgm:pt>
    <dgm:pt modelId="{5422C497-A83B-4E53-AEEC-A8A4AEB0E8F3}" type="sibTrans" cxnId="{0452A45A-40B3-46CE-A4A8-4948E6169FA2}">
      <dgm:prSet/>
      <dgm:spPr/>
      <dgm:t>
        <a:bodyPr/>
        <a:lstStyle/>
        <a:p>
          <a:endParaRPr lang="zh-CN" altLang="en-US"/>
        </a:p>
      </dgm:t>
    </dgm:pt>
    <dgm:pt modelId="{074E4090-971E-46B4-A8D6-48FC9BE29AE7}" type="pres">
      <dgm:prSet presAssocID="{E21DE219-8229-4300-AE7C-1EDA5B009DAA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9930878-733D-4EE2-A69D-475989A0AFD5}" type="pres">
      <dgm:prSet presAssocID="{0A86C677-B3B7-4B7F-9C4E-0607CADE0757}" presName="comp" presStyleCnt="0"/>
      <dgm:spPr/>
    </dgm:pt>
    <dgm:pt modelId="{9797BE53-40D8-4A8F-AC80-EA7E8D6F7DE5}" type="pres">
      <dgm:prSet presAssocID="{0A86C677-B3B7-4B7F-9C4E-0607CADE0757}" presName="box" presStyleLbl="node1" presStyleIdx="0" presStyleCnt="3"/>
      <dgm:spPr/>
      <dgm:t>
        <a:bodyPr/>
        <a:lstStyle/>
        <a:p>
          <a:endParaRPr lang="zh-CN" altLang="en-US"/>
        </a:p>
      </dgm:t>
    </dgm:pt>
    <dgm:pt modelId="{C50111AD-243D-4BB9-860F-A327A4C3C0D5}" type="pres">
      <dgm:prSet presAssocID="{0A86C677-B3B7-4B7F-9C4E-0607CADE0757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</dgm:spPr>
    </dgm:pt>
    <dgm:pt modelId="{C2D0208A-0775-41E2-A75B-55FA3C7F62BA}" type="pres">
      <dgm:prSet presAssocID="{0A86C677-B3B7-4B7F-9C4E-0607CADE0757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642CF0-5F72-4E95-AFC8-F1647367DAAD}" type="pres">
      <dgm:prSet presAssocID="{9860536B-4E28-460D-A6CF-9E669F6EEB8E}" presName="spacer" presStyleCnt="0"/>
      <dgm:spPr/>
    </dgm:pt>
    <dgm:pt modelId="{05442291-7B9D-4C50-B0D8-6C73568AB578}" type="pres">
      <dgm:prSet presAssocID="{708C5644-0934-4E9A-A965-559CB399964B}" presName="comp" presStyleCnt="0"/>
      <dgm:spPr/>
    </dgm:pt>
    <dgm:pt modelId="{A59A8FB1-AB0C-4DC1-96FD-EA6070B14783}" type="pres">
      <dgm:prSet presAssocID="{708C5644-0934-4E9A-A965-559CB399964B}" presName="box" presStyleLbl="node1" presStyleIdx="1" presStyleCnt="3"/>
      <dgm:spPr/>
      <dgm:t>
        <a:bodyPr/>
        <a:lstStyle/>
        <a:p>
          <a:endParaRPr lang="zh-CN" altLang="en-US"/>
        </a:p>
      </dgm:t>
    </dgm:pt>
    <dgm:pt modelId="{356DFADD-C9DB-4C4E-85B5-0E61D8D03417}" type="pres">
      <dgm:prSet presAssocID="{708C5644-0934-4E9A-A965-559CB399964B}" presName="img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</dgm:spPr>
    </dgm:pt>
    <dgm:pt modelId="{9936658A-D2E2-4BC6-985C-A894E29C5054}" type="pres">
      <dgm:prSet presAssocID="{708C5644-0934-4E9A-A965-559CB399964B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1AF0176-139F-4954-A9F0-DB550303E56D}" type="pres">
      <dgm:prSet presAssocID="{E8B501B3-F6A0-4101-A680-CF94C9145B02}" presName="spacer" presStyleCnt="0"/>
      <dgm:spPr/>
    </dgm:pt>
    <dgm:pt modelId="{F68B9B1C-F537-4288-9F86-036362C627AA}" type="pres">
      <dgm:prSet presAssocID="{CA4AADE2-2D9D-4D97-9858-DF8F9CF95F19}" presName="comp" presStyleCnt="0"/>
      <dgm:spPr/>
    </dgm:pt>
    <dgm:pt modelId="{A2DBD202-F951-4AE2-BC5F-E80C1C0858D5}" type="pres">
      <dgm:prSet presAssocID="{CA4AADE2-2D9D-4D97-9858-DF8F9CF95F19}" presName="box" presStyleLbl="node1" presStyleIdx="2" presStyleCnt="3"/>
      <dgm:spPr/>
      <dgm:t>
        <a:bodyPr/>
        <a:lstStyle/>
        <a:p>
          <a:endParaRPr lang="zh-CN" altLang="en-US"/>
        </a:p>
      </dgm:t>
    </dgm:pt>
    <dgm:pt modelId="{D9132C13-CC60-4840-82D3-7287D8FA1119}" type="pres">
      <dgm:prSet presAssocID="{CA4AADE2-2D9D-4D97-9858-DF8F9CF95F19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3000" b="-13000"/>
          </a:stretch>
        </a:blipFill>
      </dgm:spPr>
    </dgm:pt>
    <dgm:pt modelId="{02466A3A-8859-41CD-ACB1-C079438BCC5D}" type="pres">
      <dgm:prSet presAssocID="{CA4AADE2-2D9D-4D97-9858-DF8F9CF95F19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6BE48CD-C328-460A-A1D8-0AC5146EFB59}" srcId="{0A86C677-B3B7-4B7F-9C4E-0607CADE0757}" destId="{B5EC9A84-AA92-4825-9635-31AC5A20380D}" srcOrd="0" destOrd="0" parTransId="{891E4DC3-00BD-44EA-92F3-D1F23B40DCF5}" sibTransId="{08BCAC27-30CA-4618-8A0D-628AE88EEBDA}"/>
    <dgm:cxn modelId="{C38D7823-38B2-455F-9CE8-66999E21019B}" srcId="{E21DE219-8229-4300-AE7C-1EDA5B009DAA}" destId="{CA4AADE2-2D9D-4D97-9858-DF8F9CF95F19}" srcOrd="2" destOrd="0" parTransId="{BB7CD47A-E9C1-49E6-9245-26D3FD8F149E}" sibTransId="{1A08DA1F-7C02-4E40-A428-DFA69545A84D}"/>
    <dgm:cxn modelId="{BFF1B3ED-8A4C-4C31-82E8-BF8880EF7704}" type="presOf" srcId="{B5EC9A84-AA92-4825-9635-31AC5A20380D}" destId="{C2D0208A-0775-41E2-A75B-55FA3C7F62BA}" srcOrd="1" destOrd="1" presId="urn:microsoft.com/office/officeart/2005/8/layout/vList4"/>
    <dgm:cxn modelId="{DB28EF8F-9E96-4600-BC60-E39E2B9E89AD}" type="presOf" srcId="{708C5644-0934-4E9A-A965-559CB399964B}" destId="{A59A8FB1-AB0C-4DC1-96FD-EA6070B14783}" srcOrd="0" destOrd="0" presId="urn:microsoft.com/office/officeart/2005/8/layout/vList4"/>
    <dgm:cxn modelId="{0F411883-46C8-4030-A03F-19AA00A59F46}" type="presOf" srcId="{36811C05-D0CD-4693-8F43-EA86B9D500D4}" destId="{A2DBD202-F951-4AE2-BC5F-E80C1C0858D5}" srcOrd="0" destOrd="1" presId="urn:microsoft.com/office/officeart/2005/8/layout/vList4"/>
    <dgm:cxn modelId="{3E71242C-3733-4F7E-896C-02AF771570EF}" srcId="{E21DE219-8229-4300-AE7C-1EDA5B009DAA}" destId="{708C5644-0934-4E9A-A965-559CB399964B}" srcOrd="1" destOrd="0" parTransId="{ED083F38-819B-4440-85B7-76A8FBB44784}" sibTransId="{E8B501B3-F6A0-4101-A680-CF94C9145B02}"/>
    <dgm:cxn modelId="{0452A45A-40B3-46CE-A4A8-4948E6169FA2}" srcId="{CA4AADE2-2D9D-4D97-9858-DF8F9CF95F19}" destId="{36811C05-D0CD-4693-8F43-EA86B9D500D4}" srcOrd="0" destOrd="0" parTransId="{9DC12F31-1B6C-458C-B73C-5BC317F74B23}" sibTransId="{5422C497-A83B-4E53-AEEC-A8A4AEB0E8F3}"/>
    <dgm:cxn modelId="{3D9996EC-CA1C-40E4-B776-2C86C69503B1}" type="presOf" srcId="{E21DE219-8229-4300-AE7C-1EDA5B009DAA}" destId="{074E4090-971E-46B4-A8D6-48FC9BE29AE7}" srcOrd="0" destOrd="0" presId="urn:microsoft.com/office/officeart/2005/8/layout/vList4"/>
    <dgm:cxn modelId="{08EEEB1E-64A6-4793-AE2B-9A6A25577529}" type="presOf" srcId="{B5EC9A84-AA92-4825-9635-31AC5A20380D}" destId="{9797BE53-40D8-4A8F-AC80-EA7E8D6F7DE5}" srcOrd="0" destOrd="1" presId="urn:microsoft.com/office/officeart/2005/8/layout/vList4"/>
    <dgm:cxn modelId="{C5800A46-4189-4BDE-A39B-23EC1D5AFFB2}" srcId="{708C5644-0934-4E9A-A965-559CB399964B}" destId="{DE73E42D-80AF-4DCC-94BC-C9CA185A3CCA}" srcOrd="0" destOrd="0" parTransId="{F19D6538-A447-4BDD-B309-41B06163B9D2}" sibTransId="{6A9DCA87-6CA1-4331-9901-11CC062EC5D7}"/>
    <dgm:cxn modelId="{8E439D80-78CF-4FBE-BEEE-88596454EA63}" type="presOf" srcId="{0A86C677-B3B7-4B7F-9C4E-0607CADE0757}" destId="{C2D0208A-0775-41E2-A75B-55FA3C7F62BA}" srcOrd="1" destOrd="0" presId="urn:microsoft.com/office/officeart/2005/8/layout/vList4"/>
    <dgm:cxn modelId="{1E7A1953-03AF-40E9-B7CE-5CF2AE64B6E6}" type="presOf" srcId="{708C5644-0934-4E9A-A965-559CB399964B}" destId="{9936658A-D2E2-4BC6-985C-A894E29C5054}" srcOrd="1" destOrd="0" presId="urn:microsoft.com/office/officeart/2005/8/layout/vList4"/>
    <dgm:cxn modelId="{0763EC72-396A-4232-99FD-A2FD6179C18A}" type="presOf" srcId="{36811C05-D0CD-4693-8F43-EA86B9D500D4}" destId="{02466A3A-8859-41CD-ACB1-C079438BCC5D}" srcOrd="1" destOrd="1" presId="urn:microsoft.com/office/officeart/2005/8/layout/vList4"/>
    <dgm:cxn modelId="{1DBF6557-446F-4A97-BF0E-9C4D2FC61A39}" type="presOf" srcId="{CA4AADE2-2D9D-4D97-9858-DF8F9CF95F19}" destId="{02466A3A-8859-41CD-ACB1-C079438BCC5D}" srcOrd="1" destOrd="0" presId="urn:microsoft.com/office/officeart/2005/8/layout/vList4"/>
    <dgm:cxn modelId="{E8AE59FC-4661-4904-9710-790D47D89469}" srcId="{E21DE219-8229-4300-AE7C-1EDA5B009DAA}" destId="{0A86C677-B3B7-4B7F-9C4E-0607CADE0757}" srcOrd="0" destOrd="0" parTransId="{94ECD551-E307-4F6F-BD3A-05529F93E9F1}" sibTransId="{9860536B-4E28-460D-A6CF-9E669F6EEB8E}"/>
    <dgm:cxn modelId="{4A374295-7EEB-4EB9-989E-57771BF91A78}" type="presOf" srcId="{DE73E42D-80AF-4DCC-94BC-C9CA185A3CCA}" destId="{A59A8FB1-AB0C-4DC1-96FD-EA6070B14783}" srcOrd="0" destOrd="1" presId="urn:microsoft.com/office/officeart/2005/8/layout/vList4"/>
    <dgm:cxn modelId="{73BA55D2-3AA2-48AB-8502-DD6DEDBA0F5B}" type="presOf" srcId="{0A86C677-B3B7-4B7F-9C4E-0607CADE0757}" destId="{9797BE53-40D8-4A8F-AC80-EA7E8D6F7DE5}" srcOrd="0" destOrd="0" presId="urn:microsoft.com/office/officeart/2005/8/layout/vList4"/>
    <dgm:cxn modelId="{8928F04D-0F0E-44B6-A281-0833D01EFB32}" type="presOf" srcId="{CA4AADE2-2D9D-4D97-9858-DF8F9CF95F19}" destId="{A2DBD202-F951-4AE2-BC5F-E80C1C0858D5}" srcOrd="0" destOrd="0" presId="urn:microsoft.com/office/officeart/2005/8/layout/vList4"/>
    <dgm:cxn modelId="{D367EC98-DB01-44E4-B36B-2855C210045B}" type="presOf" srcId="{DE73E42D-80AF-4DCC-94BC-C9CA185A3CCA}" destId="{9936658A-D2E2-4BC6-985C-A894E29C5054}" srcOrd="1" destOrd="1" presId="urn:microsoft.com/office/officeart/2005/8/layout/vList4"/>
    <dgm:cxn modelId="{6722595A-1EF7-4B96-AFC9-5631EA806309}" type="presParOf" srcId="{074E4090-971E-46B4-A8D6-48FC9BE29AE7}" destId="{19930878-733D-4EE2-A69D-475989A0AFD5}" srcOrd="0" destOrd="0" presId="urn:microsoft.com/office/officeart/2005/8/layout/vList4"/>
    <dgm:cxn modelId="{502C8D76-EB22-4EA9-8611-7BDA88ED99D7}" type="presParOf" srcId="{19930878-733D-4EE2-A69D-475989A0AFD5}" destId="{9797BE53-40D8-4A8F-AC80-EA7E8D6F7DE5}" srcOrd="0" destOrd="0" presId="urn:microsoft.com/office/officeart/2005/8/layout/vList4"/>
    <dgm:cxn modelId="{51F14126-EC8E-4A4F-A183-E53176B2F48F}" type="presParOf" srcId="{19930878-733D-4EE2-A69D-475989A0AFD5}" destId="{C50111AD-243D-4BB9-860F-A327A4C3C0D5}" srcOrd="1" destOrd="0" presId="urn:microsoft.com/office/officeart/2005/8/layout/vList4"/>
    <dgm:cxn modelId="{6127E292-3AB8-4A6E-88CD-C14C4AB89266}" type="presParOf" srcId="{19930878-733D-4EE2-A69D-475989A0AFD5}" destId="{C2D0208A-0775-41E2-A75B-55FA3C7F62BA}" srcOrd="2" destOrd="0" presId="urn:microsoft.com/office/officeart/2005/8/layout/vList4"/>
    <dgm:cxn modelId="{C32443B9-EBAB-4761-B760-A46365D9CE6D}" type="presParOf" srcId="{074E4090-971E-46B4-A8D6-48FC9BE29AE7}" destId="{86642CF0-5F72-4E95-AFC8-F1647367DAAD}" srcOrd="1" destOrd="0" presId="urn:microsoft.com/office/officeart/2005/8/layout/vList4"/>
    <dgm:cxn modelId="{31571509-501D-4AD2-906A-95273428634D}" type="presParOf" srcId="{074E4090-971E-46B4-A8D6-48FC9BE29AE7}" destId="{05442291-7B9D-4C50-B0D8-6C73568AB578}" srcOrd="2" destOrd="0" presId="urn:microsoft.com/office/officeart/2005/8/layout/vList4"/>
    <dgm:cxn modelId="{D02AFD53-8322-4921-9879-277BCEF1AB31}" type="presParOf" srcId="{05442291-7B9D-4C50-B0D8-6C73568AB578}" destId="{A59A8FB1-AB0C-4DC1-96FD-EA6070B14783}" srcOrd="0" destOrd="0" presId="urn:microsoft.com/office/officeart/2005/8/layout/vList4"/>
    <dgm:cxn modelId="{2C408EF0-291E-4EE9-9A0F-A552B021D7B2}" type="presParOf" srcId="{05442291-7B9D-4C50-B0D8-6C73568AB578}" destId="{356DFADD-C9DB-4C4E-85B5-0E61D8D03417}" srcOrd="1" destOrd="0" presId="urn:microsoft.com/office/officeart/2005/8/layout/vList4"/>
    <dgm:cxn modelId="{FE577E0A-A96E-447D-9238-52C39B58DF89}" type="presParOf" srcId="{05442291-7B9D-4C50-B0D8-6C73568AB578}" destId="{9936658A-D2E2-4BC6-985C-A894E29C5054}" srcOrd="2" destOrd="0" presId="urn:microsoft.com/office/officeart/2005/8/layout/vList4"/>
    <dgm:cxn modelId="{077B082E-FF93-4DDA-9E6C-59C979DE6706}" type="presParOf" srcId="{074E4090-971E-46B4-A8D6-48FC9BE29AE7}" destId="{C1AF0176-139F-4954-A9F0-DB550303E56D}" srcOrd="3" destOrd="0" presId="urn:microsoft.com/office/officeart/2005/8/layout/vList4"/>
    <dgm:cxn modelId="{9D74928D-93C4-4D1A-9B72-718A7A385775}" type="presParOf" srcId="{074E4090-971E-46B4-A8D6-48FC9BE29AE7}" destId="{F68B9B1C-F537-4288-9F86-036362C627AA}" srcOrd="4" destOrd="0" presId="urn:microsoft.com/office/officeart/2005/8/layout/vList4"/>
    <dgm:cxn modelId="{39AF3909-0447-40F5-AFB1-DA3C0F068C84}" type="presParOf" srcId="{F68B9B1C-F537-4288-9F86-036362C627AA}" destId="{A2DBD202-F951-4AE2-BC5F-E80C1C0858D5}" srcOrd="0" destOrd="0" presId="urn:microsoft.com/office/officeart/2005/8/layout/vList4"/>
    <dgm:cxn modelId="{4001FE39-0BC6-406B-AB2A-051AAEF14CF7}" type="presParOf" srcId="{F68B9B1C-F537-4288-9F86-036362C627AA}" destId="{D9132C13-CC60-4840-82D3-7287D8FA1119}" srcOrd="1" destOrd="0" presId="urn:microsoft.com/office/officeart/2005/8/layout/vList4"/>
    <dgm:cxn modelId="{B4FA33C2-8340-4AF9-8DE2-FF22E6D337C0}" type="presParOf" srcId="{F68B9B1C-F537-4288-9F86-036362C627AA}" destId="{02466A3A-8859-41CD-ACB1-C079438BCC5D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DA5C3A-8A0B-43DB-93A0-F98465631AA8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3F6954D-789A-4868-9997-0CADD33737AD}">
      <dgm:prSet phldrT="[文本]"/>
      <dgm:spPr/>
      <dgm:t>
        <a:bodyPr/>
        <a:lstStyle/>
        <a:p>
          <a:r>
            <a:rPr lang="zh-CN" altLang="en-US" dirty="0" smtClean="0"/>
            <a:t>用电</a:t>
          </a:r>
          <a:endParaRPr lang="zh-CN" altLang="en-US" dirty="0"/>
        </a:p>
      </dgm:t>
    </dgm:pt>
    <dgm:pt modelId="{3123CD44-06C9-42FE-851E-885D30B9F480}" type="parTrans" cxnId="{FFFEA3E7-959F-490D-A0FB-A8A33A565A91}">
      <dgm:prSet/>
      <dgm:spPr/>
      <dgm:t>
        <a:bodyPr/>
        <a:lstStyle/>
        <a:p>
          <a:endParaRPr lang="zh-CN" altLang="en-US"/>
        </a:p>
      </dgm:t>
    </dgm:pt>
    <dgm:pt modelId="{DE33F24F-61ED-4262-90B2-C242313ED596}" type="sibTrans" cxnId="{FFFEA3E7-959F-490D-A0FB-A8A33A565A91}">
      <dgm:prSet/>
      <dgm:spPr/>
      <dgm:t>
        <a:bodyPr/>
        <a:lstStyle/>
        <a:p>
          <a:endParaRPr lang="zh-CN" altLang="en-US"/>
        </a:p>
      </dgm:t>
    </dgm:pt>
    <dgm:pt modelId="{740CE07A-0511-46E6-AE93-9AB2ACF95631}">
      <dgm:prSet phldrT="[文本]"/>
      <dgm:spPr/>
      <dgm:t>
        <a:bodyPr/>
        <a:lstStyle/>
        <a:p>
          <a:r>
            <a:rPr lang="zh-CN" altLang="en-US" dirty="0" smtClean="0"/>
            <a:t>力争让最后</a:t>
          </a:r>
          <a:r>
            <a:rPr lang="en-US" altLang="zh-CN" dirty="0" smtClean="0"/>
            <a:t>20</a:t>
          </a:r>
          <a:r>
            <a:rPr lang="zh-CN" altLang="en-US" dirty="0" smtClean="0"/>
            <a:t>多万无电人口都用上电</a:t>
          </a:r>
          <a:endParaRPr lang="zh-CN" altLang="en-US" dirty="0"/>
        </a:p>
      </dgm:t>
    </dgm:pt>
    <dgm:pt modelId="{249966EA-009F-4FE3-A8E0-640E4693C7BD}" type="parTrans" cxnId="{CDA6A865-AC79-4F8D-BB83-4239B985F45E}">
      <dgm:prSet/>
      <dgm:spPr/>
      <dgm:t>
        <a:bodyPr/>
        <a:lstStyle/>
        <a:p>
          <a:endParaRPr lang="zh-CN" altLang="en-US"/>
        </a:p>
      </dgm:t>
    </dgm:pt>
    <dgm:pt modelId="{F05196C5-0B50-4BED-91E2-F00B61BB7807}" type="sibTrans" cxnId="{CDA6A865-AC79-4F8D-BB83-4239B985F45E}">
      <dgm:prSet/>
      <dgm:spPr/>
      <dgm:t>
        <a:bodyPr/>
        <a:lstStyle/>
        <a:p>
          <a:endParaRPr lang="zh-CN" altLang="en-US"/>
        </a:p>
      </dgm:t>
    </dgm:pt>
    <dgm:pt modelId="{26CB6158-4DFD-413A-8354-7CC26031FF65}">
      <dgm:prSet phldrT="[文本]" phldr="1"/>
      <dgm:spPr/>
      <dgm:t>
        <a:bodyPr/>
        <a:lstStyle/>
        <a:p>
          <a:endParaRPr lang="zh-CN" altLang="en-US"/>
        </a:p>
      </dgm:t>
    </dgm:pt>
    <dgm:pt modelId="{0894C7B7-C924-4ADD-8461-0B32426D73E1}" type="parTrans" cxnId="{F02CC899-ACEE-4967-A337-51B4FDD4BB7A}">
      <dgm:prSet/>
      <dgm:spPr/>
      <dgm:t>
        <a:bodyPr/>
        <a:lstStyle/>
        <a:p>
          <a:endParaRPr lang="zh-CN" altLang="en-US"/>
        </a:p>
      </dgm:t>
    </dgm:pt>
    <dgm:pt modelId="{3B2749DA-D349-4E26-8337-88BF7A48F210}" type="sibTrans" cxnId="{F02CC899-ACEE-4967-A337-51B4FDD4BB7A}">
      <dgm:prSet/>
      <dgm:spPr/>
      <dgm:t>
        <a:bodyPr/>
        <a:lstStyle/>
        <a:p>
          <a:endParaRPr lang="zh-CN" altLang="en-US"/>
        </a:p>
      </dgm:t>
    </dgm:pt>
    <dgm:pt modelId="{C1221E84-1854-4201-820D-5720082BFA90}">
      <dgm:prSet phldrT="[文本]"/>
      <dgm:spPr/>
      <dgm:t>
        <a:bodyPr/>
        <a:lstStyle/>
        <a:p>
          <a:r>
            <a:rPr lang="zh-CN" altLang="en-US" dirty="0" smtClean="0"/>
            <a:t>医疗卫生</a:t>
          </a:r>
          <a:endParaRPr lang="zh-CN" altLang="en-US" dirty="0"/>
        </a:p>
      </dgm:t>
    </dgm:pt>
    <dgm:pt modelId="{82DA59CB-027E-4A1E-9EB8-23B1A5B7A770}" type="parTrans" cxnId="{0944B5CF-F98B-4D96-AD60-FE24C3392FC7}">
      <dgm:prSet/>
      <dgm:spPr/>
      <dgm:t>
        <a:bodyPr/>
        <a:lstStyle/>
        <a:p>
          <a:endParaRPr lang="zh-CN" altLang="en-US"/>
        </a:p>
      </dgm:t>
    </dgm:pt>
    <dgm:pt modelId="{5064DF2D-A4D6-4656-BE90-FD7E08C5E700}" type="sibTrans" cxnId="{0944B5CF-F98B-4D96-AD60-FE24C3392FC7}">
      <dgm:prSet/>
      <dgm:spPr/>
      <dgm:t>
        <a:bodyPr/>
        <a:lstStyle/>
        <a:p>
          <a:endParaRPr lang="zh-CN" altLang="en-US"/>
        </a:p>
      </dgm:t>
    </dgm:pt>
    <dgm:pt modelId="{6DE4E4C7-F2E6-42EC-A08B-D38C4B020188}">
      <dgm:prSet phldrT="[文本]"/>
      <dgm:spPr/>
      <dgm:t>
        <a:bodyPr/>
        <a:lstStyle/>
        <a:p>
          <a:r>
            <a:rPr lang="zh-CN" altLang="en-US" dirty="0" smtClean="0"/>
            <a:t>全面推行县级公立医院综合改革</a:t>
          </a:r>
          <a:endParaRPr lang="zh-CN" altLang="en-US" dirty="0"/>
        </a:p>
      </dgm:t>
    </dgm:pt>
    <dgm:pt modelId="{059AA76A-28D1-4C1B-9851-3D5F7747F164}" type="parTrans" cxnId="{538BC55C-CDCC-4B07-B955-6EA936075C08}">
      <dgm:prSet/>
      <dgm:spPr/>
      <dgm:t>
        <a:bodyPr/>
        <a:lstStyle/>
        <a:p>
          <a:endParaRPr lang="zh-CN" altLang="en-US"/>
        </a:p>
      </dgm:t>
    </dgm:pt>
    <dgm:pt modelId="{F096CC21-4619-494F-8655-77AE8C6236BD}" type="sibTrans" cxnId="{538BC55C-CDCC-4B07-B955-6EA936075C08}">
      <dgm:prSet/>
      <dgm:spPr/>
      <dgm:t>
        <a:bodyPr/>
        <a:lstStyle/>
        <a:p>
          <a:endParaRPr lang="zh-CN" altLang="en-US"/>
        </a:p>
      </dgm:t>
    </dgm:pt>
    <dgm:pt modelId="{522DF92B-54CB-4BE7-9344-8C65C0B86EFB}">
      <dgm:prSet phldrT="[文本]"/>
      <dgm:spPr/>
      <dgm:t>
        <a:bodyPr/>
        <a:lstStyle/>
        <a:p>
          <a:r>
            <a:rPr lang="zh-CN" altLang="en-US" dirty="0" smtClean="0"/>
            <a:t>在</a:t>
          </a:r>
          <a:r>
            <a:rPr lang="en-US" altLang="zh-CN" dirty="0" smtClean="0"/>
            <a:t>100</a:t>
          </a:r>
          <a:r>
            <a:rPr lang="zh-CN" altLang="en-US" dirty="0" smtClean="0"/>
            <a:t>个地级以上城市进行公立医院改革试点</a:t>
          </a:r>
          <a:endParaRPr lang="zh-CN" altLang="en-US" dirty="0"/>
        </a:p>
      </dgm:t>
    </dgm:pt>
    <dgm:pt modelId="{180D2D14-8E49-4064-9B1C-6A74418DBBEB}" type="parTrans" cxnId="{2DC0ED20-E14A-4F2A-96BA-DA50FC916B42}">
      <dgm:prSet/>
      <dgm:spPr/>
      <dgm:t>
        <a:bodyPr/>
        <a:lstStyle/>
        <a:p>
          <a:endParaRPr lang="zh-CN" altLang="en-US"/>
        </a:p>
      </dgm:t>
    </dgm:pt>
    <dgm:pt modelId="{D094DB86-BB8F-4A72-A13E-32B41F6E2AF1}" type="sibTrans" cxnId="{2DC0ED20-E14A-4F2A-96BA-DA50FC916B42}">
      <dgm:prSet/>
      <dgm:spPr/>
      <dgm:t>
        <a:bodyPr/>
        <a:lstStyle/>
        <a:p>
          <a:endParaRPr lang="zh-CN" altLang="en-US"/>
        </a:p>
      </dgm:t>
    </dgm:pt>
    <dgm:pt modelId="{BAECA842-10E7-4F1E-B278-45C3D126034B}">
      <dgm:prSet phldrT="[文本]"/>
      <dgm:spPr/>
      <dgm:t>
        <a:bodyPr/>
        <a:lstStyle/>
        <a:p>
          <a:r>
            <a:rPr lang="en-US" altLang="en-US" dirty="0" smtClean="0"/>
            <a:t>•</a:t>
          </a:r>
          <a:r>
            <a:rPr lang="zh-CN" altLang="en-US" dirty="0" smtClean="0"/>
            <a:t>基础设施建设</a:t>
          </a:r>
          <a:endParaRPr lang="zh-CN" altLang="en-US" dirty="0"/>
        </a:p>
      </dgm:t>
    </dgm:pt>
    <dgm:pt modelId="{6FC6ECFF-F2C9-46B5-8F4C-DD46B295EAEE}" type="parTrans" cxnId="{C26425B6-0E46-4525-ABDC-371A12C96926}">
      <dgm:prSet/>
      <dgm:spPr/>
      <dgm:t>
        <a:bodyPr/>
        <a:lstStyle/>
        <a:p>
          <a:endParaRPr lang="zh-CN" altLang="en-US"/>
        </a:p>
      </dgm:t>
    </dgm:pt>
    <dgm:pt modelId="{CEC02406-2CD6-47B1-BC25-9AF68D5655CF}" type="sibTrans" cxnId="{C26425B6-0E46-4525-ABDC-371A12C96926}">
      <dgm:prSet/>
      <dgm:spPr/>
      <dgm:t>
        <a:bodyPr/>
        <a:lstStyle/>
        <a:p>
          <a:endParaRPr lang="zh-CN" altLang="en-US"/>
        </a:p>
      </dgm:t>
    </dgm:pt>
    <dgm:pt modelId="{E7D6B0A0-B622-4EC5-AAF5-7465EF71C2EA}">
      <dgm:prSet phldrT="[文本]"/>
      <dgm:spPr/>
      <dgm:t>
        <a:bodyPr/>
        <a:lstStyle/>
        <a:p>
          <a:r>
            <a:rPr lang="zh-CN" altLang="en-US" dirty="0" smtClean="0"/>
            <a:t>铁路投资要保持在</a:t>
          </a:r>
          <a:r>
            <a:rPr lang="en-US" altLang="zh-CN" dirty="0" smtClean="0"/>
            <a:t>8000</a:t>
          </a:r>
          <a:r>
            <a:rPr lang="zh-CN" altLang="en-US" dirty="0" smtClean="0"/>
            <a:t>亿元以上</a:t>
          </a:r>
          <a:endParaRPr lang="zh-CN" altLang="en-US" dirty="0"/>
        </a:p>
      </dgm:t>
    </dgm:pt>
    <dgm:pt modelId="{8D2D55ED-7B70-4901-9E22-6E4D6CF73559}" type="parTrans" cxnId="{6A7A8DB1-207F-4EAE-A411-E29617CB8614}">
      <dgm:prSet/>
      <dgm:spPr/>
      <dgm:t>
        <a:bodyPr/>
        <a:lstStyle/>
        <a:p>
          <a:endParaRPr lang="zh-CN" altLang="en-US"/>
        </a:p>
      </dgm:t>
    </dgm:pt>
    <dgm:pt modelId="{281911D9-FEC2-415B-92AF-1D8C0538A324}" type="sibTrans" cxnId="{6A7A8DB1-207F-4EAE-A411-E29617CB8614}">
      <dgm:prSet/>
      <dgm:spPr/>
      <dgm:t>
        <a:bodyPr/>
        <a:lstStyle/>
        <a:p>
          <a:endParaRPr lang="zh-CN" altLang="en-US"/>
        </a:p>
      </dgm:t>
    </dgm:pt>
    <dgm:pt modelId="{3228577B-F012-4785-AA13-441610A5E68C}">
      <dgm:prSet phldrT="[文本]"/>
      <dgm:spPr/>
      <dgm:t>
        <a:bodyPr/>
        <a:lstStyle/>
        <a:p>
          <a:r>
            <a:rPr lang="zh-CN" altLang="en-US" dirty="0" smtClean="0"/>
            <a:t>新投产里程</a:t>
          </a:r>
          <a:r>
            <a:rPr lang="en-US" altLang="zh-CN" dirty="0" smtClean="0"/>
            <a:t>8000</a:t>
          </a:r>
          <a:r>
            <a:rPr lang="zh-CN" altLang="en-US" dirty="0" smtClean="0"/>
            <a:t>公里以上</a:t>
          </a:r>
          <a:endParaRPr lang="zh-CN" altLang="en-US" dirty="0"/>
        </a:p>
      </dgm:t>
    </dgm:pt>
    <dgm:pt modelId="{413E5AD2-F482-43B1-A77D-2391ED98E78D}" type="parTrans" cxnId="{EE95CDD2-B2E0-4D5D-8BDB-48B1F59A8833}">
      <dgm:prSet/>
      <dgm:spPr/>
      <dgm:t>
        <a:bodyPr/>
        <a:lstStyle/>
        <a:p>
          <a:endParaRPr lang="zh-CN" altLang="en-US"/>
        </a:p>
      </dgm:t>
    </dgm:pt>
    <dgm:pt modelId="{6EC3C705-6E68-4E89-BBE0-7FAB8612F4E8}" type="sibTrans" cxnId="{EE95CDD2-B2E0-4D5D-8BDB-48B1F59A8833}">
      <dgm:prSet/>
      <dgm:spPr/>
      <dgm:t>
        <a:bodyPr/>
        <a:lstStyle/>
        <a:p>
          <a:endParaRPr lang="zh-CN" altLang="en-US"/>
        </a:p>
      </dgm:t>
    </dgm:pt>
    <dgm:pt modelId="{807F61E0-695A-494F-AA7A-15D373113922}">
      <dgm:prSet phldrT="[文本]"/>
      <dgm:spPr/>
      <dgm:t>
        <a:bodyPr/>
        <a:lstStyle/>
        <a:p>
          <a:r>
            <a:rPr lang="zh-CN" altLang="en-US" dirty="0" smtClean="0"/>
            <a:t>环境保护</a:t>
          </a:r>
          <a:endParaRPr lang="zh-CN" altLang="en-US" dirty="0"/>
        </a:p>
      </dgm:t>
    </dgm:pt>
    <dgm:pt modelId="{C8D1F62C-F3E1-453A-A57D-F990C40C22FA}" type="parTrans" cxnId="{CFBDFB69-C4D0-4C5D-8E55-15C24D73B71F}">
      <dgm:prSet/>
      <dgm:spPr/>
      <dgm:t>
        <a:bodyPr/>
        <a:lstStyle/>
        <a:p>
          <a:endParaRPr lang="zh-CN" altLang="en-US"/>
        </a:p>
      </dgm:t>
    </dgm:pt>
    <dgm:pt modelId="{9D4F93CB-1A34-4586-AABD-117F7963E10A}" type="sibTrans" cxnId="{CFBDFB69-C4D0-4C5D-8E55-15C24D73B71F}">
      <dgm:prSet/>
      <dgm:spPr/>
      <dgm:t>
        <a:bodyPr/>
        <a:lstStyle/>
        <a:p>
          <a:endParaRPr lang="zh-CN" altLang="en-US"/>
        </a:p>
      </dgm:t>
    </dgm:pt>
    <dgm:pt modelId="{9C260860-D31A-4EA0-A31D-B63443EEABD1}">
      <dgm:prSet phldrT="[文本]"/>
      <dgm:spPr/>
      <dgm:t>
        <a:bodyPr/>
        <a:lstStyle/>
        <a:p>
          <a:r>
            <a:rPr lang="zh-CN" altLang="en-US" dirty="0" smtClean="0"/>
            <a:t>能量消耗强度要降低</a:t>
          </a:r>
          <a:r>
            <a:rPr lang="en-US" altLang="zh-CN" dirty="0" smtClean="0"/>
            <a:t>3.1%</a:t>
          </a:r>
          <a:r>
            <a:rPr lang="zh-CN" altLang="en-US" dirty="0" smtClean="0"/>
            <a:t>以上</a:t>
          </a:r>
          <a:endParaRPr lang="zh-CN" altLang="en-US" dirty="0"/>
        </a:p>
      </dgm:t>
    </dgm:pt>
    <dgm:pt modelId="{A964A8C6-51F2-4208-A606-9D4837D51ACE}" type="parTrans" cxnId="{5060265A-99E2-40B7-9320-1BA49817820E}">
      <dgm:prSet/>
      <dgm:spPr/>
      <dgm:t>
        <a:bodyPr/>
        <a:lstStyle/>
        <a:p>
          <a:endParaRPr lang="zh-CN" altLang="en-US"/>
        </a:p>
      </dgm:t>
    </dgm:pt>
    <dgm:pt modelId="{2B8CB172-7182-4F2A-A0D9-A620A8630863}" type="sibTrans" cxnId="{5060265A-99E2-40B7-9320-1BA49817820E}">
      <dgm:prSet/>
      <dgm:spPr/>
      <dgm:t>
        <a:bodyPr/>
        <a:lstStyle/>
        <a:p>
          <a:endParaRPr lang="zh-CN" altLang="en-US"/>
        </a:p>
      </dgm:t>
    </dgm:pt>
    <dgm:pt modelId="{1B4C8521-D8AF-4F25-915D-273BCCA2DDEE}">
      <dgm:prSet phldrT="[文本]"/>
      <dgm:spPr/>
      <dgm:t>
        <a:bodyPr/>
        <a:lstStyle/>
        <a:p>
          <a:r>
            <a:rPr lang="zh-CN" altLang="en-US" dirty="0" smtClean="0"/>
            <a:t>二氧化碳排放强度要降低</a:t>
          </a:r>
          <a:r>
            <a:rPr lang="en-US" altLang="zh-CN" dirty="0" smtClean="0"/>
            <a:t>3.1%</a:t>
          </a:r>
          <a:r>
            <a:rPr lang="zh-CN" altLang="en-US" dirty="0" smtClean="0"/>
            <a:t>以上</a:t>
          </a:r>
          <a:endParaRPr lang="zh-CN" altLang="en-US" dirty="0"/>
        </a:p>
      </dgm:t>
    </dgm:pt>
    <dgm:pt modelId="{E608C577-6D29-4D91-9E4E-4E6B3281DC3F}" type="parTrans" cxnId="{2C0BAF2E-5D6C-4720-B01A-276872162425}">
      <dgm:prSet/>
      <dgm:spPr/>
      <dgm:t>
        <a:bodyPr/>
        <a:lstStyle/>
        <a:p>
          <a:endParaRPr lang="zh-CN" altLang="en-US"/>
        </a:p>
      </dgm:t>
    </dgm:pt>
    <dgm:pt modelId="{9BDA0B38-13B8-4898-933A-20550425222E}" type="sibTrans" cxnId="{2C0BAF2E-5D6C-4720-B01A-276872162425}">
      <dgm:prSet/>
      <dgm:spPr/>
      <dgm:t>
        <a:bodyPr/>
        <a:lstStyle/>
        <a:p>
          <a:endParaRPr lang="zh-CN" altLang="en-US"/>
        </a:p>
      </dgm:t>
    </dgm:pt>
    <dgm:pt modelId="{B9706B13-306C-4848-A6C8-26D85BA90981}" type="pres">
      <dgm:prSet presAssocID="{A1DA5C3A-8A0B-43DB-93A0-F98465631AA8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DB9F50D-C545-4E49-9AD8-192BB7CA9122}" type="pres">
      <dgm:prSet presAssocID="{73F6954D-789A-4868-9997-0CADD33737AD}" presName="comp" presStyleCnt="0"/>
      <dgm:spPr/>
    </dgm:pt>
    <dgm:pt modelId="{5A8A5D21-8F48-482D-A4C8-C23E612B8E42}" type="pres">
      <dgm:prSet presAssocID="{73F6954D-789A-4868-9997-0CADD33737AD}" presName="box" presStyleLbl="node1" presStyleIdx="0" presStyleCnt="4"/>
      <dgm:spPr/>
      <dgm:t>
        <a:bodyPr/>
        <a:lstStyle/>
        <a:p>
          <a:endParaRPr lang="zh-CN" altLang="en-US"/>
        </a:p>
      </dgm:t>
    </dgm:pt>
    <dgm:pt modelId="{D7C147FC-F1CC-419E-97A9-ABF27B49A34F}" type="pres">
      <dgm:prSet presAssocID="{73F6954D-789A-4868-9997-0CADD33737AD}" presName="img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6000" b="-46000"/>
          </a:stretch>
        </a:blipFill>
      </dgm:spPr>
    </dgm:pt>
    <dgm:pt modelId="{4045329B-58E3-40E3-A4D3-413286272188}" type="pres">
      <dgm:prSet presAssocID="{73F6954D-789A-4868-9997-0CADD33737AD}" presName="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7922457-E582-41EF-BC97-36D5AC2CC4B5}" type="pres">
      <dgm:prSet presAssocID="{DE33F24F-61ED-4262-90B2-C242313ED596}" presName="spacer" presStyleCnt="0"/>
      <dgm:spPr/>
    </dgm:pt>
    <dgm:pt modelId="{380BEFFC-DFC3-4FA6-BA93-0A0D03AEFB02}" type="pres">
      <dgm:prSet presAssocID="{C1221E84-1854-4201-820D-5720082BFA90}" presName="comp" presStyleCnt="0"/>
      <dgm:spPr/>
    </dgm:pt>
    <dgm:pt modelId="{3CF1215F-368B-492F-A6F9-6923D622E1B7}" type="pres">
      <dgm:prSet presAssocID="{C1221E84-1854-4201-820D-5720082BFA90}" presName="box" presStyleLbl="node1" presStyleIdx="1" presStyleCnt="4"/>
      <dgm:spPr/>
      <dgm:t>
        <a:bodyPr/>
        <a:lstStyle/>
        <a:p>
          <a:endParaRPr lang="zh-CN" altLang="en-US"/>
        </a:p>
      </dgm:t>
    </dgm:pt>
    <dgm:pt modelId="{81E55BFF-D1AD-4F55-AA91-4494639F22D8}" type="pres">
      <dgm:prSet presAssocID="{C1221E84-1854-4201-820D-5720082BFA90}" presName="img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0" b="-10000"/>
          </a:stretch>
        </a:blipFill>
      </dgm:spPr>
    </dgm:pt>
    <dgm:pt modelId="{C16028C7-1C79-42F8-A4BB-7065F2D2B78B}" type="pres">
      <dgm:prSet presAssocID="{C1221E84-1854-4201-820D-5720082BFA90}" presName="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72BFE64-12C3-45D2-BD72-BBC7B42CAA05}" type="pres">
      <dgm:prSet presAssocID="{5064DF2D-A4D6-4656-BE90-FD7E08C5E700}" presName="spacer" presStyleCnt="0"/>
      <dgm:spPr/>
    </dgm:pt>
    <dgm:pt modelId="{87BBDA7F-8B1E-4F5B-ABCE-A043B3AA0314}" type="pres">
      <dgm:prSet presAssocID="{BAECA842-10E7-4F1E-B278-45C3D126034B}" presName="comp" presStyleCnt="0"/>
      <dgm:spPr/>
    </dgm:pt>
    <dgm:pt modelId="{497FEBE6-61B1-4835-B7F7-FB5113C117EC}" type="pres">
      <dgm:prSet presAssocID="{BAECA842-10E7-4F1E-B278-45C3D126034B}" presName="box" presStyleLbl="node1" presStyleIdx="2" presStyleCnt="4"/>
      <dgm:spPr/>
      <dgm:t>
        <a:bodyPr/>
        <a:lstStyle/>
        <a:p>
          <a:endParaRPr lang="zh-CN" altLang="en-US"/>
        </a:p>
      </dgm:t>
    </dgm:pt>
    <dgm:pt modelId="{3D6FAE46-EE14-4E1A-86F4-2E9872A963C1}" type="pres">
      <dgm:prSet presAssocID="{BAECA842-10E7-4F1E-B278-45C3D126034B}" presName="img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CF7F3A4E-EC91-4A21-BE2D-61880B7B0015}" type="pres">
      <dgm:prSet presAssocID="{BAECA842-10E7-4F1E-B278-45C3D126034B}" presName="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6CB236D-6689-47EE-A88F-64978C678626}" type="pres">
      <dgm:prSet presAssocID="{CEC02406-2CD6-47B1-BC25-9AF68D5655CF}" presName="spacer" presStyleCnt="0"/>
      <dgm:spPr/>
    </dgm:pt>
    <dgm:pt modelId="{F551B2E9-5C39-49A6-9563-2BDAE24B443D}" type="pres">
      <dgm:prSet presAssocID="{807F61E0-695A-494F-AA7A-15D373113922}" presName="comp" presStyleCnt="0"/>
      <dgm:spPr/>
    </dgm:pt>
    <dgm:pt modelId="{8142F8A0-B516-4F2A-8910-17632BA1239A}" type="pres">
      <dgm:prSet presAssocID="{807F61E0-695A-494F-AA7A-15D373113922}" presName="box" presStyleLbl="node1" presStyleIdx="3" presStyleCnt="4"/>
      <dgm:spPr/>
      <dgm:t>
        <a:bodyPr/>
        <a:lstStyle/>
        <a:p>
          <a:endParaRPr lang="zh-CN" altLang="en-US"/>
        </a:p>
      </dgm:t>
    </dgm:pt>
    <dgm:pt modelId="{F2A7898B-131F-4AAC-B7F9-E2D63119AFD7}" type="pres">
      <dgm:prSet presAssocID="{807F61E0-695A-494F-AA7A-15D373113922}" presName="img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7000" b="-47000"/>
          </a:stretch>
        </a:blipFill>
      </dgm:spPr>
    </dgm:pt>
    <dgm:pt modelId="{1CDBF04D-91E1-44F1-9107-47FB3C9C897B}" type="pres">
      <dgm:prSet presAssocID="{807F61E0-695A-494F-AA7A-15D373113922}" presName="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AAA6E50-FE3D-44D0-B380-3ADC2F365C31}" type="presOf" srcId="{A1DA5C3A-8A0B-43DB-93A0-F98465631AA8}" destId="{B9706B13-306C-4848-A6C8-26D85BA90981}" srcOrd="0" destOrd="0" presId="urn:microsoft.com/office/officeart/2005/8/layout/vList4"/>
    <dgm:cxn modelId="{538BC55C-CDCC-4B07-B955-6EA936075C08}" srcId="{C1221E84-1854-4201-820D-5720082BFA90}" destId="{6DE4E4C7-F2E6-42EC-A08B-D38C4B020188}" srcOrd="0" destOrd="0" parTransId="{059AA76A-28D1-4C1B-9851-3D5F7747F164}" sibTransId="{F096CC21-4619-494F-8655-77AE8C6236BD}"/>
    <dgm:cxn modelId="{FFF5EA1E-8351-4227-AD1C-0ACDF117DC8F}" type="presOf" srcId="{26CB6158-4DFD-413A-8354-7CC26031FF65}" destId="{5A8A5D21-8F48-482D-A4C8-C23E612B8E42}" srcOrd="0" destOrd="2" presId="urn:microsoft.com/office/officeart/2005/8/layout/vList4"/>
    <dgm:cxn modelId="{DA384B3A-993B-4627-91AC-671E8D3375CA}" type="presOf" srcId="{C1221E84-1854-4201-820D-5720082BFA90}" destId="{C16028C7-1C79-42F8-A4BB-7065F2D2B78B}" srcOrd="1" destOrd="0" presId="urn:microsoft.com/office/officeart/2005/8/layout/vList4"/>
    <dgm:cxn modelId="{6A0FA041-3626-4E94-A956-BFBC71E72FF6}" type="presOf" srcId="{73F6954D-789A-4868-9997-0CADD33737AD}" destId="{4045329B-58E3-40E3-A4D3-413286272188}" srcOrd="1" destOrd="0" presId="urn:microsoft.com/office/officeart/2005/8/layout/vList4"/>
    <dgm:cxn modelId="{2C0BAF2E-5D6C-4720-B01A-276872162425}" srcId="{807F61E0-695A-494F-AA7A-15D373113922}" destId="{1B4C8521-D8AF-4F25-915D-273BCCA2DDEE}" srcOrd="1" destOrd="0" parTransId="{E608C577-6D29-4D91-9E4E-4E6B3281DC3F}" sibTransId="{9BDA0B38-13B8-4898-933A-20550425222E}"/>
    <dgm:cxn modelId="{D6BB20E3-E7E2-430C-9DE2-FADDFDC0B64B}" type="presOf" srcId="{740CE07A-0511-46E6-AE93-9AB2ACF95631}" destId="{5A8A5D21-8F48-482D-A4C8-C23E612B8E42}" srcOrd="0" destOrd="1" presId="urn:microsoft.com/office/officeart/2005/8/layout/vList4"/>
    <dgm:cxn modelId="{04AB8211-36E9-43F9-BFF8-355B3BB5A025}" type="presOf" srcId="{9C260860-D31A-4EA0-A31D-B63443EEABD1}" destId="{8142F8A0-B516-4F2A-8910-17632BA1239A}" srcOrd="0" destOrd="1" presId="urn:microsoft.com/office/officeart/2005/8/layout/vList4"/>
    <dgm:cxn modelId="{F1A9CD69-5951-4EDE-A938-1615D4963030}" type="presOf" srcId="{1B4C8521-D8AF-4F25-915D-273BCCA2DDEE}" destId="{8142F8A0-B516-4F2A-8910-17632BA1239A}" srcOrd="0" destOrd="2" presId="urn:microsoft.com/office/officeart/2005/8/layout/vList4"/>
    <dgm:cxn modelId="{0944B5CF-F98B-4D96-AD60-FE24C3392FC7}" srcId="{A1DA5C3A-8A0B-43DB-93A0-F98465631AA8}" destId="{C1221E84-1854-4201-820D-5720082BFA90}" srcOrd="1" destOrd="0" parTransId="{82DA59CB-027E-4A1E-9EB8-23B1A5B7A770}" sibTransId="{5064DF2D-A4D6-4656-BE90-FD7E08C5E700}"/>
    <dgm:cxn modelId="{9581D777-FB4F-4F1B-9543-6FF4DFAC1EF6}" type="presOf" srcId="{BAECA842-10E7-4F1E-B278-45C3D126034B}" destId="{CF7F3A4E-EC91-4A21-BE2D-61880B7B0015}" srcOrd="1" destOrd="0" presId="urn:microsoft.com/office/officeart/2005/8/layout/vList4"/>
    <dgm:cxn modelId="{B82F1290-856A-4490-8A33-BE3169B0432F}" type="presOf" srcId="{26CB6158-4DFD-413A-8354-7CC26031FF65}" destId="{4045329B-58E3-40E3-A4D3-413286272188}" srcOrd="1" destOrd="2" presId="urn:microsoft.com/office/officeart/2005/8/layout/vList4"/>
    <dgm:cxn modelId="{6F11E1FC-FAB0-4152-B5B1-CB25D961C388}" type="presOf" srcId="{73F6954D-789A-4868-9997-0CADD33737AD}" destId="{5A8A5D21-8F48-482D-A4C8-C23E612B8E42}" srcOrd="0" destOrd="0" presId="urn:microsoft.com/office/officeart/2005/8/layout/vList4"/>
    <dgm:cxn modelId="{F47F6EDB-AC79-4C00-BDDD-923740157E50}" type="presOf" srcId="{BAECA842-10E7-4F1E-B278-45C3D126034B}" destId="{497FEBE6-61B1-4835-B7F7-FB5113C117EC}" srcOrd="0" destOrd="0" presId="urn:microsoft.com/office/officeart/2005/8/layout/vList4"/>
    <dgm:cxn modelId="{8F1AF639-92C2-4607-B6E4-C8E69907FDD3}" type="presOf" srcId="{E7D6B0A0-B622-4EC5-AAF5-7465EF71C2EA}" destId="{CF7F3A4E-EC91-4A21-BE2D-61880B7B0015}" srcOrd="1" destOrd="1" presId="urn:microsoft.com/office/officeart/2005/8/layout/vList4"/>
    <dgm:cxn modelId="{C633540F-3E87-4DCE-BA99-BF189E14C52B}" type="presOf" srcId="{3228577B-F012-4785-AA13-441610A5E68C}" destId="{CF7F3A4E-EC91-4A21-BE2D-61880B7B0015}" srcOrd="1" destOrd="2" presId="urn:microsoft.com/office/officeart/2005/8/layout/vList4"/>
    <dgm:cxn modelId="{941C2BC2-B7BE-49F8-AEBC-3B02CF8D4564}" type="presOf" srcId="{807F61E0-695A-494F-AA7A-15D373113922}" destId="{8142F8A0-B516-4F2A-8910-17632BA1239A}" srcOrd="0" destOrd="0" presId="urn:microsoft.com/office/officeart/2005/8/layout/vList4"/>
    <dgm:cxn modelId="{3D51D00D-F25D-4B54-A754-C01AE4565282}" type="presOf" srcId="{740CE07A-0511-46E6-AE93-9AB2ACF95631}" destId="{4045329B-58E3-40E3-A4D3-413286272188}" srcOrd="1" destOrd="1" presId="urn:microsoft.com/office/officeart/2005/8/layout/vList4"/>
    <dgm:cxn modelId="{1099E332-55C2-4D24-8C01-0C3A05DD3B80}" type="presOf" srcId="{522DF92B-54CB-4BE7-9344-8C65C0B86EFB}" destId="{3CF1215F-368B-492F-A6F9-6923D622E1B7}" srcOrd="0" destOrd="2" presId="urn:microsoft.com/office/officeart/2005/8/layout/vList4"/>
    <dgm:cxn modelId="{F02CC899-ACEE-4967-A337-51B4FDD4BB7A}" srcId="{73F6954D-789A-4868-9997-0CADD33737AD}" destId="{26CB6158-4DFD-413A-8354-7CC26031FF65}" srcOrd="1" destOrd="0" parTransId="{0894C7B7-C924-4ADD-8461-0B32426D73E1}" sibTransId="{3B2749DA-D349-4E26-8337-88BF7A48F210}"/>
    <dgm:cxn modelId="{FFFEA3E7-959F-490D-A0FB-A8A33A565A91}" srcId="{A1DA5C3A-8A0B-43DB-93A0-F98465631AA8}" destId="{73F6954D-789A-4868-9997-0CADD33737AD}" srcOrd="0" destOrd="0" parTransId="{3123CD44-06C9-42FE-851E-885D30B9F480}" sibTransId="{DE33F24F-61ED-4262-90B2-C242313ED596}"/>
    <dgm:cxn modelId="{EE95CDD2-B2E0-4D5D-8BDB-48B1F59A8833}" srcId="{BAECA842-10E7-4F1E-B278-45C3D126034B}" destId="{3228577B-F012-4785-AA13-441610A5E68C}" srcOrd="1" destOrd="0" parTransId="{413E5AD2-F482-43B1-A77D-2391ED98E78D}" sibTransId="{6EC3C705-6E68-4E89-BBE0-7FAB8612F4E8}"/>
    <dgm:cxn modelId="{CFBDFB69-C4D0-4C5D-8E55-15C24D73B71F}" srcId="{A1DA5C3A-8A0B-43DB-93A0-F98465631AA8}" destId="{807F61E0-695A-494F-AA7A-15D373113922}" srcOrd="3" destOrd="0" parTransId="{C8D1F62C-F3E1-453A-A57D-F990C40C22FA}" sibTransId="{9D4F93CB-1A34-4586-AABD-117F7963E10A}"/>
    <dgm:cxn modelId="{0D88FB0C-4B25-4967-B1BB-649CFB165290}" type="presOf" srcId="{6DE4E4C7-F2E6-42EC-A08B-D38C4B020188}" destId="{C16028C7-1C79-42F8-A4BB-7065F2D2B78B}" srcOrd="1" destOrd="1" presId="urn:microsoft.com/office/officeart/2005/8/layout/vList4"/>
    <dgm:cxn modelId="{5C2C8A3B-FE2B-4657-A1C7-36CA39B83135}" type="presOf" srcId="{522DF92B-54CB-4BE7-9344-8C65C0B86EFB}" destId="{C16028C7-1C79-42F8-A4BB-7065F2D2B78B}" srcOrd="1" destOrd="2" presId="urn:microsoft.com/office/officeart/2005/8/layout/vList4"/>
    <dgm:cxn modelId="{86A13464-5179-404A-B556-07942ECC13FF}" type="presOf" srcId="{C1221E84-1854-4201-820D-5720082BFA90}" destId="{3CF1215F-368B-492F-A6F9-6923D622E1B7}" srcOrd="0" destOrd="0" presId="urn:microsoft.com/office/officeart/2005/8/layout/vList4"/>
    <dgm:cxn modelId="{C26425B6-0E46-4525-ABDC-371A12C96926}" srcId="{A1DA5C3A-8A0B-43DB-93A0-F98465631AA8}" destId="{BAECA842-10E7-4F1E-B278-45C3D126034B}" srcOrd="2" destOrd="0" parTransId="{6FC6ECFF-F2C9-46B5-8F4C-DD46B295EAEE}" sibTransId="{CEC02406-2CD6-47B1-BC25-9AF68D5655CF}"/>
    <dgm:cxn modelId="{5060265A-99E2-40B7-9320-1BA49817820E}" srcId="{807F61E0-695A-494F-AA7A-15D373113922}" destId="{9C260860-D31A-4EA0-A31D-B63443EEABD1}" srcOrd="0" destOrd="0" parTransId="{A964A8C6-51F2-4208-A606-9D4837D51ACE}" sibTransId="{2B8CB172-7182-4F2A-A0D9-A620A8630863}"/>
    <dgm:cxn modelId="{47B0ED0A-EAB4-4682-80E4-E640DE1705F7}" type="presOf" srcId="{807F61E0-695A-494F-AA7A-15D373113922}" destId="{1CDBF04D-91E1-44F1-9107-47FB3C9C897B}" srcOrd="1" destOrd="0" presId="urn:microsoft.com/office/officeart/2005/8/layout/vList4"/>
    <dgm:cxn modelId="{2DC0ED20-E14A-4F2A-96BA-DA50FC916B42}" srcId="{C1221E84-1854-4201-820D-5720082BFA90}" destId="{522DF92B-54CB-4BE7-9344-8C65C0B86EFB}" srcOrd="1" destOrd="0" parTransId="{180D2D14-8E49-4064-9B1C-6A74418DBBEB}" sibTransId="{D094DB86-BB8F-4A72-A13E-32B41F6E2AF1}"/>
    <dgm:cxn modelId="{BF94A537-1E37-4B2A-A507-6201F1068329}" type="presOf" srcId="{6DE4E4C7-F2E6-42EC-A08B-D38C4B020188}" destId="{3CF1215F-368B-492F-A6F9-6923D622E1B7}" srcOrd="0" destOrd="1" presId="urn:microsoft.com/office/officeart/2005/8/layout/vList4"/>
    <dgm:cxn modelId="{8DE15474-3696-4E87-8A7E-BF010661DD4A}" type="presOf" srcId="{3228577B-F012-4785-AA13-441610A5E68C}" destId="{497FEBE6-61B1-4835-B7F7-FB5113C117EC}" srcOrd="0" destOrd="2" presId="urn:microsoft.com/office/officeart/2005/8/layout/vList4"/>
    <dgm:cxn modelId="{CA4D94FC-92DE-4B2B-A547-D305FBC805BD}" type="presOf" srcId="{9C260860-D31A-4EA0-A31D-B63443EEABD1}" destId="{1CDBF04D-91E1-44F1-9107-47FB3C9C897B}" srcOrd="1" destOrd="1" presId="urn:microsoft.com/office/officeart/2005/8/layout/vList4"/>
    <dgm:cxn modelId="{6A7A8DB1-207F-4EAE-A411-E29617CB8614}" srcId="{BAECA842-10E7-4F1E-B278-45C3D126034B}" destId="{E7D6B0A0-B622-4EC5-AAF5-7465EF71C2EA}" srcOrd="0" destOrd="0" parTransId="{8D2D55ED-7B70-4901-9E22-6E4D6CF73559}" sibTransId="{281911D9-FEC2-415B-92AF-1D8C0538A324}"/>
    <dgm:cxn modelId="{322D6857-AF5A-42A8-8B8E-51ED35547781}" type="presOf" srcId="{E7D6B0A0-B622-4EC5-AAF5-7465EF71C2EA}" destId="{497FEBE6-61B1-4835-B7F7-FB5113C117EC}" srcOrd="0" destOrd="1" presId="urn:microsoft.com/office/officeart/2005/8/layout/vList4"/>
    <dgm:cxn modelId="{A3176797-7089-4D23-BD46-1EAE75033222}" type="presOf" srcId="{1B4C8521-D8AF-4F25-915D-273BCCA2DDEE}" destId="{1CDBF04D-91E1-44F1-9107-47FB3C9C897B}" srcOrd="1" destOrd="2" presId="urn:microsoft.com/office/officeart/2005/8/layout/vList4"/>
    <dgm:cxn modelId="{CDA6A865-AC79-4F8D-BB83-4239B985F45E}" srcId="{73F6954D-789A-4868-9997-0CADD33737AD}" destId="{740CE07A-0511-46E6-AE93-9AB2ACF95631}" srcOrd="0" destOrd="0" parTransId="{249966EA-009F-4FE3-A8E0-640E4693C7BD}" sibTransId="{F05196C5-0B50-4BED-91E2-F00B61BB7807}"/>
    <dgm:cxn modelId="{F451B8EF-1BBB-4822-A285-7EF8A7145480}" type="presParOf" srcId="{B9706B13-306C-4848-A6C8-26D85BA90981}" destId="{1DB9F50D-C545-4E49-9AD8-192BB7CA9122}" srcOrd="0" destOrd="0" presId="urn:microsoft.com/office/officeart/2005/8/layout/vList4"/>
    <dgm:cxn modelId="{D6312F20-F14B-4B08-A4CF-CC63CE3699C3}" type="presParOf" srcId="{1DB9F50D-C545-4E49-9AD8-192BB7CA9122}" destId="{5A8A5D21-8F48-482D-A4C8-C23E612B8E42}" srcOrd="0" destOrd="0" presId="urn:microsoft.com/office/officeart/2005/8/layout/vList4"/>
    <dgm:cxn modelId="{BABF7C3E-DDDC-46DB-8D36-4A822FB4F2DF}" type="presParOf" srcId="{1DB9F50D-C545-4E49-9AD8-192BB7CA9122}" destId="{D7C147FC-F1CC-419E-97A9-ABF27B49A34F}" srcOrd="1" destOrd="0" presId="urn:microsoft.com/office/officeart/2005/8/layout/vList4"/>
    <dgm:cxn modelId="{B3107490-1637-4BDC-99E4-024718DAEADD}" type="presParOf" srcId="{1DB9F50D-C545-4E49-9AD8-192BB7CA9122}" destId="{4045329B-58E3-40E3-A4D3-413286272188}" srcOrd="2" destOrd="0" presId="urn:microsoft.com/office/officeart/2005/8/layout/vList4"/>
    <dgm:cxn modelId="{12DD3BC9-690C-4BA5-8B31-B318E0E2F150}" type="presParOf" srcId="{B9706B13-306C-4848-A6C8-26D85BA90981}" destId="{27922457-E582-41EF-BC97-36D5AC2CC4B5}" srcOrd="1" destOrd="0" presId="urn:microsoft.com/office/officeart/2005/8/layout/vList4"/>
    <dgm:cxn modelId="{0EC30770-374B-4EE1-BD89-8F1C5D989556}" type="presParOf" srcId="{B9706B13-306C-4848-A6C8-26D85BA90981}" destId="{380BEFFC-DFC3-4FA6-BA93-0A0D03AEFB02}" srcOrd="2" destOrd="0" presId="urn:microsoft.com/office/officeart/2005/8/layout/vList4"/>
    <dgm:cxn modelId="{ADB65306-7C3D-4205-8ED2-EB0B3F545BC3}" type="presParOf" srcId="{380BEFFC-DFC3-4FA6-BA93-0A0D03AEFB02}" destId="{3CF1215F-368B-492F-A6F9-6923D622E1B7}" srcOrd="0" destOrd="0" presId="urn:microsoft.com/office/officeart/2005/8/layout/vList4"/>
    <dgm:cxn modelId="{A3DFF49E-8739-4E6A-BEC9-3DDA2AC95E08}" type="presParOf" srcId="{380BEFFC-DFC3-4FA6-BA93-0A0D03AEFB02}" destId="{81E55BFF-D1AD-4F55-AA91-4494639F22D8}" srcOrd="1" destOrd="0" presId="urn:microsoft.com/office/officeart/2005/8/layout/vList4"/>
    <dgm:cxn modelId="{B0F1C9F2-E862-41CA-A9FE-C7708A1A8BB8}" type="presParOf" srcId="{380BEFFC-DFC3-4FA6-BA93-0A0D03AEFB02}" destId="{C16028C7-1C79-42F8-A4BB-7065F2D2B78B}" srcOrd="2" destOrd="0" presId="urn:microsoft.com/office/officeart/2005/8/layout/vList4"/>
    <dgm:cxn modelId="{688F0B34-5FA3-4770-B513-C335C531085C}" type="presParOf" srcId="{B9706B13-306C-4848-A6C8-26D85BA90981}" destId="{E72BFE64-12C3-45D2-BD72-BBC7B42CAA05}" srcOrd="3" destOrd="0" presId="urn:microsoft.com/office/officeart/2005/8/layout/vList4"/>
    <dgm:cxn modelId="{C40DC366-E233-4352-AF7B-C3EA3AA61FC7}" type="presParOf" srcId="{B9706B13-306C-4848-A6C8-26D85BA90981}" destId="{87BBDA7F-8B1E-4F5B-ABCE-A043B3AA0314}" srcOrd="4" destOrd="0" presId="urn:microsoft.com/office/officeart/2005/8/layout/vList4"/>
    <dgm:cxn modelId="{838536BA-B7E7-46AE-9681-7B1D1E2A4110}" type="presParOf" srcId="{87BBDA7F-8B1E-4F5B-ABCE-A043B3AA0314}" destId="{497FEBE6-61B1-4835-B7F7-FB5113C117EC}" srcOrd="0" destOrd="0" presId="urn:microsoft.com/office/officeart/2005/8/layout/vList4"/>
    <dgm:cxn modelId="{E30C1A69-7F35-41E7-B7D1-CBF98E8C6963}" type="presParOf" srcId="{87BBDA7F-8B1E-4F5B-ABCE-A043B3AA0314}" destId="{3D6FAE46-EE14-4E1A-86F4-2E9872A963C1}" srcOrd="1" destOrd="0" presId="urn:microsoft.com/office/officeart/2005/8/layout/vList4"/>
    <dgm:cxn modelId="{2B282A2A-C15B-476E-A8A5-9F07B51B2A5F}" type="presParOf" srcId="{87BBDA7F-8B1E-4F5B-ABCE-A043B3AA0314}" destId="{CF7F3A4E-EC91-4A21-BE2D-61880B7B0015}" srcOrd="2" destOrd="0" presId="urn:microsoft.com/office/officeart/2005/8/layout/vList4"/>
    <dgm:cxn modelId="{A76897D4-EFF5-47FB-8705-B9DA152961AC}" type="presParOf" srcId="{B9706B13-306C-4848-A6C8-26D85BA90981}" destId="{36CB236D-6689-47EE-A88F-64978C678626}" srcOrd="5" destOrd="0" presId="urn:microsoft.com/office/officeart/2005/8/layout/vList4"/>
    <dgm:cxn modelId="{163A73FB-6CD7-4E87-A011-E009BFB05F90}" type="presParOf" srcId="{B9706B13-306C-4848-A6C8-26D85BA90981}" destId="{F551B2E9-5C39-49A6-9563-2BDAE24B443D}" srcOrd="6" destOrd="0" presId="urn:microsoft.com/office/officeart/2005/8/layout/vList4"/>
    <dgm:cxn modelId="{12E1E1DF-C4B1-4D3D-AD14-ED26EBCBDCE6}" type="presParOf" srcId="{F551B2E9-5C39-49A6-9563-2BDAE24B443D}" destId="{8142F8A0-B516-4F2A-8910-17632BA1239A}" srcOrd="0" destOrd="0" presId="urn:microsoft.com/office/officeart/2005/8/layout/vList4"/>
    <dgm:cxn modelId="{8895C1CB-3176-45F4-8B60-280873EE3598}" type="presParOf" srcId="{F551B2E9-5C39-49A6-9563-2BDAE24B443D}" destId="{F2A7898B-131F-4AAC-B7F9-E2D63119AFD7}" srcOrd="1" destOrd="0" presId="urn:microsoft.com/office/officeart/2005/8/layout/vList4"/>
    <dgm:cxn modelId="{36A4DF1A-30B1-49D7-9BF8-99F2A7B7B049}" type="presParOf" srcId="{F551B2E9-5C39-49A6-9563-2BDAE24B443D}" destId="{1CDBF04D-91E1-44F1-9107-47FB3C9C897B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3DEE8D-6C13-4D41-8682-87F780DFC77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204EE1DF-1476-44F3-BAC5-C5A9FEB8F84E}">
      <dgm:prSet/>
      <dgm:spPr/>
      <dgm:t>
        <a:bodyPr/>
        <a:lstStyle/>
        <a:p>
          <a:pPr rtl="0"/>
          <a:r>
            <a:rPr lang="en-US" smtClean="0"/>
            <a:t>1</a:t>
          </a:r>
          <a:r>
            <a:rPr lang="zh-CN" smtClean="0"/>
            <a:t>．稳定和完善宏观经济政策</a:t>
          </a:r>
          <a:endParaRPr lang="zh-CN"/>
        </a:p>
      </dgm:t>
    </dgm:pt>
    <dgm:pt modelId="{2FC51C30-9792-47C9-B39A-D1ACC445E700}" type="parTrans" cxnId="{5FF6FACC-3ED6-4E6D-886E-23E1B2EDE705}">
      <dgm:prSet/>
      <dgm:spPr/>
      <dgm:t>
        <a:bodyPr/>
        <a:lstStyle/>
        <a:p>
          <a:endParaRPr lang="zh-CN" altLang="en-US"/>
        </a:p>
      </dgm:t>
    </dgm:pt>
    <dgm:pt modelId="{91BCC872-A354-451C-8875-000DE281F276}" type="sibTrans" cxnId="{5FF6FACC-3ED6-4E6D-886E-23E1B2EDE705}">
      <dgm:prSet/>
      <dgm:spPr/>
      <dgm:t>
        <a:bodyPr/>
        <a:lstStyle/>
        <a:p>
          <a:endParaRPr lang="zh-CN" altLang="en-US"/>
        </a:p>
      </dgm:t>
    </dgm:pt>
    <dgm:pt modelId="{0DA60C0E-1A62-4B4F-8BDD-10DDBF95F9CE}">
      <dgm:prSet/>
      <dgm:spPr/>
      <dgm:t>
        <a:bodyPr/>
        <a:lstStyle/>
        <a:p>
          <a:pPr rtl="0"/>
          <a:r>
            <a:rPr lang="en-US" smtClean="0"/>
            <a:t>2</a:t>
          </a:r>
          <a:r>
            <a:rPr lang="zh-CN" smtClean="0"/>
            <a:t>．保持稳增长与调结构的平衡</a:t>
          </a:r>
          <a:endParaRPr lang="zh-CN"/>
        </a:p>
      </dgm:t>
    </dgm:pt>
    <dgm:pt modelId="{3F972A2A-0B02-4B9A-BAFC-3C9D69585828}" type="parTrans" cxnId="{877CFE29-DF1D-4D56-B7C5-54076C82A35A}">
      <dgm:prSet/>
      <dgm:spPr/>
      <dgm:t>
        <a:bodyPr/>
        <a:lstStyle/>
        <a:p>
          <a:endParaRPr lang="zh-CN" altLang="en-US"/>
        </a:p>
      </dgm:t>
    </dgm:pt>
    <dgm:pt modelId="{A7585127-108B-48EC-963D-1A889AABF579}" type="sibTrans" cxnId="{877CFE29-DF1D-4D56-B7C5-54076C82A35A}">
      <dgm:prSet/>
      <dgm:spPr/>
      <dgm:t>
        <a:bodyPr/>
        <a:lstStyle/>
        <a:p>
          <a:endParaRPr lang="zh-CN" altLang="en-US"/>
        </a:p>
      </dgm:t>
    </dgm:pt>
    <dgm:pt modelId="{3D1D0F64-6D8C-4772-903D-9884A3796002}">
      <dgm:prSet/>
      <dgm:spPr/>
      <dgm:t>
        <a:bodyPr/>
        <a:lstStyle/>
        <a:p>
          <a:pPr rtl="0"/>
          <a:r>
            <a:rPr lang="en-US" smtClean="0"/>
            <a:t>3</a:t>
          </a:r>
          <a:r>
            <a:rPr lang="zh-CN" smtClean="0"/>
            <a:t>．培育和催生经济社会发展新动力</a:t>
          </a:r>
          <a:endParaRPr lang="zh-CN"/>
        </a:p>
      </dgm:t>
    </dgm:pt>
    <dgm:pt modelId="{C1A87AF8-8324-4659-A1E2-3641E501ED14}" type="parTrans" cxnId="{2A2EDA79-FF25-4760-B322-89ACBD998B1C}">
      <dgm:prSet/>
      <dgm:spPr/>
      <dgm:t>
        <a:bodyPr/>
        <a:lstStyle/>
        <a:p>
          <a:endParaRPr lang="zh-CN" altLang="en-US"/>
        </a:p>
      </dgm:t>
    </dgm:pt>
    <dgm:pt modelId="{CC5A506E-28CE-4B3E-864D-7659B568809B}" type="sibTrans" cxnId="{2A2EDA79-FF25-4760-B322-89ACBD998B1C}">
      <dgm:prSet/>
      <dgm:spPr/>
      <dgm:t>
        <a:bodyPr/>
        <a:lstStyle/>
        <a:p>
          <a:endParaRPr lang="zh-CN" altLang="en-US"/>
        </a:p>
      </dgm:t>
    </dgm:pt>
    <dgm:pt modelId="{8B1AA293-B3BA-4F5D-B1D4-5F6766BC3EA7}" type="pres">
      <dgm:prSet presAssocID="{AE3DEE8D-6C13-4D41-8682-87F780DFC77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26BDB8A-1873-4034-B3D5-455FC7405581}" type="pres">
      <dgm:prSet presAssocID="{204EE1DF-1476-44F3-BAC5-C5A9FEB8F84E}" presName="parentLin" presStyleCnt="0"/>
      <dgm:spPr/>
    </dgm:pt>
    <dgm:pt modelId="{07B678BF-CA58-42E7-A5F6-CF987AF72971}" type="pres">
      <dgm:prSet presAssocID="{204EE1DF-1476-44F3-BAC5-C5A9FEB8F84E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0BD6228F-676F-4877-B8DC-CD70D6D6ABB0}" type="pres">
      <dgm:prSet presAssocID="{204EE1DF-1476-44F3-BAC5-C5A9FEB8F84E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94F8599-E470-4C91-8D78-2353C3E988C4}" type="pres">
      <dgm:prSet presAssocID="{204EE1DF-1476-44F3-BAC5-C5A9FEB8F84E}" presName="negativeSpace" presStyleCnt="0"/>
      <dgm:spPr/>
    </dgm:pt>
    <dgm:pt modelId="{B72E254A-12E7-4D8F-BD25-D9993A1BD332}" type="pres">
      <dgm:prSet presAssocID="{204EE1DF-1476-44F3-BAC5-C5A9FEB8F84E}" presName="childText" presStyleLbl="conFgAcc1" presStyleIdx="0" presStyleCnt="3">
        <dgm:presLayoutVars>
          <dgm:bulletEnabled val="1"/>
        </dgm:presLayoutVars>
      </dgm:prSet>
      <dgm:spPr/>
    </dgm:pt>
    <dgm:pt modelId="{587E5BD7-D117-4219-BC55-95F8B896BF5C}" type="pres">
      <dgm:prSet presAssocID="{91BCC872-A354-451C-8875-000DE281F276}" presName="spaceBetweenRectangles" presStyleCnt="0"/>
      <dgm:spPr/>
    </dgm:pt>
    <dgm:pt modelId="{77E98C06-6C24-4180-A1A0-E8C96BF2495B}" type="pres">
      <dgm:prSet presAssocID="{0DA60C0E-1A62-4B4F-8BDD-10DDBF95F9CE}" presName="parentLin" presStyleCnt="0"/>
      <dgm:spPr/>
    </dgm:pt>
    <dgm:pt modelId="{A8A81305-1E6F-42F4-8AE5-7A93984B67A8}" type="pres">
      <dgm:prSet presAssocID="{0DA60C0E-1A62-4B4F-8BDD-10DDBF95F9CE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818A2C7C-4408-4D79-B625-086F15A24263}" type="pres">
      <dgm:prSet presAssocID="{0DA60C0E-1A62-4B4F-8BDD-10DDBF95F9CE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ACCD711-0AF8-4148-88EE-E4D3C00054C3}" type="pres">
      <dgm:prSet presAssocID="{0DA60C0E-1A62-4B4F-8BDD-10DDBF95F9CE}" presName="negativeSpace" presStyleCnt="0"/>
      <dgm:spPr/>
    </dgm:pt>
    <dgm:pt modelId="{81E8EF7F-CAC9-4728-A915-03A9FC58C955}" type="pres">
      <dgm:prSet presAssocID="{0DA60C0E-1A62-4B4F-8BDD-10DDBF95F9CE}" presName="childText" presStyleLbl="conFgAcc1" presStyleIdx="1" presStyleCnt="3">
        <dgm:presLayoutVars>
          <dgm:bulletEnabled val="1"/>
        </dgm:presLayoutVars>
      </dgm:prSet>
      <dgm:spPr/>
    </dgm:pt>
    <dgm:pt modelId="{E024BBD7-02F7-4671-B04F-6900EE45E4A2}" type="pres">
      <dgm:prSet presAssocID="{A7585127-108B-48EC-963D-1A889AABF579}" presName="spaceBetweenRectangles" presStyleCnt="0"/>
      <dgm:spPr/>
    </dgm:pt>
    <dgm:pt modelId="{45E969E0-FF45-4D06-A8B4-3E6C08ECA304}" type="pres">
      <dgm:prSet presAssocID="{3D1D0F64-6D8C-4772-903D-9884A3796002}" presName="parentLin" presStyleCnt="0"/>
      <dgm:spPr/>
    </dgm:pt>
    <dgm:pt modelId="{AB47DD2B-5BD1-4183-B620-9460783549B6}" type="pres">
      <dgm:prSet presAssocID="{3D1D0F64-6D8C-4772-903D-9884A3796002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7FEC94C-5F18-49E9-AF0B-20CBA5CE5056}" type="pres">
      <dgm:prSet presAssocID="{3D1D0F64-6D8C-4772-903D-9884A379600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D93F59-81C4-401F-9B01-E11626504C97}" type="pres">
      <dgm:prSet presAssocID="{3D1D0F64-6D8C-4772-903D-9884A3796002}" presName="negativeSpace" presStyleCnt="0"/>
      <dgm:spPr/>
    </dgm:pt>
    <dgm:pt modelId="{BA061869-888C-455E-9A18-5A5D915274BF}" type="pres">
      <dgm:prSet presAssocID="{3D1D0F64-6D8C-4772-903D-9884A379600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6DF6CB3-BBA8-43D7-9634-06B6FD5ACB05}" type="presOf" srcId="{3D1D0F64-6D8C-4772-903D-9884A3796002}" destId="{AB47DD2B-5BD1-4183-B620-9460783549B6}" srcOrd="0" destOrd="0" presId="urn:microsoft.com/office/officeart/2005/8/layout/list1"/>
    <dgm:cxn modelId="{7211790E-685E-4B72-9200-EDFBD170F4FC}" type="presOf" srcId="{0DA60C0E-1A62-4B4F-8BDD-10DDBF95F9CE}" destId="{A8A81305-1E6F-42F4-8AE5-7A93984B67A8}" srcOrd="0" destOrd="0" presId="urn:microsoft.com/office/officeart/2005/8/layout/list1"/>
    <dgm:cxn modelId="{2A2EDA79-FF25-4760-B322-89ACBD998B1C}" srcId="{AE3DEE8D-6C13-4D41-8682-87F780DFC772}" destId="{3D1D0F64-6D8C-4772-903D-9884A3796002}" srcOrd="2" destOrd="0" parTransId="{C1A87AF8-8324-4659-A1E2-3641E501ED14}" sibTransId="{CC5A506E-28CE-4B3E-864D-7659B568809B}"/>
    <dgm:cxn modelId="{859DE326-703C-4BE6-8760-93C38C35519A}" type="presOf" srcId="{3D1D0F64-6D8C-4772-903D-9884A3796002}" destId="{07FEC94C-5F18-49E9-AF0B-20CBA5CE5056}" srcOrd="1" destOrd="0" presId="urn:microsoft.com/office/officeart/2005/8/layout/list1"/>
    <dgm:cxn modelId="{5FF6FACC-3ED6-4E6D-886E-23E1B2EDE705}" srcId="{AE3DEE8D-6C13-4D41-8682-87F780DFC772}" destId="{204EE1DF-1476-44F3-BAC5-C5A9FEB8F84E}" srcOrd="0" destOrd="0" parTransId="{2FC51C30-9792-47C9-B39A-D1ACC445E700}" sibTransId="{91BCC872-A354-451C-8875-000DE281F276}"/>
    <dgm:cxn modelId="{877CFE29-DF1D-4D56-B7C5-54076C82A35A}" srcId="{AE3DEE8D-6C13-4D41-8682-87F780DFC772}" destId="{0DA60C0E-1A62-4B4F-8BDD-10DDBF95F9CE}" srcOrd="1" destOrd="0" parTransId="{3F972A2A-0B02-4B9A-BAFC-3C9D69585828}" sibTransId="{A7585127-108B-48EC-963D-1A889AABF579}"/>
    <dgm:cxn modelId="{E11B09BF-47C3-44EF-9267-C2F551A1A638}" type="presOf" srcId="{0DA60C0E-1A62-4B4F-8BDD-10DDBF95F9CE}" destId="{818A2C7C-4408-4D79-B625-086F15A24263}" srcOrd="1" destOrd="0" presId="urn:microsoft.com/office/officeart/2005/8/layout/list1"/>
    <dgm:cxn modelId="{67BD98EE-9129-4A37-BCF8-B0026D17FE53}" type="presOf" srcId="{204EE1DF-1476-44F3-BAC5-C5A9FEB8F84E}" destId="{0BD6228F-676F-4877-B8DC-CD70D6D6ABB0}" srcOrd="1" destOrd="0" presId="urn:microsoft.com/office/officeart/2005/8/layout/list1"/>
    <dgm:cxn modelId="{50ACCEBC-B418-4B63-8224-18DDA1C95DF9}" type="presOf" srcId="{AE3DEE8D-6C13-4D41-8682-87F780DFC772}" destId="{8B1AA293-B3BA-4F5D-B1D4-5F6766BC3EA7}" srcOrd="0" destOrd="0" presId="urn:microsoft.com/office/officeart/2005/8/layout/list1"/>
    <dgm:cxn modelId="{D006700B-791F-4FAE-9F7D-8D648C13BC7A}" type="presOf" srcId="{204EE1DF-1476-44F3-BAC5-C5A9FEB8F84E}" destId="{07B678BF-CA58-42E7-A5F6-CF987AF72971}" srcOrd="0" destOrd="0" presId="urn:microsoft.com/office/officeart/2005/8/layout/list1"/>
    <dgm:cxn modelId="{4882CBCE-5D17-4702-AAAD-B6D43F2BB349}" type="presParOf" srcId="{8B1AA293-B3BA-4F5D-B1D4-5F6766BC3EA7}" destId="{126BDB8A-1873-4034-B3D5-455FC7405581}" srcOrd="0" destOrd="0" presId="urn:microsoft.com/office/officeart/2005/8/layout/list1"/>
    <dgm:cxn modelId="{453AB2EC-7A83-4F9D-AE94-D03390B6DF4D}" type="presParOf" srcId="{126BDB8A-1873-4034-B3D5-455FC7405581}" destId="{07B678BF-CA58-42E7-A5F6-CF987AF72971}" srcOrd="0" destOrd="0" presId="urn:microsoft.com/office/officeart/2005/8/layout/list1"/>
    <dgm:cxn modelId="{6E8E1BF3-B5DC-4FB4-9F41-67783C2341B5}" type="presParOf" srcId="{126BDB8A-1873-4034-B3D5-455FC7405581}" destId="{0BD6228F-676F-4877-B8DC-CD70D6D6ABB0}" srcOrd="1" destOrd="0" presId="urn:microsoft.com/office/officeart/2005/8/layout/list1"/>
    <dgm:cxn modelId="{7FEA62FA-327B-4E0B-AC70-E59CC24D3255}" type="presParOf" srcId="{8B1AA293-B3BA-4F5D-B1D4-5F6766BC3EA7}" destId="{394F8599-E470-4C91-8D78-2353C3E988C4}" srcOrd="1" destOrd="0" presId="urn:microsoft.com/office/officeart/2005/8/layout/list1"/>
    <dgm:cxn modelId="{F30B0F80-E537-4EA5-8566-1B016939DFD6}" type="presParOf" srcId="{8B1AA293-B3BA-4F5D-B1D4-5F6766BC3EA7}" destId="{B72E254A-12E7-4D8F-BD25-D9993A1BD332}" srcOrd="2" destOrd="0" presId="urn:microsoft.com/office/officeart/2005/8/layout/list1"/>
    <dgm:cxn modelId="{3C7F60E4-BDD1-48E3-A6E8-39E44B9F047D}" type="presParOf" srcId="{8B1AA293-B3BA-4F5D-B1D4-5F6766BC3EA7}" destId="{587E5BD7-D117-4219-BC55-95F8B896BF5C}" srcOrd="3" destOrd="0" presId="urn:microsoft.com/office/officeart/2005/8/layout/list1"/>
    <dgm:cxn modelId="{B45F0485-0B9B-4D44-860A-EEB0D5C220B7}" type="presParOf" srcId="{8B1AA293-B3BA-4F5D-B1D4-5F6766BC3EA7}" destId="{77E98C06-6C24-4180-A1A0-E8C96BF2495B}" srcOrd="4" destOrd="0" presId="urn:microsoft.com/office/officeart/2005/8/layout/list1"/>
    <dgm:cxn modelId="{85F3B536-6280-4722-AFF6-FC023F47B48C}" type="presParOf" srcId="{77E98C06-6C24-4180-A1A0-E8C96BF2495B}" destId="{A8A81305-1E6F-42F4-8AE5-7A93984B67A8}" srcOrd="0" destOrd="0" presId="urn:microsoft.com/office/officeart/2005/8/layout/list1"/>
    <dgm:cxn modelId="{361C86EF-B756-40AE-96BA-BBE40824C1EE}" type="presParOf" srcId="{77E98C06-6C24-4180-A1A0-E8C96BF2495B}" destId="{818A2C7C-4408-4D79-B625-086F15A24263}" srcOrd="1" destOrd="0" presId="urn:microsoft.com/office/officeart/2005/8/layout/list1"/>
    <dgm:cxn modelId="{98DEA05E-4F42-45FA-A1AE-BB783A75C031}" type="presParOf" srcId="{8B1AA293-B3BA-4F5D-B1D4-5F6766BC3EA7}" destId="{FACCD711-0AF8-4148-88EE-E4D3C00054C3}" srcOrd="5" destOrd="0" presId="urn:microsoft.com/office/officeart/2005/8/layout/list1"/>
    <dgm:cxn modelId="{D60824F7-FE86-41FC-8FE1-7B813D9D9262}" type="presParOf" srcId="{8B1AA293-B3BA-4F5D-B1D4-5F6766BC3EA7}" destId="{81E8EF7F-CAC9-4728-A915-03A9FC58C955}" srcOrd="6" destOrd="0" presId="urn:microsoft.com/office/officeart/2005/8/layout/list1"/>
    <dgm:cxn modelId="{E178975F-7348-4F75-B7D4-C1FCD895670D}" type="presParOf" srcId="{8B1AA293-B3BA-4F5D-B1D4-5F6766BC3EA7}" destId="{E024BBD7-02F7-4671-B04F-6900EE45E4A2}" srcOrd="7" destOrd="0" presId="urn:microsoft.com/office/officeart/2005/8/layout/list1"/>
    <dgm:cxn modelId="{8242DBA1-38A2-4585-A252-C6FBE9F28EC3}" type="presParOf" srcId="{8B1AA293-B3BA-4F5D-B1D4-5F6766BC3EA7}" destId="{45E969E0-FF45-4D06-A8B4-3E6C08ECA304}" srcOrd="8" destOrd="0" presId="urn:microsoft.com/office/officeart/2005/8/layout/list1"/>
    <dgm:cxn modelId="{74C52CFF-CDF5-49E4-B353-23BF13DE7DDA}" type="presParOf" srcId="{45E969E0-FF45-4D06-A8B4-3E6C08ECA304}" destId="{AB47DD2B-5BD1-4183-B620-9460783549B6}" srcOrd="0" destOrd="0" presId="urn:microsoft.com/office/officeart/2005/8/layout/list1"/>
    <dgm:cxn modelId="{529C0C2E-8521-4669-A537-AFC3CF9CDE50}" type="presParOf" srcId="{45E969E0-FF45-4D06-A8B4-3E6C08ECA304}" destId="{07FEC94C-5F18-49E9-AF0B-20CBA5CE5056}" srcOrd="1" destOrd="0" presId="urn:microsoft.com/office/officeart/2005/8/layout/list1"/>
    <dgm:cxn modelId="{564FC5CD-1935-4872-9E71-0C7DA1707A99}" type="presParOf" srcId="{8B1AA293-B3BA-4F5D-B1D4-5F6766BC3EA7}" destId="{78D93F59-81C4-401F-9B01-E11626504C97}" srcOrd="9" destOrd="0" presId="urn:microsoft.com/office/officeart/2005/8/layout/list1"/>
    <dgm:cxn modelId="{158B1E6F-F129-4736-8D7E-C69E53703646}" type="presParOf" srcId="{8B1AA293-B3BA-4F5D-B1D4-5F6766BC3EA7}" destId="{BA061869-888C-455E-9A18-5A5D915274B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7BE53-40D8-4A8F-AC80-EA7E8D6F7DE5}">
      <dsp:nvSpPr>
        <dsp:cNvPr id="0" name=""/>
        <dsp:cNvSpPr/>
      </dsp:nvSpPr>
      <dsp:spPr>
        <a:xfrm>
          <a:off x="0" y="0"/>
          <a:ext cx="6348413" cy="12129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700" kern="1200" dirty="0" smtClean="0"/>
            <a:t>•</a:t>
          </a:r>
          <a:r>
            <a:rPr lang="zh-CN" altLang="en-US" sz="2700" kern="1200" dirty="0" smtClean="0"/>
            <a:t>养老金</a:t>
          </a:r>
          <a:endParaRPr lang="zh-CN" alt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100" kern="1200" dirty="0" smtClean="0"/>
            <a:t>企业退休人员基本养老金标准提高</a:t>
          </a:r>
          <a:r>
            <a:rPr lang="en-US" altLang="en-US" sz="2100" kern="1200" dirty="0" smtClean="0"/>
            <a:t>10%</a:t>
          </a:r>
          <a:endParaRPr lang="zh-CN" altLang="en-US" sz="2100" kern="1200" dirty="0"/>
        </a:p>
      </dsp:txBody>
      <dsp:txXfrm>
        <a:off x="1390977" y="0"/>
        <a:ext cx="4957435" cy="1212949"/>
      </dsp:txXfrm>
    </dsp:sp>
    <dsp:sp modelId="{C50111AD-243D-4BB9-860F-A327A4C3C0D5}">
      <dsp:nvSpPr>
        <dsp:cNvPr id="0" name=""/>
        <dsp:cNvSpPr/>
      </dsp:nvSpPr>
      <dsp:spPr>
        <a:xfrm>
          <a:off x="121294" y="121294"/>
          <a:ext cx="1269682" cy="97035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9A8FB1-AB0C-4DC1-96FD-EA6070B14783}">
      <dsp:nvSpPr>
        <dsp:cNvPr id="0" name=""/>
        <dsp:cNvSpPr/>
      </dsp:nvSpPr>
      <dsp:spPr>
        <a:xfrm>
          <a:off x="0" y="1334243"/>
          <a:ext cx="6348413" cy="12129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 kern="1200" dirty="0" smtClean="0"/>
            <a:t>对外开放</a:t>
          </a:r>
          <a:endParaRPr lang="zh-CN" alt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100" kern="1200" dirty="0" smtClean="0"/>
            <a:t>进出口总额预期增长</a:t>
          </a:r>
          <a:r>
            <a:rPr lang="en-US" altLang="en-US" sz="2100" kern="1200" dirty="0" smtClean="0"/>
            <a:t>6%</a:t>
          </a:r>
          <a:r>
            <a:rPr lang="zh-CN" altLang="en-US" sz="2100" kern="1200" dirty="0" smtClean="0"/>
            <a:t>左右</a:t>
          </a:r>
          <a:endParaRPr lang="zh-CN" altLang="en-US" sz="2100" kern="1200" dirty="0"/>
        </a:p>
      </dsp:txBody>
      <dsp:txXfrm>
        <a:off x="1390977" y="1334243"/>
        <a:ext cx="4957435" cy="1212949"/>
      </dsp:txXfrm>
    </dsp:sp>
    <dsp:sp modelId="{356DFADD-C9DB-4C4E-85B5-0E61D8D03417}">
      <dsp:nvSpPr>
        <dsp:cNvPr id="0" name=""/>
        <dsp:cNvSpPr/>
      </dsp:nvSpPr>
      <dsp:spPr>
        <a:xfrm>
          <a:off x="121294" y="1455538"/>
          <a:ext cx="1269682" cy="97035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BD202-F951-4AE2-BC5F-E80C1C0858D5}">
      <dsp:nvSpPr>
        <dsp:cNvPr id="0" name=""/>
        <dsp:cNvSpPr/>
      </dsp:nvSpPr>
      <dsp:spPr>
        <a:xfrm>
          <a:off x="0" y="2668487"/>
          <a:ext cx="6348413" cy="12129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 kern="1200" dirty="0" smtClean="0"/>
            <a:t>稳增长</a:t>
          </a:r>
          <a:endParaRPr lang="zh-CN" alt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100" kern="1200" dirty="0" smtClean="0"/>
            <a:t>中央预算内投资拟增加到</a:t>
          </a:r>
          <a:r>
            <a:rPr lang="en-US" altLang="zh-CN" sz="2100" kern="1200" dirty="0" smtClean="0"/>
            <a:t>4776</a:t>
          </a:r>
          <a:r>
            <a:rPr lang="zh-CN" altLang="en-US" sz="2100" kern="1200" dirty="0" smtClean="0"/>
            <a:t>亿元</a:t>
          </a:r>
          <a:endParaRPr lang="zh-CN" altLang="en-US" sz="2100" kern="1200" dirty="0"/>
        </a:p>
      </dsp:txBody>
      <dsp:txXfrm>
        <a:off x="1390977" y="2668487"/>
        <a:ext cx="4957435" cy="1212949"/>
      </dsp:txXfrm>
    </dsp:sp>
    <dsp:sp modelId="{D9132C13-CC60-4840-82D3-7287D8FA1119}">
      <dsp:nvSpPr>
        <dsp:cNvPr id="0" name=""/>
        <dsp:cNvSpPr/>
      </dsp:nvSpPr>
      <dsp:spPr>
        <a:xfrm>
          <a:off x="121294" y="2789782"/>
          <a:ext cx="1269682" cy="97035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3000" b="-13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8A5D21-8F48-482D-A4C8-C23E612B8E42}">
      <dsp:nvSpPr>
        <dsp:cNvPr id="0" name=""/>
        <dsp:cNvSpPr/>
      </dsp:nvSpPr>
      <dsp:spPr>
        <a:xfrm>
          <a:off x="0" y="0"/>
          <a:ext cx="6348413" cy="902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用电</a:t>
          </a:r>
          <a:endParaRPr lang="zh-CN" altLang="en-US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kern="1200" dirty="0" smtClean="0"/>
            <a:t>力争让最后</a:t>
          </a:r>
          <a:r>
            <a:rPr lang="en-US" altLang="zh-CN" sz="1200" kern="1200" dirty="0" smtClean="0"/>
            <a:t>20</a:t>
          </a:r>
          <a:r>
            <a:rPr lang="zh-CN" altLang="en-US" sz="1200" kern="1200" dirty="0" smtClean="0"/>
            <a:t>多万无电人口都用上电</a:t>
          </a:r>
          <a:endParaRPr lang="zh-CN" alt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1200" kern="1200"/>
        </a:p>
      </dsp:txBody>
      <dsp:txXfrm>
        <a:off x="1359895" y="0"/>
        <a:ext cx="4988517" cy="902130"/>
      </dsp:txXfrm>
    </dsp:sp>
    <dsp:sp modelId="{D7C147FC-F1CC-419E-97A9-ABF27B49A34F}">
      <dsp:nvSpPr>
        <dsp:cNvPr id="0" name=""/>
        <dsp:cNvSpPr/>
      </dsp:nvSpPr>
      <dsp:spPr>
        <a:xfrm>
          <a:off x="90213" y="90213"/>
          <a:ext cx="1269682" cy="72170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6000" b="-46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F1215F-368B-492F-A6F9-6923D622E1B7}">
      <dsp:nvSpPr>
        <dsp:cNvPr id="0" name=""/>
        <dsp:cNvSpPr/>
      </dsp:nvSpPr>
      <dsp:spPr>
        <a:xfrm>
          <a:off x="0" y="992343"/>
          <a:ext cx="6348413" cy="902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医疗卫生</a:t>
          </a:r>
          <a:endParaRPr lang="zh-CN" altLang="en-US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kern="1200" dirty="0" smtClean="0"/>
            <a:t>全面推行县级公立医院综合改革</a:t>
          </a:r>
          <a:endParaRPr lang="zh-CN" alt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kern="1200" dirty="0" smtClean="0"/>
            <a:t>在</a:t>
          </a:r>
          <a:r>
            <a:rPr lang="en-US" altLang="zh-CN" sz="1200" kern="1200" dirty="0" smtClean="0"/>
            <a:t>100</a:t>
          </a:r>
          <a:r>
            <a:rPr lang="zh-CN" altLang="en-US" sz="1200" kern="1200" dirty="0" smtClean="0"/>
            <a:t>个地级以上城市进行公立医院改革试点</a:t>
          </a:r>
          <a:endParaRPr lang="zh-CN" altLang="en-US" sz="1200" kern="1200" dirty="0"/>
        </a:p>
      </dsp:txBody>
      <dsp:txXfrm>
        <a:off x="1359895" y="992343"/>
        <a:ext cx="4988517" cy="902130"/>
      </dsp:txXfrm>
    </dsp:sp>
    <dsp:sp modelId="{81E55BFF-D1AD-4F55-AA91-4494639F22D8}">
      <dsp:nvSpPr>
        <dsp:cNvPr id="0" name=""/>
        <dsp:cNvSpPr/>
      </dsp:nvSpPr>
      <dsp:spPr>
        <a:xfrm>
          <a:off x="90213" y="1082557"/>
          <a:ext cx="1269682" cy="72170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0" b="-10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7FEBE6-61B1-4835-B7F7-FB5113C117EC}">
      <dsp:nvSpPr>
        <dsp:cNvPr id="0" name=""/>
        <dsp:cNvSpPr/>
      </dsp:nvSpPr>
      <dsp:spPr>
        <a:xfrm>
          <a:off x="0" y="1984687"/>
          <a:ext cx="6348413" cy="902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 smtClean="0"/>
            <a:t>•</a:t>
          </a:r>
          <a:r>
            <a:rPr lang="zh-CN" altLang="en-US" sz="1600" kern="1200" dirty="0" smtClean="0"/>
            <a:t>基础设施建设</a:t>
          </a:r>
          <a:endParaRPr lang="zh-CN" altLang="en-US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kern="1200" dirty="0" smtClean="0"/>
            <a:t>铁路投资要保持在</a:t>
          </a:r>
          <a:r>
            <a:rPr lang="en-US" altLang="zh-CN" sz="1200" kern="1200" dirty="0" smtClean="0"/>
            <a:t>8000</a:t>
          </a:r>
          <a:r>
            <a:rPr lang="zh-CN" altLang="en-US" sz="1200" kern="1200" dirty="0" smtClean="0"/>
            <a:t>亿元以上</a:t>
          </a:r>
          <a:endParaRPr lang="zh-CN" alt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kern="1200" dirty="0" smtClean="0"/>
            <a:t>新投产里程</a:t>
          </a:r>
          <a:r>
            <a:rPr lang="en-US" altLang="zh-CN" sz="1200" kern="1200" dirty="0" smtClean="0"/>
            <a:t>8000</a:t>
          </a:r>
          <a:r>
            <a:rPr lang="zh-CN" altLang="en-US" sz="1200" kern="1200" dirty="0" smtClean="0"/>
            <a:t>公里以上</a:t>
          </a:r>
          <a:endParaRPr lang="zh-CN" altLang="en-US" sz="1200" kern="1200" dirty="0"/>
        </a:p>
      </dsp:txBody>
      <dsp:txXfrm>
        <a:off x="1359895" y="1984687"/>
        <a:ext cx="4988517" cy="902130"/>
      </dsp:txXfrm>
    </dsp:sp>
    <dsp:sp modelId="{3D6FAE46-EE14-4E1A-86F4-2E9872A963C1}">
      <dsp:nvSpPr>
        <dsp:cNvPr id="0" name=""/>
        <dsp:cNvSpPr/>
      </dsp:nvSpPr>
      <dsp:spPr>
        <a:xfrm>
          <a:off x="90213" y="2074900"/>
          <a:ext cx="1269682" cy="72170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42F8A0-B516-4F2A-8910-17632BA1239A}">
      <dsp:nvSpPr>
        <dsp:cNvPr id="0" name=""/>
        <dsp:cNvSpPr/>
      </dsp:nvSpPr>
      <dsp:spPr>
        <a:xfrm>
          <a:off x="0" y="2977031"/>
          <a:ext cx="6348413" cy="902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环境保护</a:t>
          </a:r>
          <a:endParaRPr lang="zh-CN" altLang="en-US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kern="1200" dirty="0" smtClean="0"/>
            <a:t>能量消耗强度要降低</a:t>
          </a:r>
          <a:r>
            <a:rPr lang="en-US" altLang="zh-CN" sz="1200" kern="1200" dirty="0" smtClean="0"/>
            <a:t>3.1%</a:t>
          </a:r>
          <a:r>
            <a:rPr lang="zh-CN" altLang="en-US" sz="1200" kern="1200" dirty="0" smtClean="0"/>
            <a:t>以上</a:t>
          </a:r>
          <a:endParaRPr lang="zh-CN" alt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200" kern="1200" dirty="0" smtClean="0"/>
            <a:t>二氧化碳排放强度要降低</a:t>
          </a:r>
          <a:r>
            <a:rPr lang="en-US" altLang="zh-CN" sz="1200" kern="1200" dirty="0" smtClean="0"/>
            <a:t>3.1%</a:t>
          </a:r>
          <a:r>
            <a:rPr lang="zh-CN" altLang="en-US" sz="1200" kern="1200" dirty="0" smtClean="0"/>
            <a:t>以上</a:t>
          </a:r>
          <a:endParaRPr lang="zh-CN" altLang="en-US" sz="1200" kern="1200" dirty="0"/>
        </a:p>
      </dsp:txBody>
      <dsp:txXfrm>
        <a:off x="1359895" y="2977031"/>
        <a:ext cx="4988517" cy="902130"/>
      </dsp:txXfrm>
    </dsp:sp>
    <dsp:sp modelId="{F2A7898B-131F-4AAC-B7F9-E2D63119AFD7}">
      <dsp:nvSpPr>
        <dsp:cNvPr id="0" name=""/>
        <dsp:cNvSpPr/>
      </dsp:nvSpPr>
      <dsp:spPr>
        <a:xfrm>
          <a:off x="90213" y="3067244"/>
          <a:ext cx="1269682" cy="72170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7000" b="-47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2E254A-12E7-4D8F-BD25-D9993A1BD332}">
      <dsp:nvSpPr>
        <dsp:cNvPr id="0" name=""/>
        <dsp:cNvSpPr/>
      </dsp:nvSpPr>
      <dsp:spPr>
        <a:xfrm>
          <a:off x="0" y="929118"/>
          <a:ext cx="634841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6228F-676F-4877-B8DC-CD70D6D6ABB0}">
      <dsp:nvSpPr>
        <dsp:cNvPr id="0" name=""/>
        <dsp:cNvSpPr/>
      </dsp:nvSpPr>
      <dsp:spPr>
        <a:xfrm>
          <a:off x="317420" y="633918"/>
          <a:ext cx="444388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968" tIns="0" rIns="167968" bIns="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1</a:t>
          </a:r>
          <a:r>
            <a:rPr lang="zh-CN" sz="2000" kern="1200" smtClean="0"/>
            <a:t>．稳定和完善宏观经济政策</a:t>
          </a:r>
          <a:endParaRPr lang="zh-CN" sz="2000" kern="1200"/>
        </a:p>
      </dsp:txBody>
      <dsp:txXfrm>
        <a:off x="346241" y="662739"/>
        <a:ext cx="4386247" cy="532758"/>
      </dsp:txXfrm>
    </dsp:sp>
    <dsp:sp modelId="{81E8EF7F-CAC9-4728-A915-03A9FC58C955}">
      <dsp:nvSpPr>
        <dsp:cNvPr id="0" name=""/>
        <dsp:cNvSpPr/>
      </dsp:nvSpPr>
      <dsp:spPr>
        <a:xfrm>
          <a:off x="0" y="1836318"/>
          <a:ext cx="634841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8A2C7C-4408-4D79-B625-086F15A24263}">
      <dsp:nvSpPr>
        <dsp:cNvPr id="0" name=""/>
        <dsp:cNvSpPr/>
      </dsp:nvSpPr>
      <dsp:spPr>
        <a:xfrm>
          <a:off x="317420" y="1541118"/>
          <a:ext cx="444388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968" tIns="0" rIns="167968" bIns="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2</a:t>
          </a:r>
          <a:r>
            <a:rPr lang="zh-CN" sz="2000" kern="1200" smtClean="0"/>
            <a:t>．保持稳增长与调结构的平衡</a:t>
          </a:r>
          <a:endParaRPr lang="zh-CN" sz="2000" kern="1200"/>
        </a:p>
      </dsp:txBody>
      <dsp:txXfrm>
        <a:off x="346241" y="1569939"/>
        <a:ext cx="4386247" cy="532758"/>
      </dsp:txXfrm>
    </dsp:sp>
    <dsp:sp modelId="{BA061869-888C-455E-9A18-5A5D915274BF}">
      <dsp:nvSpPr>
        <dsp:cNvPr id="0" name=""/>
        <dsp:cNvSpPr/>
      </dsp:nvSpPr>
      <dsp:spPr>
        <a:xfrm>
          <a:off x="0" y="2743518"/>
          <a:ext cx="634841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FEC94C-5F18-49E9-AF0B-20CBA5CE5056}">
      <dsp:nvSpPr>
        <dsp:cNvPr id="0" name=""/>
        <dsp:cNvSpPr/>
      </dsp:nvSpPr>
      <dsp:spPr>
        <a:xfrm>
          <a:off x="317420" y="2448318"/>
          <a:ext cx="444388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968" tIns="0" rIns="167968" bIns="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3</a:t>
          </a:r>
          <a:r>
            <a:rPr lang="zh-CN" sz="2000" kern="1200" smtClean="0"/>
            <a:t>．培育和催生经济社会发展新动力</a:t>
          </a:r>
          <a:endParaRPr lang="zh-CN" sz="2000" kern="1200"/>
        </a:p>
      </dsp:txBody>
      <dsp:txXfrm>
        <a:off x="346241" y="2477139"/>
        <a:ext cx="4386247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D77C0-A048-4276-A326-31D70F48651A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82731-70B4-4FC8-AFDB-E614BB75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438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4CF7-61AD-4DA5-A5E5-4193E1B3CE8F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87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BBCF-6255-4889-9F36-CD662237FC9A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951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A36A-620C-469D-8338-23121C16BEA8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002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8FC2-307B-4CA4-A86C-1FB28B92A777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12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E098-370A-4D3D-B35C-8D6F5913D59E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99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B5F6-6E9E-478B-B6B1-3C6877A4A6EF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26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8F62-A16C-4F50-9508-00D68DF9074B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95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7578E-B542-4318-82C3-6966EDC32D9F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38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0FD4-50EF-485D-AF97-10FEFC6CA6AF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3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B9682-76B7-4093-A29C-79B9277ACBA0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38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4D1A-1478-4343-A46D-B2507B751A13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1481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8A928-1EF5-4254-BF7C-573687EA7000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576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6505-32E2-4C36-8C05-9B5E21555A4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0824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C0E5-C889-4C17-AD2F-59919BDC09E8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433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49D9-6C14-447A-8482-91F8EF1B3A1B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460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92CF-F85E-47F3-8DCF-121A34D5EA7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345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2D48D-CF45-46D7-A8D8-3C8AC01BFAA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34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800" dirty="0" smtClean="0"/>
              <a:t>图解今年年施政要点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2015</a:t>
            </a:r>
            <a:r>
              <a:rPr lang="zh-CN" altLang="en-US" sz="2000" dirty="0" smtClean="0"/>
              <a:t>年两会特别策划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3676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10000">
        <p:cut/>
      </p:transition>
    </mc:Choice>
    <mc:Fallback xmlns="">
      <p:transition advTm="10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一、经济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354" y="2021887"/>
            <a:ext cx="3617141" cy="1800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4" y="2021887"/>
            <a:ext cx="3452726" cy="1800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013" y="4575115"/>
            <a:ext cx="3200000" cy="1800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2309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一、经济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1" y="2316857"/>
            <a:ext cx="3305455" cy="180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311417"/>
            <a:ext cx="3859615" cy="180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513" y="4743023"/>
            <a:ext cx="3635294" cy="180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4010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二、民生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375" y="1674625"/>
            <a:ext cx="2160000" cy="144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图片 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467" y="1674625"/>
            <a:ext cx="2160000" cy="144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图片 5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560" y="1674625"/>
            <a:ext cx="2160000" cy="144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图片 6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375" y="3877454"/>
            <a:ext cx="2160000" cy="144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图片 7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467" y="3877454"/>
            <a:ext cx="2160000" cy="144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图片 8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560" y="3877454"/>
            <a:ext cx="2160000" cy="144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1366217"/>
      </p:ext>
    </p:extLst>
  </p:cSld>
  <p:clrMapOvr>
    <a:masterClrMapping/>
  </p:clrMapOvr>
  <p:transition spd="slow" advTm="1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二、民生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1678090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210309"/>
      </p:ext>
    </p:extLst>
  </p:cSld>
  <p:clrMapOvr>
    <a:masterClrMapping/>
  </p:clrMapOvr>
  <p:transition spd="slow" advTm="1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0111AD-243D-4BB9-860F-A327A4C3C0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C50111AD-243D-4BB9-860F-A327A4C3C0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C50111AD-243D-4BB9-860F-A327A4C3C0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C50111AD-243D-4BB9-860F-A327A4C3C0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797BE53-40D8-4A8F-AC80-EA7E8D6F7D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graphicEl>
                                              <a:dgm id="{9797BE53-40D8-4A8F-AC80-EA7E8D6F7D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graphicEl>
                                              <a:dgm id="{9797BE53-40D8-4A8F-AC80-EA7E8D6F7D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graphicEl>
                                              <a:dgm id="{9797BE53-40D8-4A8F-AC80-EA7E8D6F7D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56DFADD-C9DB-4C4E-85B5-0E61D8D034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graphicEl>
                                              <a:dgm id="{356DFADD-C9DB-4C4E-85B5-0E61D8D034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graphicEl>
                                              <a:dgm id="{356DFADD-C9DB-4C4E-85B5-0E61D8D034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graphicEl>
                                              <a:dgm id="{356DFADD-C9DB-4C4E-85B5-0E61D8D034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9A8FB1-AB0C-4DC1-96FD-EA6070B147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graphicEl>
                                              <a:dgm id="{A59A8FB1-AB0C-4DC1-96FD-EA6070B147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graphicEl>
                                              <a:dgm id="{A59A8FB1-AB0C-4DC1-96FD-EA6070B147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graphicEl>
                                              <a:dgm id="{A59A8FB1-AB0C-4DC1-96FD-EA6070B147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9132C13-CC60-4840-82D3-7287D8FA11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graphicEl>
                                              <a:dgm id="{D9132C13-CC60-4840-82D3-7287D8FA11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graphicEl>
                                              <a:dgm id="{D9132C13-CC60-4840-82D3-7287D8FA11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graphicEl>
                                              <a:dgm id="{D9132C13-CC60-4840-82D3-7287D8FA11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DBD202-F951-4AE2-BC5F-E80C1C0858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graphicEl>
                                              <a:dgm id="{A2DBD202-F951-4AE2-BC5F-E80C1C0858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graphicEl>
                                              <a:dgm id="{A2DBD202-F951-4AE2-BC5F-E80C1C0858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graphicEl>
                                              <a:dgm id="{A2DBD202-F951-4AE2-BC5F-E80C1C0858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二、民生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212986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794172"/>
      </p:ext>
    </p:extLst>
  </p:cSld>
  <p:clrMapOvr>
    <a:masterClrMapping/>
  </p:clrMapOvr>
  <p:transition spd="slow" advTm="1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7C147FC-F1CC-419E-97A9-ABF27B49A3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D7C147FC-F1CC-419E-97A9-ABF27B49A3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D7C147FC-F1CC-419E-97A9-ABF27B49A3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D7C147FC-F1CC-419E-97A9-ABF27B49A3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A8A5D21-8F48-482D-A4C8-C23E612B8E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graphicEl>
                                              <a:dgm id="{5A8A5D21-8F48-482D-A4C8-C23E612B8E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graphicEl>
                                              <a:dgm id="{5A8A5D21-8F48-482D-A4C8-C23E612B8E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graphicEl>
                                              <a:dgm id="{5A8A5D21-8F48-482D-A4C8-C23E612B8E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1E55BFF-D1AD-4F55-AA91-4494639F22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graphicEl>
                                              <a:dgm id="{81E55BFF-D1AD-4F55-AA91-4494639F22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graphicEl>
                                              <a:dgm id="{81E55BFF-D1AD-4F55-AA91-4494639F22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graphicEl>
                                              <a:dgm id="{81E55BFF-D1AD-4F55-AA91-4494639F22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F1215F-368B-492F-A6F9-6923D622E1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graphicEl>
                                              <a:dgm id="{3CF1215F-368B-492F-A6F9-6923D622E1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graphicEl>
                                              <a:dgm id="{3CF1215F-368B-492F-A6F9-6923D622E1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graphicEl>
                                              <a:dgm id="{3CF1215F-368B-492F-A6F9-6923D622E1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6FAE46-EE14-4E1A-86F4-2E9872A96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graphicEl>
                                              <a:dgm id="{3D6FAE46-EE14-4E1A-86F4-2E9872A963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graphicEl>
                                              <a:dgm id="{3D6FAE46-EE14-4E1A-86F4-2E9872A96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graphicEl>
                                              <a:dgm id="{3D6FAE46-EE14-4E1A-86F4-2E9872A96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97FEBE6-61B1-4835-B7F7-FB5113C11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graphicEl>
                                              <a:dgm id="{497FEBE6-61B1-4835-B7F7-FB5113C117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graphicEl>
                                              <a:dgm id="{497FEBE6-61B1-4835-B7F7-FB5113C11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graphicEl>
                                              <a:dgm id="{497FEBE6-61B1-4835-B7F7-FB5113C11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A7898B-131F-4AAC-B7F9-E2D63119AF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graphicEl>
                                              <a:dgm id="{F2A7898B-131F-4AAC-B7F9-E2D63119AF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graphicEl>
                                              <a:dgm id="{F2A7898B-131F-4AAC-B7F9-E2D63119AF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graphicEl>
                                              <a:dgm id="{F2A7898B-131F-4AAC-B7F9-E2D63119AF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142F8A0-B516-4F2A-8910-17632BA123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graphicEl>
                                              <a:dgm id="{8142F8A0-B516-4F2A-8910-17632BA123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graphicEl>
                                              <a:dgm id="{8142F8A0-B516-4F2A-8910-17632BA123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graphicEl>
                                              <a:dgm id="{8142F8A0-B516-4F2A-8910-17632BA123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三、政府工作需要把握的要点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915014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286228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BD6228F-676F-4877-B8DC-CD70D6D6AB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0BD6228F-676F-4877-B8DC-CD70D6D6AB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0BD6228F-676F-4877-B8DC-CD70D6D6AB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2E254A-12E7-4D8F-BD25-D9993A1BD3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graphicEl>
                                              <a:dgm id="{B72E254A-12E7-4D8F-BD25-D9993A1BD3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graphicEl>
                                              <a:dgm id="{B72E254A-12E7-4D8F-BD25-D9993A1BD3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18A2C7C-4408-4D79-B625-086F15A24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graphicEl>
                                              <a:dgm id="{818A2C7C-4408-4D79-B625-086F15A24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graphicEl>
                                              <a:dgm id="{818A2C7C-4408-4D79-B625-086F15A24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1E8EF7F-CAC9-4728-A915-03A9FC58C9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81E8EF7F-CAC9-4728-A915-03A9FC58C9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81E8EF7F-CAC9-4728-A915-03A9FC58C9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7FEC94C-5F18-49E9-AF0B-20CBA5CE50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07FEC94C-5F18-49E9-AF0B-20CBA5CE50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07FEC94C-5F18-49E9-AF0B-20CBA5CE50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061869-888C-455E-9A18-5A5D915274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dgm id="{BA061869-888C-455E-9A18-5A5D915274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dgm id="{BA061869-888C-455E-9A18-5A5D915274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谢谢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128126"/>
            <a:ext cx="6348413" cy="19463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77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0000">
        <p:split orient="vert"/>
      </p:transition>
    </mc:Choice>
    <mc:Fallback xmlns="">
      <p:transition spd="slow" advTm="10000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春意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春意" id="{03FCA70D-AF50-4C37-854C-283814799EB4}" vid="{355796D6-3257-4E0C-A872-3BEF7351796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春意</Template>
  <TotalTime>126</TotalTime>
  <Words>167</Words>
  <Application>Microsoft Office PowerPoint</Application>
  <PresentationFormat>全屏显示(4:3)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方正姚体</vt:lpstr>
      <vt:lpstr>华文新魏</vt:lpstr>
      <vt:lpstr>Arial</vt:lpstr>
      <vt:lpstr>Trebuchet MS</vt:lpstr>
      <vt:lpstr>Wingdings 3</vt:lpstr>
      <vt:lpstr>春意</vt:lpstr>
      <vt:lpstr>图解今年年施政要点</vt:lpstr>
      <vt:lpstr>一、经济</vt:lpstr>
      <vt:lpstr>一、经济</vt:lpstr>
      <vt:lpstr>二、民生</vt:lpstr>
      <vt:lpstr>二、民生</vt:lpstr>
      <vt:lpstr>二、民生</vt:lpstr>
      <vt:lpstr>三、政府工作需要把握的要点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Huimin</dc:creator>
  <cp:lastModifiedBy>Administrator</cp:lastModifiedBy>
  <cp:revision>21</cp:revision>
  <dcterms:created xsi:type="dcterms:W3CDTF">2022-01-03T14:05:23Z</dcterms:created>
  <dcterms:modified xsi:type="dcterms:W3CDTF">2024-10-09T09:39:50Z</dcterms:modified>
</cp:coreProperties>
</file>