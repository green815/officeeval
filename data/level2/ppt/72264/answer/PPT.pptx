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7"/>
  </p:notesMasterIdLst>
  <p:sldIdLst>
    <p:sldId id="256" r:id="rId2"/>
    <p:sldId id="257" r:id="rId3"/>
    <p:sldId id="258" r:id="rId4"/>
    <p:sldId id="280" r:id="rId5"/>
    <p:sldId id="281" r:id="rId6"/>
    <p:sldId id="282" r:id="rId7"/>
    <p:sldId id="260" r:id="rId8"/>
    <p:sldId id="261" r:id="rId9"/>
    <p:sldId id="285" r:id="rId10"/>
    <p:sldId id="263" r:id="rId11"/>
    <p:sldId id="264" r:id="rId12"/>
    <p:sldId id="265" r:id="rId13"/>
    <p:sldId id="266" r:id="rId14"/>
    <p:sldId id="283" r:id="rId15"/>
    <p:sldId id="284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9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5" autoAdjust="0"/>
    <p:restoredTop sz="94721" autoAdjust="0"/>
  </p:normalViewPr>
  <p:slideViewPr>
    <p:cSldViewPr>
      <p:cViewPr varScale="1">
        <p:scale>
          <a:sx n="47" d="100"/>
          <a:sy n="47" d="100"/>
        </p:scale>
        <p:origin x="221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2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CD0570-5330-4975-AE2F-7B4BF5323A6A}" type="doc">
      <dgm:prSet loTypeId="urn:microsoft.com/office/officeart/2008/layout/LinedList" loCatId="list" qsTypeId="urn:microsoft.com/office/officeart/2005/8/quickstyle/3d5" qsCatId="3D" csTypeId="urn:microsoft.com/office/officeart/2005/8/colors/accent6_5" csCatId="accent6" phldr="1"/>
      <dgm:spPr/>
      <dgm:t>
        <a:bodyPr/>
        <a:lstStyle/>
        <a:p>
          <a:endParaRPr lang="zh-CN" altLang="en-US"/>
        </a:p>
      </dgm:t>
    </dgm:pt>
    <dgm:pt modelId="{8A612511-D82E-4A38-A9B1-13C36DE965AA}">
      <dgm:prSet custT="1"/>
      <dgm:spPr/>
      <dgm:t>
        <a:bodyPr/>
        <a:lstStyle/>
        <a:p>
          <a:pPr rtl="0"/>
          <a:r>
            <a:rPr lang="zh-CN" altLang="en-US" sz="5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破坏与重建</a:t>
          </a:r>
        </a:p>
      </dgm:t>
    </dgm:pt>
    <dgm:pt modelId="{2AC79AF9-4CB8-49C7-85F2-E08F4F644220}" type="parTrans" cxnId="{39EF61D0-5A14-4431-9926-12F815BFD4EB}">
      <dgm:prSet/>
      <dgm:spPr/>
      <dgm:t>
        <a:bodyPr/>
        <a:lstStyle/>
        <a:p>
          <a:endParaRPr lang="zh-CN" altLang="en-US"/>
        </a:p>
      </dgm:t>
    </dgm:pt>
    <dgm:pt modelId="{CECD2F84-6D3F-4B2A-82C0-D28C5DD1E2DA}" type="sibTrans" cxnId="{39EF61D0-5A14-4431-9926-12F815BFD4EB}">
      <dgm:prSet/>
      <dgm:spPr/>
      <dgm:t>
        <a:bodyPr/>
        <a:lstStyle/>
        <a:p>
          <a:endParaRPr lang="zh-CN" altLang="en-US"/>
        </a:p>
      </dgm:t>
    </dgm:pt>
    <dgm:pt modelId="{9822798B-726E-4601-ACAD-AE85EF9C8DCC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清朝道光年后</a:t>
          </a:r>
        </a:p>
      </dgm:t>
    </dgm:pt>
    <dgm:pt modelId="{CACAFABB-4682-41D0-9BEB-6C3058B8FBE6}" type="parTrans" cxnId="{67D63E42-89DD-4EDD-A3C2-2E3FCF6BB4D1}">
      <dgm:prSet/>
      <dgm:spPr/>
      <dgm:t>
        <a:bodyPr/>
        <a:lstStyle/>
        <a:p>
          <a:endParaRPr lang="zh-CN" altLang="en-US"/>
        </a:p>
      </dgm:t>
    </dgm:pt>
    <dgm:pt modelId="{EFEBE817-ABF6-49DB-88CA-DEB2777C0A22}" type="sibTrans" cxnId="{67D63E42-89DD-4EDD-A3C2-2E3FCF6BB4D1}">
      <dgm:prSet/>
      <dgm:spPr/>
      <dgm:t>
        <a:bodyPr/>
        <a:lstStyle/>
        <a:p>
          <a:endParaRPr lang="zh-CN" altLang="en-US"/>
        </a:p>
      </dgm:t>
    </dgm:pt>
    <dgm:pt modelId="{25077E01-48FB-48E8-BC0D-D8140E905BDB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1860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gm:t>
    </dgm:pt>
    <dgm:pt modelId="{612F97F9-D354-42D2-9AA8-28F78A1061D0}" type="parTrans" cxnId="{216A061A-BE12-462A-AEDB-2BFB9393DD56}">
      <dgm:prSet/>
      <dgm:spPr/>
      <dgm:t>
        <a:bodyPr/>
        <a:lstStyle/>
        <a:p>
          <a:endParaRPr lang="zh-CN" altLang="en-US"/>
        </a:p>
      </dgm:t>
    </dgm:pt>
    <dgm:pt modelId="{8116F2C0-A861-40E9-B959-FC6142016A77}" type="sibTrans" cxnId="{216A061A-BE12-462A-AEDB-2BFB9393DD56}">
      <dgm:prSet/>
      <dgm:spPr/>
      <dgm:t>
        <a:bodyPr/>
        <a:lstStyle/>
        <a:p>
          <a:endParaRPr lang="zh-CN" altLang="en-US"/>
        </a:p>
      </dgm:t>
    </dgm:pt>
    <dgm:pt modelId="{4341D697-C868-4AB3-A568-D33DE7A3853A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1884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～</a:t>
          </a:r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1895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gm:t>
    </dgm:pt>
    <dgm:pt modelId="{09DFA431-42B8-4C7D-A7ED-6786598C70CE}" type="parTrans" cxnId="{51079899-2171-48AA-B9A3-D306D6EAAAC8}">
      <dgm:prSet/>
      <dgm:spPr/>
      <dgm:t>
        <a:bodyPr/>
        <a:lstStyle/>
        <a:p>
          <a:endParaRPr lang="zh-CN" altLang="en-US"/>
        </a:p>
      </dgm:t>
    </dgm:pt>
    <dgm:pt modelId="{8CF6C7E6-441C-4997-A24C-A3E3B0FF59E8}" type="sibTrans" cxnId="{51079899-2171-48AA-B9A3-D306D6EAAAC8}">
      <dgm:prSet/>
      <dgm:spPr/>
      <dgm:t>
        <a:bodyPr/>
        <a:lstStyle/>
        <a:p>
          <a:endParaRPr lang="zh-CN" altLang="en-US"/>
        </a:p>
      </dgm:t>
    </dgm:pt>
    <dgm:pt modelId="{4682EAC1-B9F7-4116-96C6-28822A06186A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1900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gm:t>
    </dgm:pt>
    <dgm:pt modelId="{BD128F3B-8A39-4958-B8EE-F039A2C39389}" type="parTrans" cxnId="{314F6FAE-9E40-4AE4-B8F6-79C9977FFB13}">
      <dgm:prSet/>
      <dgm:spPr/>
      <dgm:t>
        <a:bodyPr/>
        <a:lstStyle/>
        <a:p>
          <a:endParaRPr lang="zh-CN" altLang="en-US"/>
        </a:p>
      </dgm:t>
    </dgm:pt>
    <dgm:pt modelId="{29AC04B0-52A6-49C5-A1B4-2DC6FA892DB9}" type="sibTrans" cxnId="{314F6FAE-9E40-4AE4-B8F6-79C9977FFB13}">
      <dgm:prSet/>
      <dgm:spPr/>
      <dgm:t>
        <a:bodyPr/>
        <a:lstStyle/>
        <a:p>
          <a:endParaRPr lang="zh-CN" altLang="en-US"/>
        </a:p>
      </dgm:t>
    </dgm:pt>
    <dgm:pt modelId="{E8A4AE01-BA1D-4D9C-8B27-320F13F46B6B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1902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gm:t>
    </dgm:pt>
    <dgm:pt modelId="{A1065CA6-689B-4B01-994C-65DA79DEE0CB}" type="parTrans" cxnId="{93CB8265-FEA8-4874-BF01-D4F2FCB12633}">
      <dgm:prSet/>
      <dgm:spPr/>
      <dgm:t>
        <a:bodyPr/>
        <a:lstStyle/>
        <a:p>
          <a:endParaRPr lang="zh-CN" altLang="en-US"/>
        </a:p>
      </dgm:t>
    </dgm:pt>
    <dgm:pt modelId="{2C4814D8-6327-4010-A098-2E6195718B44}" type="sibTrans" cxnId="{93CB8265-FEA8-4874-BF01-D4F2FCB12633}">
      <dgm:prSet/>
      <dgm:spPr/>
      <dgm:t>
        <a:bodyPr/>
        <a:lstStyle/>
        <a:p>
          <a:endParaRPr lang="zh-CN" altLang="en-US"/>
        </a:p>
      </dgm:t>
    </dgm:pt>
    <dgm:pt modelId="{D09ACFE8-2214-40D4-B0AE-E01973D6002D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1924</a:t>
          </a:r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gm:t>
    </dgm:pt>
    <dgm:pt modelId="{D87A40FE-819B-4207-98C6-103F4937F827}" type="parTrans" cxnId="{F9612685-7283-4560-A3A5-D2DCE6D72695}">
      <dgm:prSet/>
      <dgm:spPr/>
      <dgm:t>
        <a:bodyPr/>
        <a:lstStyle/>
        <a:p>
          <a:endParaRPr lang="zh-CN" altLang="en-US"/>
        </a:p>
      </dgm:t>
    </dgm:pt>
    <dgm:pt modelId="{DED55F06-2E5F-44AA-9072-B8B3C35E77D1}" type="sibTrans" cxnId="{F9612685-7283-4560-A3A5-D2DCE6D72695}">
      <dgm:prSet/>
      <dgm:spPr/>
      <dgm:t>
        <a:bodyPr/>
        <a:lstStyle/>
        <a:p>
          <a:endParaRPr lang="zh-CN" altLang="en-US"/>
        </a:p>
      </dgm:t>
    </dgm:pt>
    <dgm:pt modelId="{89CA3F2A-DA2C-4916-95F2-199E6BA95910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由于国力衰弱，宣布撤三山陈设，清漪园逐渐荒废。</a:t>
          </a:r>
        </a:p>
      </dgm:t>
    </dgm:pt>
    <dgm:pt modelId="{5B4C08F6-145F-4443-8BD9-A59C7027C5D1}" type="parTrans" cxnId="{8115D47A-EDA6-487B-B3C7-04FDB7D38140}">
      <dgm:prSet/>
      <dgm:spPr/>
      <dgm:t>
        <a:bodyPr/>
        <a:lstStyle/>
        <a:p>
          <a:endParaRPr lang="zh-CN" altLang="en-US"/>
        </a:p>
      </dgm:t>
    </dgm:pt>
    <dgm:pt modelId="{ADE38598-29D1-471C-A959-C1535D9098E0}" type="sibTrans" cxnId="{8115D47A-EDA6-487B-B3C7-04FDB7D38140}">
      <dgm:prSet/>
      <dgm:spPr/>
      <dgm:t>
        <a:bodyPr/>
        <a:lstStyle/>
        <a:p>
          <a:endParaRPr lang="zh-CN" altLang="en-US"/>
        </a:p>
      </dgm:t>
    </dgm:pt>
    <dgm:pt modelId="{48F60DA1-E090-420A-A01B-42C294D66C54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清漪园被英法联军大火烧毁。</a:t>
          </a:r>
        </a:p>
      </dgm:t>
    </dgm:pt>
    <dgm:pt modelId="{D959859F-62F8-43A8-9F60-E3E75108BBF2}" type="parTrans" cxnId="{52EA45C7-F63F-47B9-98D5-395FB6129B02}">
      <dgm:prSet/>
      <dgm:spPr/>
      <dgm:t>
        <a:bodyPr/>
        <a:lstStyle/>
        <a:p>
          <a:endParaRPr lang="zh-CN" altLang="en-US"/>
        </a:p>
      </dgm:t>
    </dgm:pt>
    <dgm:pt modelId="{5DD2F417-80F1-4BFD-9AF2-190F1EC7D9A6}" type="sibTrans" cxnId="{52EA45C7-F63F-47B9-98D5-395FB6129B02}">
      <dgm:prSet/>
      <dgm:spPr/>
      <dgm:t>
        <a:bodyPr/>
        <a:lstStyle/>
        <a:p>
          <a:endParaRPr lang="zh-CN" altLang="en-US"/>
        </a:p>
      </dgm:t>
    </dgm:pt>
    <dgm:pt modelId="{B5BA80EE-3F77-4FC4-84ED-A3DD37A28BB7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为慈禧太后退居休养，重建清漪园，改名颐和园，成为离宫。</a:t>
          </a:r>
        </a:p>
      </dgm:t>
    </dgm:pt>
    <dgm:pt modelId="{A4BF2FD5-E4C8-4BFC-A996-C7316EB8814A}" type="parTrans" cxnId="{0BE71417-7202-41A5-B542-2DB0A7CF2E90}">
      <dgm:prSet/>
      <dgm:spPr/>
      <dgm:t>
        <a:bodyPr/>
        <a:lstStyle/>
        <a:p>
          <a:endParaRPr lang="zh-CN" altLang="en-US"/>
        </a:p>
      </dgm:t>
    </dgm:pt>
    <dgm:pt modelId="{E94C65B1-01DA-430F-BF7B-D04F814581F0}" type="sibTrans" cxnId="{0BE71417-7202-41A5-B542-2DB0A7CF2E90}">
      <dgm:prSet/>
      <dgm:spPr/>
      <dgm:t>
        <a:bodyPr/>
        <a:lstStyle/>
        <a:p>
          <a:endParaRPr lang="zh-CN" altLang="en-US"/>
        </a:p>
      </dgm:t>
    </dgm:pt>
    <dgm:pt modelId="{1A6012A7-EDC4-474D-89AD-57CA2ACCB160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园内建筑及文物遭八国联军破坏。</a:t>
          </a:r>
        </a:p>
      </dgm:t>
    </dgm:pt>
    <dgm:pt modelId="{97CB7A93-480C-46FB-875B-3C2206976AD5}" type="parTrans" cxnId="{12A49A5F-D235-4261-8EEA-376A2609C1F6}">
      <dgm:prSet/>
      <dgm:spPr/>
      <dgm:t>
        <a:bodyPr/>
        <a:lstStyle/>
        <a:p>
          <a:endParaRPr lang="zh-CN" altLang="en-US"/>
        </a:p>
      </dgm:t>
    </dgm:pt>
    <dgm:pt modelId="{AC2D27CF-2079-4EE6-B3DF-616A6EBC5A40}" type="sibTrans" cxnId="{12A49A5F-D235-4261-8EEA-376A2609C1F6}">
      <dgm:prSet/>
      <dgm:spPr/>
      <dgm:t>
        <a:bodyPr/>
        <a:lstStyle/>
        <a:p>
          <a:endParaRPr lang="zh-CN" altLang="en-US"/>
        </a:p>
      </dgm:t>
    </dgm:pt>
    <dgm:pt modelId="{1F636E65-7720-46F9-9F4B-4806629B9492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再次动用巨款修复。颐和园尽管大体上全面恢复了清漪园的景观，但很多质量上有所下降。</a:t>
          </a:r>
        </a:p>
      </dgm:t>
    </dgm:pt>
    <dgm:pt modelId="{2C0D55A2-52C3-4C1B-85E1-F5483BB19F17}" type="parTrans" cxnId="{24E6DD1E-0320-46F9-A331-00AFB05DFA78}">
      <dgm:prSet/>
      <dgm:spPr/>
      <dgm:t>
        <a:bodyPr/>
        <a:lstStyle/>
        <a:p>
          <a:endParaRPr lang="zh-CN" altLang="en-US"/>
        </a:p>
      </dgm:t>
    </dgm:pt>
    <dgm:pt modelId="{CEB9CA02-0AAC-4233-8EF9-A9C8EF855EC6}" type="sibTrans" cxnId="{24E6DD1E-0320-46F9-A331-00AFB05DFA78}">
      <dgm:prSet/>
      <dgm:spPr/>
      <dgm:t>
        <a:bodyPr/>
        <a:lstStyle/>
        <a:p>
          <a:endParaRPr lang="zh-CN" altLang="en-US"/>
        </a:p>
      </dgm:t>
    </dgm:pt>
    <dgm:pt modelId="{75D335F5-2122-46BF-A2E0-EF2A42D4EE8E}">
      <dgm:prSet/>
      <dgm:spPr/>
      <dgm:t>
        <a:bodyPr/>
        <a:lstStyle/>
        <a:p>
          <a:pPr rtl="0"/>
          <a:r>
            <a:rPr lang="zh-CN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颐和园辟为对外开放公园。</a:t>
          </a:r>
        </a:p>
      </dgm:t>
    </dgm:pt>
    <dgm:pt modelId="{43DCB87D-75C5-49CC-B0E3-C7A52596C719}" type="parTrans" cxnId="{4F6911BE-7194-4661-BFAA-FAD8FF38F34F}">
      <dgm:prSet/>
      <dgm:spPr/>
      <dgm:t>
        <a:bodyPr/>
        <a:lstStyle/>
        <a:p>
          <a:endParaRPr lang="zh-CN" altLang="en-US"/>
        </a:p>
      </dgm:t>
    </dgm:pt>
    <dgm:pt modelId="{93D74997-83E4-4655-9DCF-DDDD02B880F5}" type="sibTrans" cxnId="{4F6911BE-7194-4661-BFAA-FAD8FF38F34F}">
      <dgm:prSet/>
      <dgm:spPr/>
      <dgm:t>
        <a:bodyPr/>
        <a:lstStyle/>
        <a:p>
          <a:endParaRPr lang="zh-CN" altLang="en-US"/>
        </a:p>
      </dgm:t>
    </dgm:pt>
    <dgm:pt modelId="{3F2B0CA1-8F71-4E46-B346-9A6952083902}" type="pres">
      <dgm:prSet presAssocID="{3ACD0570-5330-4975-AE2F-7B4BF5323A6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490C8F90-1EC0-4C64-974C-CC1C487B1476}" type="pres">
      <dgm:prSet presAssocID="{8A612511-D82E-4A38-A9B1-13C36DE965AA}" presName="thickLine" presStyleLbl="alignNode1" presStyleIdx="0" presStyleCnt="1"/>
      <dgm:spPr/>
    </dgm:pt>
    <dgm:pt modelId="{62B344AE-63A7-4EE3-A4E6-5DD0706A4F21}" type="pres">
      <dgm:prSet presAssocID="{8A612511-D82E-4A38-A9B1-13C36DE965AA}" presName="horz1" presStyleCnt="0"/>
      <dgm:spPr/>
    </dgm:pt>
    <dgm:pt modelId="{D72C8698-B4AF-4B54-A97E-5B28C7F23D18}" type="pres">
      <dgm:prSet presAssocID="{8A612511-D82E-4A38-A9B1-13C36DE965AA}" presName="tx1" presStyleLbl="revTx" presStyleIdx="0" presStyleCnt="13"/>
      <dgm:spPr/>
      <dgm:t>
        <a:bodyPr/>
        <a:lstStyle/>
        <a:p>
          <a:endParaRPr lang="zh-CN" altLang="en-US"/>
        </a:p>
      </dgm:t>
    </dgm:pt>
    <dgm:pt modelId="{D9001CE6-8D73-4A11-8223-B37A8CCEA365}" type="pres">
      <dgm:prSet presAssocID="{8A612511-D82E-4A38-A9B1-13C36DE965AA}" presName="vert1" presStyleCnt="0"/>
      <dgm:spPr/>
    </dgm:pt>
    <dgm:pt modelId="{08DDFA40-0887-4849-B0D5-7ED5F071AADD}" type="pres">
      <dgm:prSet presAssocID="{9822798B-726E-4601-ACAD-AE85EF9C8DCC}" presName="vertSpace2a" presStyleCnt="0"/>
      <dgm:spPr/>
    </dgm:pt>
    <dgm:pt modelId="{434DE35E-B024-42B9-89C8-161E6CF6DC2A}" type="pres">
      <dgm:prSet presAssocID="{9822798B-726E-4601-ACAD-AE85EF9C8DCC}" presName="horz2" presStyleCnt="0"/>
      <dgm:spPr/>
    </dgm:pt>
    <dgm:pt modelId="{CCC98390-0177-4864-B562-FA28E01D69A1}" type="pres">
      <dgm:prSet presAssocID="{9822798B-726E-4601-ACAD-AE85EF9C8DCC}" presName="horzSpace2" presStyleCnt="0"/>
      <dgm:spPr/>
    </dgm:pt>
    <dgm:pt modelId="{63221EE2-360A-4431-9367-B6E7A6B827AB}" type="pres">
      <dgm:prSet presAssocID="{9822798B-726E-4601-ACAD-AE85EF9C8DCC}" presName="tx2" presStyleLbl="revTx" presStyleIdx="1" presStyleCnt="13"/>
      <dgm:spPr/>
      <dgm:t>
        <a:bodyPr/>
        <a:lstStyle/>
        <a:p>
          <a:endParaRPr lang="zh-CN" altLang="en-US"/>
        </a:p>
      </dgm:t>
    </dgm:pt>
    <dgm:pt modelId="{9FFF3655-C2A7-4F4E-AF94-60D6E80FCA6E}" type="pres">
      <dgm:prSet presAssocID="{9822798B-726E-4601-ACAD-AE85EF9C8DCC}" presName="vert2" presStyleCnt="0"/>
      <dgm:spPr/>
    </dgm:pt>
    <dgm:pt modelId="{C2735BFC-7377-448F-A47C-3D196083B3FD}" type="pres">
      <dgm:prSet presAssocID="{89CA3F2A-DA2C-4916-95F2-199E6BA95910}" presName="horz3" presStyleCnt="0"/>
      <dgm:spPr/>
    </dgm:pt>
    <dgm:pt modelId="{23C01F39-6CBA-4118-B51B-3C458C67B707}" type="pres">
      <dgm:prSet presAssocID="{89CA3F2A-DA2C-4916-95F2-199E6BA95910}" presName="horzSpace3" presStyleCnt="0"/>
      <dgm:spPr/>
    </dgm:pt>
    <dgm:pt modelId="{D0F13EC0-DE6A-41B6-8E9E-5CA2251C4892}" type="pres">
      <dgm:prSet presAssocID="{89CA3F2A-DA2C-4916-95F2-199E6BA95910}" presName="tx3" presStyleLbl="revTx" presStyleIdx="2" presStyleCnt="13"/>
      <dgm:spPr/>
      <dgm:t>
        <a:bodyPr/>
        <a:lstStyle/>
        <a:p>
          <a:endParaRPr lang="zh-CN" altLang="en-US"/>
        </a:p>
      </dgm:t>
    </dgm:pt>
    <dgm:pt modelId="{59AEE302-6866-4B4F-ADDB-09052B6624C2}" type="pres">
      <dgm:prSet presAssocID="{89CA3F2A-DA2C-4916-95F2-199E6BA95910}" presName="vert3" presStyleCnt="0"/>
      <dgm:spPr/>
    </dgm:pt>
    <dgm:pt modelId="{DC4DFC28-F0A5-4F6E-B1FD-5F56192B8754}" type="pres">
      <dgm:prSet presAssocID="{9822798B-726E-4601-ACAD-AE85EF9C8DCC}" presName="thinLine2b" presStyleLbl="callout" presStyleIdx="0" presStyleCnt="6"/>
      <dgm:spPr/>
    </dgm:pt>
    <dgm:pt modelId="{9059E93F-EBB4-4945-B88B-7BB50E8C0799}" type="pres">
      <dgm:prSet presAssocID="{9822798B-726E-4601-ACAD-AE85EF9C8DCC}" presName="vertSpace2b" presStyleCnt="0"/>
      <dgm:spPr/>
    </dgm:pt>
    <dgm:pt modelId="{43C65F1C-8D61-421B-A8FF-4EA02F78FE81}" type="pres">
      <dgm:prSet presAssocID="{25077E01-48FB-48E8-BC0D-D8140E905BDB}" presName="horz2" presStyleCnt="0"/>
      <dgm:spPr/>
    </dgm:pt>
    <dgm:pt modelId="{CC661DBD-A39F-43C7-BCF3-0917A776D9D0}" type="pres">
      <dgm:prSet presAssocID="{25077E01-48FB-48E8-BC0D-D8140E905BDB}" presName="horzSpace2" presStyleCnt="0"/>
      <dgm:spPr/>
    </dgm:pt>
    <dgm:pt modelId="{EEAF69DA-7247-4177-9E45-349967373E7B}" type="pres">
      <dgm:prSet presAssocID="{25077E01-48FB-48E8-BC0D-D8140E905BDB}" presName="tx2" presStyleLbl="revTx" presStyleIdx="3" presStyleCnt="13"/>
      <dgm:spPr/>
      <dgm:t>
        <a:bodyPr/>
        <a:lstStyle/>
        <a:p>
          <a:endParaRPr lang="zh-CN" altLang="en-US"/>
        </a:p>
      </dgm:t>
    </dgm:pt>
    <dgm:pt modelId="{B634B128-A946-4044-9443-A162EFED539A}" type="pres">
      <dgm:prSet presAssocID="{25077E01-48FB-48E8-BC0D-D8140E905BDB}" presName="vert2" presStyleCnt="0"/>
      <dgm:spPr/>
    </dgm:pt>
    <dgm:pt modelId="{76F1802A-43AD-469F-B52D-4ADF334E6D10}" type="pres">
      <dgm:prSet presAssocID="{48F60DA1-E090-420A-A01B-42C294D66C54}" presName="horz3" presStyleCnt="0"/>
      <dgm:spPr/>
    </dgm:pt>
    <dgm:pt modelId="{96803832-E9DD-4F15-A29F-C0E0D8152005}" type="pres">
      <dgm:prSet presAssocID="{48F60DA1-E090-420A-A01B-42C294D66C54}" presName="horzSpace3" presStyleCnt="0"/>
      <dgm:spPr/>
    </dgm:pt>
    <dgm:pt modelId="{847B6B5A-BA26-42C7-ADE2-BD23D0151B8E}" type="pres">
      <dgm:prSet presAssocID="{48F60DA1-E090-420A-A01B-42C294D66C54}" presName="tx3" presStyleLbl="revTx" presStyleIdx="4" presStyleCnt="13"/>
      <dgm:spPr/>
      <dgm:t>
        <a:bodyPr/>
        <a:lstStyle/>
        <a:p>
          <a:endParaRPr lang="zh-CN" altLang="en-US"/>
        </a:p>
      </dgm:t>
    </dgm:pt>
    <dgm:pt modelId="{9FEFA5F3-3F36-4B53-AC90-621AFBF52F5B}" type="pres">
      <dgm:prSet presAssocID="{48F60DA1-E090-420A-A01B-42C294D66C54}" presName="vert3" presStyleCnt="0"/>
      <dgm:spPr/>
    </dgm:pt>
    <dgm:pt modelId="{371E0447-AAA1-40B7-BDEA-2C70893BFDED}" type="pres">
      <dgm:prSet presAssocID="{25077E01-48FB-48E8-BC0D-D8140E905BDB}" presName="thinLine2b" presStyleLbl="callout" presStyleIdx="1" presStyleCnt="6"/>
      <dgm:spPr/>
    </dgm:pt>
    <dgm:pt modelId="{D75A846D-6C45-4BF3-9D97-886840176784}" type="pres">
      <dgm:prSet presAssocID="{25077E01-48FB-48E8-BC0D-D8140E905BDB}" presName="vertSpace2b" presStyleCnt="0"/>
      <dgm:spPr/>
    </dgm:pt>
    <dgm:pt modelId="{9C6C03AC-F075-4153-8D69-964D5CF5DC3D}" type="pres">
      <dgm:prSet presAssocID="{4341D697-C868-4AB3-A568-D33DE7A3853A}" presName="horz2" presStyleCnt="0"/>
      <dgm:spPr/>
    </dgm:pt>
    <dgm:pt modelId="{F16F0FAA-01F8-402B-B756-FBA0D4DC413B}" type="pres">
      <dgm:prSet presAssocID="{4341D697-C868-4AB3-A568-D33DE7A3853A}" presName="horzSpace2" presStyleCnt="0"/>
      <dgm:spPr/>
    </dgm:pt>
    <dgm:pt modelId="{A5FFFCD7-4F71-48F0-837F-750CAAE9E856}" type="pres">
      <dgm:prSet presAssocID="{4341D697-C868-4AB3-A568-D33DE7A3853A}" presName="tx2" presStyleLbl="revTx" presStyleIdx="5" presStyleCnt="13"/>
      <dgm:spPr/>
      <dgm:t>
        <a:bodyPr/>
        <a:lstStyle/>
        <a:p>
          <a:endParaRPr lang="zh-CN" altLang="en-US"/>
        </a:p>
      </dgm:t>
    </dgm:pt>
    <dgm:pt modelId="{DA124F4C-BA78-4907-B102-11F52845264C}" type="pres">
      <dgm:prSet presAssocID="{4341D697-C868-4AB3-A568-D33DE7A3853A}" presName="vert2" presStyleCnt="0"/>
      <dgm:spPr/>
    </dgm:pt>
    <dgm:pt modelId="{C9EC5A7F-22B6-49D8-B96A-402D2FCE8496}" type="pres">
      <dgm:prSet presAssocID="{B5BA80EE-3F77-4FC4-84ED-A3DD37A28BB7}" presName="horz3" presStyleCnt="0"/>
      <dgm:spPr/>
    </dgm:pt>
    <dgm:pt modelId="{83196BE4-F177-4469-BBF6-679FBCA20D9E}" type="pres">
      <dgm:prSet presAssocID="{B5BA80EE-3F77-4FC4-84ED-A3DD37A28BB7}" presName="horzSpace3" presStyleCnt="0"/>
      <dgm:spPr/>
    </dgm:pt>
    <dgm:pt modelId="{DA35F68C-AAC1-4891-B055-46CF4D9CC736}" type="pres">
      <dgm:prSet presAssocID="{B5BA80EE-3F77-4FC4-84ED-A3DD37A28BB7}" presName="tx3" presStyleLbl="revTx" presStyleIdx="6" presStyleCnt="13"/>
      <dgm:spPr/>
      <dgm:t>
        <a:bodyPr/>
        <a:lstStyle/>
        <a:p>
          <a:endParaRPr lang="zh-CN" altLang="en-US"/>
        </a:p>
      </dgm:t>
    </dgm:pt>
    <dgm:pt modelId="{6E49832B-E65D-4E9C-B2DE-0A5D4D53DF17}" type="pres">
      <dgm:prSet presAssocID="{B5BA80EE-3F77-4FC4-84ED-A3DD37A28BB7}" presName="vert3" presStyleCnt="0"/>
      <dgm:spPr/>
    </dgm:pt>
    <dgm:pt modelId="{5BF5288C-FCFD-4274-BAC2-EA0ED037CA90}" type="pres">
      <dgm:prSet presAssocID="{4341D697-C868-4AB3-A568-D33DE7A3853A}" presName="thinLine2b" presStyleLbl="callout" presStyleIdx="2" presStyleCnt="6"/>
      <dgm:spPr/>
    </dgm:pt>
    <dgm:pt modelId="{6ECC0020-530B-4BC4-B79A-3DD050C54ED5}" type="pres">
      <dgm:prSet presAssocID="{4341D697-C868-4AB3-A568-D33DE7A3853A}" presName="vertSpace2b" presStyleCnt="0"/>
      <dgm:spPr/>
    </dgm:pt>
    <dgm:pt modelId="{A9B644EB-3B8C-4D3D-A838-30B9DC440CDC}" type="pres">
      <dgm:prSet presAssocID="{4682EAC1-B9F7-4116-96C6-28822A06186A}" presName="horz2" presStyleCnt="0"/>
      <dgm:spPr/>
    </dgm:pt>
    <dgm:pt modelId="{AF76E4FE-4298-4FBF-AFBB-710DB6F3D58A}" type="pres">
      <dgm:prSet presAssocID="{4682EAC1-B9F7-4116-96C6-28822A06186A}" presName="horzSpace2" presStyleCnt="0"/>
      <dgm:spPr/>
    </dgm:pt>
    <dgm:pt modelId="{E96B1262-55D8-40D4-B5D1-A2DEF8E2E93F}" type="pres">
      <dgm:prSet presAssocID="{4682EAC1-B9F7-4116-96C6-28822A06186A}" presName="tx2" presStyleLbl="revTx" presStyleIdx="7" presStyleCnt="13"/>
      <dgm:spPr/>
      <dgm:t>
        <a:bodyPr/>
        <a:lstStyle/>
        <a:p>
          <a:endParaRPr lang="zh-CN" altLang="en-US"/>
        </a:p>
      </dgm:t>
    </dgm:pt>
    <dgm:pt modelId="{F3CE440C-5C10-49B7-9651-90EAA4AE0FC8}" type="pres">
      <dgm:prSet presAssocID="{4682EAC1-B9F7-4116-96C6-28822A06186A}" presName="vert2" presStyleCnt="0"/>
      <dgm:spPr/>
    </dgm:pt>
    <dgm:pt modelId="{AC486990-1AE1-4B04-A209-FE85A9F90E90}" type="pres">
      <dgm:prSet presAssocID="{1A6012A7-EDC4-474D-89AD-57CA2ACCB160}" presName="horz3" presStyleCnt="0"/>
      <dgm:spPr/>
    </dgm:pt>
    <dgm:pt modelId="{277F66EC-9106-4D4D-897A-DB50FF916E62}" type="pres">
      <dgm:prSet presAssocID="{1A6012A7-EDC4-474D-89AD-57CA2ACCB160}" presName="horzSpace3" presStyleCnt="0"/>
      <dgm:spPr/>
    </dgm:pt>
    <dgm:pt modelId="{8360D7F8-9958-4048-BFEB-40849B10D8CF}" type="pres">
      <dgm:prSet presAssocID="{1A6012A7-EDC4-474D-89AD-57CA2ACCB160}" presName="tx3" presStyleLbl="revTx" presStyleIdx="8" presStyleCnt="13"/>
      <dgm:spPr/>
      <dgm:t>
        <a:bodyPr/>
        <a:lstStyle/>
        <a:p>
          <a:endParaRPr lang="zh-CN" altLang="en-US"/>
        </a:p>
      </dgm:t>
    </dgm:pt>
    <dgm:pt modelId="{3B1EA008-C94D-4839-ADBC-65FE26AA894D}" type="pres">
      <dgm:prSet presAssocID="{1A6012A7-EDC4-474D-89AD-57CA2ACCB160}" presName="vert3" presStyleCnt="0"/>
      <dgm:spPr/>
    </dgm:pt>
    <dgm:pt modelId="{4F7D694E-28D2-4DAA-858E-370451955BED}" type="pres">
      <dgm:prSet presAssocID="{4682EAC1-B9F7-4116-96C6-28822A06186A}" presName="thinLine2b" presStyleLbl="callout" presStyleIdx="3" presStyleCnt="6"/>
      <dgm:spPr/>
    </dgm:pt>
    <dgm:pt modelId="{A7B15D8C-DC4E-4A3F-9B6E-5BE83F6B2916}" type="pres">
      <dgm:prSet presAssocID="{4682EAC1-B9F7-4116-96C6-28822A06186A}" presName="vertSpace2b" presStyleCnt="0"/>
      <dgm:spPr/>
    </dgm:pt>
    <dgm:pt modelId="{8EE6C736-AE19-4BF2-B6EB-9CE009EB4E21}" type="pres">
      <dgm:prSet presAssocID="{E8A4AE01-BA1D-4D9C-8B27-320F13F46B6B}" presName="horz2" presStyleCnt="0"/>
      <dgm:spPr/>
    </dgm:pt>
    <dgm:pt modelId="{54DF9844-EE8F-4A41-81E2-8303837B5FE7}" type="pres">
      <dgm:prSet presAssocID="{E8A4AE01-BA1D-4D9C-8B27-320F13F46B6B}" presName="horzSpace2" presStyleCnt="0"/>
      <dgm:spPr/>
    </dgm:pt>
    <dgm:pt modelId="{427562A1-7D9B-4118-B9D9-BA3EB4DBE7AD}" type="pres">
      <dgm:prSet presAssocID="{E8A4AE01-BA1D-4D9C-8B27-320F13F46B6B}" presName="tx2" presStyleLbl="revTx" presStyleIdx="9" presStyleCnt="13"/>
      <dgm:spPr/>
      <dgm:t>
        <a:bodyPr/>
        <a:lstStyle/>
        <a:p>
          <a:endParaRPr lang="zh-CN" altLang="en-US"/>
        </a:p>
      </dgm:t>
    </dgm:pt>
    <dgm:pt modelId="{7CEF1125-1832-407F-8383-8FB0079E1903}" type="pres">
      <dgm:prSet presAssocID="{E8A4AE01-BA1D-4D9C-8B27-320F13F46B6B}" presName="vert2" presStyleCnt="0"/>
      <dgm:spPr/>
    </dgm:pt>
    <dgm:pt modelId="{A7233878-8C20-45A7-9BE9-CC138C6ABCE3}" type="pres">
      <dgm:prSet presAssocID="{1F636E65-7720-46F9-9F4B-4806629B9492}" presName="horz3" presStyleCnt="0"/>
      <dgm:spPr/>
    </dgm:pt>
    <dgm:pt modelId="{F34A4CB4-113E-49BF-99AF-90EC8ADD7757}" type="pres">
      <dgm:prSet presAssocID="{1F636E65-7720-46F9-9F4B-4806629B9492}" presName="horzSpace3" presStyleCnt="0"/>
      <dgm:spPr/>
    </dgm:pt>
    <dgm:pt modelId="{B5712543-F9E8-4E4B-A421-39C9518FA14E}" type="pres">
      <dgm:prSet presAssocID="{1F636E65-7720-46F9-9F4B-4806629B9492}" presName="tx3" presStyleLbl="revTx" presStyleIdx="10" presStyleCnt="13"/>
      <dgm:spPr/>
      <dgm:t>
        <a:bodyPr/>
        <a:lstStyle/>
        <a:p>
          <a:endParaRPr lang="zh-CN" altLang="en-US"/>
        </a:p>
      </dgm:t>
    </dgm:pt>
    <dgm:pt modelId="{246FFD3E-5749-41D4-90E6-EC1313818CE2}" type="pres">
      <dgm:prSet presAssocID="{1F636E65-7720-46F9-9F4B-4806629B9492}" presName="vert3" presStyleCnt="0"/>
      <dgm:spPr/>
    </dgm:pt>
    <dgm:pt modelId="{64D83EB6-9923-436E-8394-D02F75559181}" type="pres">
      <dgm:prSet presAssocID="{E8A4AE01-BA1D-4D9C-8B27-320F13F46B6B}" presName="thinLine2b" presStyleLbl="callout" presStyleIdx="4" presStyleCnt="6"/>
      <dgm:spPr/>
    </dgm:pt>
    <dgm:pt modelId="{AA184528-B504-460A-A036-0072E71677C2}" type="pres">
      <dgm:prSet presAssocID="{E8A4AE01-BA1D-4D9C-8B27-320F13F46B6B}" presName="vertSpace2b" presStyleCnt="0"/>
      <dgm:spPr/>
    </dgm:pt>
    <dgm:pt modelId="{EB8048C6-049E-476E-A28A-67DDF2DF7671}" type="pres">
      <dgm:prSet presAssocID="{D09ACFE8-2214-40D4-B0AE-E01973D6002D}" presName="horz2" presStyleCnt="0"/>
      <dgm:spPr/>
    </dgm:pt>
    <dgm:pt modelId="{F2CB1FE3-3A00-4F1B-93D9-910A80CED77F}" type="pres">
      <dgm:prSet presAssocID="{D09ACFE8-2214-40D4-B0AE-E01973D6002D}" presName="horzSpace2" presStyleCnt="0"/>
      <dgm:spPr/>
    </dgm:pt>
    <dgm:pt modelId="{E61139C2-35AB-4600-8AB2-8633FBF345B4}" type="pres">
      <dgm:prSet presAssocID="{D09ACFE8-2214-40D4-B0AE-E01973D6002D}" presName="tx2" presStyleLbl="revTx" presStyleIdx="11" presStyleCnt="13"/>
      <dgm:spPr/>
      <dgm:t>
        <a:bodyPr/>
        <a:lstStyle/>
        <a:p>
          <a:endParaRPr lang="zh-CN" altLang="en-US"/>
        </a:p>
      </dgm:t>
    </dgm:pt>
    <dgm:pt modelId="{72DD8688-E7D4-44E3-9C7A-D000DBCDC6C9}" type="pres">
      <dgm:prSet presAssocID="{D09ACFE8-2214-40D4-B0AE-E01973D6002D}" presName="vert2" presStyleCnt="0"/>
      <dgm:spPr/>
    </dgm:pt>
    <dgm:pt modelId="{DDA3D4F6-0084-4723-986B-8250CDFD93F9}" type="pres">
      <dgm:prSet presAssocID="{75D335F5-2122-46BF-A2E0-EF2A42D4EE8E}" presName="horz3" presStyleCnt="0"/>
      <dgm:spPr/>
    </dgm:pt>
    <dgm:pt modelId="{0A2AFB39-E1C4-4F51-909E-94CAC9F57D84}" type="pres">
      <dgm:prSet presAssocID="{75D335F5-2122-46BF-A2E0-EF2A42D4EE8E}" presName="horzSpace3" presStyleCnt="0"/>
      <dgm:spPr/>
    </dgm:pt>
    <dgm:pt modelId="{560D4EC0-B33D-423B-A0E1-1C9B11020083}" type="pres">
      <dgm:prSet presAssocID="{75D335F5-2122-46BF-A2E0-EF2A42D4EE8E}" presName="tx3" presStyleLbl="revTx" presStyleIdx="12" presStyleCnt="13"/>
      <dgm:spPr/>
      <dgm:t>
        <a:bodyPr/>
        <a:lstStyle/>
        <a:p>
          <a:endParaRPr lang="zh-CN" altLang="en-US"/>
        </a:p>
      </dgm:t>
    </dgm:pt>
    <dgm:pt modelId="{4D48DD8F-1A34-4E36-A375-4A6C56304464}" type="pres">
      <dgm:prSet presAssocID="{75D335F5-2122-46BF-A2E0-EF2A42D4EE8E}" presName="vert3" presStyleCnt="0"/>
      <dgm:spPr/>
    </dgm:pt>
    <dgm:pt modelId="{B4A26733-F07A-488E-BC9F-5AD0177962E0}" type="pres">
      <dgm:prSet presAssocID="{D09ACFE8-2214-40D4-B0AE-E01973D6002D}" presName="thinLine2b" presStyleLbl="callout" presStyleIdx="5" presStyleCnt="6"/>
      <dgm:spPr/>
    </dgm:pt>
    <dgm:pt modelId="{8DCEC23A-6F3C-45A4-90B5-27B89BD4F1C5}" type="pres">
      <dgm:prSet presAssocID="{D09ACFE8-2214-40D4-B0AE-E01973D6002D}" presName="vertSpace2b" presStyleCnt="0"/>
      <dgm:spPr/>
    </dgm:pt>
  </dgm:ptLst>
  <dgm:cxnLst>
    <dgm:cxn modelId="{7C431296-64D7-41B1-88F8-07545EE588DF}" type="presOf" srcId="{8A612511-D82E-4A38-A9B1-13C36DE965AA}" destId="{D72C8698-B4AF-4B54-A97E-5B28C7F23D18}" srcOrd="0" destOrd="0" presId="urn:microsoft.com/office/officeart/2008/layout/LinedList"/>
    <dgm:cxn modelId="{93CB8265-FEA8-4874-BF01-D4F2FCB12633}" srcId="{8A612511-D82E-4A38-A9B1-13C36DE965AA}" destId="{E8A4AE01-BA1D-4D9C-8B27-320F13F46B6B}" srcOrd="4" destOrd="0" parTransId="{A1065CA6-689B-4B01-994C-65DA79DEE0CB}" sibTransId="{2C4814D8-6327-4010-A098-2E6195718B44}"/>
    <dgm:cxn modelId="{39B832B2-CF4F-4A8B-9263-2DBDC2F37F58}" type="presOf" srcId="{89CA3F2A-DA2C-4916-95F2-199E6BA95910}" destId="{D0F13EC0-DE6A-41B6-8E9E-5CA2251C4892}" srcOrd="0" destOrd="0" presId="urn:microsoft.com/office/officeart/2008/layout/LinedList"/>
    <dgm:cxn modelId="{801FAC68-2E3C-42AA-81BE-DD4BA63C6849}" type="presOf" srcId="{48F60DA1-E090-420A-A01B-42C294D66C54}" destId="{847B6B5A-BA26-42C7-ADE2-BD23D0151B8E}" srcOrd="0" destOrd="0" presId="urn:microsoft.com/office/officeart/2008/layout/LinedList"/>
    <dgm:cxn modelId="{A1B4985D-549A-4168-8DF4-C0D70940C974}" type="presOf" srcId="{B5BA80EE-3F77-4FC4-84ED-A3DD37A28BB7}" destId="{DA35F68C-AAC1-4891-B055-46CF4D9CC736}" srcOrd="0" destOrd="0" presId="urn:microsoft.com/office/officeart/2008/layout/LinedList"/>
    <dgm:cxn modelId="{C37D864F-B75C-4FED-BDBD-C26795EED30F}" type="presOf" srcId="{9822798B-726E-4601-ACAD-AE85EF9C8DCC}" destId="{63221EE2-360A-4431-9367-B6E7A6B827AB}" srcOrd="0" destOrd="0" presId="urn:microsoft.com/office/officeart/2008/layout/LinedList"/>
    <dgm:cxn modelId="{67D63E42-89DD-4EDD-A3C2-2E3FCF6BB4D1}" srcId="{8A612511-D82E-4A38-A9B1-13C36DE965AA}" destId="{9822798B-726E-4601-ACAD-AE85EF9C8DCC}" srcOrd="0" destOrd="0" parTransId="{CACAFABB-4682-41D0-9BEB-6C3058B8FBE6}" sibTransId="{EFEBE817-ABF6-49DB-88CA-DEB2777C0A22}"/>
    <dgm:cxn modelId="{C9F9FD95-4D02-43C4-BB2F-258D08499576}" type="presOf" srcId="{3ACD0570-5330-4975-AE2F-7B4BF5323A6A}" destId="{3F2B0CA1-8F71-4E46-B346-9A6952083902}" srcOrd="0" destOrd="0" presId="urn:microsoft.com/office/officeart/2008/layout/LinedList"/>
    <dgm:cxn modelId="{52EA45C7-F63F-47B9-98D5-395FB6129B02}" srcId="{25077E01-48FB-48E8-BC0D-D8140E905BDB}" destId="{48F60DA1-E090-420A-A01B-42C294D66C54}" srcOrd="0" destOrd="0" parTransId="{D959859F-62F8-43A8-9F60-E3E75108BBF2}" sibTransId="{5DD2F417-80F1-4BFD-9AF2-190F1EC7D9A6}"/>
    <dgm:cxn modelId="{6C53A55E-F2B4-49B1-A280-AA0B3FFD2F88}" type="presOf" srcId="{E8A4AE01-BA1D-4D9C-8B27-320F13F46B6B}" destId="{427562A1-7D9B-4118-B9D9-BA3EB4DBE7AD}" srcOrd="0" destOrd="0" presId="urn:microsoft.com/office/officeart/2008/layout/LinedList"/>
    <dgm:cxn modelId="{2431110E-6D13-45E6-98BA-B100CE0FB04D}" type="presOf" srcId="{D09ACFE8-2214-40D4-B0AE-E01973D6002D}" destId="{E61139C2-35AB-4600-8AB2-8633FBF345B4}" srcOrd="0" destOrd="0" presId="urn:microsoft.com/office/officeart/2008/layout/LinedList"/>
    <dgm:cxn modelId="{12A49A5F-D235-4261-8EEA-376A2609C1F6}" srcId="{4682EAC1-B9F7-4116-96C6-28822A06186A}" destId="{1A6012A7-EDC4-474D-89AD-57CA2ACCB160}" srcOrd="0" destOrd="0" parTransId="{97CB7A93-480C-46FB-875B-3C2206976AD5}" sibTransId="{AC2D27CF-2079-4EE6-B3DF-616A6EBC5A40}"/>
    <dgm:cxn modelId="{812823F6-0786-4646-BF3B-FACE0FAA31B8}" type="presOf" srcId="{25077E01-48FB-48E8-BC0D-D8140E905BDB}" destId="{EEAF69DA-7247-4177-9E45-349967373E7B}" srcOrd="0" destOrd="0" presId="urn:microsoft.com/office/officeart/2008/layout/LinedList"/>
    <dgm:cxn modelId="{DBD2B670-FAC3-4308-9191-D38D5D0C568B}" type="presOf" srcId="{1A6012A7-EDC4-474D-89AD-57CA2ACCB160}" destId="{8360D7F8-9958-4048-BFEB-40849B10D8CF}" srcOrd="0" destOrd="0" presId="urn:microsoft.com/office/officeart/2008/layout/LinedList"/>
    <dgm:cxn modelId="{39EF61D0-5A14-4431-9926-12F815BFD4EB}" srcId="{3ACD0570-5330-4975-AE2F-7B4BF5323A6A}" destId="{8A612511-D82E-4A38-A9B1-13C36DE965AA}" srcOrd="0" destOrd="0" parTransId="{2AC79AF9-4CB8-49C7-85F2-E08F4F644220}" sibTransId="{CECD2F84-6D3F-4B2A-82C0-D28C5DD1E2DA}"/>
    <dgm:cxn modelId="{24E6DD1E-0320-46F9-A331-00AFB05DFA78}" srcId="{E8A4AE01-BA1D-4D9C-8B27-320F13F46B6B}" destId="{1F636E65-7720-46F9-9F4B-4806629B9492}" srcOrd="0" destOrd="0" parTransId="{2C0D55A2-52C3-4C1B-85E1-F5483BB19F17}" sibTransId="{CEB9CA02-0AAC-4233-8EF9-A9C8EF855EC6}"/>
    <dgm:cxn modelId="{8115D47A-EDA6-487B-B3C7-04FDB7D38140}" srcId="{9822798B-726E-4601-ACAD-AE85EF9C8DCC}" destId="{89CA3F2A-DA2C-4916-95F2-199E6BA95910}" srcOrd="0" destOrd="0" parTransId="{5B4C08F6-145F-4443-8BD9-A59C7027C5D1}" sibTransId="{ADE38598-29D1-471C-A959-C1535D9098E0}"/>
    <dgm:cxn modelId="{A2C1ECA9-4BE3-4F6D-8720-6C4F1A614223}" type="presOf" srcId="{4341D697-C868-4AB3-A568-D33DE7A3853A}" destId="{A5FFFCD7-4F71-48F0-837F-750CAAE9E856}" srcOrd="0" destOrd="0" presId="urn:microsoft.com/office/officeart/2008/layout/LinedList"/>
    <dgm:cxn modelId="{3B0458CE-0875-4629-88C2-92271621834A}" type="presOf" srcId="{75D335F5-2122-46BF-A2E0-EF2A42D4EE8E}" destId="{560D4EC0-B33D-423B-A0E1-1C9B11020083}" srcOrd="0" destOrd="0" presId="urn:microsoft.com/office/officeart/2008/layout/LinedList"/>
    <dgm:cxn modelId="{216A061A-BE12-462A-AEDB-2BFB9393DD56}" srcId="{8A612511-D82E-4A38-A9B1-13C36DE965AA}" destId="{25077E01-48FB-48E8-BC0D-D8140E905BDB}" srcOrd="1" destOrd="0" parTransId="{612F97F9-D354-42D2-9AA8-28F78A1061D0}" sibTransId="{8116F2C0-A861-40E9-B959-FC6142016A77}"/>
    <dgm:cxn modelId="{F9612685-7283-4560-A3A5-D2DCE6D72695}" srcId="{8A612511-D82E-4A38-A9B1-13C36DE965AA}" destId="{D09ACFE8-2214-40D4-B0AE-E01973D6002D}" srcOrd="5" destOrd="0" parTransId="{D87A40FE-819B-4207-98C6-103F4937F827}" sibTransId="{DED55F06-2E5F-44AA-9072-B8B3C35E77D1}"/>
    <dgm:cxn modelId="{314F6FAE-9E40-4AE4-B8F6-79C9977FFB13}" srcId="{8A612511-D82E-4A38-A9B1-13C36DE965AA}" destId="{4682EAC1-B9F7-4116-96C6-28822A06186A}" srcOrd="3" destOrd="0" parTransId="{BD128F3B-8A39-4958-B8EE-F039A2C39389}" sibTransId="{29AC04B0-52A6-49C5-A1B4-2DC6FA892DB9}"/>
    <dgm:cxn modelId="{04228742-6494-4575-87E1-069ACCE2CE9A}" type="presOf" srcId="{4682EAC1-B9F7-4116-96C6-28822A06186A}" destId="{E96B1262-55D8-40D4-B5D1-A2DEF8E2E93F}" srcOrd="0" destOrd="0" presId="urn:microsoft.com/office/officeart/2008/layout/LinedList"/>
    <dgm:cxn modelId="{51079899-2171-48AA-B9A3-D306D6EAAAC8}" srcId="{8A612511-D82E-4A38-A9B1-13C36DE965AA}" destId="{4341D697-C868-4AB3-A568-D33DE7A3853A}" srcOrd="2" destOrd="0" parTransId="{09DFA431-42B8-4C7D-A7ED-6786598C70CE}" sibTransId="{8CF6C7E6-441C-4997-A24C-A3E3B0FF59E8}"/>
    <dgm:cxn modelId="{0BE71417-7202-41A5-B542-2DB0A7CF2E90}" srcId="{4341D697-C868-4AB3-A568-D33DE7A3853A}" destId="{B5BA80EE-3F77-4FC4-84ED-A3DD37A28BB7}" srcOrd="0" destOrd="0" parTransId="{A4BF2FD5-E4C8-4BFC-A996-C7316EB8814A}" sibTransId="{E94C65B1-01DA-430F-BF7B-D04F814581F0}"/>
    <dgm:cxn modelId="{3B16A4A5-0C2F-4C2A-BD9B-1AEAE04B546F}" type="presOf" srcId="{1F636E65-7720-46F9-9F4B-4806629B9492}" destId="{B5712543-F9E8-4E4B-A421-39C9518FA14E}" srcOrd="0" destOrd="0" presId="urn:microsoft.com/office/officeart/2008/layout/LinedList"/>
    <dgm:cxn modelId="{4F6911BE-7194-4661-BFAA-FAD8FF38F34F}" srcId="{D09ACFE8-2214-40D4-B0AE-E01973D6002D}" destId="{75D335F5-2122-46BF-A2E0-EF2A42D4EE8E}" srcOrd="0" destOrd="0" parTransId="{43DCB87D-75C5-49CC-B0E3-C7A52596C719}" sibTransId="{93D74997-83E4-4655-9DCF-DDDD02B880F5}"/>
    <dgm:cxn modelId="{08A4B7E2-2EF3-46E0-BD7B-0FE83E7D93ED}" type="presParOf" srcId="{3F2B0CA1-8F71-4E46-B346-9A6952083902}" destId="{490C8F90-1EC0-4C64-974C-CC1C487B1476}" srcOrd="0" destOrd="0" presId="urn:microsoft.com/office/officeart/2008/layout/LinedList"/>
    <dgm:cxn modelId="{9AECFDED-BA1C-4596-8A14-FF40823658D2}" type="presParOf" srcId="{3F2B0CA1-8F71-4E46-B346-9A6952083902}" destId="{62B344AE-63A7-4EE3-A4E6-5DD0706A4F21}" srcOrd="1" destOrd="0" presId="urn:microsoft.com/office/officeart/2008/layout/LinedList"/>
    <dgm:cxn modelId="{C58F3925-A6D6-430F-B59B-11F79AD972C3}" type="presParOf" srcId="{62B344AE-63A7-4EE3-A4E6-5DD0706A4F21}" destId="{D72C8698-B4AF-4B54-A97E-5B28C7F23D18}" srcOrd="0" destOrd="0" presId="urn:microsoft.com/office/officeart/2008/layout/LinedList"/>
    <dgm:cxn modelId="{50142A17-1062-42F1-992D-03F5C2F26099}" type="presParOf" srcId="{62B344AE-63A7-4EE3-A4E6-5DD0706A4F21}" destId="{D9001CE6-8D73-4A11-8223-B37A8CCEA365}" srcOrd="1" destOrd="0" presId="urn:microsoft.com/office/officeart/2008/layout/LinedList"/>
    <dgm:cxn modelId="{921E6365-AC6B-436C-BA77-D866B17E0028}" type="presParOf" srcId="{D9001CE6-8D73-4A11-8223-B37A8CCEA365}" destId="{08DDFA40-0887-4849-B0D5-7ED5F071AADD}" srcOrd="0" destOrd="0" presId="urn:microsoft.com/office/officeart/2008/layout/LinedList"/>
    <dgm:cxn modelId="{00DD8F16-EC14-4A26-9FC3-43FE6BD69258}" type="presParOf" srcId="{D9001CE6-8D73-4A11-8223-B37A8CCEA365}" destId="{434DE35E-B024-42B9-89C8-161E6CF6DC2A}" srcOrd="1" destOrd="0" presId="urn:microsoft.com/office/officeart/2008/layout/LinedList"/>
    <dgm:cxn modelId="{5FBD5F67-1A29-4A88-8D46-C864A0AFBF58}" type="presParOf" srcId="{434DE35E-B024-42B9-89C8-161E6CF6DC2A}" destId="{CCC98390-0177-4864-B562-FA28E01D69A1}" srcOrd="0" destOrd="0" presId="urn:microsoft.com/office/officeart/2008/layout/LinedList"/>
    <dgm:cxn modelId="{10A25C1F-B0D4-4345-93EA-9DC78C026981}" type="presParOf" srcId="{434DE35E-B024-42B9-89C8-161E6CF6DC2A}" destId="{63221EE2-360A-4431-9367-B6E7A6B827AB}" srcOrd="1" destOrd="0" presId="urn:microsoft.com/office/officeart/2008/layout/LinedList"/>
    <dgm:cxn modelId="{823F37E0-1961-4EE0-A09E-63335E57D30F}" type="presParOf" srcId="{434DE35E-B024-42B9-89C8-161E6CF6DC2A}" destId="{9FFF3655-C2A7-4F4E-AF94-60D6E80FCA6E}" srcOrd="2" destOrd="0" presId="urn:microsoft.com/office/officeart/2008/layout/LinedList"/>
    <dgm:cxn modelId="{3DA75762-930F-473C-8E24-A0695F727803}" type="presParOf" srcId="{9FFF3655-C2A7-4F4E-AF94-60D6E80FCA6E}" destId="{C2735BFC-7377-448F-A47C-3D196083B3FD}" srcOrd="0" destOrd="0" presId="urn:microsoft.com/office/officeart/2008/layout/LinedList"/>
    <dgm:cxn modelId="{F7EAB6D1-C5B6-42DD-B3E1-46C80D42D214}" type="presParOf" srcId="{C2735BFC-7377-448F-A47C-3D196083B3FD}" destId="{23C01F39-6CBA-4118-B51B-3C458C67B707}" srcOrd="0" destOrd="0" presId="urn:microsoft.com/office/officeart/2008/layout/LinedList"/>
    <dgm:cxn modelId="{D87D8B87-7616-43ED-8EC2-3D888CBC131D}" type="presParOf" srcId="{C2735BFC-7377-448F-A47C-3D196083B3FD}" destId="{D0F13EC0-DE6A-41B6-8E9E-5CA2251C4892}" srcOrd="1" destOrd="0" presId="urn:microsoft.com/office/officeart/2008/layout/LinedList"/>
    <dgm:cxn modelId="{50BAC82E-2F65-47C0-8DB4-919367EA9145}" type="presParOf" srcId="{C2735BFC-7377-448F-A47C-3D196083B3FD}" destId="{59AEE302-6866-4B4F-ADDB-09052B6624C2}" srcOrd="2" destOrd="0" presId="urn:microsoft.com/office/officeart/2008/layout/LinedList"/>
    <dgm:cxn modelId="{163CDC51-6DC7-44FE-9DE7-002919CC7A06}" type="presParOf" srcId="{D9001CE6-8D73-4A11-8223-B37A8CCEA365}" destId="{DC4DFC28-F0A5-4F6E-B1FD-5F56192B8754}" srcOrd="2" destOrd="0" presId="urn:microsoft.com/office/officeart/2008/layout/LinedList"/>
    <dgm:cxn modelId="{15635B41-B2F8-424E-8441-2C059B858B0E}" type="presParOf" srcId="{D9001CE6-8D73-4A11-8223-B37A8CCEA365}" destId="{9059E93F-EBB4-4945-B88B-7BB50E8C0799}" srcOrd="3" destOrd="0" presId="urn:microsoft.com/office/officeart/2008/layout/LinedList"/>
    <dgm:cxn modelId="{F4D79B6D-CEFB-449A-B4D8-F53A5D904D78}" type="presParOf" srcId="{D9001CE6-8D73-4A11-8223-B37A8CCEA365}" destId="{43C65F1C-8D61-421B-A8FF-4EA02F78FE81}" srcOrd="4" destOrd="0" presId="urn:microsoft.com/office/officeart/2008/layout/LinedList"/>
    <dgm:cxn modelId="{417EEB5A-B4B4-4DC4-A306-DE3D68709F8C}" type="presParOf" srcId="{43C65F1C-8D61-421B-A8FF-4EA02F78FE81}" destId="{CC661DBD-A39F-43C7-BCF3-0917A776D9D0}" srcOrd="0" destOrd="0" presId="urn:microsoft.com/office/officeart/2008/layout/LinedList"/>
    <dgm:cxn modelId="{CB8347EE-0BE1-4374-843F-F51D30817727}" type="presParOf" srcId="{43C65F1C-8D61-421B-A8FF-4EA02F78FE81}" destId="{EEAF69DA-7247-4177-9E45-349967373E7B}" srcOrd="1" destOrd="0" presId="urn:microsoft.com/office/officeart/2008/layout/LinedList"/>
    <dgm:cxn modelId="{43854219-ED86-423B-9C80-6F62E0F9D178}" type="presParOf" srcId="{43C65F1C-8D61-421B-A8FF-4EA02F78FE81}" destId="{B634B128-A946-4044-9443-A162EFED539A}" srcOrd="2" destOrd="0" presId="urn:microsoft.com/office/officeart/2008/layout/LinedList"/>
    <dgm:cxn modelId="{F9DADE34-FD06-4F41-8579-26D39E2BA335}" type="presParOf" srcId="{B634B128-A946-4044-9443-A162EFED539A}" destId="{76F1802A-43AD-469F-B52D-4ADF334E6D10}" srcOrd="0" destOrd="0" presId="urn:microsoft.com/office/officeart/2008/layout/LinedList"/>
    <dgm:cxn modelId="{253D2548-41A9-4744-A911-7B6D28D96308}" type="presParOf" srcId="{76F1802A-43AD-469F-B52D-4ADF334E6D10}" destId="{96803832-E9DD-4F15-A29F-C0E0D8152005}" srcOrd="0" destOrd="0" presId="urn:microsoft.com/office/officeart/2008/layout/LinedList"/>
    <dgm:cxn modelId="{5E0419DD-85F8-4008-A8DA-06A469207332}" type="presParOf" srcId="{76F1802A-43AD-469F-B52D-4ADF334E6D10}" destId="{847B6B5A-BA26-42C7-ADE2-BD23D0151B8E}" srcOrd="1" destOrd="0" presId="urn:microsoft.com/office/officeart/2008/layout/LinedList"/>
    <dgm:cxn modelId="{BAFCF758-771F-4FBE-B09D-79327C8B9112}" type="presParOf" srcId="{76F1802A-43AD-469F-B52D-4ADF334E6D10}" destId="{9FEFA5F3-3F36-4B53-AC90-621AFBF52F5B}" srcOrd="2" destOrd="0" presId="urn:microsoft.com/office/officeart/2008/layout/LinedList"/>
    <dgm:cxn modelId="{4731439B-7904-4AB1-A5DD-445E34350CE1}" type="presParOf" srcId="{D9001CE6-8D73-4A11-8223-B37A8CCEA365}" destId="{371E0447-AAA1-40B7-BDEA-2C70893BFDED}" srcOrd="5" destOrd="0" presId="urn:microsoft.com/office/officeart/2008/layout/LinedList"/>
    <dgm:cxn modelId="{2231366E-16AB-4365-9133-686088C17A2D}" type="presParOf" srcId="{D9001CE6-8D73-4A11-8223-B37A8CCEA365}" destId="{D75A846D-6C45-4BF3-9D97-886840176784}" srcOrd="6" destOrd="0" presId="urn:microsoft.com/office/officeart/2008/layout/LinedList"/>
    <dgm:cxn modelId="{E5BD68AB-423B-4AE4-A334-79B2B4E220C9}" type="presParOf" srcId="{D9001CE6-8D73-4A11-8223-B37A8CCEA365}" destId="{9C6C03AC-F075-4153-8D69-964D5CF5DC3D}" srcOrd="7" destOrd="0" presId="urn:microsoft.com/office/officeart/2008/layout/LinedList"/>
    <dgm:cxn modelId="{E9C3920D-544B-4DA7-9E09-7D76C6BA940D}" type="presParOf" srcId="{9C6C03AC-F075-4153-8D69-964D5CF5DC3D}" destId="{F16F0FAA-01F8-402B-B756-FBA0D4DC413B}" srcOrd="0" destOrd="0" presId="urn:microsoft.com/office/officeart/2008/layout/LinedList"/>
    <dgm:cxn modelId="{5D629C46-8DC7-46DC-94B6-E092356C333F}" type="presParOf" srcId="{9C6C03AC-F075-4153-8D69-964D5CF5DC3D}" destId="{A5FFFCD7-4F71-48F0-837F-750CAAE9E856}" srcOrd="1" destOrd="0" presId="urn:microsoft.com/office/officeart/2008/layout/LinedList"/>
    <dgm:cxn modelId="{EDC3B578-52AA-404A-8925-AA203FDD87CF}" type="presParOf" srcId="{9C6C03AC-F075-4153-8D69-964D5CF5DC3D}" destId="{DA124F4C-BA78-4907-B102-11F52845264C}" srcOrd="2" destOrd="0" presId="urn:microsoft.com/office/officeart/2008/layout/LinedList"/>
    <dgm:cxn modelId="{E5D7FD30-AD8D-4084-B5A1-4844A43D2BFD}" type="presParOf" srcId="{DA124F4C-BA78-4907-B102-11F52845264C}" destId="{C9EC5A7F-22B6-49D8-B96A-402D2FCE8496}" srcOrd="0" destOrd="0" presId="urn:microsoft.com/office/officeart/2008/layout/LinedList"/>
    <dgm:cxn modelId="{2F5A31A5-A10A-4DD7-8360-D4A24A85BDED}" type="presParOf" srcId="{C9EC5A7F-22B6-49D8-B96A-402D2FCE8496}" destId="{83196BE4-F177-4469-BBF6-679FBCA20D9E}" srcOrd="0" destOrd="0" presId="urn:microsoft.com/office/officeart/2008/layout/LinedList"/>
    <dgm:cxn modelId="{3DBFCC15-93E7-400A-99C9-56A264A7DC20}" type="presParOf" srcId="{C9EC5A7F-22B6-49D8-B96A-402D2FCE8496}" destId="{DA35F68C-AAC1-4891-B055-46CF4D9CC736}" srcOrd="1" destOrd="0" presId="urn:microsoft.com/office/officeart/2008/layout/LinedList"/>
    <dgm:cxn modelId="{0153451F-97A4-4A0E-8A11-1A1E82D9363A}" type="presParOf" srcId="{C9EC5A7F-22B6-49D8-B96A-402D2FCE8496}" destId="{6E49832B-E65D-4E9C-B2DE-0A5D4D53DF17}" srcOrd="2" destOrd="0" presId="urn:microsoft.com/office/officeart/2008/layout/LinedList"/>
    <dgm:cxn modelId="{5EFF4FCD-CF04-4B8C-A2B2-CE512B7282DF}" type="presParOf" srcId="{D9001CE6-8D73-4A11-8223-B37A8CCEA365}" destId="{5BF5288C-FCFD-4274-BAC2-EA0ED037CA90}" srcOrd="8" destOrd="0" presId="urn:microsoft.com/office/officeart/2008/layout/LinedList"/>
    <dgm:cxn modelId="{9A3F2F7E-B2DE-4C03-A4EF-5740454219DB}" type="presParOf" srcId="{D9001CE6-8D73-4A11-8223-B37A8CCEA365}" destId="{6ECC0020-530B-4BC4-B79A-3DD050C54ED5}" srcOrd="9" destOrd="0" presId="urn:microsoft.com/office/officeart/2008/layout/LinedList"/>
    <dgm:cxn modelId="{02CD7F45-7D13-4899-A5C9-0BA4B0CD53F7}" type="presParOf" srcId="{D9001CE6-8D73-4A11-8223-B37A8CCEA365}" destId="{A9B644EB-3B8C-4D3D-A838-30B9DC440CDC}" srcOrd="10" destOrd="0" presId="urn:microsoft.com/office/officeart/2008/layout/LinedList"/>
    <dgm:cxn modelId="{BDB35280-2A12-4A6D-9FDC-8F3926C084ED}" type="presParOf" srcId="{A9B644EB-3B8C-4D3D-A838-30B9DC440CDC}" destId="{AF76E4FE-4298-4FBF-AFBB-710DB6F3D58A}" srcOrd="0" destOrd="0" presId="urn:microsoft.com/office/officeart/2008/layout/LinedList"/>
    <dgm:cxn modelId="{17BB067D-1C52-4100-AD63-A2B7092781AF}" type="presParOf" srcId="{A9B644EB-3B8C-4D3D-A838-30B9DC440CDC}" destId="{E96B1262-55D8-40D4-B5D1-A2DEF8E2E93F}" srcOrd="1" destOrd="0" presId="urn:microsoft.com/office/officeart/2008/layout/LinedList"/>
    <dgm:cxn modelId="{D30A6947-5F48-4185-A5BA-471D7340F1C0}" type="presParOf" srcId="{A9B644EB-3B8C-4D3D-A838-30B9DC440CDC}" destId="{F3CE440C-5C10-49B7-9651-90EAA4AE0FC8}" srcOrd="2" destOrd="0" presId="urn:microsoft.com/office/officeart/2008/layout/LinedList"/>
    <dgm:cxn modelId="{78A9F2A8-10E1-4880-8D48-A018B6031F75}" type="presParOf" srcId="{F3CE440C-5C10-49B7-9651-90EAA4AE0FC8}" destId="{AC486990-1AE1-4B04-A209-FE85A9F90E90}" srcOrd="0" destOrd="0" presId="urn:microsoft.com/office/officeart/2008/layout/LinedList"/>
    <dgm:cxn modelId="{6CA7E539-08E2-44C0-BB6B-00CC416EA3A4}" type="presParOf" srcId="{AC486990-1AE1-4B04-A209-FE85A9F90E90}" destId="{277F66EC-9106-4D4D-897A-DB50FF916E62}" srcOrd="0" destOrd="0" presId="urn:microsoft.com/office/officeart/2008/layout/LinedList"/>
    <dgm:cxn modelId="{3FA4EC93-869F-4103-B15C-18DBFBA57590}" type="presParOf" srcId="{AC486990-1AE1-4B04-A209-FE85A9F90E90}" destId="{8360D7F8-9958-4048-BFEB-40849B10D8CF}" srcOrd="1" destOrd="0" presId="urn:microsoft.com/office/officeart/2008/layout/LinedList"/>
    <dgm:cxn modelId="{33A75092-3FF2-49A1-8A79-1FDA3C90AD92}" type="presParOf" srcId="{AC486990-1AE1-4B04-A209-FE85A9F90E90}" destId="{3B1EA008-C94D-4839-ADBC-65FE26AA894D}" srcOrd="2" destOrd="0" presId="urn:microsoft.com/office/officeart/2008/layout/LinedList"/>
    <dgm:cxn modelId="{95A7E37F-4E44-4F1A-967E-86A3EB36BDF0}" type="presParOf" srcId="{D9001CE6-8D73-4A11-8223-B37A8CCEA365}" destId="{4F7D694E-28D2-4DAA-858E-370451955BED}" srcOrd="11" destOrd="0" presId="urn:microsoft.com/office/officeart/2008/layout/LinedList"/>
    <dgm:cxn modelId="{1D344E0B-7314-4EDE-ABE2-4E3A4D7E592F}" type="presParOf" srcId="{D9001CE6-8D73-4A11-8223-B37A8CCEA365}" destId="{A7B15D8C-DC4E-4A3F-9B6E-5BE83F6B2916}" srcOrd="12" destOrd="0" presId="urn:microsoft.com/office/officeart/2008/layout/LinedList"/>
    <dgm:cxn modelId="{48EDAF9B-1E43-46F6-9E54-A478E7C5D1A2}" type="presParOf" srcId="{D9001CE6-8D73-4A11-8223-B37A8CCEA365}" destId="{8EE6C736-AE19-4BF2-B6EB-9CE009EB4E21}" srcOrd="13" destOrd="0" presId="urn:microsoft.com/office/officeart/2008/layout/LinedList"/>
    <dgm:cxn modelId="{2950BBCF-4F4A-46D1-8863-E4220D4898A9}" type="presParOf" srcId="{8EE6C736-AE19-4BF2-B6EB-9CE009EB4E21}" destId="{54DF9844-EE8F-4A41-81E2-8303837B5FE7}" srcOrd="0" destOrd="0" presId="urn:microsoft.com/office/officeart/2008/layout/LinedList"/>
    <dgm:cxn modelId="{65D934E9-C24B-4421-8D3C-DE35FDE7E528}" type="presParOf" srcId="{8EE6C736-AE19-4BF2-B6EB-9CE009EB4E21}" destId="{427562A1-7D9B-4118-B9D9-BA3EB4DBE7AD}" srcOrd="1" destOrd="0" presId="urn:microsoft.com/office/officeart/2008/layout/LinedList"/>
    <dgm:cxn modelId="{2EB882D5-85E9-4DA6-A24A-E28E6786763E}" type="presParOf" srcId="{8EE6C736-AE19-4BF2-B6EB-9CE009EB4E21}" destId="{7CEF1125-1832-407F-8383-8FB0079E1903}" srcOrd="2" destOrd="0" presId="urn:microsoft.com/office/officeart/2008/layout/LinedList"/>
    <dgm:cxn modelId="{611A6821-5693-4FF4-875F-B204018E9188}" type="presParOf" srcId="{7CEF1125-1832-407F-8383-8FB0079E1903}" destId="{A7233878-8C20-45A7-9BE9-CC138C6ABCE3}" srcOrd="0" destOrd="0" presId="urn:microsoft.com/office/officeart/2008/layout/LinedList"/>
    <dgm:cxn modelId="{2F74E4E4-1802-4EB1-ADA0-917F06C6D327}" type="presParOf" srcId="{A7233878-8C20-45A7-9BE9-CC138C6ABCE3}" destId="{F34A4CB4-113E-49BF-99AF-90EC8ADD7757}" srcOrd="0" destOrd="0" presId="urn:microsoft.com/office/officeart/2008/layout/LinedList"/>
    <dgm:cxn modelId="{84E7F6EF-96A4-4C3E-8A33-CDC8ADDDEB83}" type="presParOf" srcId="{A7233878-8C20-45A7-9BE9-CC138C6ABCE3}" destId="{B5712543-F9E8-4E4B-A421-39C9518FA14E}" srcOrd="1" destOrd="0" presId="urn:microsoft.com/office/officeart/2008/layout/LinedList"/>
    <dgm:cxn modelId="{9C7DF277-2DF0-4516-A625-5058E2FAD213}" type="presParOf" srcId="{A7233878-8C20-45A7-9BE9-CC138C6ABCE3}" destId="{246FFD3E-5749-41D4-90E6-EC1313818CE2}" srcOrd="2" destOrd="0" presId="urn:microsoft.com/office/officeart/2008/layout/LinedList"/>
    <dgm:cxn modelId="{2661DE0A-FA24-44CA-ADAF-1ED94EB9CA3F}" type="presParOf" srcId="{D9001CE6-8D73-4A11-8223-B37A8CCEA365}" destId="{64D83EB6-9923-436E-8394-D02F75559181}" srcOrd="14" destOrd="0" presId="urn:microsoft.com/office/officeart/2008/layout/LinedList"/>
    <dgm:cxn modelId="{6FD35878-8897-4F01-82A9-62213AE7ADA4}" type="presParOf" srcId="{D9001CE6-8D73-4A11-8223-B37A8CCEA365}" destId="{AA184528-B504-460A-A036-0072E71677C2}" srcOrd="15" destOrd="0" presId="urn:microsoft.com/office/officeart/2008/layout/LinedList"/>
    <dgm:cxn modelId="{8EE193C6-5204-460C-9B68-AFD8454F8856}" type="presParOf" srcId="{D9001CE6-8D73-4A11-8223-B37A8CCEA365}" destId="{EB8048C6-049E-476E-A28A-67DDF2DF7671}" srcOrd="16" destOrd="0" presId="urn:microsoft.com/office/officeart/2008/layout/LinedList"/>
    <dgm:cxn modelId="{6CB50AD6-A04C-4BDF-AD93-72A6B6EBE107}" type="presParOf" srcId="{EB8048C6-049E-476E-A28A-67DDF2DF7671}" destId="{F2CB1FE3-3A00-4F1B-93D9-910A80CED77F}" srcOrd="0" destOrd="0" presId="urn:microsoft.com/office/officeart/2008/layout/LinedList"/>
    <dgm:cxn modelId="{B3A48BF0-AB26-44E6-9F19-6B1078F00C2C}" type="presParOf" srcId="{EB8048C6-049E-476E-A28A-67DDF2DF7671}" destId="{E61139C2-35AB-4600-8AB2-8633FBF345B4}" srcOrd="1" destOrd="0" presId="urn:microsoft.com/office/officeart/2008/layout/LinedList"/>
    <dgm:cxn modelId="{9588C8E6-EDC1-4950-A50A-FAB2F38B5BA6}" type="presParOf" srcId="{EB8048C6-049E-476E-A28A-67DDF2DF7671}" destId="{72DD8688-E7D4-44E3-9C7A-D000DBCDC6C9}" srcOrd="2" destOrd="0" presId="urn:microsoft.com/office/officeart/2008/layout/LinedList"/>
    <dgm:cxn modelId="{757682DE-61E1-47A7-8276-FEC554E4F0DE}" type="presParOf" srcId="{72DD8688-E7D4-44E3-9C7A-D000DBCDC6C9}" destId="{DDA3D4F6-0084-4723-986B-8250CDFD93F9}" srcOrd="0" destOrd="0" presId="urn:microsoft.com/office/officeart/2008/layout/LinedList"/>
    <dgm:cxn modelId="{058EB841-631D-4050-AE79-B226AC431BAD}" type="presParOf" srcId="{DDA3D4F6-0084-4723-986B-8250CDFD93F9}" destId="{0A2AFB39-E1C4-4F51-909E-94CAC9F57D84}" srcOrd="0" destOrd="0" presId="urn:microsoft.com/office/officeart/2008/layout/LinedList"/>
    <dgm:cxn modelId="{4A52856A-DEF8-427E-BA54-424163DC6BF1}" type="presParOf" srcId="{DDA3D4F6-0084-4723-986B-8250CDFD93F9}" destId="{560D4EC0-B33D-423B-A0E1-1C9B11020083}" srcOrd="1" destOrd="0" presId="urn:microsoft.com/office/officeart/2008/layout/LinedList"/>
    <dgm:cxn modelId="{CB3A6337-FFD6-48DC-9552-D1E15575AE52}" type="presParOf" srcId="{DDA3D4F6-0084-4723-986B-8250CDFD93F9}" destId="{4D48DD8F-1A34-4E36-A375-4A6C56304464}" srcOrd="2" destOrd="0" presId="urn:microsoft.com/office/officeart/2008/layout/LinedList"/>
    <dgm:cxn modelId="{60EA20A5-D2AF-4E15-BC55-946DC79A0225}" type="presParOf" srcId="{D9001CE6-8D73-4A11-8223-B37A8CCEA365}" destId="{B4A26733-F07A-488E-BC9F-5AD0177962E0}" srcOrd="17" destOrd="0" presId="urn:microsoft.com/office/officeart/2008/layout/LinedList"/>
    <dgm:cxn modelId="{D95F2E1F-1A4C-4176-883F-4913759A62BE}" type="presParOf" srcId="{D9001CE6-8D73-4A11-8223-B37A8CCEA365}" destId="{8DCEC23A-6F3C-45A4-90B5-27B89BD4F1C5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BF8C61-80CE-41E5-9E64-585D8FCE9DED}" type="doc">
      <dgm:prSet loTypeId="urn:microsoft.com/office/officeart/2005/8/layout/hList6" loCatId="list" qsTypeId="urn:microsoft.com/office/officeart/2005/8/quickstyle/3d3" qsCatId="3D" csTypeId="urn:microsoft.com/office/officeart/2005/8/colors/accent1_5" csCatId="accent1"/>
      <dgm:spPr/>
      <dgm:t>
        <a:bodyPr/>
        <a:lstStyle/>
        <a:p>
          <a:endParaRPr lang="zh-CN" altLang="en-US"/>
        </a:p>
      </dgm:t>
    </dgm:pt>
    <dgm:pt modelId="{A8777EE6-63DC-491B-9BBA-E41CC414AB5D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万寿山西部景区</a:t>
          </a:r>
        </a:p>
      </dgm:t>
    </dgm:pt>
    <dgm:pt modelId="{A2DD8CD1-B81B-4AA2-BABC-57BD4ED8B6E6}" type="parTrans" cxnId="{7FB1B150-136A-453B-BE13-4D1ABDF3A0FE}">
      <dgm:prSet/>
      <dgm:spPr/>
      <dgm:t>
        <a:bodyPr/>
        <a:lstStyle/>
        <a:p>
          <a:endParaRPr lang="zh-CN" altLang="en-US"/>
        </a:p>
      </dgm:t>
    </dgm:pt>
    <dgm:pt modelId="{B3DAD967-CFAA-47E3-9ABE-B0FF24C8E0D6}" type="sibTrans" cxnId="{7FB1B150-136A-453B-BE13-4D1ABDF3A0FE}">
      <dgm:prSet/>
      <dgm:spPr/>
      <dgm:t>
        <a:bodyPr/>
        <a:lstStyle/>
        <a:p>
          <a:endParaRPr lang="zh-CN" altLang="en-US"/>
        </a:p>
      </dgm:t>
    </dgm:pt>
    <dgm:pt modelId="{9414DCCF-6934-4C5C-AADA-4E61EDF099FF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清晏舫</a:t>
          </a:r>
        </a:p>
      </dgm:t>
    </dgm:pt>
    <dgm:pt modelId="{0DEA2569-C59F-4F9C-8CD4-3F0A4585D2B0}" type="parTrans" cxnId="{200E620C-CE24-4B39-B462-40E30AFFB78B}">
      <dgm:prSet/>
      <dgm:spPr/>
      <dgm:t>
        <a:bodyPr/>
        <a:lstStyle/>
        <a:p>
          <a:endParaRPr lang="zh-CN" altLang="en-US"/>
        </a:p>
      </dgm:t>
    </dgm:pt>
    <dgm:pt modelId="{0B740A40-C5D1-4E01-BF7B-E9181FE071C1}" type="sibTrans" cxnId="{200E620C-CE24-4B39-B462-40E30AFFB78B}">
      <dgm:prSet/>
      <dgm:spPr/>
      <dgm:t>
        <a:bodyPr/>
        <a:lstStyle/>
        <a:p>
          <a:endParaRPr lang="zh-CN" altLang="en-US"/>
        </a:p>
      </dgm:t>
    </dgm:pt>
    <dgm:pt modelId="{B18128BB-89D5-4E87-9EFB-EFD425DBE3E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荇桥</a:t>
          </a:r>
        </a:p>
      </dgm:t>
    </dgm:pt>
    <dgm:pt modelId="{6169FAD3-A2F1-446A-BED9-F6EA37CB4A8C}" type="parTrans" cxnId="{D201320A-DE82-4266-9F11-4881625FE7C3}">
      <dgm:prSet/>
      <dgm:spPr/>
      <dgm:t>
        <a:bodyPr/>
        <a:lstStyle/>
        <a:p>
          <a:endParaRPr lang="zh-CN" altLang="en-US"/>
        </a:p>
      </dgm:t>
    </dgm:pt>
    <dgm:pt modelId="{1F37FA66-2BE1-47F5-905A-BF17A3E38567}" type="sibTrans" cxnId="{D201320A-DE82-4266-9F11-4881625FE7C3}">
      <dgm:prSet/>
      <dgm:spPr/>
      <dgm:t>
        <a:bodyPr/>
        <a:lstStyle/>
        <a:p>
          <a:endParaRPr lang="zh-CN" altLang="en-US"/>
        </a:p>
      </dgm:t>
    </dgm:pt>
    <dgm:pt modelId="{71FDA454-508E-435B-91AC-565D0FB20880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宿云檐城关</a:t>
          </a:r>
        </a:p>
      </dgm:t>
    </dgm:pt>
    <dgm:pt modelId="{8D5AA55F-5BF6-404F-A630-28B17051C778}" type="parTrans" cxnId="{D25C0D29-AE9C-455A-82A8-39B015A4066D}">
      <dgm:prSet/>
      <dgm:spPr/>
      <dgm:t>
        <a:bodyPr/>
        <a:lstStyle/>
        <a:p>
          <a:endParaRPr lang="zh-CN" altLang="en-US"/>
        </a:p>
      </dgm:t>
    </dgm:pt>
    <dgm:pt modelId="{0A34A46A-4A7E-4FB8-8644-1CE9E8992FD0}" type="sibTrans" cxnId="{D25C0D29-AE9C-455A-82A8-39B015A4066D}">
      <dgm:prSet/>
      <dgm:spPr/>
      <dgm:t>
        <a:bodyPr/>
        <a:lstStyle/>
        <a:p>
          <a:endParaRPr lang="zh-CN" altLang="en-US"/>
        </a:p>
      </dgm:t>
    </dgm:pt>
    <dgm:pt modelId="{9E67A9B5-EE57-4202-B5D7-F06551B045C1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万寿山点景区</a:t>
          </a:r>
        </a:p>
      </dgm:t>
    </dgm:pt>
    <dgm:pt modelId="{D616BBFF-119C-450A-87D3-B7D76F94FBEB}" type="parTrans" cxnId="{42D3EB58-49AB-481F-8543-AB2C3A2782AA}">
      <dgm:prSet/>
      <dgm:spPr/>
      <dgm:t>
        <a:bodyPr/>
        <a:lstStyle/>
        <a:p>
          <a:endParaRPr lang="zh-CN" altLang="en-US"/>
        </a:p>
      </dgm:t>
    </dgm:pt>
    <dgm:pt modelId="{41B17381-5156-496B-BBE6-8A9CFC0B8905}" type="sibTrans" cxnId="{42D3EB58-49AB-481F-8543-AB2C3A2782AA}">
      <dgm:prSet/>
      <dgm:spPr/>
      <dgm:t>
        <a:bodyPr/>
        <a:lstStyle/>
        <a:p>
          <a:endParaRPr lang="zh-CN" altLang="en-US"/>
        </a:p>
      </dgm:t>
    </dgm:pt>
    <dgm:pt modelId="{0C309502-1A78-46DA-8F85-2BBF90B98B12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云会寺</a:t>
          </a:r>
        </a:p>
      </dgm:t>
    </dgm:pt>
    <dgm:pt modelId="{B38557F9-4309-425E-94BB-E9ABD3C3ED2C}" type="parTrans" cxnId="{F4962D5B-25A1-4208-BEE4-8BC132D957A2}">
      <dgm:prSet/>
      <dgm:spPr/>
      <dgm:t>
        <a:bodyPr/>
        <a:lstStyle/>
        <a:p>
          <a:endParaRPr lang="zh-CN" altLang="en-US"/>
        </a:p>
      </dgm:t>
    </dgm:pt>
    <dgm:pt modelId="{295E8707-5A13-417D-85CA-67EE810F74BA}" type="sibTrans" cxnId="{F4962D5B-25A1-4208-BEE4-8BC132D957A2}">
      <dgm:prSet/>
      <dgm:spPr/>
      <dgm:t>
        <a:bodyPr/>
        <a:lstStyle/>
        <a:p>
          <a:endParaRPr lang="zh-CN" altLang="en-US"/>
        </a:p>
      </dgm:t>
    </dgm:pt>
    <dgm:pt modelId="{830634C7-3DD8-4F82-BFE7-667E0E0FD56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圆朗斋</a:t>
          </a:r>
        </a:p>
      </dgm:t>
    </dgm:pt>
    <dgm:pt modelId="{6C990173-AE29-464B-8165-72F73E55211A}" type="parTrans" cxnId="{F4BC74DA-A989-4EBE-B629-DD85F4E5B363}">
      <dgm:prSet/>
      <dgm:spPr/>
      <dgm:t>
        <a:bodyPr/>
        <a:lstStyle/>
        <a:p>
          <a:endParaRPr lang="zh-CN" altLang="en-US"/>
        </a:p>
      </dgm:t>
    </dgm:pt>
    <dgm:pt modelId="{5E7D8B09-E4E0-4A80-9F15-F61B0FC4DBFF}" type="sibTrans" cxnId="{F4BC74DA-A989-4EBE-B629-DD85F4E5B363}">
      <dgm:prSet/>
      <dgm:spPr/>
      <dgm:t>
        <a:bodyPr/>
        <a:lstStyle/>
        <a:p>
          <a:endParaRPr lang="zh-CN" altLang="en-US"/>
        </a:p>
      </dgm:t>
    </dgm:pt>
    <dgm:pt modelId="{022663AD-A654-4C76-9FEE-5927AF498BA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景福阁</a:t>
          </a:r>
        </a:p>
      </dgm:t>
    </dgm:pt>
    <dgm:pt modelId="{64939C74-7244-4784-85BC-4CAFE8F0D52A}" type="parTrans" cxnId="{CFB19FEF-F69D-48BE-B0AB-3C7B5C7F3AD4}">
      <dgm:prSet/>
      <dgm:spPr/>
      <dgm:t>
        <a:bodyPr/>
        <a:lstStyle/>
        <a:p>
          <a:endParaRPr lang="zh-CN" altLang="en-US"/>
        </a:p>
      </dgm:t>
    </dgm:pt>
    <dgm:pt modelId="{8FDF3641-C45C-4087-8AFE-D4EF8DFD6D61}" type="sibTrans" cxnId="{CFB19FEF-F69D-48BE-B0AB-3C7B5C7F3AD4}">
      <dgm:prSet/>
      <dgm:spPr/>
      <dgm:t>
        <a:bodyPr/>
        <a:lstStyle/>
        <a:p>
          <a:endParaRPr lang="zh-CN" altLang="en-US"/>
        </a:p>
      </dgm:t>
    </dgm:pt>
    <dgm:pt modelId="{D0D36A1C-35B2-455D-854E-432B44DC61F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花丞阁</a:t>
          </a:r>
        </a:p>
      </dgm:t>
    </dgm:pt>
    <dgm:pt modelId="{C81E807C-0DB3-47F4-A25F-0714CA843C1E}" type="parTrans" cxnId="{0D76F415-E6BE-4E5A-BC63-3AFA83CFB66D}">
      <dgm:prSet/>
      <dgm:spPr/>
      <dgm:t>
        <a:bodyPr/>
        <a:lstStyle/>
        <a:p>
          <a:endParaRPr lang="zh-CN" altLang="en-US"/>
        </a:p>
      </dgm:t>
    </dgm:pt>
    <dgm:pt modelId="{D283DF81-36AD-49EA-9362-C11A34DDCF47}" type="sibTrans" cxnId="{0D76F415-E6BE-4E5A-BC63-3AFA83CFB66D}">
      <dgm:prSet/>
      <dgm:spPr/>
      <dgm:t>
        <a:bodyPr/>
        <a:lstStyle/>
        <a:p>
          <a:endParaRPr lang="zh-CN" altLang="en-US"/>
        </a:p>
      </dgm:t>
    </dgm:pt>
    <dgm:pt modelId="{466E23D2-B254-40E3-896A-5A2202789D8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多宝琉璃塔</a:t>
          </a:r>
        </a:p>
      </dgm:t>
    </dgm:pt>
    <dgm:pt modelId="{7ABF09CC-B636-4B21-8AFD-937D4A418CD6}" type="parTrans" cxnId="{CE0246F5-FE43-499E-8393-66CD59157B53}">
      <dgm:prSet/>
      <dgm:spPr/>
      <dgm:t>
        <a:bodyPr/>
        <a:lstStyle/>
        <a:p>
          <a:endParaRPr lang="zh-CN" altLang="en-US"/>
        </a:p>
      </dgm:t>
    </dgm:pt>
    <dgm:pt modelId="{4DF1AE3E-64B7-482E-A02A-6EC326C45CE1}" type="sibTrans" cxnId="{CE0246F5-FE43-499E-8393-66CD59157B53}">
      <dgm:prSet/>
      <dgm:spPr/>
      <dgm:t>
        <a:bodyPr/>
        <a:lstStyle/>
        <a:p>
          <a:endParaRPr lang="zh-CN" altLang="en-US"/>
        </a:p>
      </dgm:t>
    </dgm:pt>
    <dgm:pt modelId="{16634E62-9C25-4098-B90F-90E4F9B1DAEE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画中游</a:t>
          </a:r>
        </a:p>
      </dgm:t>
    </dgm:pt>
    <dgm:pt modelId="{89F81BFF-D6C5-4133-8613-711C54279B92}" type="parTrans" cxnId="{9686FB53-13BB-4F8B-AED8-DF7A58EA3B99}">
      <dgm:prSet/>
      <dgm:spPr/>
      <dgm:t>
        <a:bodyPr/>
        <a:lstStyle/>
        <a:p>
          <a:endParaRPr lang="zh-CN" altLang="en-US"/>
        </a:p>
      </dgm:t>
    </dgm:pt>
    <dgm:pt modelId="{8E24920C-960E-417F-A8A5-26A662627461}" type="sibTrans" cxnId="{9686FB53-13BB-4F8B-AED8-DF7A58EA3B99}">
      <dgm:prSet/>
      <dgm:spPr/>
      <dgm:t>
        <a:bodyPr/>
        <a:lstStyle/>
        <a:p>
          <a:endParaRPr lang="zh-CN" altLang="en-US"/>
        </a:p>
      </dgm:t>
    </dgm:pt>
    <dgm:pt modelId="{1B69E5FB-63AB-4FC0-A34C-51ED1988C41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写秋轩</a:t>
          </a:r>
        </a:p>
      </dgm:t>
    </dgm:pt>
    <dgm:pt modelId="{9772CA91-5A66-4306-8D55-635D1E08C086}" type="parTrans" cxnId="{0AF36981-4EFF-4EDF-B223-EE5CF76934C4}">
      <dgm:prSet/>
      <dgm:spPr/>
      <dgm:t>
        <a:bodyPr/>
        <a:lstStyle/>
        <a:p>
          <a:endParaRPr lang="zh-CN" altLang="en-US"/>
        </a:p>
      </dgm:t>
    </dgm:pt>
    <dgm:pt modelId="{54CF05EC-E29E-468B-B90B-7D843DF101D0}" type="sibTrans" cxnId="{0AF36981-4EFF-4EDF-B223-EE5CF76934C4}">
      <dgm:prSet/>
      <dgm:spPr/>
      <dgm:t>
        <a:bodyPr/>
        <a:lstStyle/>
        <a:p>
          <a:endParaRPr lang="zh-CN" altLang="en-US"/>
        </a:p>
      </dgm:t>
    </dgm:pt>
    <dgm:pt modelId="{11F002AB-94C7-4E28-A246-51A47E43FC0D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紫气东来城关</a:t>
          </a:r>
        </a:p>
      </dgm:t>
    </dgm:pt>
    <dgm:pt modelId="{D2BEC652-D65B-4576-825E-9ECA8355E75E}" type="parTrans" cxnId="{4F86C280-B1D2-4371-BC9D-D2AACDADCE3B}">
      <dgm:prSet/>
      <dgm:spPr/>
      <dgm:t>
        <a:bodyPr/>
        <a:lstStyle/>
        <a:p>
          <a:endParaRPr lang="zh-CN" altLang="en-US"/>
        </a:p>
      </dgm:t>
    </dgm:pt>
    <dgm:pt modelId="{49A42EC1-2B9A-4B29-B3EB-386318A9EF77}" type="sibTrans" cxnId="{4F86C280-B1D2-4371-BC9D-D2AACDADCE3B}">
      <dgm:prSet/>
      <dgm:spPr/>
      <dgm:t>
        <a:bodyPr/>
        <a:lstStyle/>
        <a:p>
          <a:endParaRPr lang="zh-CN" altLang="en-US"/>
        </a:p>
      </dgm:t>
    </dgm:pt>
    <dgm:pt modelId="{D04D280C-2904-4519-95AB-A6F39DD13DD5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善现寺</a:t>
          </a:r>
        </a:p>
      </dgm:t>
    </dgm:pt>
    <dgm:pt modelId="{3DE5575A-4B7B-4DF1-B128-F081109FFAD6}" type="parTrans" cxnId="{E87A2EC5-A5D8-4E29-8312-C701BFEE0586}">
      <dgm:prSet/>
      <dgm:spPr/>
      <dgm:t>
        <a:bodyPr/>
        <a:lstStyle/>
        <a:p>
          <a:endParaRPr lang="zh-CN" altLang="en-US"/>
        </a:p>
      </dgm:t>
    </dgm:pt>
    <dgm:pt modelId="{423032F4-4154-45E5-8CA8-438BB96354A6}" type="sibTrans" cxnId="{E87A2EC5-A5D8-4E29-8312-C701BFEE0586}">
      <dgm:prSet/>
      <dgm:spPr/>
      <dgm:t>
        <a:bodyPr/>
        <a:lstStyle/>
        <a:p>
          <a:endParaRPr lang="zh-CN" altLang="en-US"/>
        </a:p>
      </dgm:t>
    </dgm:pt>
    <dgm:pt modelId="{A040A040-FB1E-4CCE-92B9-ECE7A340788C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荟亭</a:t>
          </a:r>
        </a:p>
      </dgm:t>
    </dgm:pt>
    <dgm:pt modelId="{83AFEE04-57C7-48C5-AF73-723C864226FF}" type="parTrans" cxnId="{67300960-57D8-4731-833E-DC94F9C3DE31}">
      <dgm:prSet/>
      <dgm:spPr/>
      <dgm:t>
        <a:bodyPr/>
        <a:lstStyle/>
        <a:p>
          <a:endParaRPr lang="zh-CN" altLang="en-US"/>
        </a:p>
      </dgm:t>
    </dgm:pt>
    <dgm:pt modelId="{842A69E0-0BEC-4624-AAAC-540DB00431AC}" type="sibTrans" cxnId="{67300960-57D8-4731-833E-DC94F9C3DE31}">
      <dgm:prSet/>
      <dgm:spPr/>
      <dgm:t>
        <a:bodyPr/>
        <a:lstStyle/>
        <a:p>
          <a:endParaRPr lang="zh-CN" altLang="en-US"/>
        </a:p>
      </dgm:t>
    </dgm:pt>
    <dgm:pt modelId="{12B315E7-A30B-49D5-B3CD-F730EE6336FC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重翠亭</a:t>
          </a:r>
        </a:p>
      </dgm:t>
    </dgm:pt>
    <dgm:pt modelId="{EC28D34D-282B-4659-AAF5-C668118D62BB}" type="parTrans" cxnId="{A22FE15C-C65A-4251-B781-0C959D819364}">
      <dgm:prSet/>
      <dgm:spPr/>
      <dgm:t>
        <a:bodyPr/>
        <a:lstStyle/>
        <a:p>
          <a:endParaRPr lang="zh-CN" altLang="en-US"/>
        </a:p>
      </dgm:t>
    </dgm:pt>
    <dgm:pt modelId="{AE6E41BD-DF6A-4D5C-8F86-DB217FD3B3C6}" type="sibTrans" cxnId="{A22FE15C-C65A-4251-B781-0C959D819364}">
      <dgm:prSet/>
      <dgm:spPr/>
      <dgm:t>
        <a:bodyPr/>
        <a:lstStyle/>
        <a:p>
          <a:endParaRPr lang="zh-CN" altLang="en-US"/>
        </a:p>
      </dgm:t>
    </dgm:pt>
    <dgm:pt modelId="{D84C428B-2DC7-474F-8201-E1AB499B4D80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意迟云在</a:t>
          </a:r>
        </a:p>
      </dgm:t>
    </dgm:pt>
    <dgm:pt modelId="{5A8051CE-6D41-4A38-B4CA-3F4EB8EC754A}" type="parTrans" cxnId="{2E9149D7-C923-4ED6-B4DF-A194C33C9E4D}">
      <dgm:prSet/>
      <dgm:spPr/>
      <dgm:t>
        <a:bodyPr/>
        <a:lstStyle/>
        <a:p>
          <a:endParaRPr lang="zh-CN" altLang="en-US"/>
        </a:p>
      </dgm:t>
    </dgm:pt>
    <dgm:pt modelId="{EE98097A-D593-4B66-95F9-DCE849AE2BAF}" type="sibTrans" cxnId="{2E9149D7-C923-4ED6-B4DF-A194C33C9E4D}">
      <dgm:prSet/>
      <dgm:spPr/>
      <dgm:t>
        <a:bodyPr/>
        <a:lstStyle/>
        <a:p>
          <a:endParaRPr lang="zh-CN" altLang="en-US"/>
        </a:p>
      </dgm:t>
    </dgm:pt>
    <dgm:pt modelId="{63FC794F-4AA2-46C5-A309-9E743D639DD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乐农轩</a:t>
          </a:r>
        </a:p>
      </dgm:t>
    </dgm:pt>
    <dgm:pt modelId="{F8092D8D-288B-4DA9-8BEE-8FE85CE3DE07}" type="parTrans" cxnId="{23B00B25-B596-4FD0-966D-B14F31729678}">
      <dgm:prSet/>
      <dgm:spPr/>
      <dgm:t>
        <a:bodyPr/>
        <a:lstStyle/>
        <a:p>
          <a:endParaRPr lang="zh-CN" altLang="en-US"/>
        </a:p>
      </dgm:t>
    </dgm:pt>
    <dgm:pt modelId="{9C053313-EFBB-4215-8A37-0057C43C1931}" type="sibTrans" cxnId="{23B00B25-B596-4FD0-966D-B14F31729678}">
      <dgm:prSet/>
      <dgm:spPr/>
      <dgm:t>
        <a:bodyPr/>
        <a:lstStyle/>
        <a:p>
          <a:endParaRPr lang="zh-CN" altLang="en-US"/>
        </a:p>
      </dgm:t>
    </dgm:pt>
    <dgm:pt modelId="{FD0F75BF-5070-416E-B7D9-0CE7502BB40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湖山真意</a:t>
          </a:r>
        </a:p>
      </dgm:t>
    </dgm:pt>
    <dgm:pt modelId="{28E8518B-5A21-419B-84BC-93B80C376A7E}" type="parTrans" cxnId="{8F9E6CBF-896D-4604-BB69-1FDB43F84FF8}">
      <dgm:prSet/>
      <dgm:spPr/>
      <dgm:t>
        <a:bodyPr/>
        <a:lstStyle/>
        <a:p>
          <a:endParaRPr lang="zh-CN" altLang="en-US"/>
        </a:p>
      </dgm:t>
    </dgm:pt>
    <dgm:pt modelId="{CAECB6A9-EA38-4AA0-8AF1-5937293D8449}" type="sibTrans" cxnId="{8F9E6CBF-896D-4604-BB69-1FDB43F84FF8}">
      <dgm:prSet/>
      <dgm:spPr/>
      <dgm:t>
        <a:bodyPr/>
        <a:lstStyle/>
        <a:p>
          <a:endParaRPr lang="zh-CN" altLang="en-US"/>
        </a:p>
      </dgm:t>
    </dgm:pt>
    <dgm:pt modelId="{0666CACF-C258-43D0-9DA5-C31AFCA6E1AC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草亭</a:t>
          </a:r>
        </a:p>
      </dgm:t>
    </dgm:pt>
    <dgm:pt modelId="{8905A994-5A0B-4760-B138-1D516030A99B}" type="parTrans" cxnId="{A535AF59-5EF1-488B-975F-988120EBCD26}">
      <dgm:prSet/>
      <dgm:spPr/>
      <dgm:t>
        <a:bodyPr/>
        <a:lstStyle/>
        <a:p>
          <a:endParaRPr lang="zh-CN" altLang="en-US"/>
        </a:p>
      </dgm:t>
    </dgm:pt>
    <dgm:pt modelId="{8DCFFDCC-4469-4EC7-AAD5-48A6E00E6AAA}" type="sibTrans" cxnId="{A535AF59-5EF1-488B-975F-988120EBCD26}">
      <dgm:prSet/>
      <dgm:spPr/>
      <dgm:t>
        <a:bodyPr/>
        <a:lstStyle/>
        <a:p>
          <a:endParaRPr lang="zh-CN" altLang="en-US"/>
        </a:p>
      </dgm:t>
    </dgm:pt>
    <dgm:pt modelId="{C5861733-B37C-46C8-9BE3-6245C5F55F74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益寿堂</a:t>
          </a:r>
        </a:p>
      </dgm:t>
    </dgm:pt>
    <dgm:pt modelId="{9A4BCA5C-C86C-4A86-976A-A11B48F8C920}" type="parTrans" cxnId="{E1AA3771-5243-4A82-8EDE-FFC3D8126A13}">
      <dgm:prSet/>
      <dgm:spPr/>
      <dgm:t>
        <a:bodyPr/>
        <a:lstStyle/>
        <a:p>
          <a:endParaRPr lang="zh-CN" altLang="en-US"/>
        </a:p>
      </dgm:t>
    </dgm:pt>
    <dgm:pt modelId="{92013625-6BD1-4D72-A3E3-D06BCA137EB6}" type="sibTrans" cxnId="{E1AA3771-5243-4A82-8EDE-FFC3D8126A13}">
      <dgm:prSet/>
      <dgm:spPr/>
      <dgm:t>
        <a:bodyPr/>
        <a:lstStyle/>
        <a:p>
          <a:endParaRPr lang="zh-CN" altLang="en-US"/>
        </a:p>
      </dgm:t>
    </dgm:pt>
    <dgm:pt modelId="{C1F74DB6-59CB-4922-A9E4-3E679CE582FF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万寿山前山景区</a:t>
          </a:r>
        </a:p>
      </dgm:t>
    </dgm:pt>
    <dgm:pt modelId="{3A63D573-0567-4796-BDD9-5022FD686A6B}" type="parTrans" cxnId="{D1195A04-82BE-41D9-AB0A-A43544437D19}">
      <dgm:prSet/>
      <dgm:spPr/>
      <dgm:t>
        <a:bodyPr/>
        <a:lstStyle/>
        <a:p>
          <a:endParaRPr lang="zh-CN" altLang="en-US"/>
        </a:p>
      </dgm:t>
    </dgm:pt>
    <dgm:pt modelId="{0844E657-2736-4EB5-8D49-BE35D5BE38EE}" type="sibTrans" cxnId="{D1195A04-82BE-41D9-AB0A-A43544437D19}">
      <dgm:prSet/>
      <dgm:spPr/>
      <dgm:t>
        <a:bodyPr/>
        <a:lstStyle/>
        <a:p>
          <a:endParaRPr lang="zh-CN" altLang="en-US"/>
        </a:p>
      </dgm:t>
    </dgm:pt>
    <dgm:pt modelId="{AFEF9516-E2F1-4BB5-9D29-5D69D47A58B1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众香界</a:t>
          </a:r>
        </a:p>
      </dgm:t>
    </dgm:pt>
    <dgm:pt modelId="{0DE3BEBD-20EC-4B59-B486-422936B5AD08}" type="parTrans" cxnId="{16443FD8-6B23-4846-BEF2-8A5C34D22095}">
      <dgm:prSet/>
      <dgm:spPr/>
      <dgm:t>
        <a:bodyPr/>
        <a:lstStyle/>
        <a:p>
          <a:endParaRPr lang="zh-CN" altLang="en-US"/>
        </a:p>
      </dgm:t>
    </dgm:pt>
    <dgm:pt modelId="{60491823-5A26-4FD5-A58B-5B11FD62604A}" type="sibTrans" cxnId="{16443FD8-6B23-4846-BEF2-8A5C34D22095}">
      <dgm:prSet/>
      <dgm:spPr/>
      <dgm:t>
        <a:bodyPr/>
        <a:lstStyle/>
        <a:p>
          <a:endParaRPr lang="zh-CN" altLang="en-US"/>
        </a:p>
      </dgm:t>
    </dgm:pt>
    <dgm:pt modelId="{2448AECA-B40E-4574-A95B-90FCA4E1BC54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</a:t>
          </a:r>
        </a:p>
      </dgm:t>
    </dgm:pt>
    <dgm:pt modelId="{29B1815B-2459-40BD-834B-CD2AE8DAAF1B}" type="parTrans" cxnId="{55A932BF-3042-421D-BB82-71475FA38BFE}">
      <dgm:prSet/>
      <dgm:spPr/>
      <dgm:t>
        <a:bodyPr/>
        <a:lstStyle/>
        <a:p>
          <a:endParaRPr lang="zh-CN" altLang="en-US"/>
        </a:p>
      </dgm:t>
    </dgm:pt>
    <dgm:pt modelId="{1D073DD4-CAB9-4336-A54D-1DF2B9B1D282}" type="sibTrans" cxnId="{55A932BF-3042-421D-BB82-71475FA38BFE}">
      <dgm:prSet/>
      <dgm:spPr/>
      <dgm:t>
        <a:bodyPr/>
        <a:lstStyle/>
        <a:p>
          <a:endParaRPr lang="zh-CN" altLang="en-US"/>
        </a:p>
      </dgm:t>
    </dgm:pt>
    <dgm:pt modelId="{735B3CFB-37F8-40BE-BA2E-DAEDB1B09AB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佛香阁</a:t>
          </a:r>
        </a:p>
      </dgm:t>
    </dgm:pt>
    <dgm:pt modelId="{AD4CD00D-FC86-40F8-8D74-6C1C705663F3}" type="parTrans" cxnId="{2AEF89BC-B3B1-4876-A29A-9A4EE3563945}">
      <dgm:prSet/>
      <dgm:spPr/>
      <dgm:t>
        <a:bodyPr/>
        <a:lstStyle/>
        <a:p>
          <a:endParaRPr lang="zh-CN" altLang="en-US"/>
        </a:p>
      </dgm:t>
    </dgm:pt>
    <dgm:pt modelId="{760E120F-C880-4CBF-98F2-68AAC66422DF}" type="sibTrans" cxnId="{2AEF89BC-B3B1-4876-A29A-9A4EE3563945}">
      <dgm:prSet/>
      <dgm:spPr/>
      <dgm:t>
        <a:bodyPr/>
        <a:lstStyle/>
        <a:p>
          <a:endParaRPr lang="zh-CN" altLang="en-US"/>
        </a:p>
      </dgm:t>
    </dgm:pt>
    <dgm:pt modelId="{6EAFC42D-8CE8-49B3-8B36-ADF8539C1B68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排云殿</a:t>
          </a:r>
        </a:p>
      </dgm:t>
    </dgm:pt>
    <dgm:pt modelId="{75679AAC-3D14-4719-87C9-514A6610D08C}" type="parTrans" cxnId="{7DF470DB-EDEC-4791-A5DF-A62FE641F6D4}">
      <dgm:prSet/>
      <dgm:spPr/>
      <dgm:t>
        <a:bodyPr/>
        <a:lstStyle/>
        <a:p>
          <a:endParaRPr lang="zh-CN" altLang="en-US"/>
        </a:p>
      </dgm:t>
    </dgm:pt>
    <dgm:pt modelId="{17841242-0987-4657-8F96-778BE2DA3AE9}" type="sibTrans" cxnId="{7DF470DB-EDEC-4791-A5DF-A62FE641F6D4}">
      <dgm:prSet/>
      <dgm:spPr/>
      <dgm:t>
        <a:bodyPr/>
        <a:lstStyle/>
        <a:p>
          <a:endParaRPr lang="zh-CN" altLang="en-US"/>
        </a:p>
      </dgm:t>
    </dgm:pt>
    <dgm:pt modelId="{A12B0D2A-4031-4B34-BC81-61BB17101AFD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智慧海</a:t>
          </a:r>
        </a:p>
      </dgm:t>
    </dgm:pt>
    <dgm:pt modelId="{C1761458-9F3D-4AC1-BC05-9B3CE9C18616}" type="parTrans" cxnId="{18C1C69E-4443-4678-A735-3E4BCFCA50A8}">
      <dgm:prSet/>
      <dgm:spPr/>
      <dgm:t>
        <a:bodyPr/>
        <a:lstStyle/>
        <a:p>
          <a:endParaRPr lang="zh-CN" altLang="en-US"/>
        </a:p>
      </dgm:t>
    </dgm:pt>
    <dgm:pt modelId="{A0DE1933-EA3D-4E36-9984-10683543DF83}" type="sibTrans" cxnId="{18C1C69E-4443-4678-A735-3E4BCFCA50A8}">
      <dgm:prSet/>
      <dgm:spPr/>
      <dgm:t>
        <a:bodyPr/>
        <a:lstStyle/>
        <a:p>
          <a:endParaRPr lang="zh-CN" altLang="en-US"/>
        </a:p>
      </dgm:t>
    </dgm:pt>
    <dgm:pt modelId="{B54611A6-1522-4148-A7D3-B7D243FADE9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五方阁</a:t>
          </a:r>
        </a:p>
      </dgm:t>
    </dgm:pt>
    <dgm:pt modelId="{45FBBAD3-3EE4-4D48-AB11-182459948108}" type="parTrans" cxnId="{D631E51E-4429-458B-A640-76268D7938B0}">
      <dgm:prSet/>
      <dgm:spPr/>
      <dgm:t>
        <a:bodyPr/>
        <a:lstStyle/>
        <a:p>
          <a:endParaRPr lang="zh-CN" altLang="en-US"/>
        </a:p>
      </dgm:t>
    </dgm:pt>
    <dgm:pt modelId="{D11287DF-278A-49E5-B6CC-C412B82C672A}" type="sibTrans" cxnId="{D631E51E-4429-458B-A640-76268D7938B0}">
      <dgm:prSet/>
      <dgm:spPr/>
      <dgm:t>
        <a:bodyPr/>
        <a:lstStyle/>
        <a:p>
          <a:endParaRPr lang="zh-CN" altLang="en-US"/>
        </a:p>
      </dgm:t>
    </dgm:pt>
    <dgm:pt modelId="{E269D9F4-1196-4B9B-AE57-195F12D5BDC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万寿山昆明湖石碑</a:t>
          </a:r>
        </a:p>
      </dgm:t>
    </dgm:pt>
    <dgm:pt modelId="{C622E7BF-4F96-4003-8303-F0AA128F1B5E}" type="parTrans" cxnId="{103D251F-EE77-45BA-BEF8-50BE052E89D2}">
      <dgm:prSet/>
      <dgm:spPr/>
      <dgm:t>
        <a:bodyPr/>
        <a:lstStyle/>
        <a:p>
          <a:endParaRPr lang="zh-CN" altLang="en-US"/>
        </a:p>
      </dgm:t>
    </dgm:pt>
    <dgm:pt modelId="{A96363F9-5779-429B-B28A-9A76BE1D982A}" type="sibTrans" cxnId="{103D251F-EE77-45BA-BEF8-50BE052E89D2}">
      <dgm:prSet/>
      <dgm:spPr/>
      <dgm:t>
        <a:bodyPr/>
        <a:lstStyle/>
        <a:p>
          <a:endParaRPr lang="zh-CN" altLang="en-US"/>
        </a:p>
      </dgm:t>
    </dgm:pt>
    <dgm:pt modelId="{D3983E2A-B4CD-4FB3-88F2-F34DC1891614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转轮藏</a:t>
          </a:r>
        </a:p>
      </dgm:t>
    </dgm:pt>
    <dgm:pt modelId="{333843F5-E05E-432B-8587-642B7CA86EF5}" type="parTrans" cxnId="{8A132887-3B64-4B2C-AFC5-D7807AAD9D0A}">
      <dgm:prSet/>
      <dgm:spPr/>
      <dgm:t>
        <a:bodyPr/>
        <a:lstStyle/>
        <a:p>
          <a:endParaRPr lang="zh-CN" altLang="en-US"/>
        </a:p>
      </dgm:t>
    </dgm:pt>
    <dgm:pt modelId="{DC1770F1-B560-4314-A208-A551A4D05EE1}" type="sibTrans" cxnId="{8A132887-3B64-4B2C-AFC5-D7807AAD9D0A}">
      <dgm:prSet/>
      <dgm:spPr/>
      <dgm:t>
        <a:bodyPr/>
        <a:lstStyle/>
        <a:p>
          <a:endParaRPr lang="zh-CN" altLang="en-US"/>
        </a:p>
      </dgm:t>
    </dgm:pt>
    <dgm:pt modelId="{DF71A6BB-75D6-463D-976E-4D35F6D0B218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宝云阁铜殿</a:t>
          </a:r>
        </a:p>
      </dgm:t>
    </dgm:pt>
    <dgm:pt modelId="{6DC73DAA-667D-4E1F-85BD-35A9171FADF9}" type="parTrans" cxnId="{72A4A9BF-928A-480F-937F-C5965D2AD98C}">
      <dgm:prSet/>
      <dgm:spPr/>
      <dgm:t>
        <a:bodyPr/>
        <a:lstStyle/>
        <a:p>
          <a:endParaRPr lang="zh-CN" altLang="en-US"/>
        </a:p>
      </dgm:t>
    </dgm:pt>
    <dgm:pt modelId="{F65B82A5-9345-459C-BEA9-8757D4A88C4F}" type="sibTrans" cxnId="{72A4A9BF-928A-480F-937F-C5965D2AD98C}">
      <dgm:prSet/>
      <dgm:spPr/>
      <dgm:t>
        <a:bodyPr/>
        <a:lstStyle/>
        <a:p>
          <a:endParaRPr lang="zh-CN" altLang="en-US"/>
        </a:p>
      </dgm:t>
    </dgm:pt>
    <dgm:pt modelId="{1536A0FA-5AB2-47E9-B947-6B2B27F232D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排云殿佛香阁</a:t>
          </a:r>
        </a:p>
      </dgm:t>
    </dgm:pt>
    <dgm:pt modelId="{32212C84-C6E6-4FAB-992B-1CFFD4F048F6}" type="parTrans" cxnId="{395D1D77-90D7-4CC6-A583-8BB47E96FB61}">
      <dgm:prSet/>
      <dgm:spPr/>
      <dgm:t>
        <a:bodyPr/>
        <a:lstStyle/>
        <a:p>
          <a:endParaRPr lang="zh-CN" altLang="en-US"/>
        </a:p>
      </dgm:t>
    </dgm:pt>
    <dgm:pt modelId="{54C0B07C-6BB4-46CA-B0B3-444BC0D7A843}" type="sibTrans" cxnId="{395D1D77-90D7-4CC6-A583-8BB47E96FB61}">
      <dgm:prSet/>
      <dgm:spPr/>
      <dgm:t>
        <a:bodyPr/>
        <a:lstStyle/>
        <a:p>
          <a:endParaRPr lang="zh-CN" altLang="en-US"/>
        </a:p>
      </dgm:t>
    </dgm:pt>
    <dgm:pt modelId="{098AD566-EBBD-4D18-941F-6F705B541B76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昆明湖区</a:t>
          </a:r>
        </a:p>
      </dgm:t>
    </dgm:pt>
    <dgm:pt modelId="{89E8FA08-45E3-472C-A221-F3D9E74B8726}" type="parTrans" cxnId="{707B86A0-D7C3-409B-A87C-F145C1DD0B40}">
      <dgm:prSet/>
      <dgm:spPr/>
      <dgm:t>
        <a:bodyPr/>
        <a:lstStyle/>
        <a:p>
          <a:endParaRPr lang="zh-CN" altLang="en-US"/>
        </a:p>
      </dgm:t>
    </dgm:pt>
    <dgm:pt modelId="{FC262E8D-D803-489F-A6F9-C1C8192F1AFC}" type="sibTrans" cxnId="{707B86A0-D7C3-409B-A87C-F145C1DD0B40}">
      <dgm:prSet/>
      <dgm:spPr/>
      <dgm:t>
        <a:bodyPr/>
        <a:lstStyle/>
        <a:p>
          <a:endParaRPr lang="zh-CN" altLang="en-US"/>
        </a:p>
      </dgm:t>
    </dgm:pt>
    <dgm:pt modelId="{4FB151DB-86AF-44FB-AC06-8A3888E0D36B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昆仑石</a:t>
          </a:r>
        </a:p>
      </dgm:t>
    </dgm:pt>
    <dgm:pt modelId="{99555752-AB13-4B8D-85DC-4238EEF9B4E7}" type="parTrans" cxnId="{7EE71D41-66B3-4108-8347-11D762632897}">
      <dgm:prSet/>
      <dgm:spPr/>
      <dgm:t>
        <a:bodyPr/>
        <a:lstStyle/>
        <a:p>
          <a:endParaRPr lang="zh-CN" altLang="en-US"/>
        </a:p>
      </dgm:t>
    </dgm:pt>
    <dgm:pt modelId="{B1357F14-27A8-43B6-9EA2-9A07AD650931}" type="sibTrans" cxnId="{7EE71D41-66B3-4108-8347-11D762632897}">
      <dgm:prSet/>
      <dgm:spPr/>
      <dgm:t>
        <a:bodyPr/>
        <a:lstStyle/>
        <a:p>
          <a:endParaRPr lang="zh-CN" altLang="en-US"/>
        </a:p>
      </dgm:t>
    </dgm:pt>
    <dgm:pt modelId="{F6805D7F-2CE6-4134-8AF0-62561CD6101E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十七孔桥</a:t>
          </a:r>
        </a:p>
      </dgm:t>
    </dgm:pt>
    <dgm:pt modelId="{057325ED-4050-48BE-A393-942B5342F917}" type="parTrans" cxnId="{0563A263-D338-4761-ACAC-157FA3720867}">
      <dgm:prSet/>
      <dgm:spPr/>
      <dgm:t>
        <a:bodyPr/>
        <a:lstStyle/>
        <a:p>
          <a:endParaRPr lang="zh-CN" altLang="en-US"/>
        </a:p>
      </dgm:t>
    </dgm:pt>
    <dgm:pt modelId="{D163D87C-50D3-4340-8201-E1C46E1AE0A2}" type="sibTrans" cxnId="{0563A263-D338-4761-ACAC-157FA3720867}">
      <dgm:prSet/>
      <dgm:spPr/>
      <dgm:t>
        <a:bodyPr/>
        <a:lstStyle/>
        <a:p>
          <a:endParaRPr lang="zh-CN" altLang="en-US"/>
        </a:p>
      </dgm:t>
    </dgm:pt>
    <dgm:pt modelId="{12D95D2B-737D-4401-9F27-3403C2F2751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铜牛</a:t>
          </a:r>
        </a:p>
      </dgm:t>
    </dgm:pt>
    <dgm:pt modelId="{DA1F41E8-1D25-43D1-9E77-F89AE56E9499}" type="parTrans" cxnId="{5222F0D1-973D-4F49-A2A5-A51E99F0AC7A}">
      <dgm:prSet/>
      <dgm:spPr/>
      <dgm:t>
        <a:bodyPr/>
        <a:lstStyle/>
        <a:p>
          <a:endParaRPr lang="zh-CN" altLang="en-US"/>
        </a:p>
      </dgm:t>
    </dgm:pt>
    <dgm:pt modelId="{8499848D-9881-4190-A222-695F6A5C797B}" type="sibTrans" cxnId="{5222F0D1-973D-4F49-A2A5-A51E99F0AC7A}">
      <dgm:prSet/>
      <dgm:spPr/>
      <dgm:t>
        <a:bodyPr/>
        <a:lstStyle/>
        <a:p>
          <a:endParaRPr lang="zh-CN" altLang="en-US"/>
        </a:p>
      </dgm:t>
    </dgm:pt>
    <dgm:pt modelId="{19EC3E95-FC8E-47DD-8F43-D785A20A469D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南湖岛</a:t>
          </a:r>
        </a:p>
      </dgm:t>
    </dgm:pt>
    <dgm:pt modelId="{AA664C83-479F-4B86-A9F5-23827EA6F463}" type="parTrans" cxnId="{9EF74321-2821-4DE6-994C-A71F8779B45B}">
      <dgm:prSet/>
      <dgm:spPr/>
      <dgm:t>
        <a:bodyPr/>
        <a:lstStyle/>
        <a:p>
          <a:endParaRPr lang="zh-CN" altLang="en-US"/>
        </a:p>
      </dgm:t>
    </dgm:pt>
    <dgm:pt modelId="{60B79BA0-FE10-49BD-8CE7-1809E098D0CC}" type="sibTrans" cxnId="{9EF74321-2821-4DE6-994C-A71F8779B45B}">
      <dgm:prSet/>
      <dgm:spPr/>
      <dgm:t>
        <a:bodyPr/>
        <a:lstStyle/>
        <a:p>
          <a:endParaRPr lang="zh-CN" altLang="en-US"/>
        </a:p>
      </dgm:t>
    </dgm:pt>
    <dgm:pt modelId="{4995197F-70F9-489B-895B-42B5561D6E76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景明楼</a:t>
          </a:r>
        </a:p>
      </dgm:t>
    </dgm:pt>
    <dgm:pt modelId="{220859C4-E965-417E-9A6B-03A592596A1D}" type="parTrans" cxnId="{F8BDD162-944B-4AC3-81FE-3519C45B2225}">
      <dgm:prSet/>
      <dgm:spPr/>
      <dgm:t>
        <a:bodyPr/>
        <a:lstStyle/>
        <a:p>
          <a:endParaRPr lang="zh-CN" altLang="en-US"/>
        </a:p>
      </dgm:t>
    </dgm:pt>
    <dgm:pt modelId="{DAB9FF32-F208-4CCB-B46A-62D3CC8CC060}" type="sibTrans" cxnId="{F8BDD162-944B-4AC3-81FE-3519C45B2225}">
      <dgm:prSet/>
      <dgm:spPr/>
      <dgm:t>
        <a:bodyPr/>
        <a:lstStyle/>
        <a:p>
          <a:endParaRPr lang="zh-CN" altLang="en-US"/>
        </a:p>
      </dgm:t>
    </dgm:pt>
    <dgm:pt modelId="{FEB8B3BE-EF91-47E5-8EBF-96BE0842A034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廓如亭</a:t>
          </a:r>
        </a:p>
      </dgm:t>
    </dgm:pt>
    <dgm:pt modelId="{2A0CE132-2FED-4461-A80E-10C69E13C2CC}" type="parTrans" cxnId="{1373A509-AE6D-49DE-AAED-41BB34A3DAE0}">
      <dgm:prSet/>
      <dgm:spPr/>
      <dgm:t>
        <a:bodyPr/>
        <a:lstStyle/>
        <a:p>
          <a:endParaRPr lang="zh-CN" altLang="en-US"/>
        </a:p>
      </dgm:t>
    </dgm:pt>
    <dgm:pt modelId="{DCFC03E7-6913-483A-A586-FA695DE9A3C1}" type="sibTrans" cxnId="{1373A509-AE6D-49DE-AAED-41BB34A3DAE0}">
      <dgm:prSet/>
      <dgm:spPr/>
      <dgm:t>
        <a:bodyPr/>
        <a:lstStyle/>
        <a:p>
          <a:endParaRPr lang="zh-CN" altLang="en-US"/>
        </a:p>
      </dgm:t>
    </dgm:pt>
    <dgm:pt modelId="{831BB34D-74DE-40BD-885E-748E25470059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涵虚堂</a:t>
          </a:r>
        </a:p>
      </dgm:t>
    </dgm:pt>
    <dgm:pt modelId="{26DE29FA-EB58-4AB3-BBD0-3CA1564F5582}" type="parTrans" cxnId="{B75B1EFD-FF15-4F9D-BA10-157EC1913506}">
      <dgm:prSet/>
      <dgm:spPr/>
      <dgm:t>
        <a:bodyPr/>
        <a:lstStyle/>
        <a:p>
          <a:endParaRPr lang="zh-CN" altLang="en-US"/>
        </a:p>
      </dgm:t>
    </dgm:pt>
    <dgm:pt modelId="{FEE61F5D-21D0-4209-AC72-B16443697464}" type="sibTrans" cxnId="{B75B1EFD-FF15-4F9D-BA10-157EC1913506}">
      <dgm:prSet/>
      <dgm:spPr/>
      <dgm:t>
        <a:bodyPr/>
        <a:lstStyle/>
        <a:p>
          <a:endParaRPr lang="zh-CN" altLang="en-US"/>
        </a:p>
      </dgm:t>
    </dgm:pt>
    <dgm:pt modelId="{684BB7D2-69D1-4D61-BE8E-6E688D1F7866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西堤</a:t>
          </a:r>
        </a:p>
      </dgm:t>
    </dgm:pt>
    <dgm:pt modelId="{AFC4066E-1614-4A75-9B8E-511C21CD861E}" type="parTrans" cxnId="{70E7073B-0C04-4D64-898D-45A9B3B5DE9A}">
      <dgm:prSet/>
      <dgm:spPr/>
      <dgm:t>
        <a:bodyPr/>
        <a:lstStyle/>
        <a:p>
          <a:endParaRPr lang="zh-CN" altLang="en-US"/>
        </a:p>
      </dgm:t>
    </dgm:pt>
    <dgm:pt modelId="{94439DE4-F622-4E91-9D59-994F35610AC4}" type="sibTrans" cxnId="{70E7073B-0C04-4D64-898D-45A9B3B5DE9A}">
      <dgm:prSet/>
      <dgm:spPr/>
      <dgm:t>
        <a:bodyPr/>
        <a:lstStyle/>
        <a:p>
          <a:endParaRPr lang="zh-CN" altLang="en-US"/>
        </a:p>
      </dgm:t>
    </dgm:pt>
    <dgm:pt modelId="{D9C4785C-CB60-431D-88DE-EF62BD61C9EB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广润灵雨祠</a:t>
          </a:r>
        </a:p>
      </dgm:t>
    </dgm:pt>
    <dgm:pt modelId="{2542590B-2B48-49B8-AF10-2AF7B4860BD0}" type="parTrans" cxnId="{85C87F9E-FF0B-4FCF-B6F7-994F83CA5A94}">
      <dgm:prSet/>
      <dgm:spPr/>
      <dgm:t>
        <a:bodyPr/>
        <a:lstStyle/>
        <a:p>
          <a:endParaRPr lang="zh-CN" altLang="en-US"/>
        </a:p>
      </dgm:t>
    </dgm:pt>
    <dgm:pt modelId="{EAB7CF1D-9A5F-4ADC-83C5-386743C51376}" type="sibTrans" cxnId="{85C87F9E-FF0B-4FCF-B6F7-994F83CA5A94}">
      <dgm:prSet/>
      <dgm:spPr/>
      <dgm:t>
        <a:bodyPr/>
        <a:lstStyle/>
        <a:p>
          <a:endParaRPr lang="zh-CN" altLang="en-US"/>
        </a:p>
      </dgm:t>
    </dgm:pt>
    <dgm:pt modelId="{924AC1D2-3421-4B51-93B1-4FEBEF66425E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昆明湖</a:t>
          </a:r>
        </a:p>
      </dgm:t>
    </dgm:pt>
    <dgm:pt modelId="{68DC09D9-3516-4524-85DB-E8B7DEBA5D56}" type="parTrans" cxnId="{37A103D6-0671-42A3-AECC-660466756710}">
      <dgm:prSet/>
      <dgm:spPr/>
      <dgm:t>
        <a:bodyPr/>
        <a:lstStyle/>
        <a:p>
          <a:endParaRPr lang="zh-CN" altLang="en-US"/>
        </a:p>
      </dgm:t>
    </dgm:pt>
    <dgm:pt modelId="{2F0A7CAC-8363-49F8-A68B-6EB07B0FC6D4}" type="sibTrans" cxnId="{37A103D6-0671-42A3-AECC-660466756710}">
      <dgm:prSet/>
      <dgm:spPr/>
      <dgm:t>
        <a:bodyPr/>
        <a:lstStyle/>
        <a:p>
          <a:endParaRPr lang="zh-CN" altLang="en-US"/>
        </a:p>
      </dgm:t>
    </dgm:pt>
    <dgm:pt modelId="{085905C4-29F5-4564-996E-5269A607A2A8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畅观堂</a:t>
          </a:r>
        </a:p>
      </dgm:t>
    </dgm:pt>
    <dgm:pt modelId="{10292E7D-6742-4256-8031-DCD5AEA71208}" type="parTrans" cxnId="{D4C93B27-E213-46C1-8B97-C560DD3D1842}">
      <dgm:prSet/>
      <dgm:spPr/>
      <dgm:t>
        <a:bodyPr/>
        <a:lstStyle/>
        <a:p>
          <a:endParaRPr lang="zh-CN" altLang="en-US"/>
        </a:p>
      </dgm:t>
    </dgm:pt>
    <dgm:pt modelId="{F8709623-C28A-45C8-AD0A-8B4956E79FBE}" type="sibTrans" cxnId="{D4C93B27-E213-46C1-8B97-C560DD3D1842}">
      <dgm:prSet/>
      <dgm:spPr/>
      <dgm:t>
        <a:bodyPr/>
        <a:lstStyle/>
        <a:p>
          <a:endParaRPr lang="zh-CN" altLang="en-US"/>
        </a:p>
      </dgm:t>
    </dgm:pt>
    <dgm:pt modelId="{E44D2826-318B-4C76-B53C-6B49D6126DF4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二孔闸</a:t>
          </a:r>
        </a:p>
      </dgm:t>
    </dgm:pt>
    <dgm:pt modelId="{E4F1E580-766C-4B94-A9FC-60D169C28CD1}" type="parTrans" cxnId="{CC7C2C94-7586-4A11-9408-25C191251F82}">
      <dgm:prSet/>
      <dgm:spPr/>
      <dgm:t>
        <a:bodyPr/>
        <a:lstStyle/>
        <a:p>
          <a:endParaRPr lang="zh-CN" altLang="en-US"/>
        </a:p>
      </dgm:t>
    </dgm:pt>
    <dgm:pt modelId="{415E14FD-9699-4AE4-9F05-68F7142381A7}" type="sibTrans" cxnId="{CC7C2C94-7586-4A11-9408-25C191251F82}">
      <dgm:prSet/>
      <dgm:spPr/>
      <dgm:t>
        <a:bodyPr/>
        <a:lstStyle/>
        <a:p>
          <a:endParaRPr lang="zh-CN" altLang="en-US"/>
        </a:p>
      </dgm:t>
    </dgm:pt>
    <dgm:pt modelId="{A6DD9BFB-FF10-4DC8-9B39-36C0F825551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万寿山后湖景区</a:t>
          </a:r>
        </a:p>
      </dgm:t>
    </dgm:pt>
    <dgm:pt modelId="{37E024C1-A70B-4954-B178-99B3306E45E6}" type="parTrans" cxnId="{3C01F606-5A46-4B25-A1DE-8BB0DC08F3BF}">
      <dgm:prSet/>
      <dgm:spPr/>
      <dgm:t>
        <a:bodyPr/>
        <a:lstStyle/>
        <a:p>
          <a:endParaRPr lang="zh-CN" altLang="en-US"/>
        </a:p>
      </dgm:t>
    </dgm:pt>
    <dgm:pt modelId="{BCD6AA26-4F88-4FF5-BC26-811AB7C17C6B}" type="sibTrans" cxnId="{3C01F606-5A46-4B25-A1DE-8BB0DC08F3BF}">
      <dgm:prSet/>
      <dgm:spPr/>
      <dgm:t>
        <a:bodyPr/>
        <a:lstStyle/>
        <a:p>
          <a:endParaRPr lang="zh-CN" altLang="en-US"/>
        </a:p>
      </dgm:t>
    </dgm:pt>
    <dgm:pt modelId="{D6D562B3-1AA9-4A85-8074-016948936B0C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眺远斋</a:t>
          </a:r>
        </a:p>
      </dgm:t>
    </dgm:pt>
    <dgm:pt modelId="{A129715D-F27C-4B62-9CD3-6876DE62B3EF}" type="parTrans" cxnId="{633A2BBA-0087-4145-A76D-FAF5B8606CE3}">
      <dgm:prSet/>
      <dgm:spPr/>
      <dgm:t>
        <a:bodyPr/>
        <a:lstStyle/>
        <a:p>
          <a:endParaRPr lang="zh-CN" altLang="en-US"/>
        </a:p>
      </dgm:t>
    </dgm:pt>
    <dgm:pt modelId="{62F54136-1843-4419-B00F-C469974D7188}" type="sibTrans" cxnId="{633A2BBA-0087-4145-A76D-FAF5B8606CE3}">
      <dgm:prSet/>
      <dgm:spPr/>
      <dgm:t>
        <a:bodyPr/>
        <a:lstStyle/>
        <a:p>
          <a:endParaRPr lang="zh-CN" altLang="en-US"/>
        </a:p>
      </dgm:t>
    </dgm:pt>
    <dgm:pt modelId="{6EC9CFA6-F04D-4D78-ADD8-BEC4D33A6486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妙觉寺</a:t>
          </a:r>
        </a:p>
      </dgm:t>
    </dgm:pt>
    <dgm:pt modelId="{6D2FE0BE-FE59-4CE6-BF6F-8E7044826390}" type="parTrans" cxnId="{0C9B007B-3623-4015-84F2-C3598B29FE6F}">
      <dgm:prSet/>
      <dgm:spPr/>
      <dgm:t>
        <a:bodyPr/>
        <a:lstStyle/>
        <a:p>
          <a:endParaRPr lang="zh-CN" altLang="en-US"/>
        </a:p>
      </dgm:t>
    </dgm:pt>
    <dgm:pt modelId="{06DD0C4F-12F1-4862-B4CE-ACF4DBC1A0BB}" type="sibTrans" cxnId="{0C9B007B-3623-4015-84F2-C3598B29FE6F}">
      <dgm:prSet/>
      <dgm:spPr/>
      <dgm:t>
        <a:bodyPr/>
        <a:lstStyle/>
        <a:p>
          <a:endParaRPr lang="zh-CN" altLang="en-US"/>
        </a:p>
      </dgm:t>
    </dgm:pt>
    <dgm:pt modelId="{BE67DE89-CDC4-47D8-9D27-AF91DD9B9CA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苏州街</a:t>
          </a:r>
        </a:p>
      </dgm:t>
    </dgm:pt>
    <dgm:pt modelId="{98AE966C-FB45-4FBF-BDA7-7296075C257E}" type="parTrans" cxnId="{DE14E1A9-2DB5-4065-B9B4-F4FB545188C9}">
      <dgm:prSet/>
      <dgm:spPr/>
      <dgm:t>
        <a:bodyPr/>
        <a:lstStyle/>
        <a:p>
          <a:endParaRPr lang="zh-CN" altLang="en-US"/>
        </a:p>
      </dgm:t>
    </dgm:pt>
    <dgm:pt modelId="{C2AC37DB-BE1C-4EBC-A021-0227072B6400}" type="sibTrans" cxnId="{DE14E1A9-2DB5-4065-B9B4-F4FB545188C9}">
      <dgm:prSet/>
      <dgm:spPr/>
      <dgm:t>
        <a:bodyPr/>
        <a:lstStyle/>
        <a:p>
          <a:endParaRPr lang="zh-CN" altLang="en-US"/>
        </a:p>
      </dgm:t>
    </dgm:pt>
    <dgm:pt modelId="{C2416E64-DC44-4A20-B569-79A9887E2BB2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寅辉城关</a:t>
          </a:r>
        </a:p>
      </dgm:t>
    </dgm:pt>
    <dgm:pt modelId="{741ADE75-2EBE-467B-924F-F44A2BBEF4AA}" type="parTrans" cxnId="{58FB4D34-D19F-4095-9AA5-3F216831D79C}">
      <dgm:prSet/>
      <dgm:spPr/>
      <dgm:t>
        <a:bodyPr/>
        <a:lstStyle/>
        <a:p>
          <a:endParaRPr lang="zh-CN" altLang="en-US"/>
        </a:p>
      </dgm:t>
    </dgm:pt>
    <dgm:pt modelId="{77F3B8E4-7458-4DD3-8D42-708CBF31B9F8}" type="sibTrans" cxnId="{58FB4D34-D19F-4095-9AA5-3F216831D79C}">
      <dgm:prSet/>
      <dgm:spPr/>
      <dgm:t>
        <a:bodyPr/>
        <a:lstStyle/>
        <a:p>
          <a:endParaRPr lang="zh-CN" altLang="en-US"/>
        </a:p>
      </dgm:t>
    </dgm:pt>
    <dgm:pt modelId="{FC0D2F12-7254-4700-BB2E-F4DF4A4632D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万寿山后山景区</a:t>
          </a:r>
        </a:p>
      </dgm:t>
    </dgm:pt>
    <dgm:pt modelId="{C6236596-F2AD-4B8C-956E-29DD8C46C836}" type="parTrans" cxnId="{F95A4C21-D4BD-42DF-A476-A8DEF6AC5B5C}">
      <dgm:prSet/>
      <dgm:spPr/>
      <dgm:t>
        <a:bodyPr/>
        <a:lstStyle/>
        <a:p>
          <a:endParaRPr lang="zh-CN" altLang="en-US"/>
        </a:p>
      </dgm:t>
    </dgm:pt>
    <dgm:pt modelId="{DD8CFBC4-DAF1-403F-8A9F-8B345FE963A4}" type="sibTrans" cxnId="{F95A4C21-D4BD-42DF-A476-A8DEF6AC5B5C}">
      <dgm:prSet/>
      <dgm:spPr/>
      <dgm:t>
        <a:bodyPr/>
        <a:lstStyle/>
        <a:p>
          <a:endParaRPr lang="zh-CN" altLang="en-US"/>
        </a:p>
      </dgm:t>
    </dgm:pt>
    <dgm:pt modelId="{CC937701-377C-47D5-873D-29D03E0E834B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嘉荫轩</a:t>
          </a:r>
        </a:p>
      </dgm:t>
    </dgm:pt>
    <dgm:pt modelId="{8D055D57-279E-44A7-A68E-29E3259847A0}" type="parTrans" cxnId="{92E1996C-ED96-4003-8541-9977A56833E2}">
      <dgm:prSet/>
      <dgm:spPr/>
      <dgm:t>
        <a:bodyPr/>
        <a:lstStyle/>
        <a:p>
          <a:endParaRPr lang="zh-CN" altLang="en-US"/>
        </a:p>
      </dgm:t>
    </dgm:pt>
    <dgm:pt modelId="{79FAB1D3-872E-4612-8038-8C756BD45CE5}" type="sibTrans" cxnId="{92E1996C-ED96-4003-8541-9977A56833E2}">
      <dgm:prSet/>
      <dgm:spPr/>
      <dgm:t>
        <a:bodyPr/>
        <a:lstStyle/>
        <a:p>
          <a:endParaRPr lang="zh-CN" altLang="en-US"/>
        </a:p>
      </dgm:t>
    </dgm:pt>
    <dgm:pt modelId="{821584BD-BE0E-4FDF-AFBF-758B1175C00C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香岩宗印之阁</a:t>
          </a:r>
        </a:p>
      </dgm:t>
    </dgm:pt>
    <dgm:pt modelId="{7C12A5F5-1E77-4A0B-BA2E-C2F4BB0177AA}" type="parTrans" cxnId="{2192A75A-06AB-4020-ACD7-C9F62AF44A83}">
      <dgm:prSet/>
      <dgm:spPr/>
      <dgm:t>
        <a:bodyPr/>
        <a:lstStyle/>
        <a:p>
          <a:endParaRPr lang="zh-CN" altLang="en-US"/>
        </a:p>
      </dgm:t>
    </dgm:pt>
    <dgm:pt modelId="{E8378F41-5400-4B91-9E7A-E5FE0D3DA829}" type="sibTrans" cxnId="{2192A75A-06AB-4020-ACD7-C9F62AF44A83}">
      <dgm:prSet/>
      <dgm:spPr/>
      <dgm:t>
        <a:bodyPr/>
        <a:lstStyle/>
        <a:p>
          <a:endParaRPr lang="zh-CN" altLang="en-US"/>
        </a:p>
      </dgm:t>
    </dgm:pt>
    <dgm:pt modelId="{3CE31A6C-ED1F-45C2-9CE6-62C33578562B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四大部洲</a:t>
          </a:r>
        </a:p>
      </dgm:t>
    </dgm:pt>
    <dgm:pt modelId="{C696EE3B-04FD-4051-BE36-4AA9AE3B2818}" type="parTrans" cxnId="{A0DD415C-2FBB-493F-8EB2-377B8F4EA3E6}">
      <dgm:prSet/>
      <dgm:spPr/>
      <dgm:t>
        <a:bodyPr/>
        <a:lstStyle/>
        <a:p>
          <a:endParaRPr lang="zh-CN" altLang="en-US"/>
        </a:p>
      </dgm:t>
    </dgm:pt>
    <dgm:pt modelId="{87080059-E785-4276-831C-94D771A033A9}" type="sibTrans" cxnId="{A0DD415C-2FBB-493F-8EB2-377B8F4EA3E6}">
      <dgm:prSet/>
      <dgm:spPr/>
      <dgm:t>
        <a:bodyPr/>
        <a:lstStyle/>
        <a:p>
          <a:endParaRPr lang="zh-CN" altLang="en-US"/>
        </a:p>
      </dgm:t>
    </dgm:pt>
    <dgm:pt modelId="{7985925E-2679-4B98-8D4B-EF7A5A8F6A0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澹宁堂</a:t>
          </a:r>
        </a:p>
      </dgm:t>
    </dgm:pt>
    <dgm:pt modelId="{AA286A92-DB7F-450D-9A35-15C4AB19C683}" type="parTrans" cxnId="{984E948C-C00F-4550-BCDF-E4E37DC65283}">
      <dgm:prSet/>
      <dgm:spPr/>
      <dgm:t>
        <a:bodyPr/>
        <a:lstStyle/>
        <a:p>
          <a:endParaRPr lang="zh-CN" altLang="en-US"/>
        </a:p>
      </dgm:t>
    </dgm:pt>
    <dgm:pt modelId="{CD364C87-DCB4-465A-9DD4-AD13456360F4}" type="sibTrans" cxnId="{984E948C-C00F-4550-BCDF-E4E37DC65283}">
      <dgm:prSet/>
      <dgm:spPr/>
      <dgm:t>
        <a:bodyPr/>
        <a:lstStyle/>
        <a:p>
          <a:endParaRPr lang="zh-CN" altLang="en-US"/>
        </a:p>
      </dgm:t>
    </dgm:pt>
    <dgm:pt modelId="{A221C384-2F14-4CF9-A7D8-694CB394573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谐趣园</a:t>
          </a:r>
        </a:p>
      </dgm:t>
    </dgm:pt>
    <dgm:pt modelId="{B9B39525-51B6-4052-807F-50F29CB5806D}" type="parTrans" cxnId="{615C3304-71CA-48F2-A457-26B46B6F0B64}">
      <dgm:prSet/>
      <dgm:spPr/>
      <dgm:t>
        <a:bodyPr/>
        <a:lstStyle/>
        <a:p>
          <a:endParaRPr lang="zh-CN" altLang="en-US"/>
        </a:p>
      </dgm:t>
    </dgm:pt>
    <dgm:pt modelId="{F9077B52-B795-4968-B948-99888454B348}" type="sibTrans" cxnId="{615C3304-71CA-48F2-A457-26B46B6F0B64}">
      <dgm:prSet/>
      <dgm:spPr/>
      <dgm:t>
        <a:bodyPr/>
        <a:lstStyle/>
        <a:p>
          <a:endParaRPr lang="zh-CN" altLang="en-US"/>
        </a:p>
      </dgm:t>
    </dgm:pt>
    <dgm:pt modelId="{95BECAAC-CEC0-40FD-853C-613D965297BE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长廊一线风景区</a:t>
          </a:r>
        </a:p>
      </dgm:t>
    </dgm:pt>
    <dgm:pt modelId="{3AACF748-221B-4D7D-A0D9-79C74104F376}" type="parTrans" cxnId="{2117BFAE-6F37-4AF4-9F12-3D38395F7B11}">
      <dgm:prSet/>
      <dgm:spPr/>
      <dgm:t>
        <a:bodyPr/>
        <a:lstStyle/>
        <a:p>
          <a:endParaRPr lang="zh-CN" altLang="en-US"/>
        </a:p>
      </dgm:t>
    </dgm:pt>
    <dgm:pt modelId="{63C390B0-4EF6-4C84-83B6-68DDCB244D05}" type="sibTrans" cxnId="{2117BFAE-6F37-4AF4-9F12-3D38395F7B11}">
      <dgm:prSet/>
      <dgm:spPr/>
      <dgm:t>
        <a:bodyPr/>
        <a:lstStyle/>
        <a:p>
          <a:endParaRPr lang="zh-CN" altLang="en-US"/>
        </a:p>
      </dgm:t>
    </dgm:pt>
    <dgm:pt modelId="{E46F5622-7E7D-45AD-864B-88E892B803C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长廊</a:t>
          </a:r>
        </a:p>
      </dgm:t>
    </dgm:pt>
    <dgm:pt modelId="{37B3AFF3-F6D6-4A0E-BA37-843D1CED3FC2}" type="parTrans" cxnId="{B214CAE8-4DEE-4281-B4FB-B6EDB081C27C}">
      <dgm:prSet/>
      <dgm:spPr/>
      <dgm:t>
        <a:bodyPr/>
        <a:lstStyle/>
        <a:p>
          <a:endParaRPr lang="zh-CN" altLang="en-US"/>
        </a:p>
      </dgm:t>
    </dgm:pt>
    <dgm:pt modelId="{392D8032-9BD6-48B5-AC99-EFCD7F82EBFA}" type="sibTrans" cxnId="{B214CAE8-4DEE-4281-B4FB-B6EDB081C27C}">
      <dgm:prSet/>
      <dgm:spPr/>
      <dgm:t>
        <a:bodyPr/>
        <a:lstStyle/>
        <a:p>
          <a:endParaRPr lang="zh-CN" altLang="en-US"/>
        </a:p>
      </dgm:t>
    </dgm:pt>
    <dgm:pt modelId="{65D89031-7D92-4FEE-9857-3942697624ED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听鹂馆</a:t>
          </a:r>
        </a:p>
      </dgm:t>
    </dgm:pt>
    <dgm:pt modelId="{57D56C14-EE59-487D-B322-91131D15C624}" type="parTrans" cxnId="{46D204E0-5687-4051-AF1B-597A6C38AA57}">
      <dgm:prSet/>
      <dgm:spPr/>
      <dgm:t>
        <a:bodyPr/>
        <a:lstStyle/>
        <a:p>
          <a:endParaRPr lang="zh-CN" altLang="en-US"/>
        </a:p>
      </dgm:t>
    </dgm:pt>
    <dgm:pt modelId="{C5F6E516-BDE0-4FD1-9E1B-6CB17435BEA8}" type="sibTrans" cxnId="{46D204E0-5687-4051-AF1B-597A6C38AA57}">
      <dgm:prSet/>
      <dgm:spPr/>
      <dgm:t>
        <a:bodyPr/>
        <a:lstStyle/>
        <a:p>
          <a:endParaRPr lang="zh-CN" altLang="en-US"/>
        </a:p>
      </dgm:t>
    </dgm:pt>
    <dgm:pt modelId="{B8977622-6C52-495E-B39B-0C34AEA18818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宫廷与生活区</a:t>
          </a:r>
        </a:p>
      </dgm:t>
    </dgm:pt>
    <dgm:pt modelId="{7EF1BBDF-51A1-499A-94D0-52647A35C953}" type="parTrans" cxnId="{6C9F37E1-1A99-44A3-821E-04A680815822}">
      <dgm:prSet/>
      <dgm:spPr/>
      <dgm:t>
        <a:bodyPr/>
        <a:lstStyle/>
        <a:p>
          <a:endParaRPr lang="zh-CN" altLang="en-US"/>
        </a:p>
      </dgm:t>
    </dgm:pt>
    <dgm:pt modelId="{36406B11-5A57-45A1-8C51-2256CEA6EB26}" type="sibTrans" cxnId="{6C9F37E1-1A99-44A3-821E-04A680815822}">
      <dgm:prSet/>
      <dgm:spPr/>
      <dgm:t>
        <a:bodyPr/>
        <a:lstStyle/>
        <a:p>
          <a:endParaRPr lang="zh-CN" altLang="en-US"/>
        </a:p>
      </dgm:t>
    </dgm:pt>
    <dgm:pt modelId="{787420B3-3A53-42B3-AD90-331121DE0DC0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永寿斋</a:t>
          </a:r>
        </a:p>
      </dgm:t>
    </dgm:pt>
    <dgm:pt modelId="{A9F56A41-5CFD-4E3C-96F7-3AF6848791CB}" type="parTrans" cxnId="{9A82EFB7-6858-4B1F-BDF9-E261C44C0251}">
      <dgm:prSet/>
      <dgm:spPr/>
      <dgm:t>
        <a:bodyPr/>
        <a:lstStyle/>
        <a:p>
          <a:endParaRPr lang="zh-CN" altLang="en-US"/>
        </a:p>
      </dgm:t>
    </dgm:pt>
    <dgm:pt modelId="{3B67DE0A-0CAC-4591-A76D-6F293C373B58}" type="sibTrans" cxnId="{9A82EFB7-6858-4B1F-BDF9-E261C44C0251}">
      <dgm:prSet/>
      <dgm:spPr/>
      <dgm:t>
        <a:bodyPr/>
        <a:lstStyle/>
        <a:p>
          <a:endParaRPr lang="zh-CN" altLang="en-US"/>
        </a:p>
      </dgm:t>
    </dgm:pt>
    <dgm:pt modelId="{2A38AC62-07DF-4746-B9A4-63EDE2CC6BAF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扬仁风</a:t>
          </a:r>
        </a:p>
      </dgm:t>
    </dgm:pt>
    <dgm:pt modelId="{79678F9C-12F2-42B4-8892-A29BA93B8E08}" type="parTrans" cxnId="{68037AF9-D253-44BD-882E-39DA158D3260}">
      <dgm:prSet/>
      <dgm:spPr/>
      <dgm:t>
        <a:bodyPr/>
        <a:lstStyle/>
        <a:p>
          <a:endParaRPr lang="zh-CN" altLang="en-US"/>
        </a:p>
      </dgm:t>
    </dgm:pt>
    <dgm:pt modelId="{856469E0-6529-4566-9F5B-8BFF17F781F8}" type="sibTrans" cxnId="{68037AF9-D253-44BD-882E-39DA158D3260}">
      <dgm:prSet/>
      <dgm:spPr/>
      <dgm:t>
        <a:bodyPr/>
        <a:lstStyle/>
        <a:p>
          <a:endParaRPr lang="zh-CN" altLang="en-US"/>
        </a:p>
      </dgm:t>
    </dgm:pt>
    <dgm:pt modelId="{70E9A456-6315-4F10-A3AD-6EC72127AF73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文昌阁</a:t>
          </a:r>
        </a:p>
      </dgm:t>
    </dgm:pt>
    <dgm:pt modelId="{6A45EA9F-8B3D-4265-A8F5-D699A6C000F3}" type="parTrans" cxnId="{6229DB53-B746-46B6-BFED-54ED78921F0A}">
      <dgm:prSet/>
      <dgm:spPr/>
      <dgm:t>
        <a:bodyPr/>
        <a:lstStyle/>
        <a:p>
          <a:endParaRPr lang="zh-CN" altLang="en-US"/>
        </a:p>
      </dgm:t>
    </dgm:pt>
    <dgm:pt modelId="{5647159E-C34A-49EC-98CD-EED891D98771}" type="sibTrans" cxnId="{6229DB53-B746-46B6-BFED-54ED78921F0A}">
      <dgm:prSet/>
      <dgm:spPr/>
      <dgm:t>
        <a:bodyPr/>
        <a:lstStyle/>
        <a:p>
          <a:endParaRPr lang="zh-CN" altLang="en-US"/>
        </a:p>
      </dgm:t>
    </dgm:pt>
    <dgm:pt modelId="{0CA3C62B-782D-4874-B69F-67427BEAC1E0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乐寿堂</a:t>
          </a:r>
        </a:p>
      </dgm:t>
    </dgm:pt>
    <dgm:pt modelId="{E14DCB71-3336-4679-A2D8-098D95D54E58}" type="parTrans" cxnId="{F6EFB4DA-5087-4535-998F-9E82B79B5937}">
      <dgm:prSet/>
      <dgm:spPr/>
      <dgm:t>
        <a:bodyPr/>
        <a:lstStyle/>
        <a:p>
          <a:endParaRPr lang="zh-CN" altLang="en-US"/>
        </a:p>
      </dgm:t>
    </dgm:pt>
    <dgm:pt modelId="{42BB3292-D4EA-4739-B91D-66BA2088296E}" type="sibTrans" cxnId="{F6EFB4DA-5087-4535-998F-9E82B79B5937}">
      <dgm:prSet/>
      <dgm:spPr/>
      <dgm:t>
        <a:bodyPr/>
        <a:lstStyle/>
        <a:p>
          <a:endParaRPr lang="zh-CN" altLang="en-US"/>
        </a:p>
      </dgm:t>
    </dgm:pt>
    <dgm:pt modelId="{F3A437FC-BE1B-4584-ACC8-DC862585C832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宜芸馆</a:t>
          </a:r>
        </a:p>
      </dgm:t>
    </dgm:pt>
    <dgm:pt modelId="{8152FAB2-C0E4-4050-990F-E8045BA377CD}" type="parTrans" cxnId="{71A6CE1F-12B1-4001-8E1E-1037125B7B77}">
      <dgm:prSet/>
      <dgm:spPr/>
      <dgm:t>
        <a:bodyPr/>
        <a:lstStyle/>
        <a:p>
          <a:endParaRPr lang="zh-CN" altLang="en-US"/>
        </a:p>
      </dgm:t>
    </dgm:pt>
    <dgm:pt modelId="{B47277A7-F998-45A0-B6FD-F2D377031CDD}" type="sibTrans" cxnId="{71A6CE1F-12B1-4001-8E1E-1037125B7B77}">
      <dgm:prSet/>
      <dgm:spPr/>
      <dgm:t>
        <a:bodyPr/>
        <a:lstStyle/>
        <a:p>
          <a:endParaRPr lang="zh-CN" altLang="en-US"/>
        </a:p>
      </dgm:t>
    </dgm:pt>
    <dgm:pt modelId="{1A009709-4E91-48AF-B39D-EC6E25CD44E1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文昌院</a:t>
          </a:r>
        </a:p>
      </dgm:t>
    </dgm:pt>
    <dgm:pt modelId="{B1A7DE3F-6C65-4EB9-9300-2802B002A842}" type="parTrans" cxnId="{BB10BFE5-56B4-4767-B74A-019047AFB7B5}">
      <dgm:prSet/>
      <dgm:spPr/>
      <dgm:t>
        <a:bodyPr/>
        <a:lstStyle/>
        <a:p>
          <a:endParaRPr lang="zh-CN" altLang="en-US"/>
        </a:p>
      </dgm:t>
    </dgm:pt>
    <dgm:pt modelId="{F9D5BC23-1D28-4FE1-BB78-8BCDDEE20924}" type="sibTrans" cxnId="{BB10BFE5-56B4-4767-B74A-019047AFB7B5}">
      <dgm:prSet/>
      <dgm:spPr/>
      <dgm:t>
        <a:bodyPr/>
        <a:lstStyle/>
        <a:p>
          <a:endParaRPr lang="zh-CN" altLang="en-US"/>
        </a:p>
      </dgm:t>
    </dgm:pt>
    <dgm:pt modelId="{3FCF69A5-5AE6-4BA4-86CD-D69C54619777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玉澜堂</a:t>
          </a:r>
        </a:p>
      </dgm:t>
    </dgm:pt>
    <dgm:pt modelId="{51B1AC85-030E-4603-A1BE-9F635ABD24DE}" type="parTrans" cxnId="{A1389948-25CD-4A12-A847-C8D1582BBA1B}">
      <dgm:prSet/>
      <dgm:spPr/>
      <dgm:t>
        <a:bodyPr/>
        <a:lstStyle/>
        <a:p>
          <a:endParaRPr lang="zh-CN" altLang="en-US"/>
        </a:p>
      </dgm:t>
    </dgm:pt>
    <dgm:pt modelId="{D91E9D73-E7FD-4C12-AB84-34E24B92C35D}" type="sibTrans" cxnId="{A1389948-25CD-4A12-A847-C8D1582BBA1B}">
      <dgm:prSet/>
      <dgm:spPr/>
      <dgm:t>
        <a:bodyPr/>
        <a:lstStyle/>
        <a:p>
          <a:endParaRPr lang="zh-CN" altLang="en-US"/>
        </a:p>
      </dgm:t>
    </dgm:pt>
    <dgm:pt modelId="{6FDFD0A3-CD2D-4224-995A-5C1B3EE8091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知春亭</a:t>
          </a:r>
        </a:p>
      </dgm:t>
    </dgm:pt>
    <dgm:pt modelId="{7CA19725-1846-494A-A619-B10CC735EA1A}" type="parTrans" cxnId="{C37C33B3-5196-4D39-B318-9F92C4B1E2B5}">
      <dgm:prSet/>
      <dgm:spPr/>
      <dgm:t>
        <a:bodyPr/>
        <a:lstStyle/>
        <a:p>
          <a:endParaRPr lang="zh-CN" altLang="en-US"/>
        </a:p>
      </dgm:t>
    </dgm:pt>
    <dgm:pt modelId="{41A7A7C8-A6F1-4F01-B02C-A4057819C38E}" type="sibTrans" cxnId="{C37C33B3-5196-4D39-B318-9F92C4B1E2B5}">
      <dgm:prSet/>
      <dgm:spPr/>
      <dgm:t>
        <a:bodyPr/>
        <a:lstStyle/>
        <a:p>
          <a:endParaRPr lang="zh-CN" altLang="en-US"/>
        </a:p>
      </dgm:t>
    </dgm:pt>
    <dgm:pt modelId="{1FEE57D8-AF26-4D93-A2AE-5AC2D15B40A0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仁寿殿</a:t>
          </a:r>
        </a:p>
      </dgm:t>
    </dgm:pt>
    <dgm:pt modelId="{4FDA3018-48E1-4A63-962A-0FEEFF02BEC7}" type="parTrans" cxnId="{15E1419A-52FE-4108-869D-D9D562A49CCA}">
      <dgm:prSet/>
      <dgm:spPr/>
      <dgm:t>
        <a:bodyPr/>
        <a:lstStyle/>
        <a:p>
          <a:endParaRPr lang="zh-CN" altLang="en-US"/>
        </a:p>
      </dgm:t>
    </dgm:pt>
    <dgm:pt modelId="{F355DEC0-C93B-421A-A184-CAC6A275E58A}" type="sibTrans" cxnId="{15E1419A-52FE-4108-869D-D9D562A49CCA}">
      <dgm:prSet/>
      <dgm:spPr/>
      <dgm:t>
        <a:bodyPr/>
        <a:lstStyle/>
        <a:p>
          <a:endParaRPr lang="zh-CN" altLang="en-US"/>
        </a:p>
      </dgm:t>
    </dgm:pt>
    <dgm:pt modelId="{6030A19F-0CA7-45E0-89BF-04D8D698DAD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东宫门</a:t>
          </a:r>
        </a:p>
      </dgm:t>
    </dgm:pt>
    <dgm:pt modelId="{1865F03B-4DBB-49D5-A9B2-9592C98005CA}" type="parTrans" cxnId="{F907C102-3128-4689-9865-B403E47B2767}">
      <dgm:prSet/>
      <dgm:spPr/>
      <dgm:t>
        <a:bodyPr/>
        <a:lstStyle/>
        <a:p>
          <a:endParaRPr lang="zh-CN" altLang="en-US"/>
        </a:p>
      </dgm:t>
    </dgm:pt>
    <dgm:pt modelId="{85284F9E-0E40-4057-A4EF-EC5698873FC8}" type="sibTrans" cxnId="{F907C102-3128-4689-9865-B403E47B2767}">
      <dgm:prSet/>
      <dgm:spPr/>
      <dgm:t>
        <a:bodyPr/>
        <a:lstStyle/>
        <a:p>
          <a:endParaRPr lang="zh-CN" altLang="en-US"/>
        </a:p>
      </dgm:t>
    </dgm:pt>
    <dgm:pt modelId="{8573CA4A-3B98-41F2-8D33-81E79F454208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德和园</a:t>
          </a:r>
        </a:p>
      </dgm:t>
    </dgm:pt>
    <dgm:pt modelId="{D10A8254-68CE-4CFE-BED0-6D5B32DC9321}" type="parTrans" cxnId="{3BF75B2C-CAE4-42DD-A595-62E7FC4D6500}">
      <dgm:prSet/>
      <dgm:spPr/>
      <dgm:t>
        <a:bodyPr/>
        <a:lstStyle/>
        <a:p>
          <a:endParaRPr lang="zh-CN" altLang="en-US"/>
        </a:p>
      </dgm:t>
    </dgm:pt>
    <dgm:pt modelId="{1DDE6442-283B-4CBC-AF84-B8FDF0FCB541}" type="sibTrans" cxnId="{3BF75B2C-CAE4-42DD-A595-62E7FC4D6500}">
      <dgm:prSet/>
      <dgm:spPr/>
      <dgm:t>
        <a:bodyPr/>
        <a:lstStyle/>
        <a:p>
          <a:endParaRPr lang="zh-CN" altLang="en-US"/>
        </a:p>
      </dgm:t>
    </dgm:pt>
    <dgm:pt modelId="{FDA33EB6-9C8D-40D6-ADD5-350E4D1CFD1A}">
      <dgm:prSet/>
      <dgm:spPr/>
      <dgm:t>
        <a:bodyPr/>
        <a:lstStyle/>
        <a:p>
          <a:pPr rtl="0"/>
          <a:r>
            <a:rPr lang="zh-CN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涵虚牌楼</a:t>
          </a:r>
        </a:p>
      </dgm:t>
    </dgm:pt>
    <dgm:pt modelId="{BB16F6F0-7DB9-47EC-A6B6-E67CECE964F4}" type="parTrans" cxnId="{28B5A87C-4171-4061-AF68-42019040A7A8}">
      <dgm:prSet/>
      <dgm:spPr/>
      <dgm:t>
        <a:bodyPr/>
        <a:lstStyle/>
        <a:p>
          <a:endParaRPr lang="zh-CN" altLang="en-US"/>
        </a:p>
      </dgm:t>
    </dgm:pt>
    <dgm:pt modelId="{C78B55BF-FA8B-4ED2-BCA0-25C94CC4F29B}" type="sibTrans" cxnId="{28B5A87C-4171-4061-AF68-42019040A7A8}">
      <dgm:prSet/>
      <dgm:spPr/>
      <dgm:t>
        <a:bodyPr/>
        <a:lstStyle/>
        <a:p>
          <a:endParaRPr lang="zh-CN" altLang="en-US"/>
        </a:p>
      </dgm:t>
    </dgm:pt>
    <dgm:pt modelId="{FD257173-C3C3-4168-A6C7-C3B0DFD10E5E}" type="pres">
      <dgm:prSet presAssocID="{A4BF8C61-80CE-41E5-9E64-585D8FCE9DE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4B2C9EA-C49F-4DCF-A906-BD8A6950FDC1}" type="pres">
      <dgm:prSet presAssocID="{A8777EE6-63DC-491B-9BBA-E41CC414AB5D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5B0219-21FD-4459-9F8F-1DB664E0ADC1}" type="pres">
      <dgm:prSet presAssocID="{B3DAD967-CFAA-47E3-9ABE-B0FF24C8E0D6}" presName="sibTrans" presStyleCnt="0"/>
      <dgm:spPr/>
    </dgm:pt>
    <dgm:pt modelId="{7CA15D49-C8E9-4485-9B79-6548D38BDF0E}" type="pres">
      <dgm:prSet presAssocID="{9E67A9B5-EE57-4202-B5D7-F06551B045C1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071C7F3-ADE8-40FF-B741-2AA2AAE1D620}" type="pres">
      <dgm:prSet presAssocID="{41B17381-5156-496B-BBE6-8A9CFC0B8905}" presName="sibTrans" presStyleCnt="0"/>
      <dgm:spPr/>
    </dgm:pt>
    <dgm:pt modelId="{737AE8C7-2A76-4126-B4C6-D2500B141D5A}" type="pres">
      <dgm:prSet presAssocID="{C1F74DB6-59CB-4922-A9E4-3E679CE582FF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425385-C2D9-4D39-89EA-F9F4D5D86735}" type="pres">
      <dgm:prSet presAssocID="{0844E657-2736-4EB5-8D49-BE35D5BE38EE}" presName="sibTrans" presStyleCnt="0"/>
      <dgm:spPr/>
    </dgm:pt>
    <dgm:pt modelId="{77BF6FBF-3737-413E-B670-E2EB44CBED47}" type="pres">
      <dgm:prSet presAssocID="{098AD566-EBBD-4D18-941F-6F705B541B76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595E8C-C448-416D-9611-AE5D4930DC82}" type="pres">
      <dgm:prSet presAssocID="{FC262E8D-D803-489F-A6F9-C1C8192F1AFC}" presName="sibTrans" presStyleCnt="0"/>
      <dgm:spPr/>
    </dgm:pt>
    <dgm:pt modelId="{8281C843-5302-4A01-8B5E-3D774281AA2D}" type="pres">
      <dgm:prSet presAssocID="{A6DD9BFB-FF10-4DC8-9B39-36C0F825551A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AAA2DD-0A66-424B-AE97-152C8BA5A103}" type="pres">
      <dgm:prSet presAssocID="{BCD6AA26-4F88-4FF5-BC26-811AB7C17C6B}" presName="sibTrans" presStyleCnt="0"/>
      <dgm:spPr/>
    </dgm:pt>
    <dgm:pt modelId="{E1EC3361-EA06-45FD-8E27-2D818940796F}" type="pres">
      <dgm:prSet presAssocID="{FC0D2F12-7254-4700-BB2E-F4DF4A4632D3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AF03D1-C3AC-493F-B66C-E3973D13DA88}" type="pres">
      <dgm:prSet presAssocID="{DD8CFBC4-DAF1-403F-8A9F-8B345FE963A4}" presName="sibTrans" presStyleCnt="0"/>
      <dgm:spPr/>
    </dgm:pt>
    <dgm:pt modelId="{96129E87-8235-496C-9CD5-15D0815E963F}" type="pres">
      <dgm:prSet presAssocID="{95BECAAC-CEC0-40FD-853C-613D965297BE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C43542-C52C-40C3-96E8-E9ED964D78C8}" type="pres">
      <dgm:prSet presAssocID="{63C390B0-4EF6-4C84-83B6-68DDCB244D05}" presName="sibTrans" presStyleCnt="0"/>
      <dgm:spPr/>
    </dgm:pt>
    <dgm:pt modelId="{2F41AF3F-18FF-4EE4-AB4C-A04AE66E5001}" type="pres">
      <dgm:prSet presAssocID="{B8977622-6C52-495E-B39B-0C34AEA18818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D21D0F2-3197-46E4-9C63-AE97B9770AE8}" type="presOf" srcId="{F6805D7F-2CE6-4134-8AF0-62561CD6101E}" destId="{77BF6FBF-3737-413E-B670-E2EB44CBED47}" srcOrd="0" destOrd="2" presId="urn:microsoft.com/office/officeart/2005/8/layout/hList6"/>
    <dgm:cxn modelId="{37A103D6-0671-42A3-AECC-660466756710}" srcId="{098AD566-EBBD-4D18-941F-6F705B541B76}" destId="{924AC1D2-3421-4B51-93B1-4FEBEF66425E}" srcOrd="9" destOrd="0" parTransId="{68DC09D9-3516-4524-85DB-E8B7DEBA5D56}" sibTransId="{2F0A7CAC-8363-49F8-A68B-6EB07B0FC6D4}"/>
    <dgm:cxn modelId="{B347CF56-3DA9-4FA4-8888-110E410421BE}" type="presOf" srcId="{A221C384-2F14-4CF9-A7D8-694CB3945737}" destId="{E1EC3361-EA06-45FD-8E27-2D818940796F}" srcOrd="0" destOrd="5" presId="urn:microsoft.com/office/officeart/2005/8/layout/hList6"/>
    <dgm:cxn modelId="{AEDF0F41-27B3-4458-8532-6AA112666C52}" type="presOf" srcId="{0CA3C62B-782D-4874-B69F-67427BEAC1E0}" destId="{2F41AF3F-18FF-4EE4-AB4C-A04AE66E5001}" srcOrd="0" destOrd="4" presId="urn:microsoft.com/office/officeart/2005/8/layout/hList6"/>
    <dgm:cxn modelId="{057D8605-AA34-4BED-98AE-E313E97610A9}" type="presOf" srcId="{022663AD-A654-4C76-9FEE-5927AF498BAA}" destId="{7CA15D49-C8E9-4485-9B79-6548D38BDF0E}" srcOrd="0" destOrd="3" presId="urn:microsoft.com/office/officeart/2005/8/layout/hList6"/>
    <dgm:cxn modelId="{2ACBB1F9-A2B7-4333-935E-46B05E55CF0E}" type="presOf" srcId="{70E9A456-6315-4F10-A3AD-6EC72127AF73}" destId="{2F41AF3F-18FF-4EE4-AB4C-A04AE66E5001}" srcOrd="0" destOrd="3" presId="urn:microsoft.com/office/officeart/2005/8/layout/hList6"/>
    <dgm:cxn modelId="{6C9F37E1-1A99-44A3-821E-04A680815822}" srcId="{A4BF8C61-80CE-41E5-9E64-585D8FCE9DED}" destId="{B8977622-6C52-495E-B39B-0C34AEA18818}" srcOrd="7" destOrd="0" parTransId="{7EF1BBDF-51A1-499A-94D0-52647A35C953}" sibTransId="{36406B11-5A57-45A1-8C51-2256CEA6EB26}"/>
    <dgm:cxn modelId="{D12203A4-8E53-41E4-9D45-9752BF6C4B02}" type="presOf" srcId="{DF71A6BB-75D6-463D-976E-4D35F6D0B218}" destId="{737AE8C7-2A76-4126-B4C6-D2500B141D5A}" srcOrd="0" destOrd="9" presId="urn:microsoft.com/office/officeart/2005/8/layout/hList6"/>
    <dgm:cxn modelId="{1DB0EC3C-34C8-4CD2-985D-7B524C3556FB}" type="presOf" srcId="{0C309502-1A78-46DA-8F85-2BBF90B98B12}" destId="{7CA15D49-C8E9-4485-9B79-6548D38BDF0E}" srcOrd="0" destOrd="1" presId="urn:microsoft.com/office/officeart/2005/8/layout/hList6"/>
    <dgm:cxn modelId="{AC84BFDF-090E-4A7D-8EC0-54F48B041CAF}" type="presOf" srcId="{6EC9CFA6-F04D-4D78-ADD8-BEC4D33A6486}" destId="{8281C843-5302-4A01-8B5E-3D774281AA2D}" srcOrd="0" destOrd="2" presId="urn:microsoft.com/office/officeart/2005/8/layout/hList6"/>
    <dgm:cxn modelId="{CCF2B563-DF85-4ADC-A172-19A0B988176C}" type="presOf" srcId="{1B69E5FB-63AB-4FC0-A34C-51ED1988C41A}" destId="{7CA15D49-C8E9-4485-9B79-6548D38BDF0E}" srcOrd="0" destOrd="7" presId="urn:microsoft.com/office/officeart/2005/8/layout/hList6"/>
    <dgm:cxn modelId="{69AC3C3F-D1E5-454B-848C-985597B16A18}" type="presOf" srcId="{821584BD-BE0E-4FDF-AFBF-758B1175C00C}" destId="{E1EC3361-EA06-45FD-8E27-2D818940796F}" srcOrd="0" destOrd="2" presId="urn:microsoft.com/office/officeart/2005/8/layout/hList6"/>
    <dgm:cxn modelId="{F5BC8264-1D37-43B6-8366-44B3CC0BEAD1}" type="presOf" srcId="{D9C4785C-CB60-431D-88DE-EF62BD61C9EB}" destId="{77BF6FBF-3737-413E-B670-E2EB44CBED47}" srcOrd="0" destOrd="9" presId="urn:microsoft.com/office/officeart/2005/8/layout/hList6"/>
    <dgm:cxn modelId="{72A4A9BF-928A-480F-937F-C5965D2AD98C}" srcId="{C1F74DB6-59CB-4922-A9E4-3E679CE582FF}" destId="{DF71A6BB-75D6-463D-976E-4D35F6D0B218}" srcOrd="8" destOrd="0" parTransId="{6DC73DAA-667D-4E1F-85BD-35A9171FADF9}" sibTransId="{F65B82A5-9345-459C-BEA9-8757D4A88C4F}"/>
    <dgm:cxn modelId="{2192A75A-06AB-4020-ACD7-C9F62AF44A83}" srcId="{FC0D2F12-7254-4700-BB2E-F4DF4A4632D3}" destId="{821584BD-BE0E-4FDF-AFBF-758B1175C00C}" srcOrd="1" destOrd="0" parTransId="{7C12A5F5-1E77-4A0B-BA2E-C2F4BB0177AA}" sibTransId="{E8378F41-5400-4B91-9E7A-E5FE0D3DA829}"/>
    <dgm:cxn modelId="{E1AA3771-5243-4A82-8EDE-FFC3D8126A13}" srcId="{9E67A9B5-EE57-4202-B5D7-F06551B045C1}" destId="{C5861733-B37C-46C8-9BE3-6245C5F55F74}" srcOrd="15" destOrd="0" parTransId="{9A4BCA5C-C86C-4A86-976A-A11B48F8C920}" sibTransId="{92013625-6BD1-4D72-A3E3-D06BCA137EB6}"/>
    <dgm:cxn modelId="{F8BDD162-944B-4AC3-81FE-3519C45B2225}" srcId="{098AD566-EBBD-4D18-941F-6F705B541B76}" destId="{4995197F-70F9-489B-895B-42B5561D6E76}" srcOrd="4" destOrd="0" parTransId="{220859C4-E965-417E-9A6B-03A592596A1D}" sibTransId="{DAB9FF32-F208-4CCB-B46A-62D3CC8CC060}"/>
    <dgm:cxn modelId="{5AFBC1FB-350E-4F00-8D19-8A6F76B8053E}" type="presOf" srcId="{7985925E-2679-4B98-8D4B-EF7A5A8F6A07}" destId="{E1EC3361-EA06-45FD-8E27-2D818940796F}" srcOrd="0" destOrd="4" presId="urn:microsoft.com/office/officeart/2005/8/layout/hList6"/>
    <dgm:cxn modelId="{40F506EF-9884-497E-ABD5-87FD746EB796}" type="presOf" srcId="{A4BF8C61-80CE-41E5-9E64-585D8FCE9DED}" destId="{FD257173-C3C3-4168-A6C7-C3B0DFD10E5E}" srcOrd="0" destOrd="0" presId="urn:microsoft.com/office/officeart/2005/8/layout/hList6"/>
    <dgm:cxn modelId="{92E1996C-ED96-4003-8541-9977A56833E2}" srcId="{FC0D2F12-7254-4700-BB2E-F4DF4A4632D3}" destId="{CC937701-377C-47D5-873D-29D03E0E834B}" srcOrd="0" destOrd="0" parTransId="{8D055D57-279E-44A7-A68E-29E3259847A0}" sibTransId="{79FAB1D3-872E-4612-8038-8C756BD45CE5}"/>
    <dgm:cxn modelId="{AFA20907-C608-4627-9E76-A4DA5C0D58A8}" type="presOf" srcId="{831BB34D-74DE-40BD-885E-748E25470059}" destId="{77BF6FBF-3737-413E-B670-E2EB44CBED47}" srcOrd="0" destOrd="7" presId="urn:microsoft.com/office/officeart/2005/8/layout/hList6"/>
    <dgm:cxn modelId="{7DF470DB-EDEC-4791-A5DF-A62FE641F6D4}" srcId="{C1F74DB6-59CB-4922-A9E4-3E679CE582FF}" destId="{6EAFC42D-8CE8-49B3-8B36-ADF8539C1B68}" srcOrd="3" destOrd="0" parTransId="{75679AAC-3D14-4719-87C9-514A6610D08C}" sibTransId="{17841242-0987-4657-8F96-778BE2DA3AE9}"/>
    <dgm:cxn modelId="{18C1C69E-4443-4678-A735-3E4BCFCA50A8}" srcId="{C1F74DB6-59CB-4922-A9E4-3E679CE582FF}" destId="{A12B0D2A-4031-4B34-BC81-61BB17101AFD}" srcOrd="4" destOrd="0" parTransId="{C1761458-9F3D-4AC1-BC05-9B3CE9C18616}" sibTransId="{A0DE1933-EA3D-4E36-9984-10683543DF83}"/>
    <dgm:cxn modelId="{9103BD6B-6B60-4B07-86F7-ABE5674189B0}" type="presOf" srcId="{787420B3-3A53-42B3-AD90-331121DE0DC0}" destId="{2F41AF3F-18FF-4EE4-AB4C-A04AE66E5001}" srcOrd="0" destOrd="1" presId="urn:microsoft.com/office/officeart/2005/8/layout/hList6"/>
    <dgm:cxn modelId="{1D82D3A2-ED68-44C7-B693-EAC92F1B5848}" type="presOf" srcId="{B8977622-6C52-495E-B39B-0C34AEA18818}" destId="{2F41AF3F-18FF-4EE4-AB4C-A04AE66E5001}" srcOrd="0" destOrd="0" presId="urn:microsoft.com/office/officeart/2005/8/layout/hList6"/>
    <dgm:cxn modelId="{8F9E6CBF-896D-4604-BB69-1FDB43F84FF8}" srcId="{9E67A9B5-EE57-4202-B5D7-F06551B045C1}" destId="{FD0F75BF-5070-416E-B7D9-0CE7502BB40A}" srcOrd="13" destOrd="0" parTransId="{28E8518B-5A21-419B-84BC-93B80C376A7E}" sibTransId="{CAECB6A9-EA38-4AA0-8AF1-5937293D8449}"/>
    <dgm:cxn modelId="{0303D669-ABD1-4388-877C-0B25EABE487F}" type="presOf" srcId="{1A009709-4E91-48AF-B39D-EC6E25CD44E1}" destId="{2F41AF3F-18FF-4EE4-AB4C-A04AE66E5001}" srcOrd="0" destOrd="6" presId="urn:microsoft.com/office/officeart/2005/8/layout/hList6"/>
    <dgm:cxn modelId="{F6EFB4DA-5087-4535-998F-9E82B79B5937}" srcId="{B8977622-6C52-495E-B39B-0C34AEA18818}" destId="{0CA3C62B-782D-4874-B69F-67427BEAC1E0}" srcOrd="3" destOrd="0" parTransId="{E14DCB71-3336-4679-A2D8-098D95D54E58}" sibTransId="{42BB3292-D4EA-4739-B91D-66BA2088296E}"/>
    <dgm:cxn modelId="{A535AF59-5EF1-488B-975F-988120EBCD26}" srcId="{9E67A9B5-EE57-4202-B5D7-F06551B045C1}" destId="{0666CACF-C258-43D0-9DA5-C31AFCA6E1AC}" srcOrd="14" destOrd="0" parTransId="{8905A994-5A0B-4760-B138-1D516030A99B}" sibTransId="{8DCFFDCC-4469-4EC7-AAD5-48A6E00E6AAA}"/>
    <dgm:cxn modelId="{15E1419A-52FE-4108-869D-D9D562A49CCA}" srcId="{B8977622-6C52-495E-B39B-0C34AEA18818}" destId="{1FEE57D8-AF26-4D93-A2AE-5AC2D15B40A0}" srcOrd="8" destOrd="0" parTransId="{4FDA3018-48E1-4A63-962A-0FEEFF02BEC7}" sibTransId="{F355DEC0-C93B-421A-A184-CAC6A275E58A}"/>
    <dgm:cxn modelId="{D0917A5D-24FC-48A3-8ACB-A98255097827}" type="presOf" srcId="{D0D36A1C-35B2-455D-854E-432B44DC61FA}" destId="{7CA15D49-C8E9-4485-9B79-6548D38BDF0E}" srcOrd="0" destOrd="4" presId="urn:microsoft.com/office/officeart/2005/8/layout/hList6"/>
    <dgm:cxn modelId="{7FB1B150-136A-453B-BE13-4D1ABDF3A0FE}" srcId="{A4BF8C61-80CE-41E5-9E64-585D8FCE9DED}" destId="{A8777EE6-63DC-491B-9BBA-E41CC414AB5D}" srcOrd="0" destOrd="0" parTransId="{A2DD8CD1-B81B-4AA2-BABC-57BD4ED8B6E6}" sibTransId="{B3DAD967-CFAA-47E3-9ABE-B0FF24C8E0D6}"/>
    <dgm:cxn modelId="{707B86A0-D7C3-409B-A87C-F145C1DD0B40}" srcId="{A4BF8C61-80CE-41E5-9E64-585D8FCE9DED}" destId="{098AD566-EBBD-4D18-941F-6F705B541B76}" srcOrd="3" destOrd="0" parTransId="{89E8FA08-45E3-472C-A221-F3D9E74B8726}" sibTransId="{FC262E8D-D803-489F-A6F9-C1C8192F1AFC}"/>
    <dgm:cxn modelId="{D1195A04-82BE-41D9-AB0A-A43544437D19}" srcId="{A4BF8C61-80CE-41E5-9E64-585D8FCE9DED}" destId="{C1F74DB6-59CB-4922-A9E4-3E679CE582FF}" srcOrd="2" destOrd="0" parTransId="{3A63D573-0567-4796-BDD9-5022FD686A6B}" sibTransId="{0844E657-2736-4EB5-8D49-BE35D5BE38EE}"/>
    <dgm:cxn modelId="{834B117C-235A-4DA7-9459-E94CF64188D3}" type="presOf" srcId="{D04D280C-2904-4519-95AB-A6F39DD13DD5}" destId="{7CA15D49-C8E9-4485-9B79-6548D38BDF0E}" srcOrd="0" destOrd="9" presId="urn:microsoft.com/office/officeart/2005/8/layout/hList6"/>
    <dgm:cxn modelId="{0C9B007B-3623-4015-84F2-C3598B29FE6F}" srcId="{A6DD9BFB-FF10-4DC8-9B39-36C0F825551A}" destId="{6EC9CFA6-F04D-4D78-ADD8-BEC4D33A6486}" srcOrd="1" destOrd="0" parTransId="{6D2FE0BE-FE59-4CE6-BF6F-8E7044826390}" sibTransId="{06DD0C4F-12F1-4862-B4CE-ACF4DBC1A0BB}"/>
    <dgm:cxn modelId="{0AF36981-4EFF-4EDF-B223-EE5CF76934C4}" srcId="{9E67A9B5-EE57-4202-B5D7-F06551B045C1}" destId="{1B69E5FB-63AB-4FC0-A34C-51ED1988C41A}" srcOrd="6" destOrd="0" parTransId="{9772CA91-5A66-4306-8D55-635D1E08C086}" sibTransId="{54CF05EC-E29E-468B-B90B-7D843DF101D0}"/>
    <dgm:cxn modelId="{D8C71111-2A7A-4675-9225-69286D1C6AED}" type="presOf" srcId="{6FDFD0A3-CD2D-4224-995A-5C1B3EE8091A}" destId="{2F41AF3F-18FF-4EE4-AB4C-A04AE66E5001}" srcOrd="0" destOrd="8" presId="urn:microsoft.com/office/officeart/2005/8/layout/hList6"/>
    <dgm:cxn modelId="{716B3069-1BA8-4F37-BB0E-280AF636F5DB}" type="presOf" srcId="{9E67A9B5-EE57-4202-B5D7-F06551B045C1}" destId="{7CA15D49-C8E9-4485-9B79-6548D38BDF0E}" srcOrd="0" destOrd="0" presId="urn:microsoft.com/office/officeart/2005/8/layout/hList6"/>
    <dgm:cxn modelId="{0694E074-850D-4587-9F99-4D9208276D61}" type="presOf" srcId="{1FEE57D8-AF26-4D93-A2AE-5AC2D15B40A0}" destId="{2F41AF3F-18FF-4EE4-AB4C-A04AE66E5001}" srcOrd="0" destOrd="9" presId="urn:microsoft.com/office/officeart/2005/8/layout/hList6"/>
    <dgm:cxn modelId="{3281AB62-10FB-4CBE-8DC4-BDD9CA3065C9}" type="presOf" srcId="{830634C7-3DD8-4F82-BFE7-667E0E0FD56A}" destId="{7CA15D49-C8E9-4485-9B79-6548D38BDF0E}" srcOrd="0" destOrd="2" presId="urn:microsoft.com/office/officeart/2005/8/layout/hList6"/>
    <dgm:cxn modelId="{D201320A-DE82-4266-9F11-4881625FE7C3}" srcId="{A8777EE6-63DC-491B-9BBA-E41CC414AB5D}" destId="{B18128BB-89D5-4E87-9EFB-EFD425DBE3E7}" srcOrd="1" destOrd="0" parTransId="{6169FAD3-A2F1-446A-BED9-F6EA37CB4A8C}" sibTransId="{1F37FA66-2BE1-47F5-905A-BF17A3E38567}"/>
    <dgm:cxn modelId="{EF8A6EA1-0CA9-4DFE-98E3-074E4F602DBC}" type="presOf" srcId="{4FB151DB-86AF-44FB-AC06-8A3888E0D36B}" destId="{77BF6FBF-3737-413E-B670-E2EB44CBED47}" srcOrd="0" destOrd="1" presId="urn:microsoft.com/office/officeart/2005/8/layout/hList6"/>
    <dgm:cxn modelId="{8A132887-3B64-4B2C-AFC5-D7807AAD9D0A}" srcId="{C1F74DB6-59CB-4922-A9E4-3E679CE582FF}" destId="{D3983E2A-B4CD-4FB3-88F2-F34DC1891614}" srcOrd="7" destOrd="0" parTransId="{333843F5-E05E-432B-8587-642B7CA86EF5}" sibTransId="{DC1770F1-B560-4314-A208-A551A4D05EE1}"/>
    <dgm:cxn modelId="{9EF74321-2821-4DE6-994C-A71F8779B45B}" srcId="{098AD566-EBBD-4D18-941F-6F705B541B76}" destId="{19EC3E95-FC8E-47DD-8F43-D785A20A469D}" srcOrd="3" destOrd="0" parTransId="{AA664C83-479F-4B86-A9F5-23827EA6F463}" sibTransId="{60B79BA0-FE10-49BD-8CE7-1809E098D0CC}"/>
    <dgm:cxn modelId="{A50478CC-122E-4CAC-BEE5-DF4829A7439E}" type="presOf" srcId="{684BB7D2-69D1-4D61-BE8E-6E688D1F7866}" destId="{77BF6FBF-3737-413E-B670-E2EB44CBED47}" srcOrd="0" destOrd="8" presId="urn:microsoft.com/office/officeart/2005/8/layout/hList6"/>
    <dgm:cxn modelId="{FCD7B455-401E-40FF-9EC4-93B8DD4AF3DC}" type="presOf" srcId="{0666CACF-C258-43D0-9DA5-C31AFCA6E1AC}" destId="{7CA15D49-C8E9-4485-9B79-6548D38BDF0E}" srcOrd="0" destOrd="15" presId="urn:microsoft.com/office/officeart/2005/8/layout/hList6"/>
    <dgm:cxn modelId="{70A46B86-E1B5-41EE-A3A6-DDA21174E3CF}" type="presOf" srcId="{11F002AB-94C7-4E28-A246-51A47E43FC0D}" destId="{7CA15D49-C8E9-4485-9B79-6548D38BDF0E}" srcOrd="0" destOrd="8" presId="urn:microsoft.com/office/officeart/2005/8/layout/hList6"/>
    <dgm:cxn modelId="{2117BFAE-6F37-4AF4-9F12-3D38395F7B11}" srcId="{A4BF8C61-80CE-41E5-9E64-585D8FCE9DED}" destId="{95BECAAC-CEC0-40FD-853C-613D965297BE}" srcOrd="6" destOrd="0" parTransId="{3AACF748-221B-4D7D-A0D9-79C74104F376}" sibTransId="{63C390B0-4EF6-4C84-83B6-68DDCB244D05}"/>
    <dgm:cxn modelId="{D25C0D29-AE9C-455A-82A8-39B015A4066D}" srcId="{A8777EE6-63DC-491B-9BBA-E41CC414AB5D}" destId="{71FDA454-508E-435B-91AC-565D0FB20880}" srcOrd="2" destOrd="0" parTransId="{8D5AA55F-5BF6-404F-A630-28B17051C778}" sibTransId="{0A34A46A-4A7E-4FB8-8644-1CE9E8992FD0}"/>
    <dgm:cxn modelId="{28B5A87C-4171-4061-AF68-42019040A7A8}" srcId="{B8977622-6C52-495E-B39B-0C34AEA18818}" destId="{FDA33EB6-9C8D-40D6-ADD5-350E4D1CFD1A}" srcOrd="11" destOrd="0" parTransId="{BB16F6F0-7DB9-47EC-A6B6-E67CECE964F4}" sibTransId="{C78B55BF-FA8B-4ED2-BCA0-25C94CC4F29B}"/>
    <dgm:cxn modelId="{0D76F415-E6BE-4E5A-BC63-3AFA83CFB66D}" srcId="{9E67A9B5-EE57-4202-B5D7-F06551B045C1}" destId="{D0D36A1C-35B2-455D-854E-432B44DC61FA}" srcOrd="3" destOrd="0" parTransId="{C81E807C-0DB3-47F4-A25F-0714CA843C1E}" sibTransId="{D283DF81-36AD-49EA-9362-C11A34DDCF47}"/>
    <dgm:cxn modelId="{F4BC74DA-A989-4EBE-B629-DD85F4E5B363}" srcId="{9E67A9B5-EE57-4202-B5D7-F06551B045C1}" destId="{830634C7-3DD8-4F82-BFE7-667E0E0FD56A}" srcOrd="1" destOrd="0" parTransId="{6C990173-AE29-464B-8165-72F73E55211A}" sibTransId="{5E7D8B09-E4E0-4A80-9F15-F61B0FC4DBFF}"/>
    <dgm:cxn modelId="{D0DBD227-084F-4F35-BB0E-04052FCC557B}" type="presOf" srcId="{65D89031-7D92-4FEE-9857-3942697624ED}" destId="{96129E87-8235-496C-9CD5-15D0815E963F}" srcOrd="0" destOrd="2" presId="urn:microsoft.com/office/officeart/2005/8/layout/hList6"/>
    <dgm:cxn modelId="{89788BD9-2334-477C-A4C5-C9C2ECD77B31}" type="presOf" srcId="{CC937701-377C-47D5-873D-29D03E0E834B}" destId="{E1EC3361-EA06-45FD-8E27-2D818940796F}" srcOrd="0" destOrd="1" presId="urn:microsoft.com/office/officeart/2005/8/layout/hList6"/>
    <dgm:cxn modelId="{0B1D4DA7-BBA6-4F75-96C9-CC917AB4F1D3}" type="presOf" srcId="{8573CA4A-3B98-41F2-8D33-81E79F454208}" destId="{2F41AF3F-18FF-4EE4-AB4C-A04AE66E5001}" srcOrd="0" destOrd="11" presId="urn:microsoft.com/office/officeart/2005/8/layout/hList6"/>
    <dgm:cxn modelId="{70E7073B-0C04-4D64-898D-45A9B3B5DE9A}" srcId="{098AD566-EBBD-4D18-941F-6F705B541B76}" destId="{684BB7D2-69D1-4D61-BE8E-6E688D1F7866}" srcOrd="7" destOrd="0" parTransId="{AFC4066E-1614-4A75-9B8E-511C21CD861E}" sibTransId="{94439DE4-F622-4E91-9D59-994F35610AC4}"/>
    <dgm:cxn modelId="{3C01F606-5A46-4B25-A1DE-8BB0DC08F3BF}" srcId="{A4BF8C61-80CE-41E5-9E64-585D8FCE9DED}" destId="{A6DD9BFB-FF10-4DC8-9B39-36C0F825551A}" srcOrd="4" destOrd="0" parTransId="{37E024C1-A70B-4954-B178-99B3306E45E6}" sibTransId="{BCD6AA26-4F88-4FF5-BC26-811AB7C17C6B}"/>
    <dgm:cxn modelId="{85C87F9E-FF0B-4FCF-B6F7-994F83CA5A94}" srcId="{098AD566-EBBD-4D18-941F-6F705B541B76}" destId="{D9C4785C-CB60-431D-88DE-EF62BD61C9EB}" srcOrd="8" destOrd="0" parTransId="{2542590B-2B48-49B8-AF10-2AF7B4860BD0}" sibTransId="{EAB7CF1D-9A5F-4ADC-83C5-386743C51376}"/>
    <dgm:cxn modelId="{58B45567-2E81-4FC3-BB7D-9113F2958828}" type="presOf" srcId="{A040A040-FB1E-4CCE-92B9-ECE7A340788C}" destId="{7CA15D49-C8E9-4485-9B79-6548D38BDF0E}" srcOrd="0" destOrd="10" presId="urn:microsoft.com/office/officeart/2005/8/layout/hList6"/>
    <dgm:cxn modelId="{FDAC1E75-DB79-4706-8F27-77AADD10DB6F}" type="presOf" srcId="{71FDA454-508E-435B-91AC-565D0FB20880}" destId="{04B2C9EA-C49F-4DCF-A906-BD8A6950FDC1}" srcOrd="0" destOrd="3" presId="urn:microsoft.com/office/officeart/2005/8/layout/hList6"/>
    <dgm:cxn modelId="{DAF0B722-31B1-4F40-9715-A0431C8047E9}" type="presOf" srcId="{466E23D2-B254-40E3-896A-5A2202789D8A}" destId="{7CA15D49-C8E9-4485-9B79-6548D38BDF0E}" srcOrd="0" destOrd="5" presId="urn:microsoft.com/office/officeart/2005/8/layout/hList6"/>
    <dgm:cxn modelId="{71A6CE1F-12B1-4001-8E1E-1037125B7B77}" srcId="{B8977622-6C52-495E-B39B-0C34AEA18818}" destId="{F3A437FC-BE1B-4584-ACC8-DC862585C832}" srcOrd="4" destOrd="0" parTransId="{8152FAB2-C0E4-4050-990F-E8045BA377CD}" sibTransId="{B47277A7-F998-45A0-B6FD-F2D377031CDD}"/>
    <dgm:cxn modelId="{9A82EFB7-6858-4B1F-BDF9-E261C44C0251}" srcId="{B8977622-6C52-495E-B39B-0C34AEA18818}" destId="{787420B3-3A53-42B3-AD90-331121DE0DC0}" srcOrd="0" destOrd="0" parTransId="{A9F56A41-5CFD-4E3C-96F7-3AF6848791CB}" sibTransId="{3B67DE0A-0CAC-4591-A76D-6F293C373B58}"/>
    <dgm:cxn modelId="{55A932BF-3042-421D-BB82-71475FA38BFE}" srcId="{C1F74DB6-59CB-4922-A9E4-3E679CE582FF}" destId="{2448AECA-B40E-4574-A95B-90FCA4E1BC54}" srcOrd="1" destOrd="0" parTransId="{29B1815B-2459-40BD-834B-CD2AE8DAAF1B}" sibTransId="{1D073DD4-CAB9-4336-A54D-1DF2B9B1D282}"/>
    <dgm:cxn modelId="{CFB19FEF-F69D-48BE-B0AB-3C7B5C7F3AD4}" srcId="{9E67A9B5-EE57-4202-B5D7-F06551B045C1}" destId="{022663AD-A654-4C76-9FEE-5927AF498BAA}" srcOrd="2" destOrd="0" parTransId="{64939C74-7244-4784-85BC-4CAFE8F0D52A}" sibTransId="{8FDF3641-C45C-4087-8AFE-D4EF8DFD6D61}"/>
    <dgm:cxn modelId="{633A2BBA-0087-4145-A76D-FAF5B8606CE3}" srcId="{A6DD9BFB-FF10-4DC8-9B39-36C0F825551A}" destId="{D6D562B3-1AA9-4A85-8074-016948936B0C}" srcOrd="0" destOrd="0" parTransId="{A129715D-F27C-4B62-9CD3-6876DE62B3EF}" sibTransId="{62F54136-1843-4419-B00F-C469974D7188}"/>
    <dgm:cxn modelId="{7ED631E4-497B-4E9C-BB09-C3530B5BC5FE}" type="presOf" srcId="{085905C4-29F5-4564-996E-5269A607A2A8}" destId="{77BF6FBF-3737-413E-B670-E2EB44CBED47}" srcOrd="0" destOrd="11" presId="urn:microsoft.com/office/officeart/2005/8/layout/hList6"/>
    <dgm:cxn modelId="{23A556A3-A5BD-4D2C-8535-9F4FB0C2B4F9}" type="presOf" srcId="{FD0F75BF-5070-416E-B7D9-0CE7502BB40A}" destId="{7CA15D49-C8E9-4485-9B79-6548D38BDF0E}" srcOrd="0" destOrd="14" presId="urn:microsoft.com/office/officeart/2005/8/layout/hList6"/>
    <dgm:cxn modelId="{DE14E1A9-2DB5-4065-B9B4-F4FB545188C9}" srcId="{A6DD9BFB-FF10-4DC8-9B39-36C0F825551A}" destId="{BE67DE89-CDC4-47D8-9D27-AF91DD9B9CA7}" srcOrd="2" destOrd="0" parTransId="{98AE966C-FB45-4FBF-BDA7-7296075C257E}" sibTransId="{C2AC37DB-BE1C-4EBC-A021-0227072B6400}"/>
    <dgm:cxn modelId="{761536E9-5D80-4A6B-9408-1FBA95DEE5ED}" type="presOf" srcId="{924AC1D2-3421-4B51-93B1-4FEBEF66425E}" destId="{77BF6FBF-3737-413E-B670-E2EB44CBED47}" srcOrd="0" destOrd="10" presId="urn:microsoft.com/office/officeart/2005/8/layout/hList6"/>
    <dgm:cxn modelId="{A3C46D65-61B8-4944-9957-F5D3660820FC}" type="presOf" srcId="{A12B0D2A-4031-4B34-BC81-61BB17101AFD}" destId="{737AE8C7-2A76-4126-B4C6-D2500B141D5A}" srcOrd="0" destOrd="5" presId="urn:microsoft.com/office/officeart/2005/8/layout/hList6"/>
    <dgm:cxn modelId="{984E948C-C00F-4550-BCDF-E4E37DC65283}" srcId="{FC0D2F12-7254-4700-BB2E-F4DF4A4632D3}" destId="{7985925E-2679-4B98-8D4B-EF7A5A8F6A07}" srcOrd="3" destOrd="0" parTransId="{AA286A92-DB7F-450D-9A35-15C4AB19C683}" sibTransId="{CD364C87-DCB4-465A-9DD4-AD13456360F4}"/>
    <dgm:cxn modelId="{23B00B25-B596-4FD0-966D-B14F31729678}" srcId="{9E67A9B5-EE57-4202-B5D7-F06551B045C1}" destId="{63FC794F-4AA2-46C5-A309-9E743D639DD3}" srcOrd="12" destOrd="0" parTransId="{F8092D8D-288B-4DA9-8BEE-8FE85CE3DE07}" sibTransId="{9C053313-EFBB-4215-8A37-0057C43C1931}"/>
    <dgm:cxn modelId="{C37C33B3-5196-4D39-B318-9F92C4B1E2B5}" srcId="{B8977622-6C52-495E-B39B-0C34AEA18818}" destId="{6FDFD0A3-CD2D-4224-995A-5C1B3EE8091A}" srcOrd="7" destOrd="0" parTransId="{7CA19725-1846-494A-A619-B10CC735EA1A}" sibTransId="{41A7A7C8-A6F1-4F01-B02C-A4057819C38E}"/>
    <dgm:cxn modelId="{615C3304-71CA-48F2-A457-26B46B6F0B64}" srcId="{FC0D2F12-7254-4700-BB2E-F4DF4A4632D3}" destId="{A221C384-2F14-4CF9-A7D8-694CB3945737}" srcOrd="4" destOrd="0" parTransId="{B9B39525-51B6-4052-807F-50F29CB5806D}" sibTransId="{F9077B52-B795-4968-B948-99888454B348}"/>
    <dgm:cxn modelId="{42D3EB58-49AB-481F-8543-AB2C3A2782AA}" srcId="{A4BF8C61-80CE-41E5-9E64-585D8FCE9DED}" destId="{9E67A9B5-EE57-4202-B5D7-F06551B045C1}" srcOrd="1" destOrd="0" parTransId="{D616BBFF-119C-450A-87D3-B7D76F94FBEB}" sibTransId="{41B17381-5156-496B-BBE6-8A9CFC0B8905}"/>
    <dgm:cxn modelId="{CE0246F5-FE43-499E-8393-66CD59157B53}" srcId="{9E67A9B5-EE57-4202-B5D7-F06551B045C1}" destId="{466E23D2-B254-40E3-896A-5A2202789D8A}" srcOrd="4" destOrd="0" parTransId="{7ABF09CC-B636-4B21-8AFD-937D4A418CD6}" sibTransId="{4DF1AE3E-64B7-482E-A02A-6EC326C45CE1}"/>
    <dgm:cxn modelId="{0563A263-D338-4761-ACAC-157FA3720867}" srcId="{098AD566-EBBD-4D18-941F-6F705B541B76}" destId="{F6805D7F-2CE6-4134-8AF0-62561CD6101E}" srcOrd="1" destOrd="0" parTransId="{057325ED-4050-48BE-A393-942B5342F917}" sibTransId="{D163D87C-50D3-4340-8201-E1C46E1AE0A2}"/>
    <dgm:cxn modelId="{2AEF89BC-B3B1-4876-A29A-9A4EE3563945}" srcId="{C1F74DB6-59CB-4922-A9E4-3E679CE582FF}" destId="{735B3CFB-37F8-40BE-BA2E-DAEDB1B09AB3}" srcOrd="2" destOrd="0" parTransId="{AD4CD00D-FC86-40F8-8D74-6C1C705663F3}" sibTransId="{760E120F-C880-4CBF-98F2-68AAC66422DF}"/>
    <dgm:cxn modelId="{6B60F005-6495-4084-8262-58A85FFE1A7A}" type="presOf" srcId="{3CE31A6C-ED1F-45C2-9CE6-62C33578562B}" destId="{E1EC3361-EA06-45FD-8E27-2D818940796F}" srcOrd="0" destOrd="3" presId="urn:microsoft.com/office/officeart/2005/8/layout/hList6"/>
    <dgm:cxn modelId="{A0DD415C-2FBB-493F-8EB2-377B8F4EA3E6}" srcId="{FC0D2F12-7254-4700-BB2E-F4DF4A4632D3}" destId="{3CE31A6C-ED1F-45C2-9CE6-62C33578562B}" srcOrd="2" destOrd="0" parTransId="{C696EE3B-04FD-4051-BE36-4AA9AE3B2818}" sibTransId="{87080059-E785-4276-831C-94D771A033A9}"/>
    <dgm:cxn modelId="{395D1D77-90D7-4CC6-A583-8BB47E96FB61}" srcId="{C1F74DB6-59CB-4922-A9E4-3E679CE582FF}" destId="{1536A0FA-5AB2-47E9-B947-6B2B27F232D7}" srcOrd="9" destOrd="0" parTransId="{32212C84-C6E6-4FAB-992B-1CFFD4F048F6}" sibTransId="{54C0B07C-6BB4-46CA-B0B3-444BC0D7A843}"/>
    <dgm:cxn modelId="{92FE08BD-A0D0-4794-B0DA-19FE0DD75DF8}" type="presOf" srcId="{6030A19F-0CA7-45E0-89BF-04D8D698DADA}" destId="{2F41AF3F-18FF-4EE4-AB4C-A04AE66E5001}" srcOrd="0" destOrd="10" presId="urn:microsoft.com/office/officeart/2005/8/layout/hList6"/>
    <dgm:cxn modelId="{68037AF9-D253-44BD-882E-39DA158D3260}" srcId="{B8977622-6C52-495E-B39B-0C34AEA18818}" destId="{2A38AC62-07DF-4746-B9A4-63EDE2CC6BAF}" srcOrd="1" destOrd="0" parTransId="{79678F9C-12F2-42B4-8892-A29BA93B8E08}" sibTransId="{856469E0-6529-4566-9F5B-8BFF17F781F8}"/>
    <dgm:cxn modelId="{B3C66497-EFD1-4BBC-81E7-789F5CD70B19}" type="presOf" srcId="{B54611A6-1522-4148-A7D3-B7D243FADE93}" destId="{737AE8C7-2A76-4126-B4C6-D2500B141D5A}" srcOrd="0" destOrd="6" presId="urn:microsoft.com/office/officeart/2005/8/layout/hList6"/>
    <dgm:cxn modelId="{4F86C280-B1D2-4371-BC9D-D2AACDADCE3B}" srcId="{9E67A9B5-EE57-4202-B5D7-F06551B045C1}" destId="{11F002AB-94C7-4E28-A246-51A47E43FC0D}" srcOrd="7" destOrd="0" parTransId="{D2BEC652-D65B-4576-825E-9ECA8355E75E}" sibTransId="{49A42EC1-2B9A-4B29-B3EB-386318A9EF77}"/>
    <dgm:cxn modelId="{116722F4-8A6B-4CA6-BF18-067190AF165C}" type="presOf" srcId="{A8777EE6-63DC-491B-9BBA-E41CC414AB5D}" destId="{04B2C9EA-C49F-4DCF-A906-BD8A6950FDC1}" srcOrd="0" destOrd="0" presId="urn:microsoft.com/office/officeart/2005/8/layout/hList6"/>
    <dgm:cxn modelId="{C0FCB0AC-5CC1-461A-B12C-B6371E499E51}" type="presOf" srcId="{BE67DE89-CDC4-47D8-9D27-AF91DD9B9CA7}" destId="{8281C843-5302-4A01-8B5E-3D774281AA2D}" srcOrd="0" destOrd="3" presId="urn:microsoft.com/office/officeart/2005/8/layout/hList6"/>
    <dgm:cxn modelId="{94BAD703-F9A6-43A8-A10E-2CE6B4101DBE}" type="presOf" srcId="{95BECAAC-CEC0-40FD-853C-613D965297BE}" destId="{96129E87-8235-496C-9CD5-15D0815E963F}" srcOrd="0" destOrd="0" presId="urn:microsoft.com/office/officeart/2005/8/layout/hList6"/>
    <dgm:cxn modelId="{2DC7E6E2-2BE2-4F33-9203-37B2E8B4F594}" type="presOf" srcId="{12B315E7-A30B-49D5-B3CD-F730EE6336FC}" destId="{7CA15D49-C8E9-4485-9B79-6548D38BDF0E}" srcOrd="0" destOrd="11" presId="urn:microsoft.com/office/officeart/2005/8/layout/hList6"/>
    <dgm:cxn modelId="{F907C102-3128-4689-9865-B403E47B2767}" srcId="{B8977622-6C52-495E-B39B-0C34AEA18818}" destId="{6030A19F-0CA7-45E0-89BF-04D8D698DADA}" srcOrd="9" destOrd="0" parTransId="{1865F03B-4DBB-49D5-A9B2-9592C98005CA}" sibTransId="{85284F9E-0E40-4057-A4EF-EC5698873FC8}"/>
    <dgm:cxn modelId="{16443FD8-6B23-4846-BEF2-8A5C34D22095}" srcId="{C1F74DB6-59CB-4922-A9E4-3E679CE582FF}" destId="{AFEF9516-E2F1-4BB5-9D29-5D69D47A58B1}" srcOrd="0" destOrd="0" parTransId="{0DE3BEBD-20EC-4B59-B486-422936B5AD08}" sibTransId="{60491823-5A26-4FD5-A58B-5B11FD62604A}"/>
    <dgm:cxn modelId="{B7E5F004-1AE7-4BB5-99D9-4363AD3EDE14}" type="presOf" srcId="{D3983E2A-B4CD-4FB3-88F2-F34DC1891614}" destId="{737AE8C7-2A76-4126-B4C6-D2500B141D5A}" srcOrd="0" destOrd="8" presId="urn:microsoft.com/office/officeart/2005/8/layout/hList6"/>
    <dgm:cxn modelId="{B214CAE8-4DEE-4281-B4FB-B6EDB081C27C}" srcId="{95BECAAC-CEC0-40FD-853C-613D965297BE}" destId="{E46F5622-7E7D-45AD-864B-88E892B803C7}" srcOrd="0" destOrd="0" parTransId="{37B3AFF3-F6D6-4A0E-BA37-843D1CED3FC2}" sibTransId="{392D8032-9BD6-48B5-AC99-EFCD7F82EBFA}"/>
    <dgm:cxn modelId="{FFB49A0F-7BFD-48AB-AD57-030DC87F5923}" type="presOf" srcId="{9414DCCF-6934-4C5C-AADA-4E61EDF099FF}" destId="{04B2C9EA-C49F-4DCF-A906-BD8A6950FDC1}" srcOrd="0" destOrd="1" presId="urn:microsoft.com/office/officeart/2005/8/layout/hList6"/>
    <dgm:cxn modelId="{9686FB53-13BB-4F8B-AED8-DF7A58EA3B99}" srcId="{9E67A9B5-EE57-4202-B5D7-F06551B045C1}" destId="{16634E62-9C25-4098-B90F-90E4F9B1DAEE}" srcOrd="5" destOrd="0" parTransId="{89F81BFF-D6C5-4133-8613-711C54279B92}" sibTransId="{8E24920C-960E-417F-A8A5-26A662627461}"/>
    <dgm:cxn modelId="{7C2E0AA7-8BB1-4E0C-AEC6-1C5E60211EFD}" type="presOf" srcId="{C1F74DB6-59CB-4922-A9E4-3E679CE582FF}" destId="{737AE8C7-2A76-4126-B4C6-D2500B141D5A}" srcOrd="0" destOrd="0" presId="urn:microsoft.com/office/officeart/2005/8/layout/hList6"/>
    <dgm:cxn modelId="{F4962D5B-25A1-4208-BEE4-8BC132D957A2}" srcId="{9E67A9B5-EE57-4202-B5D7-F06551B045C1}" destId="{0C309502-1A78-46DA-8F85-2BBF90B98B12}" srcOrd="0" destOrd="0" parTransId="{B38557F9-4309-425E-94BB-E9ABD3C3ED2C}" sibTransId="{295E8707-5A13-417D-85CA-67EE810F74BA}"/>
    <dgm:cxn modelId="{58FB4D34-D19F-4095-9AA5-3F216831D79C}" srcId="{A6DD9BFB-FF10-4DC8-9B39-36C0F825551A}" destId="{C2416E64-DC44-4A20-B569-79A9887E2BB2}" srcOrd="3" destOrd="0" parTransId="{741ADE75-2EBE-467B-924F-F44A2BBEF4AA}" sibTransId="{77F3B8E4-7458-4DD3-8D42-708CBF31B9F8}"/>
    <dgm:cxn modelId="{46D204E0-5687-4051-AF1B-597A6C38AA57}" srcId="{95BECAAC-CEC0-40FD-853C-613D965297BE}" destId="{65D89031-7D92-4FEE-9857-3942697624ED}" srcOrd="1" destOrd="0" parTransId="{57D56C14-EE59-487D-B322-91131D15C624}" sibTransId="{C5F6E516-BDE0-4FD1-9E1B-6CB17435BEA8}"/>
    <dgm:cxn modelId="{A851E9FD-6440-481B-A6B4-BD47502A1C43}" type="presOf" srcId="{A6DD9BFB-FF10-4DC8-9B39-36C0F825551A}" destId="{8281C843-5302-4A01-8B5E-3D774281AA2D}" srcOrd="0" destOrd="0" presId="urn:microsoft.com/office/officeart/2005/8/layout/hList6"/>
    <dgm:cxn modelId="{D4C93B27-E213-46C1-8B97-C560DD3D1842}" srcId="{098AD566-EBBD-4D18-941F-6F705B541B76}" destId="{085905C4-29F5-4564-996E-5269A607A2A8}" srcOrd="10" destOrd="0" parTransId="{10292E7D-6742-4256-8031-DCD5AEA71208}" sibTransId="{F8709623-C28A-45C8-AD0A-8B4956E79FBE}"/>
    <dgm:cxn modelId="{84C42C02-0AFB-4901-B647-492C474F389C}" type="presOf" srcId="{AFEF9516-E2F1-4BB5-9D29-5D69D47A58B1}" destId="{737AE8C7-2A76-4126-B4C6-D2500B141D5A}" srcOrd="0" destOrd="1" presId="urn:microsoft.com/office/officeart/2005/8/layout/hList6"/>
    <dgm:cxn modelId="{200E620C-CE24-4B39-B462-40E30AFFB78B}" srcId="{A8777EE6-63DC-491B-9BBA-E41CC414AB5D}" destId="{9414DCCF-6934-4C5C-AADA-4E61EDF099FF}" srcOrd="0" destOrd="0" parTransId="{0DEA2569-C59F-4F9C-8CD4-3F0A4585D2B0}" sibTransId="{0B740A40-C5D1-4E01-BF7B-E9181FE071C1}"/>
    <dgm:cxn modelId="{7A0E9BC8-8579-41A5-9481-EB89AF8BB2DB}" type="presOf" srcId="{1536A0FA-5AB2-47E9-B947-6B2B27F232D7}" destId="{737AE8C7-2A76-4126-B4C6-D2500B141D5A}" srcOrd="0" destOrd="10" presId="urn:microsoft.com/office/officeart/2005/8/layout/hList6"/>
    <dgm:cxn modelId="{62B22DD8-625A-478C-B7F1-1D39833F3684}" type="presOf" srcId="{D6D562B3-1AA9-4A85-8074-016948936B0C}" destId="{8281C843-5302-4A01-8B5E-3D774281AA2D}" srcOrd="0" destOrd="1" presId="urn:microsoft.com/office/officeart/2005/8/layout/hList6"/>
    <dgm:cxn modelId="{E7BD26E1-4037-42A9-91DD-76CA2D854960}" type="presOf" srcId="{098AD566-EBBD-4D18-941F-6F705B541B76}" destId="{77BF6FBF-3737-413E-B670-E2EB44CBED47}" srcOrd="0" destOrd="0" presId="urn:microsoft.com/office/officeart/2005/8/layout/hList6"/>
    <dgm:cxn modelId="{7F123BB8-6239-4A07-BD64-4A16D6AB413F}" type="presOf" srcId="{6EAFC42D-8CE8-49B3-8B36-ADF8539C1B68}" destId="{737AE8C7-2A76-4126-B4C6-D2500B141D5A}" srcOrd="0" destOrd="4" presId="urn:microsoft.com/office/officeart/2005/8/layout/hList6"/>
    <dgm:cxn modelId="{CC7C2C94-7586-4A11-9408-25C191251F82}" srcId="{098AD566-EBBD-4D18-941F-6F705B541B76}" destId="{E44D2826-318B-4C76-B53C-6B49D6126DF4}" srcOrd="11" destOrd="0" parTransId="{E4F1E580-766C-4B94-A9FC-60D169C28CD1}" sibTransId="{415E14FD-9699-4AE4-9F05-68F7142381A7}"/>
    <dgm:cxn modelId="{825B3927-7016-4C88-A718-94011ABBCAE6}" type="presOf" srcId="{FEB8B3BE-EF91-47E5-8EBF-96BE0842A034}" destId="{77BF6FBF-3737-413E-B670-E2EB44CBED47}" srcOrd="0" destOrd="6" presId="urn:microsoft.com/office/officeart/2005/8/layout/hList6"/>
    <dgm:cxn modelId="{CC90313D-6C42-4448-8AB6-E2D775448216}" type="presOf" srcId="{B18128BB-89D5-4E87-9EFB-EFD425DBE3E7}" destId="{04B2C9EA-C49F-4DCF-A906-BD8A6950FDC1}" srcOrd="0" destOrd="2" presId="urn:microsoft.com/office/officeart/2005/8/layout/hList6"/>
    <dgm:cxn modelId="{E87A2EC5-A5D8-4E29-8312-C701BFEE0586}" srcId="{9E67A9B5-EE57-4202-B5D7-F06551B045C1}" destId="{D04D280C-2904-4519-95AB-A6F39DD13DD5}" srcOrd="8" destOrd="0" parTransId="{3DE5575A-4B7B-4DF1-B128-F081109FFAD6}" sibTransId="{423032F4-4154-45E5-8CA8-438BB96354A6}"/>
    <dgm:cxn modelId="{B74C5296-7489-4230-AB81-818C15298589}" type="presOf" srcId="{E269D9F4-1196-4B9B-AE57-195F12D5BDC3}" destId="{737AE8C7-2A76-4126-B4C6-D2500B141D5A}" srcOrd="0" destOrd="7" presId="urn:microsoft.com/office/officeart/2005/8/layout/hList6"/>
    <dgm:cxn modelId="{D0AAFC95-3218-4D5B-A13A-3203EB057F1C}" type="presOf" srcId="{F3A437FC-BE1B-4584-ACC8-DC862585C832}" destId="{2F41AF3F-18FF-4EE4-AB4C-A04AE66E5001}" srcOrd="0" destOrd="5" presId="urn:microsoft.com/office/officeart/2005/8/layout/hList6"/>
    <dgm:cxn modelId="{97A4B6E5-8ADF-4F89-AC26-1D95D931DBE2}" type="presOf" srcId="{735B3CFB-37F8-40BE-BA2E-DAEDB1B09AB3}" destId="{737AE8C7-2A76-4126-B4C6-D2500B141D5A}" srcOrd="0" destOrd="3" presId="urn:microsoft.com/office/officeart/2005/8/layout/hList6"/>
    <dgm:cxn modelId="{3BF75B2C-CAE4-42DD-A595-62E7FC4D6500}" srcId="{B8977622-6C52-495E-B39B-0C34AEA18818}" destId="{8573CA4A-3B98-41F2-8D33-81E79F454208}" srcOrd="10" destOrd="0" parTransId="{D10A8254-68CE-4CFE-BED0-6D5B32DC9321}" sibTransId="{1DDE6442-283B-4CBC-AF84-B8FDF0FCB541}"/>
    <dgm:cxn modelId="{7EE71D41-66B3-4108-8347-11D762632897}" srcId="{098AD566-EBBD-4D18-941F-6F705B541B76}" destId="{4FB151DB-86AF-44FB-AC06-8A3888E0D36B}" srcOrd="0" destOrd="0" parTransId="{99555752-AB13-4B8D-85DC-4238EEF9B4E7}" sibTransId="{B1357F14-27A8-43B6-9EA2-9A07AD650931}"/>
    <dgm:cxn modelId="{64A08049-F46C-4E81-9EB5-FA5114247148}" type="presOf" srcId="{12D95D2B-737D-4401-9F27-3403C2F27513}" destId="{77BF6FBF-3737-413E-B670-E2EB44CBED47}" srcOrd="0" destOrd="3" presId="urn:microsoft.com/office/officeart/2005/8/layout/hList6"/>
    <dgm:cxn modelId="{F95A4C21-D4BD-42DF-A476-A8DEF6AC5B5C}" srcId="{A4BF8C61-80CE-41E5-9E64-585D8FCE9DED}" destId="{FC0D2F12-7254-4700-BB2E-F4DF4A4632D3}" srcOrd="5" destOrd="0" parTransId="{C6236596-F2AD-4B8C-956E-29DD8C46C836}" sibTransId="{DD8CFBC4-DAF1-403F-8A9F-8B345FE963A4}"/>
    <dgm:cxn modelId="{B75B1EFD-FF15-4F9D-BA10-157EC1913506}" srcId="{098AD566-EBBD-4D18-941F-6F705B541B76}" destId="{831BB34D-74DE-40BD-885E-748E25470059}" srcOrd="6" destOrd="0" parTransId="{26DE29FA-EB58-4AB3-BBD0-3CA1564F5582}" sibTransId="{FEE61F5D-21D0-4209-AC72-B16443697464}"/>
    <dgm:cxn modelId="{39CEB71A-6C37-4844-A892-52645720CC80}" type="presOf" srcId="{D84C428B-2DC7-474F-8201-E1AB499B4D80}" destId="{7CA15D49-C8E9-4485-9B79-6548D38BDF0E}" srcOrd="0" destOrd="12" presId="urn:microsoft.com/office/officeart/2005/8/layout/hList6"/>
    <dgm:cxn modelId="{67300960-57D8-4731-833E-DC94F9C3DE31}" srcId="{9E67A9B5-EE57-4202-B5D7-F06551B045C1}" destId="{A040A040-FB1E-4CCE-92B9-ECE7A340788C}" srcOrd="9" destOrd="0" parTransId="{83AFEE04-57C7-48C5-AF73-723C864226FF}" sibTransId="{842A69E0-0BEC-4624-AAAC-540DB00431AC}"/>
    <dgm:cxn modelId="{2E9149D7-C923-4ED6-B4DF-A194C33C9E4D}" srcId="{9E67A9B5-EE57-4202-B5D7-F06551B045C1}" destId="{D84C428B-2DC7-474F-8201-E1AB499B4D80}" srcOrd="11" destOrd="0" parTransId="{5A8051CE-6D41-4A38-B4CA-3F4EB8EC754A}" sibTransId="{EE98097A-D593-4B66-95F9-DCE849AE2BAF}"/>
    <dgm:cxn modelId="{09974F60-E90E-4127-A4F3-D67F4ECCBFD8}" type="presOf" srcId="{3FCF69A5-5AE6-4BA4-86CD-D69C54619777}" destId="{2F41AF3F-18FF-4EE4-AB4C-A04AE66E5001}" srcOrd="0" destOrd="7" presId="urn:microsoft.com/office/officeart/2005/8/layout/hList6"/>
    <dgm:cxn modelId="{CBA992E9-AD33-47EE-947E-B2135FA1496A}" type="presOf" srcId="{19EC3E95-FC8E-47DD-8F43-D785A20A469D}" destId="{77BF6FBF-3737-413E-B670-E2EB44CBED47}" srcOrd="0" destOrd="4" presId="urn:microsoft.com/office/officeart/2005/8/layout/hList6"/>
    <dgm:cxn modelId="{A762E33F-9308-436A-AC68-7FCCD6120B20}" type="presOf" srcId="{16634E62-9C25-4098-B90F-90E4F9B1DAEE}" destId="{7CA15D49-C8E9-4485-9B79-6548D38BDF0E}" srcOrd="0" destOrd="6" presId="urn:microsoft.com/office/officeart/2005/8/layout/hList6"/>
    <dgm:cxn modelId="{A22FE15C-C65A-4251-B781-0C959D819364}" srcId="{9E67A9B5-EE57-4202-B5D7-F06551B045C1}" destId="{12B315E7-A30B-49D5-B3CD-F730EE6336FC}" srcOrd="10" destOrd="0" parTransId="{EC28D34D-282B-4659-AAF5-C668118D62BB}" sibTransId="{AE6E41BD-DF6A-4D5C-8F86-DB217FD3B3C6}"/>
    <dgm:cxn modelId="{722505FA-2F3B-4055-944E-C2162264398C}" type="presOf" srcId="{63FC794F-4AA2-46C5-A309-9E743D639DD3}" destId="{7CA15D49-C8E9-4485-9B79-6548D38BDF0E}" srcOrd="0" destOrd="13" presId="urn:microsoft.com/office/officeart/2005/8/layout/hList6"/>
    <dgm:cxn modelId="{55D024C8-C3FD-4949-ABE6-B99B8F1E78C6}" type="presOf" srcId="{C5861733-B37C-46C8-9BE3-6245C5F55F74}" destId="{7CA15D49-C8E9-4485-9B79-6548D38BDF0E}" srcOrd="0" destOrd="16" presId="urn:microsoft.com/office/officeart/2005/8/layout/hList6"/>
    <dgm:cxn modelId="{BB10BFE5-56B4-4767-B74A-019047AFB7B5}" srcId="{B8977622-6C52-495E-B39B-0C34AEA18818}" destId="{1A009709-4E91-48AF-B39D-EC6E25CD44E1}" srcOrd="5" destOrd="0" parTransId="{B1A7DE3F-6C65-4EB9-9300-2802B002A842}" sibTransId="{F9D5BC23-1D28-4FE1-BB78-8BCDDEE20924}"/>
    <dgm:cxn modelId="{D631E51E-4429-458B-A640-76268D7938B0}" srcId="{C1F74DB6-59CB-4922-A9E4-3E679CE582FF}" destId="{B54611A6-1522-4148-A7D3-B7D243FADE93}" srcOrd="5" destOrd="0" parTransId="{45FBBAD3-3EE4-4D48-AB11-182459948108}" sibTransId="{D11287DF-278A-49E5-B6CC-C412B82C672A}"/>
    <dgm:cxn modelId="{2846476E-E091-465C-901B-8736D9904F96}" type="presOf" srcId="{2448AECA-B40E-4574-A95B-90FCA4E1BC54}" destId="{737AE8C7-2A76-4126-B4C6-D2500B141D5A}" srcOrd="0" destOrd="2" presId="urn:microsoft.com/office/officeart/2005/8/layout/hList6"/>
    <dgm:cxn modelId="{6229DB53-B746-46B6-BFED-54ED78921F0A}" srcId="{B8977622-6C52-495E-B39B-0C34AEA18818}" destId="{70E9A456-6315-4F10-A3AD-6EC72127AF73}" srcOrd="2" destOrd="0" parTransId="{6A45EA9F-8B3D-4265-A8F5-D699A6C000F3}" sibTransId="{5647159E-C34A-49EC-98CD-EED891D98771}"/>
    <dgm:cxn modelId="{103D251F-EE77-45BA-BEF8-50BE052E89D2}" srcId="{C1F74DB6-59CB-4922-A9E4-3E679CE582FF}" destId="{E269D9F4-1196-4B9B-AE57-195F12D5BDC3}" srcOrd="6" destOrd="0" parTransId="{C622E7BF-4F96-4003-8303-F0AA128F1B5E}" sibTransId="{A96363F9-5779-429B-B28A-9A76BE1D982A}"/>
    <dgm:cxn modelId="{1373A509-AE6D-49DE-AAED-41BB34A3DAE0}" srcId="{098AD566-EBBD-4D18-941F-6F705B541B76}" destId="{FEB8B3BE-EF91-47E5-8EBF-96BE0842A034}" srcOrd="5" destOrd="0" parTransId="{2A0CE132-2FED-4461-A80E-10C69E13C2CC}" sibTransId="{DCFC03E7-6913-483A-A586-FA695DE9A3C1}"/>
    <dgm:cxn modelId="{975B8BD8-587E-4930-BAA9-AF6B260F17A3}" type="presOf" srcId="{FC0D2F12-7254-4700-BB2E-F4DF4A4632D3}" destId="{E1EC3361-EA06-45FD-8E27-2D818940796F}" srcOrd="0" destOrd="0" presId="urn:microsoft.com/office/officeart/2005/8/layout/hList6"/>
    <dgm:cxn modelId="{D27C4C21-4D51-44F1-9E85-6DE94F67A884}" type="presOf" srcId="{2A38AC62-07DF-4746-B9A4-63EDE2CC6BAF}" destId="{2F41AF3F-18FF-4EE4-AB4C-A04AE66E5001}" srcOrd="0" destOrd="2" presId="urn:microsoft.com/office/officeart/2005/8/layout/hList6"/>
    <dgm:cxn modelId="{0A1C41F2-8C4B-4767-AAA2-020E98F8C086}" type="presOf" srcId="{4995197F-70F9-489B-895B-42B5561D6E76}" destId="{77BF6FBF-3737-413E-B670-E2EB44CBED47}" srcOrd="0" destOrd="5" presId="urn:microsoft.com/office/officeart/2005/8/layout/hList6"/>
    <dgm:cxn modelId="{C89E617A-17C0-4E75-AB60-9A674BD1E231}" type="presOf" srcId="{C2416E64-DC44-4A20-B569-79A9887E2BB2}" destId="{8281C843-5302-4A01-8B5E-3D774281AA2D}" srcOrd="0" destOrd="4" presId="urn:microsoft.com/office/officeart/2005/8/layout/hList6"/>
    <dgm:cxn modelId="{EEDE8A22-8948-4DD2-95A0-42CFA0A83865}" type="presOf" srcId="{FDA33EB6-9C8D-40D6-ADD5-350E4D1CFD1A}" destId="{2F41AF3F-18FF-4EE4-AB4C-A04AE66E5001}" srcOrd="0" destOrd="12" presId="urn:microsoft.com/office/officeart/2005/8/layout/hList6"/>
    <dgm:cxn modelId="{A1389948-25CD-4A12-A847-C8D1582BBA1B}" srcId="{B8977622-6C52-495E-B39B-0C34AEA18818}" destId="{3FCF69A5-5AE6-4BA4-86CD-D69C54619777}" srcOrd="6" destOrd="0" parTransId="{51B1AC85-030E-4603-A1BE-9F635ABD24DE}" sibTransId="{D91E9D73-E7FD-4C12-AB84-34E24B92C35D}"/>
    <dgm:cxn modelId="{C6193168-49CE-4411-8061-AC6AABCEC289}" type="presOf" srcId="{E46F5622-7E7D-45AD-864B-88E892B803C7}" destId="{96129E87-8235-496C-9CD5-15D0815E963F}" srcOrd="0" destOrd="1" presId="urn:microsoft.com/office/officeart/2005/8/layout/hList6"/>
    <dgm:cxn modelId="{5222F0D1-973D-4F49-A2A5-A51E99F0AC7A}" srcId="{098AD566-EBBD-4D18-941F-6F705B541B76}" destId="{12D95D2B-737D-4401-9F27-3403C2F27513}" srcOrd="2" destOrd="0" parTransId="{DA1F41E8-1D25-43D1-9E77-F89AE56E9499}" sibTransId="{8499848D-9881-4190-A222-695F6A5C797B}"/>
    <dgm:cxn modelId="{9192D9B1-6E33-49C3-B0BD-D71A14733D49}" type="presOf" srcId="{E44D2826-318B-4C76-B53C-6B49D6126DF4}" destId="{77BF6FBF-3737-413E-B670-E2EB44CBED47}" srcOrd="0" destOrd="12" presId="urn:microsoft.com/office/officeart/2005/8/layout/hList6"/>
    <dgm:cxn modelId="{7BA526B6-B6E2-4BF3-9423-9F2E195864BF}" type="presParOf" srcId="{FD257173-C3C3-4168-A6C7-C3B0DFD10E5E}" destId="{04B2C9EA-C49F-4DCF-A906-BD8A6950FDC1}" srcOrd="0" destOrd="0" presId="urn:microsoft.com/office/officeart/2005/8/layout/hList6"/>
    <dgm:cxn modelId="{E51F75D9-32F3-4CDF-B3B8-C9EBF729C3F8}" type="presParOf" srcId="{FD257173-C3C3-4168-A6C7-C3B0DFD10E5E}" destId="{FF5B0219-21FD-4459-9F8F-1DB664E0ADC1}" srcOrd="1" destOrd="0" presId="urn:microsoft.com/office/officeart/2005/8/layout/hList6"/>
    <dgm:cxn modelId="{4374EA28-0265-485F-AB6F-765BBA2FDAC1}" type="presParOf" srcId="{FD257173-C3C3-4168-A6C7-C3B0DFD10E5E}" destId="{7CA15D49-C8E9-4485-9B79-6548D38BDF0E}" srcOrd="2" destOrd="0" presId="urn:microsoft.com/office/officeart/2005/8/layout/hList6"/>
    <dgm:cxn modelId="{6D4D9D66-35F7-49AD-B013-88F0D656329F}" type="presParOf" srcId="{FD257173-C3C3-4168-A6C7-C3B0DFD10E5E}" destId="{7071C7F3-ADE8-40FF-B741-2AA2AAE1D620}" srcOrd="3" destOrd="0" presId="urn:microsoft.com/office/officeart/2005/8/layout/hList6"/>
    <dgm:cxn modelId="{D13ABF03-19AB-4F47-A236-DF58EB34E365}" type="presParOf" srcId="{FD257173-C3C3-4168-A6C7-C3B0DFD10E5E}" destId="{737AE8C7-2A76-4126-B4C6-D2500B141D5A}" srcOrd="4" destOrd="0" presId="urn:microsoft.com/office/officeart/2005/8/layout/hList6"/>
    <dgm:cxn modelId="{4FA90F95-2939-40AD-BE4A-859DD8CE46C7}" type="presParOf" srcId="{FD257173-C3C3-4168-A6C7-C3B0DFD10E5E}" destId="{F2425385-C2D9-4D39-89EA-F9F4D5D86735}" srcOrd="5" destOrd="0" presId="urn:microsoft.com/office/officeart/2005/8/layout/hList6"/>
    <dgm:cxn modelId="{6445D776-6C4F-4D5B-B4D7-F5307567DBBE}" type="presParOf" srcId="{FD257173-C3C3-4168-A6C7-C3B0DFD10E5E}" destId="{77BF6FBF-3737-413E-B670-E2EB44CBED47}" srcOrd="6" destOrd="0" presId="urn:microsoft.com/office/officeart/2005/8/layout/hList6"/>
    <dgm:cxn modelId="{78C867AF-5551-4E6F-A3B7-15A97879CD58}" type="presParOf" srcId="{FD257173-C3C3-4168-A6C7-C3B0DFD10E5E}" destId="{DF595E8C-C448-416D-9611-AE5D4930DC82}" srcOrd="7" destOrd="0" presId="urn:microsoft.com/office/officeart/2005/8/layout/hList6"/>
    <dgm:cxn modelId="{3C099FB9-1D8B-40F4-8347-99437EF389DF}" type="presParOf" srcId="{FD257173-C3C3-4168-A6C7-C3B0DFD10E5E}" destId="{8281C843-5302-4A01-8B5E-3D774281AA2D}" srcOrd="8" destOrd="0" presId="urn:microsoft.com/office/officeart/2005/8/layout/hList6"/>
    <dgm:cxn modelId="{38C0D5C1-D9E1-4B17-A66B-75376D192D49}" type="presParOf" srcId="{FD257173-C3C3-4168-A6C7-C3B0DFD10E5E}" destId="{E7AAA2DD-0A66-424B-AE97-152C8BA5A103}" srcOrd="9" destOrd="0" presId="urn:microsoft.com/office/officeart/2005/8/layout/hList6"/>
    <dgm:cxn modelId="{8F92DBD8-A062-46D5-B94D-526DF88EAAA2}" type="presParOf" srcId="{FD257173-C3C3-4168-A6C7-C3B0DFD10E5E}" destId="{E1EC3361-EA06-45FD-8E27-2D818940796F}" srcOrd="10" destOrd="0" presId="urn:microsoft.com/office/officeart/2005/8/layout/hList6"/>
    <dgm:cxn modelId="{FCBA7D7B-D8B3-413E-A101-63193721659A}" type="presParOf" srcId="{FD257173-C3C3-4168-A6C7-C3B0DFD10E5E}" destId="{15AF03D1-C3AC-493F-B66C-E3973D13DA88}" srcOrd="11" destOrd="0" presId="urn:microsoft.com/office/officeart/2005/8/layout/hList6"/>
    <dgm:cxn modelId="{745DF011-D9CC-4388-B237-4D6A2A0325D9}" type="presParOf" srcId="{FD257173-C3C3-4168-A6C7-C3B0DFD10E5E}" destId="{96129E87-8235-496C-9CD5-15D0815E963F}" srcOrd="12" destOrd="0" presId="urn:microsoft.com/office/officeart/2005/8/layout/hList6"/>
    <dgm:cxn modelId="{DB2BB386-52A2-4289-B65D-6A6A27A6192C}" type="presParOf" srcId="{FD257173-C3C3-4168-A6C7-C3B0DFD10E5E}" destId="{00C43542-C52C-40C3-96E8-E9ED964D78C8}" srcOrd="13" destOrd="0" presId="urn:microsoft.com/office/officeart/2005/8/layout/hList6"/>
    <dgm:cxn modelId="{813214EE-FA96-42BC-92DB-DE8878368B65}" type="presParOf" srcId="{FD257173-C3C3-4168-A6C7-C3B0DFD10E5E}" destId="{2F41AF3F-18FF-4EE4-AB4C-A04AE66E5001}" srcOrd="1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C8F90-1EC0-4C64-974C-CC1C487B1476}">
      <dsp:nvSpPr>
        <dsp:cNvPr id="0" name=""/>
        <dsp:cNvSpPr/>
      </dsp:nvSpPr>
      <dsp:spPr>
        <a:xfrm>
          <a:off x="0" y="2562"/>
          <a:ext cx="8229600" cy="0"/>
        </a:xfrm>
        <a:prstGeom prst="lin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C8698-B4AF-4B54-A97E-5B28C7F23D18}">
      <dsp:nvSpPr>
        <dsp:cNvPr id="0" name=""/>
        <dsp:cNvSpPr/>
      </dsp:nvSpPr>
      <dsp:spPr>
        <a:xfrm>
          <a:off x="0" y="2562"/>
          <a:ext cx="1645920" cy="5243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lvl="0" algn="l" defTabSz="2400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4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破坏与重建</a:t>
          </a:r>
        </a:p>
      </dsp:txBody>
      <dsp:txXfrm>
        <a:off x="0" y="2562"/>
        <a:ext cx="1645920" cy="5243149"/>
      </dsp:txXfrm>
    </dsp:sp>
    <dsp:sp modelId="{63221EE2-360A-4431-9367-B6E7A6B827AB}">
      <dsp:nvSpPr>
        <dsp:cNvPr id="0" name=""/>
        <dsp:cNvSpPr/>
      </dsp:nvSpPr>
      <dsp:spPr>
        <a:xfrm>
          <a:off x="1769363" y="43844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清朝道光年后</a:t>
          </a:r>
        </a:p>
      </dsp:txBody>
      <dsp:txXfrm>
        <a:off x="1769363" y="43844"/>
        <a:ext cx="3168396" cy="825642"/>
      </dsp:txXfrm>
    </dsp:sp>
    <dsp:sp modelId="{D0F13EC0-DE6A-41B6-8E9E-5CA2251C4892}">
      <dsp:nvSpPr>
        <dsp:cNvPr id="0" name=""/>
        <dsp:cNvSpPr/>
      </dsp:nvSpPr>
      <dsp:spPr>
        <a:xfrm>
          <a:off x="5061204" y="43844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由于国力衰弱，宣布撤三山陈设，清漪园逐渐荒废。</a:t>
          </a:r>
        </a:p>
      </dsp:txBody>
      <dsp:txXfrm>
        <a:off x="5061204" y="43844"/>
        <a:ext cx="3168396" cy="825642"/>
      </dsp:txXfrm>
    </dsp:sp>
    <dsp:sp modelId="{DC4DFC28-F0A5-4F6E-B1FD-5F56192B8754}">
      <dsp:nvSpPr>
        <dsp:cNvPr id="0" name=""/>
        <dsp:cNvSpPr/>
      </dsp:nvSpPr>
      <dsp:spPr>
        <a:xfrm>
          <a:off x="1645919" y="869487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F69DA-7247-4177-9E45-349967373E7B}">
      <dsp:nvSpPr>
        <dsp:cNvPr id="0" name=""/>
        <dsp:cNvSpPr/>
      </dsp:nvSpPr>
      <dsp:spPr>
        <a:xfrm>
          <a:off x="1769363" y="910769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1860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sp:txBody>
      <dsp:txXfrm>
        <a:off x="1769363" y="910769"/>
        <a:ext cx="3168396" cy="825642"/>
      </dsp:txXfrm>
    </dsp:sp>
    <dsp:sp modelId="{847B6B5A-BA26-42C7-ADE2-BD23D0151B8E}">
      <dsp:nvSpPr>
        <dsp:cNvPr id="0" name=""/>
        <dsp:cNvSpPr/>
      </dsp:nvSpPr>
      <dsp:spPr>
        <a:xfrm>
          <a:off x="5061204" y="910769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清漪园被英法联军大火烧毁。</a:t>
          </a:r>
        </a:p>
      </dsp:txBody>
      <dsp:txXfrm>
        <a:off x="5061204" y="910769"/>
        <a:ext cx="3168396" cy="825642"/>
      </dsp:txXfrm>
    </dsp:sp>
    <dsp:sp modelId="{371E0447-AAA1-40B7-BDEA-2C70893BFDED}">
      <dsp:nvSpPr>
        <dsp:cNvPr id="0" name=""/>
        <dsp:cNvSpPr/>
      </dsp:nvSpPr>
      <dsp:spPr>
        <a:xfrm>
          <a:off x="1645919" y="1736411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FFCD7-4F71-48F0-837F-750CAAE9E856}">
      <dsp:nvSpPr>
        <dsp:cNvPr id="0" name=""/>
        <dsp:cNvSpPr/>
      </dsp:nvSpPr>
      <dsp:spPr>
        <a:xfrm>
          <a:off x="1769363" y="1777693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1884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～</a:t>
          </a: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1895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sp:txBody>
      <dsp:txXfrm>
        <a:off x="1769363" y="1777693"/>
        <a:ext cx="3168396" cy="825642"/>
      </dsp:txXfrm>
    </dsp:sp>
    <dsp:sp modelId="{DA35F68C-AAC1-4891-B055-46CF4D9CC736}">
      <dsp:nvSpPr>
        <dsp:cNvPr id="0" name=""/>
        <dsp:cNvSpPr/>
      </dsp:nvSpPr>
      <dsp:spPr>
        <a:xfrm>
          <a:off x="5061204" y="1777693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为慈禧太后退居休养，重建清漪园，改名颐和园，成为离宫。</a:t>
          </a:r>
        </a:p>
      </dsp:txBody>
      <dsp:txXfrm>
        <a:off x="5061204" y="1777693"/>
        <a:ext cx="3168396" cy="825642"/>
      </dsp:txXfrm>
    </dsp:sp>
    <dsp:sp modelId="{5BF5288C-FCFD-4274-BAC2-EA0ED037CA90}">
      <dsp:nvSpPr>
        <dsp:cNvPr id="0" name=""/>
        <dsp:cNvSpPr/>
      </dsp:nvSpPr>
      <dsp:spPr>
        <a:xfrm>
          <a:off x="1645919" y="2603336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B1262-55D8-40D4-B5D1-A2DEF8E2E93F}">
      <dsp:nvSpPr>
        <dsp:cNvPr id="0" name=""/>
        <dsp:cNvSpPr/>
      </dsp:nvSpPr>
      <dsp:spPr>
        <a:xfrm>
          <a:off x="1769363" y="2644618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1900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sp:txBody>
      <dsp:txXfrm>
        <a:off x="1769363" y="2644618"/>
        <a:ext cx="3168396" cy="825642"/>
      </dsp:txXfrm>
    </dsp:sp>
    <dsp:sp modelId="{8360D7F8-9958-4048-BFEB-40849B10D8CF}">
      <dsp:nvSpPr>
        <dsp:cNvPr id="0" name=""/>
        <dsp:cNvSpPr/>
      </dsp:nvSpPr>
      <dsp:spPr>
        <a:xfrm>
          <a:off x="5061204" y="2644618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园内建筑及文物遭八国联军破坏。</a:t>
          </a:r>
        </a:p>
      </dsp:txBody>
      <dsp:txXfrm>
        <a:off x="5061204" y="2644618"/>
        <a:ext cx="3168396" cy="825642"/>
      </dsp:txXfrm>
    </dsp:sp>
    <dsp:sp modelId="{4F7D694E-28D2-4DAA-858E-370451955BED}">
      <dsp:nvSpPr>
        <dsp:cNvPr id="0" name=""/>
        <dsp:cNvSpPr/>
      </dsp:nvSpPr>
      <dsp:spPr>
        <a:xfrm>
          <a:off x="1645919" y="3470261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562A1-7D9B-4118-B9D9-BA3EB4DBE7AD}">
      <dsp:nvSpPr>
        <dsp:cNvPr id="0" name=""/>
        <dsp:cNvSpPr/>
      </dsp:nvSpPr>
      <dsp:spPr>
        <a:xfrm>
          <a:off x="1769363" y="3511543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1902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sp:txBody>
      <dsp:txXfrm>
        <a:off x="1769363" y="3511543"/>
        <a:ext cx="3168396" cy="825642"/>
      </dsp:txXfrm>
    </dsp:sp>
    <dsp:sp modelId="{B5712543-F9E8-4E4B-A421-39C9518FA14E}">
      <dsp:nvSpPr>
        <dsp:cNvPr id="0" name=""/>
        <dsp:cNvSpPr/>
      </dsp:nvSpPr>
      <dsp:spPr>
        <a:xfrm>
          <a:off x="5061204" y="3511543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再次动用巨款修复。颐和园尽管大体上全面恢复了清漪园的景观，但很多质量上有所下降。</a:t>
          </a:r>
        </a:p>
      </dsp:txBody>
      <dsp:txXfrm>
        <a:off x="5061204" y="3511543"/>
        <a:ext cx="3168396" cy="825642"/>
      </dsp:txXfrm>
    </dsp:sp>
    <dsp:sp modelId="{64D83EB6-9923-436E-8394-D02F75559181}">
      <dsp:nvSpPr>
        <dsp:cNvPr id="0" name=""/>
        <dsp:cNvSpPr/>
      </dsp:nvSpPr>
      <dsp:spPr>
        <a:xfrm>
          <a:off x="1645919" y="4337185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139C2-35AB-4600-8AB2-8633FBF345B4}">
      <dsp:nvSpPr>
        <dsp:cNvPr id="0" name=""/>
        <dsp:cNvSpPr/>
      </dsp:nvSpPr>
      <dsp:spPr>
        <a:xfrm>
          <a:off x="1769363" y="4378467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1924</a:t>
          </a:r>
          <a:r>
            <a:rPr lang="zh-CN" sz="29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年</a:t>
          </a:r>
        </a:p>
      </dsp:txBody>
      <dsp:txXfrm>
        <a:off x="1769363" y="4378467"/>
        <a:ext cx="3168396" cy="825642"/>
      </dsp:txXfrm>
    </dsp:sp>
    <dsp:sp modelId="{560D4EC0-B33D-423B-A0E1-1C9B11020083}">
      <dsp:nvSpPr>
        <dsp:cNvPr id="0" name=""/>
        <dsp:cNvSpPr/>
      </dsp:nvSpPr>
      <dsp:spPr>
        <a:xfrm>
          <a:off x="5061204" y="4378467"/>
          <a:ext cx="3168396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rPr>
            <a:t>颐和园辟为对外开放公园。</a:t>
          </a:r>
        </a:p>
      </dsp:txBody>
      <dsp:txXfrm>
        <a:off x="5061204" y="4378467"/>
        <a:ext cx="3168396" cy="825642"/>
      </dsp:txXfrm>
    </dsp:sp>
    <dsp:sp modelId="{B4A26733-F07A-488E-BC9F-5AD0177962E0}">
      <dsp:nvSpPr>
        <dsp:cNvPr id="0" name=""/>
        <dsp:cNvSpPr/>
      </dsp:nvSpPr>
      <dsp:spPr>
        <a:xfrm>
          <a:off x="1645919" y="5204110"/>
          <a:ext cx="658368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B2C9EA-C49F-4DCF-A906-BD8A6950FDC1}">
      <dsp:nvSpPr>
        <dsp:cNvPr id="0" name=""/>
        <dsp:cNvSpPr/>
      </dsp:nvSpPr>
      <dsp:spPr>
        <a:xfrm rot="16200000">
          <a:off x="-2137916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万寿山西部景区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清晏舫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荇桥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宿云檐城关</a:t>
          </a:r>
        </a:p>
      </dsp:txBody>
      <dsp:txXfrm rot="5400000">
        <a:off x="4018" y="1049655"/>
        <a:ext cx="964406" cy="3148965"/>
      </dsp:txXfrm>
    </dsp:sp>
    <dsp:sp modelId="{7CA15D49-C8E9-4485-9B79-6548D38BDF0E}">
      <dsp:nvSpPr>
        <dsp:cNvPr id="0" name=""/>
        <dsp:cNvSpPr/>
      </dsp:nvSpPr>
      <dsp:spPr>
        <a:xfrm rot="16200000">
          <a:off x="-1101179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万寿山点景区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云会寺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圆朗斋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景福阁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花丞阁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多宝琉璃塔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画中游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写秋轩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紫气东来城关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善现寺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荟亭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重翠亭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意迟云在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乐农轩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湖山真意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草亭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益寿堂</a:t>
          </a:r>
        </a:p>
      </dsp:txBody>
      <dsp:txXfrm rot="5400000">
        <a:off x="1040755" y="1049655"/>
        <a:ext cx="964406" cy="3148965"/>
      </dsp:txXfrm>
    </dsp:sp>
    <dsp:sp modelId="{737AE8C7-2A76-4126-B4C6-D2500B141D5A}">
      <dsp:nvSpPr>
        <dsp:cNvPr id="0" name=""/>
        <dsp:cNvSpPr/>
      </dsp:nvSpPr>
      <dsp:spPr>
        <a:xfrm rot="16200000">
          <a:off x="-64442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万寿山前山景区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众香界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佛香阁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排云殿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智慧海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五方阁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万寿山昆明湖石碑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转轮藏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宝云阁铜殿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排云殿佛香阁</a:t>
          </a:r>
        </a:p>
      </dsp:txBody>
      <dsp:txXfrm rot="5400000">
        <a:off x="2077492" y="1049655"/>
        <a:ext cx="964406" cy="3148965"/>
      </dsp:txXfrm>
    </dsp:sp>
    <dsp:sp modelId="{77BF6FBF-3737-413E-B670-E2EB44CBED47}">
      <dsp:nvSpPr>
        <dsp:cNvPr id="0" name=""/>
        <dsp:cNvSpPr/>
      </dsp:nvSpPr>
      <dsp:spPr>
        <a:xfrm rot="16200000">
          <a:off x="972294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17143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昆明湖区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昆仑石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十七孔桥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铜牛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南湖岛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景明楼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廓如亭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涵虚堂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西堤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广润灵雨祠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昆明湖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畅观堂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二孔闸</a:t>
          </a:r>
        </a:p>
      </dsp:txBody>
      <dsp:txXfrm rot="5400000">
        <a:off x="3114228" y="1049655"/>
        <a:ext cx="964406" cy="3148965"/>
      </dsp:txXfrm>
    </dsp:sp>
    <dsp:sp modelId="{8281C843-5302-4A01-8B5E-3D774281AA2D}">
      <dsp:nvSpPr>
        <dsp:cNvPr id="0" name=""/>
        <dsp:cNvSpPr/>
      </dsp:nvSpPr>
      <dsp:spPr>
        <a:xfrm rot="16200000">
          <a:off x="2009030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万寿山后湖景区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眺远斋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妙觉寺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苏州街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寅辉城关</a:t>
          </a:r>
        </a:p>
      </dsp:txBody>
      <dsp:txXfrm rot="5400000">
        <a:off x="4150964" y="1049655"/>
        <a:ext cx="964406" cy="3148965"/>
      </dsp:txXfrm>
    </dsp:sp>
    <dsp:sp modelId="{E1EC3361-EA06-45FD-8E27-2D818940796F}">
      <dsp:nvSpPr>
        <dsp:cNvPr id="0" name=""/>
        <dsp:cNvSpPr/>
      </dsp:nvSpPr>
      <dsp:spPr>
        <a:xfrm rot="16200000">
          <a:off x="3045767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28571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万寿山后山景区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嘉荫轩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香岩宗印之阁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四大部洲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澹宁堂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谐趣园</a:t>
          </a:r>
        </a:p>
      </dsp:txBody>
      <dsp:txXfrm rot="5400000">
        <a:off x="5187701" y="1049655"/>
        <a:ext cx="964406" cy="3148965"/>
      </dsp:txXfrm>
    </dsp:sp>
    <dsp:sp modelId="{96129E87-8235-496C-9CD5-15D0815E963F}">
      <dsp:nvSpPr>
        <dsp:cNvPr id="0" name=""/>
        <dsp:cNvSpPr/>
      </dsp:nvSpPr>
      <dsp:spPr>
        <a:xfrm rot="16200000">
          <a:off x="4082504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34286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长廊一线风景区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长廊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听鹂馆</a:t>
          </a:r>
        </a:p>
      </dsp:txBody>
      <dsp:txXfrm rot="5400000">
        <a:off x="6224438" y="1049655"/>
        <a:ext cx="964406" cy="3148965"/>
      </dsp:txXfrm>
    </dsp:sp>
    <dsp:sp modelId="{2F41AF3F-18FF-4EE4-AB4C-A04AE66E5001}">
      <dsp:nvSpPr>
        <dsp:cNvPr id="0" name=""/>
        <dsp:cNvSpPr/>
      </dsp:nvSpPr>
      <dsp:spPr>
        <a:xfrm rot="16200000">
          <a:off x="5119241" y="2141934"/>
          <a:ext cx="5248275" cy="96440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7410" bIns="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宫廷与生活区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永寿斋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扬仁风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文昌阁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乐寿堂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宜芸馆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文昌院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玉澜堂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知春亭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仁寿殿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东宫门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德和园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kern="1200">
              <a:solidFill>
                <a:schemeClr val="tx1"/>
              </a:solidFill>
              <a:latin typeface="幼圆" pitchFamily="49" charset="-122"/>
              <a:ea typeface="幼圆" pitchFamily="49" charset="-122"/>
            </a:rPr>
            <a:t>涵虚牌楼</a:t>
          </a:r>
        </a:p>
      </dsp:txBody>
      <dsp:txXfrm rot="5400000">
        <a:off x="7261175" y="1049655"/>
        <a:ext cx="964406" cy="31489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FED0-829F-4087-B67B-C4259DBC2FB8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78B5A-281F-4D5B-B599-35714F0CE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14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截至</a:t>
            </a:r>
            <a:r>
              <a:rPr lang="en-US" altLang="zh-CN" dirty="0"/>
              <a:t>2005</a:t>
            </a:r>
            <a:r>
              <a:rPr lang="zh-CN" altLang="en-US" dirty="0"/>
              <a:t>年，颐和园参与局级、中心级课题多项，其中</a:t>
            </a:r>
            <a:r>
              <a:rPr lang="en-US" altLang="zh-CN" dirty="0"/>
              <a:t>7</a:t>
            </a:r>
            <a:r>
              <a:rPr lang="zh-CN" altLang="en-US" dirty="0"/>
              <a:t>项获得局科技进步一等奖，</a:t>
            </a:r>
            <a:r>
              <a:rPr lang="en-US" altLang="zh-CN" dirty="0"/>
              <a:t>《</a:t>
            </a:r>
            <a:r>
              <a:rPr lang="zh-CN" altLang="en-US" dirty="0"/>
              <a:t>皇家园林建筑装饰纹样的研究（包括砖雕纹样、彩画纹样、石雕、木雕、木装修）</a:t>
            </a:r>
            <a:r>
              <a:rPr lang="en-US" altLang="zh-CN" dirty="0"/>
              <a:t>》</a:t>
            </a:r>
            <a:r>
              <a:rPr lang="zh-CN" altLang="en-US" dirty="0"/>
              <a:t>课题，砖雕纹样</a:t>
            </a:r>
            <a:r>
              <a:rPr lang="en-US" altLang="zh-CN" dirty="0"/>
              <a:t>1999</a:t>
            </a:r>
            <a:r>
              <a:rPr lang="zh-CN" altLang="en-US" dirty="0"/>
              <a:t>年获园林局科技进步一等奖，</a:t>
            </a:r>
            <a:r>
              <a:rPr lang="en-US" altLang="zh-CN" dirty="0"/>
              <a:t>2000</a:t>
            </a:r>
            <a:r>
              <a:rPr lang="zh-CN" altLang="en-US" dirty="0"/>
              <a:t>年获市科技进步一等奖，课题成果出版图书</a:t>
            </a:r>
            <a:r>
              <a:rPr lang="en-US" altLang="zh-CN" dirty="0"/>
              <a:t>《</a:t>
            </a:r>
            <a:r>
              <a:rPr lang="zh-CN" altLang="en-US" dirty="0"/>
              <a:t>颐和园砖雕艺术</a:t>
            </a:r>
            <a:r>
              <a:rPr lang="en-US" altLang="zh-CN" dirty="0"/>
              <a:t>》</a:t>
            </a:r>
            <a:r>
              <a:rPr lang="zh-CN" altLang="en-US" dirty="0"/>
              <a:t>，</a:t>
            </a:r>
            <a:r>
              <a:rPr lang="en-US" altLang="zh-CN" dirty="0"/>
              <a:t>《</a:t>
            </a:r>
            <a:r>
              <a:rPr lang="zh-CN" altLang="en-US" dirty="0"/>
              <a:t>颐和园建筑彩画历史信息的研究与保护</a:t>
            </a:r>
            <a:r>
              <a:rPr lang="en-US" altLang="zh-CN" dirty="0"/>
              <a:t>》</a:t>
            </a:r>
            <a:r>
              <a:rPr lang="zh-CN" altLang="en-US" dirty="0"/>
              <a:t>课题成果出版图书</a:t>
            </a:r>
            <a:r>
              <a:rPr lang="en-US" altLang="zh-CN" dirty="0"/>
              <a:t>《</a:t>
            </a:r>
            <a:r>
              <a:rPr lang="zh-CN" altLang="en-US" dirty="0"/>
              <a:t>颐和园建筑彩画艺术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B78B5A-281F-4D5B-B599-35714F0CE96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27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 descr="Light horizontal"/>
          <p:cNvSpPr>
            <a:spLocks noChangeArrowheads="1"/>
          </p:cNvSpPr>
          <p:nvPr/>
        </p:nvSpPr>
        <p:spPr bwMode="auto">
          <a:xfrm>
            <a:off x="9525" y="9525"/>
            <a:ext cx="1473200" cy="68484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4267200"/>
            <a:ext cx="9153525" cy="1103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1473200" y="5105400"/>
            <a:ext cx="7137400" cy="5334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524000" y="4191000"/>
            <a:ext cx="7239000" cy="1012825"/>
          </a:xfrm>
        </p:spPr>
        <p:txBody>
          <a:bodyPr/>
          <a:lstStyle>
            <a:lvl1pPr algn="l">
              <a:defRPr sz="4400" b="1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5105401"/>
            <a:ext cx="7086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71D37DE7-D3CB-4620-BB92-E4085FD7BA63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 rot="16200000" flipV="1">
            <a:off x="4648201" y="5649077"/>
            <a:ext cx="273050" cy="860425"/>
          </a:xfrm>
          <a:prstGeom prst="moon">
            <a:avLst>
              <a:gd name="adj" fmla="val 21208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980728"/>
            <a:ext cx="5723257" cy="3219332"/>
          </a:xfrm>
          <a:prstGeom prst="ellipse">
            <a:avLst/>
          </a:prstGeom>
          <a:ln>
            <a:noFill/>
          </a:ln>
          <a:effectLst>
            <a:softEdge rad="317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815AEB-14D9-46E8-949A-511FD086BE1A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6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7584" y="3140968"/>
            <a:ext cx="7056000" cy="1872000"/>
          </a:xfrm>
        </p:spPr>
        <p:txBody>
          <a:bodyPr anchor="b"/>
          <a:lstStyle>
            <a:lvl1pPr marL="0" indent="0">
              <a:buNone/>
              <a:defRPr sz="2000" i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EA85D9-B802-4E35-8E41-0EAD22FCAF65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19088"/>
            <a:ext cx="7391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3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9FDBF4-AAAF-4FE9-B3C1-6750E2A9E147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0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8B8375-70BE-4481-AF67-2A4461A2758D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8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23696A-BD23-43EC-B2FA-A234FBA980D9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2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7885FD-B6ED-4AE0-9832-FE8AE8F9A706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81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916832"/>
            <a:ext cx="8219256" cy="42093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124745"/>
            <a:ext cx="7571184" cy="6480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848363-05E9-46BD-9CFA-58B6DCCF5F02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19088"/>
            <a:ext cx="7391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60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52735"/>
            <a:ext cx="548640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2A9A40-803C-4F21-8C65-05953508634E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9"/>
          <p:cNvSpPr txBox="1">
            <a:spLocks noChangeArrowheads="1"/>
          </p:cNvSpPr>
          <p:nvPr/>
        </p:nvSpPr>
        <p:spPr bwMode="auto">
          <a:xfrm>
            <a:off x="457200" y="319088"/>
            <a:ext cx="7391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r>
              <a:rPr lang="zh-CN" altLang="en-US" kern="0"/>
              <a:t>单击此处编辑母版标题样式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02602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9592" y="1844824"/>
            <a:ext cx="7560840" cy="4479776"/>
          </a:xfrm>
        </p:spPr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B25DB-23BF-4373-8F03-320427529CEA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80728"/>
            <a:ext cx="2057400" cy="5343872"/>
          </a:xfrm>
        </p:spPr>
        <p:txBody>
          <a:bodyPr vert="eaVert"/>
          <a:lstStyle>
            <a:lvl1pPr>
              <a:defRPr sz="32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052736"/>
            <a:ext cx="6019800" cy="52718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EB2CEC-9615-44D2-9064-C2582362682B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55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73914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24AECC25-878A-46F3-BAE8-4192FBC05EED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47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buClr>
                <a:schemeClr val="accent4"/>
              </a:buClr>
              <a:buSzPct val="80000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33E7-38A5-49A9-B81D-D4860E46793E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45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5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horizontal"/>
          <p:cNvSpPr>
            <a:spLocks noChangeArrowheads="1"/>
          </p:cNvSpPr>
          <p:nvPr/>
        </p:nvSpPr>
        <p:spPr bwMode="auto">
          <a:xfrm>
            <a:off x="-7938" y="0"/>
            <a:ext cx="479426" cy="6858000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288925"/>
            <a:ext cx="7670800" cy="6445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fld id="{A80C7F83-8108-4C2B-9E46-9D606BE1E538}" type="datetime1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fld id="{35251D19-579C-4C2E-BA8B-06BDA86891A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19088"/>
            <a:ext cx="7391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6143625"/>
            <a:ext cx="11430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just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SzPct val="80000"/>
        <a:buFont typeface="Wingdings" pitchFamily="2" charset="2"/>
        <a:buChar char="v"/>
        <a:defRPr sz="3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1pPr>
      <a:lvl2pPr marL="742950" indent="-285750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楷体" pitchFamily="49" charset="-122"/>
          <a:ea typeface="楷体" pitchFamily="49" charset="-122"/>
        </a:defRPr>
      </a:lvl2pPr>
      <a:lvl3pPr marL="1143000" indent="-228600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just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just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25.xml"/><Relationship Id="rId5" Type="http://schemas.openxmlformats.org/officeDocument/2006/relationships/slide" Target="slide23.xml"/><Relationship Id="rId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 dirty="0"/>
              <a:t>颐　和　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dirty="0">
                <a:solidFill>
                  <a:srgbClr val="00B0F0"/>
                </a:solidFill>
              </a:rPr>
              <a:t>——</a:t>
            </a:r>
            <a:r>
              <a:rPr lang="zh-CN" altLang="en-US" dirty="0">
                <a:solidFill>
                  <a:srgbClr val="00B0F0"/>
                </a:solidFill>
              </a:rPr>
              <a:t>中国现存最大的皇家园林</a:t>
            </a:r>
          </a:p>
          <a:p>
            <a:pPr lvl="0"/>
            <a:r>
              <a:rPr lang="zh-CN" altLang="en-US" dirty="0">
                <a:solidFill>
                  <a:srgbClr val="00B0F0"/>
                </a:solidFill>
              </a:rPr>
              <a:t>北京市颐和园管理处</a:t>
            </a:r>
          </a:p>
        </p:txBody>
      </p:sp>
    </p:spTree>
    <p:extLst>
      <p:ext uri="{BB962C8B-B14F-4D97-AF65-F5344CB8AC3E}">
        <p14:creationId xmlns:p14="http://schemas.microsoft.com/office/powerpoint/2010/main" val="199746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　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pPr marL="0" lvl="0" indent="0">
              <a:buNone/>
            </a:pPr>
            <a:r>
              <a:rPr lang="en-US" altLang="zh-CN" dirty="0">
                <a:hlinkClick r:id="rId2" action="ppaction://hlinksldjump"/>
              </a:rPr>
              <a:t>1</a:t>
            </a:r>
            <a:r>
              <a:rPr lang="zh-CN" altLang="en-US" dirty="0">
                <a:hlinkClick r:id="rId2" action="ppaction://hlinksldjump"/>
              </a:rPr>
              <a:t> 建制沿革</a:t>
            </a:r>
            <a:endParaRPr lang="zh-CN" altLang="en-US" dirty="0"/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金明时期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选址造园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鼎盛时期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破坏与重建 </a:t>
            </a:r>
          </a:p>
          <a:p>
            <a:pPr marL="0" lvl="0" indent="0">
              <a:buNone/>
            </a:pPr>
            <a:r>
              <a:rPr lang="en-US" altLang="zh-CN" dirty="0">
                <a:hlinkClick r:id="rId3" action="ppaction://hlinksldjump"/>
              </a:rPr>
              <a:t>2</a:t>
            </a:r>
            <a:r>
              <a:rPr lang="zh-CN" altLang="en-US" dirty="0">
                <a:hlinkClick r:id="rId3" action="ppaction://hlinksldjump"/>
              </a:rPr>
              <a:t> 颐和景观</a:t>
            </a:r>
            <a:endParaRPr lang="zh-CN" altLang="en-US" dirty="0"/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万寿山西部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万寿山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万寿山前山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昆明湖区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万寿山后湖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万寿山后山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长廊一线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宫廷与生活</a:t>
            </a:r>
          </a:p>
          <a:p>
            <a:pPr marL="0" lvl="0" indent="0">
              <a:buNone/>
            </a:pPr>
            <a:r>
              <a:rPr lang="en-US" altLang="zh-CN" dirty="0">
                <a:hlinkClick r:id="rId4" action="ppaction://hlinksldjump"/>
              </a:rPr>
              <a:t>3</a:t>
            </a:r>
            <a:r>
              <a:rPr lang="zh-CN" altLang="en-US" dirty="0">
                <a:hlinkClick r:id="rId4" action="ppaction://hlinksldjump"/>
              </a:rPr>
              <a:t> 园藏精品</a:t>
            </a:r>
            <a:endParaRPr lang="zh-CN" altLang="en-US" dirty="0"/>
          </a:p>
          <a:p>
            <a:pPr marL="0" lvl="0" indent="0">
              <a:buNone/>
            </a:pPr>
            <a:r>
              <a:rPr lang="en-US" altLang="zh-CN" dirty="0">
                <a:hlinkClick r:id="rId5" action="ppaction://hlinksldjump"/>
              </a:rPr>
              <a:t>4</a:t>
            </a:r>
            <a:r>
              <a:rPr lang="zh-CN" altLang="en-US" dirty="0">
                <a:hlinkClick r:id="rId5" action="ppaction://hlinksldjump"/>
              </a:rPr>
              <a:t> 公园管理 </a:t>
            </a:r>
            <a:endParaRPr lang="zh-CN" altLang="en-US" dirty="0"/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科研科技</a:t>
            </a:r>
            <a:endParaRPr lang="en-US" altLang="zh-CN" dirty="0"/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公园出版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遗产保护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组织机构与工作分工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基层服务队</a:t>
            </a:r>
          </a:p>
          <a:p>
            <a:pPr lvl="1">
              <a:buFont typeface="Arial" pitchFamily="34" charset="0"/>
              <a:buChar char="•"/>
            </a:pPr>
            <a:r>
              <a:rPr lang="zh-CN" altLang="en-US" dirty="0"/>
              <a:t>管理处机关</a:t>
            </a:r>
          </a:p>
          <a:p>
            <a:pPr marL="0" lvl="0" indent="0">
              <a:buNone/>
            </a:pPr>
            <a:r>
              <a:rPr lang="en-US" altLang="zh-CN" dirty="0">
                <a:hlinkClick r:id="rId6" action="ppaction://hlinksldjump"/>
              </a:rPr>
              <a:t>5</a:t>
            </a:r>
            <a:r>
              <a:rPr lang="zh-CN" altLang="en-US" dirty="0">
                <a:hlinkClick r:id="rId6" action="ppaction://hlinksldjump"/>
              </a:rPr>
              <a:t> 旅游信息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41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建制沿革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金明时期</a:t>
            </a:r>
          </a:p>
          <a:p>
            <a:pPr lvl="1"/>
            <a:r>
              <a:rPr lang="zh-CN" altLang="en-US" dirty="0"/>
              <a:t>北京西北郊原有瓮山。金朝贞元元年（</a:t>
            </a:r>
            <a:r>
              <a:rPr lang="en-US" altLang="zh-CN" dirty="0"/>
              <a:t>1153</a:t>
            </a:r>
            <a:r>
              <a:rPr lang="zh-CN" altLang="en-US" dirty="0"/>
              <a:t>年）金主完颜亮在此设置金山行宫。元朝定都北京后，成为保障宫廷用水和接济漕运的蓄水库。</a:t>
            </a:r>
          </a:p>
          <a:p>
            <a:pPr lvl="1"/>
            <a:r>
              <a:rPr lang="zh-CN" altLang="en-US" dirty="0"/>
              <a:t>明朝弘治七年（</a:t>
            </a:r>
            <a:r>
              <a:rPr lang="en-US" altLang="zh-CN" dirty="0"/>
              <a:t>1494</a:t>
            </a:r>
            <a:r>
              <a:rPr lang="zh-CN" altLang="en-US" dirty="0"/>
              <a:t>年），明孝宗乳母助圣夫人罗氏在瓮山前建圆静寺，后荒废。此后瓮山周围的园林逐渐增多。明武宗在湖滨修建行宫，称“好山园”，为皇室园林。明武宗、明神宗都曾在此泛舟游乐。明熹宗时，魏忠贤曾将好山园据为己有。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62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建制沿革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选址造园</a:t>
            </a:r>
          </a:p>
          <a:p>
            <a:pPr lvl="1"/>
            <a:r>
              <a:rPr lang="zh-CN" altLang="en-US" dirty="0"/>
              <a:t>乾隆十五年（</a:t>
            </a:r>
            <a:r>
              <a:rPr lang="en-US" altLang="zh-CN" dirty="0"/>
              <a:t>1750</a:t>
            </a:r>
            <a:r>
              <a:rPr lang="zh-CN" altLang="en-US" dirty="0"/>
              <a:t>年），为了筹备崇德皇太后（孝圣宪皇后）的</a:t>
            </a:r>
            <a:r>
              <a:rPr lang="en-US" altLang="zh-CN" dirty="0"/>
              <a:t>60</a:t>
            </a:r>
            <a:r>
              <a:rPr lang="zh-CN" altLang="en-US" dirty="0"/>
              <a:t>大寿，乾隆帝以治理京西水系为藉口下令拓挖西湖，拦截西山、玉泉山、寿安山来水，并在西湖西边开挖高水湖和养水湖，以此三湖作为蓄水库，保证宫廷园林用水，并为周围农田提供灌溉用水。乾隆帝以汉武帝挖昆明池操练水军的典故将西湖更名为昆明湖，将挖湖土方堆筑於湖北的瓮山，并将瓮山改名为万寿山。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6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建制沿革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鼎盛时期</a:t>
            </a:r>
          </a:p>
          <a:p>
            <a:pPr lvl="1"/>
            <a:r>
              <a:rPr lang="zh-CN" altLang="en-US" dirty="0"/>
              <a:t>乾隆二十九年（</a:t>
            </a:r>
            <a:r>
              <a:rPr lang="en-US" altLang="zh-CN" dirty="0"/>
              <a:t>1764</a:t>
            </a:r>
            <a:r>
              <a:rPr lang="zh-CN" altLang="en-US" dirty="0"/>
              <a:t>年）建成清漪园。清漪园的总体规划以杭州西湖为蓝本，同时广泛仿建江南园林及山水名胜。园内的主体建筑为大报恩延寿寺，并有一条长达</a:t>
            </a:r>
            <a:r>
              <a:rPr lang="en-US" altLang="zh-CN" dirty="0"/>
              <a:t>700</a:t>
            </a:r>
            <a:r>
              <a:rPr lang="zh-CN" altLang="en-US" dirty="0"/>
              <a:t>多米尺的长廊。</a:t>
            </a:r>
          </a:p>
          <a:p>
            <a:pPr lvl="1"/>
            <a:r>
              <a:rPr lang="zh-CN" altLang="en-US" dirty="0"/>
              <a:t>颐和园鼎盛时期，占地面积</a:t>
            </a:r>
            <a:r>
              <a:rPr lang="en-US" altLang="zh-CN" dirty="0"/>
              <a:t>2.97</a:t>
            </a:r>
            <a:r>
              <a:rPr lang="zh-CN" altLang="en-US" dirty="0"/>
              <a:t>平方公里（</a:t>
            </a:r>
            <a:r>
              <a:rPr lang="en-US" altLang="zh-CN" dirty="0"/>
              <a:t>293</a:t>
            </a:r>
            <a:r>
              <a:rPr lang="zh-CN" altLang="en-US" dirty="0"/>
              <a:t>公顷），主要由万寿山和昆明湖两部分组成，其中水面占四分之三（大约</a:t>
            </a:r>
            <a:r>
              <a:rPr lang="en-US" altLang="zh-CN" dirty="0"/>
              <a:t>220</a:t>
            </a:r>
            <a:r>
              <a:rPr lang="zh-CN" altLang="en-US" dirty="0"/>
              <a:t>公顷）。颐和园集传统造园艺术之大成，高度体现了“虽由人作，宛自天开”的造园准则。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89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建制沿革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202391485"/>
              </p:ext>
            </p:extLst>
          </p:nvPr>
        </p:nvGraphicFramePr>
        <p:xfrm>
          <a:off x="457200" y="1076325"/>
          <a:ext cx="8229600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60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2C8698-B4AF-4B54-A97E-5B28C7F23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D72C8698-B4AF-4B54-A97E-5B28C7F23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D72C8698-B4AF-4B54-A97E-5B28C7F23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221EE2-360A-4431-9367-B6E7A6B82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63221EE2-360A-4431-9367-B6E7A6B82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3221EE2-360A-4431-9367-B6E7A6B82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F13EC0-DE6A-41B6-8E9E-5CA2251C4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D0F13EC0-DE6A-41B6-8E9E-5CA2251C4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D0F13EC0-DE6A-41B6-8E9E-5CA2251C4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AF69DA-7247-4177-9E45-349967373E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dgm id="{EEAF69DA-7247-4177-9E45-349967373E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EEAF69DA-7247-4177-9E45-349967373E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7B6B5A-BA26-42C7-ADE2-BD23D0151B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847B6B5A-BA26-42C7-ADE2-BD23D0151B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847B6B5A-BA26-42C7-ADE2-BD23D0151B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FFFCD7-4F71-48F0-837F-750CAAE9E8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A5FFFCD7-4F71-48F0-837F-750CAAE9E8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A5FFFCD7-4F71-48F0-837F-750CAAE9E8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35F68C-AAC1-4891-B055-46CF4D9CC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DA35F68C-AAC1-4891-B055-46CF4D9CC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DA35F68C-AAC1-4891-B055-46CF4D9CC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6B1262-55D8-40D4-B5D1-A2DEF8E2E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dgm id="{E96B1262-55D8-40D4-B5D1-A2DEF8E2E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E96B1262-55D8-40D4-B5D1-A2DEF8E2E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60D7F8-9958-4048-BFEB-40849B10D8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graphicEl>
                                              <a:dgm id="{8360D7F8-9958-4048-BFEB-40849B10D8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8360D7F8-9958-4048-BFEB-40849B10D8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7562A1-7D9B-4118-B9D9-BA3EB4DBE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graphicEl>
                                              <a:dgm id="{427562A1-7D9B-4118-B9D9-BA3EB4DBE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graphicEl>
                                              <a:dgm id="{427562A1-7D9B-4118-B9D9-BA3EB4DBE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712543-F9E8-4E4B-A421-39C9518FA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B5712543-F9E8-4E4B-A421-39C9518FA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graphicEl>
                                              <a:dgm id="{B5712543-F9E8-4E4B-A421-39C9518FA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1139C2-35AB-4600-8AB2-8633FBF345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graphicEl>
                                              <a:dgm id="{E61139C2-35AB-4600-8AB2-8633FBF345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graphicEl>
                                              <a:dgm id="{E61139C2-35AB-4600-8AB2-8633FBF345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0D4EC0-B33D-423B-A0E1-1C9B11020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graphicEl>
                                              <a:dgm id="{560D4EC0-B33D-423B-A0E1-1C9B11020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560D4EC0-B33D-423B-A0E1-1C9B11020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颐和景观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973736455"/>
              </p:ext>
            </p:extLst>
          </p:nvPr>
        </p:nvGraphicFramePr>
        <p:xfrm>
          <a:off x="457200" y="1076325"/>
          <a:ext cx="8229600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76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万寿山西部景区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zh-CN" altLang="en-US"/>
              <a:t>宿云檐城关</a:t>
            </a:r>
          </a:p>
          <a:p>
            <a:pPr lvl="1"/>
            <a:r>
              <a:rPr lang="zh-CN" altLang="en-US"/>
              <a:t>始建于乾隆年间，又称贝阙。城上原有楼，内供关羽银铸塑像，一八六〇年被英法联军掠走。光绪年间重修颐和园时改为亭式建筑，内供关帝牌位。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97" y="1076325"/>
            <a:ext cx="3936206" cy="5248275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28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万寿山点景区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画中游</a:t>
            </a:r>
          </a:p>
          <a:p>
            <a:pPr lvl="1"/>
            <a:r>
              <a:rPr lang="zh-CN" altLang="en-US"/>
              <a:t>始建于乾隆年间，一八六〇年被英法联军烧毁，光绪年间重建，是万寿山西部重要的点景建筑，中为八角两层楼阁，东西配置两亭两楼，后有白石牌坊和一座三间小殿，各有爬山廊沟通。由于建筑倚山而筑，视野开阔，循廊观景，仿佛置身画中，故名“画中游”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12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万寿山前山景区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佛香阁</a:t>
            </a:r>
          </a:p>
          <a:p>
            <a:pPr lvl="1"/>
            <a:r>
              <a:rPr lang="zh-CN" altLang="en-US"/>
              <a:t>始建于清乾隆年间，一八六〇年被英法联军烧毁，光绪时按原样重建。阁结构为八面三层四重檐，通高</a:t>
            </a:r>
            <a:r>
              <a:rPr lang="en-US" altLang="zh-CN"/>
              <a:t>36.44</a:t>
            </a:r>
            <a:r>
              <a:rPr lang="zh-CN" altLang="en-US"/>
              <a:t>米，耸立于</a:t>
            </a:r>
            <a:r>
              <a:rPr lang="en-US" altLang="zh-CN"/>
              <a:t>20</a:t>
            </a:r>
            <a:r>
              <a:rPr lang="zh-CN" altLang="en-US"/>
              <a:t>米高的石造台基上，气势雄伟，是颐和园全园的构图中心。阁内供奉有铜铸金裹千手观世音菩萨站像。像高五米，重万斤，为明代万历年间所造，在八根贯通全阁上下的承重铁梨木擎天柱的衬托下，美妙庄严，熠熠生辉，有极高的文物和艺术价值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97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万寿山前山景区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宝云阁铜殿</a:t>
            </a:r>
          </a:p>
          <a:p>
            <a:pPr lvl="1"/>
            <a:r>
              <a:rPr lang="zh-CN" altLang="en-US"/>
              <a:t>为清朝帝后祈福颂经之所，乾隆二十年（</a:t>
            </a:r>
            <a:r>
              <a:rPr lang="en-US" altLang="zh-CN"/>
              <a:t>1755</a:t>
            </a:r>
            <a:r>
              <a:rPr lang="zh-CN" altLang="en-US"/>
              <a:t>）建成，通高</a:t>
            </a:r>
            <a:r>
              <a:rPr lang="en-US" altLang="zh-CN"/>
              <a:t>7.55</a:t>
            </a:r>
            <a:r>
              <a:rPr lang="zh-CN" altLang="en-US"/>
              <a:t>米，重</a:t>
            </a:r>
            <a:r>
              <a:rPr lang="en-US" altLang="zh-CN"/>
              <a:t>207</a:t>
            </a:r>
            <a:r>
              <a:rPr lang="zh-CN" altLang="en-US"/>
              <a:t>吨。铜殿梁柱、斗拱、椽瓦、匾联等全部构件采用我国传统的“拨蜡法”和“掰沙法”工艺铸造并将表面处理成蟹青冷古铜色，具有很高的科学价值。</a:t>
            </a:r>
          </a:p>
          <a:p>
            <a:pPr lvl="1"/>
            <a:r>
              <a:rPr lang="zh-CN" altLang="en-US"/>
              <a:t>一八六〇年英法联军火烧清漪园时，宝云阁铜殿是园内极少数幸存建筑之一，但内部陈设被劫掠一空，一九〇〇年又遭到八国联军破坏，并有十扇铜窗流失国外。一九九三年美国国际集团公司出资购得并捐赠予颐和园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9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昆明湖区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 algn="ctr"/>
            <a:r>
              <a:rPr lang="zh-CN" altLang="en-US" dirty="0"/>
              <a:t>十七孔桥</a:t>
            </a:r>
          </a:p>
          <a:p>
            <a:pPr lvl="1" algn="ctr"/>
            <a:r>
              <a:rPr lang="zh-CN" altLang="en-US" dirty="0"/>
              <a:t>始建于清乾隆十五年（</a:t>
            </a:r>
            <a:r>
              <a:rPr lang="en-US" altLang="zh-CN" dirty="0"/>
              <a:t>1750</a:t>
            </a:r>
            <a:r>
              <a:rPr lang="zh-CN" altLang="en-US" dirty="0"/>
              <a:t>），东接东堤，西连南湖岛，全长一百五十多米，是我国皇家园林中现存的最长的桥，因有十七个桥券洞而得名。桥头及桥栏望柱上雕有五百多只形态各异的石狮。桥栏的两端有四只石雕的异兽，威猛雄健，当属清代石雕艺术品中的杰作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37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昆明湖区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西堤</a:t>
            </a:r>
          </a:p>
          <a:p>
            <a:pPr lvl="1"/>
            <a:r>
              <a:rPr lang="zh-CN" altLang="en-US"/>
              <a:t>西堤是仿杭州西湖苏堤而建，从北向南依次筑有界湖桥、豳风桥、玉带桥、镜桥、练桥、柳桥六座式样各异的桥亭，称为“西堤六桥”；</a:t>
            </a:r>
          </a:p>
          <a:p>
            <a:pPr lvl="1"/>
            <a:r>
              <a:rPr lang="zh-CN" altLang="en-US"/>
              <a:t>在柳桥和练桥之间为取范仲淹</a:t>
            </a:r>
            <a:r>
              <a:rPr lang="en-US" altLang="zh-CN"/>
              <a:t>《</a:t>
            </a:r>
            <a:r>
              <a:rPr lang="zh-CN" altLang="en-US"/>
              <a:t>岳阳楼记</a:t>
            </a:r>
            <a:r>
              <a:rPr lang="en-US" altLang="zh-CN"/>
              <a:t>》</a:t>
            </a:r>
            <a:r>
              <a:rPr lang="zh-CN" altLang="en-US"/>
              <a:t>中“春和景明，波澜不惊”之句命名的景明楼。</a:t>
            </a:r>
          </a:p>
          <a:p>
            <a:pPr lvl="1"/>
            <a:r>
              <a:rPr lang="zh-CN" altLang="en-US"/>
              <a:t>沿堤遍植桃柳，春来柳绿桃红，有“北国江南”之称。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51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西堤美景</a:t>
            </a:r>
            <a:endParaRPr lang="zh-CN" altLang="en-US" dirty="0"/>
          </a:p>
        </p:txBody>
      </p:sp>
      <p:pic>
        <p:nvPicPr>
          <p:cNvPr id="3" name="图片 2" descr="西堤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92288"/>
            <a:ext cx="4000500" cy="1970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 descr="景明楼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700" y="1646238"/>
            <a:ext cx="3186113" cy="22621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 descr="界湖桥"/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4137025"/>
            <a:ext cx="3381375" cy="2262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 descr="豳风桥"/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13" y="4137025"/>
            <a:ext cx="3800475" cy="2262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179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西堤美景</a:t>
            </a:r>
            <a:endParaRPr lang="zh-CN" altLang="en-US" dirty="0"/>
          </a:p>
        </p:txBody>
      </p:sp>
      <p:pic>
        <p:nvPicPr>
          <p:cNvPr id="3" name="图片 2" descr="玉带桥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3" y="1646238"/>
            <a:ext cx="3114675" cy="22621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 descr="镜桥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1649413"/>
            <a:ext cx="4000500" cy="2254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 descr="练桥"/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4137025"/>
            <a:ext cx="3089275" cy="2262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 descr="柳桥"/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700" y="4137025"/>
            <a:ext cx="3948113" cy="2262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634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万寿山后湖景区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苏州街</a:t>
            </a:r>
          </a:p>
          <a:p>
            <a:pPr lvl="1"/>
            <a:r>
              <a:rPr lang="zh-CN" altLang="en-US"/>
              <a:t>原称买卖街，乾隆时仿江南水乡而建，是专供清代帝后逛市游览的的一条水街，一八六〇被英法联军焚毁，一九九〇年在遗址上复建。街全长三百余米，以水当街，以岸作市，沿岸设有茶馆、酒楼、药房、钱庄、帽店、手饰铺、点心铺等六十多个铺面，集中展现了十八世纪中国江南的商业文化氛围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9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万寿山后山景区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谐趣园</a:t>
            </a:r>
          </a:p>
          <a:p>
            <a:pPr lvl="1"/>
            <a:r>
              <a:rPr lang="zh-CN" altLang="en-US" dirty="0"/>
              <a:t>乾隆十六年（</a:t>
            </a:r>
            <a:r>
              <a:rPr lang="en-US" altLang="zh-CN" dirty="0"/>
              <a:t>1751</a:t>
            </a:r>
            <a:r>
              <a:rPr lang="zh-CN" altLang="en-US" dirty="0"/>
              <a:t>）仿江南名园无锡惠山的寄畅园而建，取名惠山园。嘉庆十六年（</a:t>
            </a:r>
            <a:r>
              <a:rPr lang="en-US" altLang="zh-CN" dirty="0"/>
              <a:t>1811</a:t>
            </a:r>
            <a:r>
              <a:rPr lang="zh-CN" altLang="en-US" dirty="0"/>
              <a:t>）重修，改名谐趣园。一八六〇年被英法联军烧毁，光绪十八年（</a:t>
            </a:r>
            <a:r>
              <a:rPr lang="en-US" altLang="zh-CN" dirty="0"/>
              <a:t>1892</a:t>
            </a:r>
            <a:r>
              <a:rPr lang="zh-CN" altLang="en-US" dirty="0"/>
              <a:t>）重建。方塘数亩，沿池建有楼、亭、堂、斋、桥、榭等园林建筑，并由三步一回，五步一折的百间游廊相连接，错落相间，步步有景，是中国最负盛名的“园中之园”。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742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长廊一线风景区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长廊</a:t>
            </a:r>
          </a:p>
          <a:p>
            <a:pPr lvl="1"/>
            <a:r>
              <a:rPr lang="zh-CN" altLang="en-US"/>
              <a:t>始建于乾隆十五年（</a:t>
            </a:r>
            <a:r>
              <a:rPr lang="en-US" altLang="zh-CN"/>
              <a:t>1750</a:t>
            </a:r>
            <a:r>
              <a:rPr lang="zh-CN" altLang="en-US"/>
              <a:t>），后被英法联军烧毁，光绪十二年（</a:t>
            </a:r>
            <a:r>
              <a:rPr lang="en-US" altLang="zh-CN"/>
              <a:t>1886</a:t>
            </a:r>
            <a:r>
              <a:rPr lang="zh-CN" altLang="en-US"/>
              <a:t>）重建。长廊东起邀月门，西至石丈亭，共二百七十三间，全长七百二十八米，枋梁上还绘有人物、山水、花鸟等各种彩画八千多幅，是中国古典园林中最长的游廊。长廊中间建有留佳、寄澜、秋水、清遥四座八角重檐的亭子，依山临水，以排云殿为中心，向东西两边对称地展开，将分布在万寿山前的建筑连成一气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221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文昌阁</a:t>
            </a:r>
          </a:p>
          <a:p>
            <a:pPr lvl="1"/>
            <a:r>
              <a:rPr lang="zh-CN" altLang="en-US"/>
              <a:t>颐和园内六座城关</a:t>
            </a:r>
            <a:r>
              <a:rPr lang="en-US" altLang="zh-CN"/>
              <a:t>(</a:t>
            </a:r>
            <a:r>
              <a:rPr lang="zh-CN" altLang="en-US"/>
              <a:t>紫气东来城关、宿云檐城关、寅辉城关、通云城关、千峰彩翠城关、文昌阁城关</a:t>
            </a:r>
            <a:r>
              <a:rPr lang="en-US" altLang="zh-CN"/>
              <a:t>)</a:t>
            </a:r>
            <a:r>
              <a:rPr lang="zh-CN" altLang="en-US"/>
              <a:t>建筑中最大的一座，始建于乾隆十五年（</a:t>
            </a:r>
            <a:r>
              <a:rPr lang="en-US" altLang="zh-CN"/>
              <a:t>1750</a:t>
            </a:r>
            <a:r>
              <a:rPr lang="zh-CN" altLang="en-US"/>
              <a:t>），一八六〇年被英法联军烧毁，光绪时重建。主阁两层，内供铜铸文昌帝君和仙童、铜特。文昌阁与昆明湖西供武圣的宿云檐象征“文武辅弼”。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182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德和园</a:t>
            </a:r>
          </a:p>
          <a:p>
            <a:pPr lvl="1"/>
            <a:r>
              <a:rPr lang="zh-CN" altLang="en-US"/>
              <a:t>位于仁寿殿北侧，兴建于清光绪十七年（</a:t>
            </a:r>
            <a:r>
              <a:rPr lang="en-US" altLang="zh-CN"/>
              <a:t>1891</a:t>
            </a:r>
            <a:r>
              <a:rPr lang="zh-CN" altLang="en-US"/>
              <a:t>），历时五年建成，是专供慈禧太后看戏的地方。其主要建筑为大戏楼、颐乐殿和庆善堂。园内的三层戏台是中国规模最大、保存最完好的木结构古戏台，其建筑设计精巧、气势宏伟，极富科学和艺术价值。</a:t>
            </a:r>
          </a:p>
          <a:p>
            <a:pPr lvl="1"/>
            <a:r>
              <a:rPr lang="zh-CN" altLang="en-US"/>
              <a:t>游客在园中可以直观地感受慈禧当年看戏的场景，并可目睹到大量珍贵的帝后生活用品及外国馈赠清室的礼物。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61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知春亭</a:t>
            </a:r>
          </a:p>
          <a:p>
            <a:pPr lvl="1"/>
            <a:r>
              <a:rPr lang="zh-CN" altLang="en-US"/>
              <a:t>建于昆明湖东岸边、玉澜堂前的小岛上，北有山为屏，南面朝阳，得春较早，因此为名。此处是饱览万寿山、昆明湖全景和玉泉山、西山借景最好的观景点。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625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园藏精品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历史沉浮</a:t>
            </a:r>
          </a:p>
          <a:p>
            <a:pPr lvl="0"/>
            <a:r>
              <a:rPr lang="zh-CN" altLang="en-US"/>
              <a:t>文物分类</a:t>
            </a:r>
          </a:p>
          <a:p>
            <a:pPr lvl="1"/>
            <a:r>
              <a:rPr lang="zh-CN" altLang="en-US"/>
              <a:t>玉器 </a:t>
            </a:r>
          </a:p>
          <a:p>
            <a:pPr lvl="1"/>
            <a:r>
              <a:rPr lang="zh-CN" altLang="en-US"/>
              <a:t>青铜器</a:t>
            </a:r>
          </a:p>
          <a:p>
            <a:pPr lvl="1"/>
            <a:r>
              <a:rPr lang="zh-CN" altLang="en-US"/>
              <a:t>瓷器</a:t>
            </a:r>
          </a:p>
          <a:p>
            <a:pPr lvl="1"/>
            <a:r>
              <a:rPr lang="zh-CN" altLang="en-US"/>
              <a:t>家具</a:t>
            </a:r>
          </a:p>
          <a:p>
            <a:pPr lvl="1"/>
            <a:r>
              <a:rPr lang="zh-CN" altLang="en-US"/>
              <a:t>杂项</a:t>
            </a:r>
          </a:p>
          <a:p>
            <a:pPr lvl="1"/>
            <a:r>
              <a:rPr lang="zh-CN" altLang="en-US"/>
              <a:t>露天陈设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989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96470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科研科技</a:t>
            </a:r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467544" y="2852936"/>
            <a:ext cx="8229600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72603"/>
              </p:ext>
            </p:extLst>
          </p:nvPr>
        </p:nvGraphicFramePr>
        <p:xfrm>
          <a:off x="801924" y="2204864"/>
          <a:ext cx="7560840" cy="472105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158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课题名称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主持单位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课题名称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主持单位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颐和园建筑彩画历史信息的研究与保护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颐和园设计室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中关村海淀科学城建设中的世界遗产——颐和园保护问题研究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颐和园供配电及煤改电工程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城市绿地地被植物开发应用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颐和园管理处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古柳新型树体保护和修补技术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颐和园园林部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特殊条件下大规格苗木栽植及养护技术的探讨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颐和园园林部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世界文化遗产——颐和园保护的研究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颐和园文物部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颐和园德和园大戏楼与听鹂馆戏台声学测量及分析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清华大学建筑学院、颐和园文物部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皇家园林建筑装饰纹样的研究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颐和园冷季型草坪建植管理模式研究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关于恢复清漪园时期绿化布局的探讨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关于古树濒危原因的初探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颐和园计算机网络与图文信息管理系统的研究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颐和园办公室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北京地区桂花露地越冬的研究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颐和园园林部</a:t>
                      </a:r>
                      <a:endParaRPr lang="zh-CN" sz="140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以昆明湖底沉积物探讨北京西山地区气候变化和环境变迁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solidFill>
                            <a:srgbClr val="7030A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中国地矿部、颐和园管理处</a:t>
                      </a:r>
                      <a:endParaRPr lang="zh-CN" sz="1400" dirty="0">
                        <a:solidFill>
                          <a:srgbClr val="7030A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68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公园出版</a:t>
            </a:r>
          </a:p>
          <a:p>
            <a:pPr lvl="0"/>
            <a:r>
              <a:rPr lang="zh-CN" altLang="en-US"/>
              <a:t>遗产保护</a:t>
            </a:r>
            <a:endParaRPr lang="zh-CN" altLang="en-US" dirty="0"/>
          </a:p>
          <a:p>
            <a:pPr lvl="0"/>
            <a:r>
              <a:rPr lang="zh-CN" altLang="en-US" dirty="0"/>
              <a:t>组织机构与工作分工</a:t>
            </a:r>
          </a:p>
          <a:p>
            <a:pPr lvl="0"/>
            <a:r>
              <a:rPr lang="zh-CN" altLang="en-US" dirty="0"/>
              <a:t>基层服务队</a:t>
            </a:r>
          </a:p>
          <a:p>
            <a:pPr lvl="0"/>
            <a:r>
              <a:rPr lang="zh-CN" altLang="en-US" dirty="0"/>
              <a:t>管理处机关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849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旅游信息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旺季：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</a:p>
          <a:p>
            <a:pPr lvl="1"/>
            <a:r>
              <a:rPr lang="zh-CN" altLang="en-US" dirty="0"/>
              <a:t>大门开放时间：</a:t>
            </a:r>
            <a:r>
              <a:rPr lang="en-US" altLang="zh-CN" dirty="0"/>
              <a:t>	6:30—18:00</a:t>
            </a:r>
          </a:p>
          <a:p>
            <a:pPr lvl="1"/>
            <a:r>
              <a:rPr lang="zh-CN" altLang="en-US" dirty="0"/>
              <a:t>园中园开放时间：</a:t>
            </a:r>
            <a:r>
              <a:rPr lang="en-US" altLang="zh-CN" dirty="0"/>
              <a:t>	8:30—17:00</a:t>
            </a:r>
          </a:p>
          <a:p>
            <a:pPr lvl="1"/>
            <a:r>
              <a:rPr lang="zh-CN" altLang="en-US" dirty="0"/>
              <a:t>静园时间：</a:t>
            </a:r>
            <a:r>
              <a:rPr lang="en-US" altLang="zh-CN" dirty="0"/>
              <a:t>		20:00</a:t>
            </a:r>
          </a:p>
          <a:p>
            <a:pPr lvl="0"/>
            <a:r>
              <a:rPr lang="zh-CN" altLang="en-US" dirty="0"/>
              <a:t>淡季：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日至次年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</a:p>
          <a:p>
            <a:pPr lvl="1"/>
            <a:r>
              <a:rPr lang="zh-CN" altLang="en-US" dirty="0"/>
              <a:t>大门开放时间：</a:t>
            </a:r>
            <a:r>
              <a:rPr lang="en-US" altLang="zh-CN" dirty="0"/>
              <a:t>	7:00—17:00</a:t>
            </a:r>
          </a:p>
          <a:p>
            <a:pPr lvl="1"/>
            <a:r>
              <a:rPr lang="zh-CN" altLang="en-US" dirty="0"/>
              <a:t>园中园开放时间：</a:t>
            </a:r>
            <a:r>
              <a:rPr lang="en-US" altLang="zh-CN" dirty="0"/>
              <a:t>	9:00—16:00</a:t>
            </a:r>
          </a:p>
          <a:p>
            <a:pPr lvl="1"/>
            <a:r>
              <a:rPr lang="zh-CN" altLang="en-US" dirty="0"/>
              <a:t>静园时间：</a:t>
            </a:r>
            <a:r>
              <a:rPr lang="en-US" altLang="zh-CN" dirty="0"/>
              <a:t>		19:00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97323"/>
      </p:ext>
    </p:extLst>
  </p:cSld>
  <p:clrMapOvr>
    <a:masterClrMapping/>
  </p:clrMapOvr>
</p:sld>
</file>

<file path=ppt/theme/theme1.xml><?xml version="1.0" encoding="utf-8"?>
<a:theme xmlns:a="http://schemas.openxmlformats.org/drawingml/2006/main" name="龙腾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自定义 1">
      <a:majorFont>
        <a:latin typeface="Arial"/>
        <a:ea typeface="微软雅黑"/>
        <a:cs typeface=""/>
      </a:majorFont>
      <a:minorFont>
        <a:latin typeface="Calibri"/>
        <a:ea typeface="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58l 1">
        <a:dk1>
          <a:srgbClr val="1D4940"/>
        </a:dk1>
        <a:lt1>
          <a:srgbClr val="FFFFFF"/>
        </a:lt1>
        <a:dk2>
          <a:srgbClr val="3F716F"/>
        </a:dk2>
        <a:lt2>
          <a:srgbClr val="C0C0C0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58l 2">
        <a:dk1>
          <a:srgbClr val="093575"/>
        </a:dk1>
        <a:lt1>
          <a:srgbClr val="FFFFFF"/>
        </a:lt1>
        <a:dk2>
          <a:srgbClr val="000066"/>
        </a:dk2>
        <a:lt2>
          <a:srgbClr val="808080"/>
        </a:lt2>
        <a:accent1>
          <a:srgbClr val="4B92E1"/>
        </a:accent1>
        <a:accent2>
          <a:srgbClr val="99CCFF"/>
        </a:accent2>
        <a:accent3>
          <a:srgbClr val="FFFFFF"/>
        </a:accent3>
        <a:accent4>
          <a:srgbClr val="062C63"/>
        </a:accent4>
        <a:accent5>
          <a:srgbClr val="B1C7EE"/>
        </a:accent5>
        <a:accent6>
          <a:srgbClr val="8AB9E7"/>
        </a:accent6>
        <a:hlink>
          <a:srgbClr val="0066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58l 3">
        <a:dk1>
          <a:srgbClr val="0B4C5B"/>
        </a:dk1>
        <a:lt1>
          <a:srgbClr val="FFFFFF"/>
        </a:lt1>
        <a:dk2>
          <a:srgbClr val="000000"/>
        </a:dk2>
        <a:lt2>
          <a:srgbClr val="969696"/>
        </a:lt2>
        <a:accent1>
          <a:srgbClr val="E3BE05"/>
        </a:accent1>
        <a:accent2>
          <a:srgbClr val="81C200"/>
        </a:accent2>
        <a:accent3>
          <a:srgbClr val="FFFFFF"/>
        </a:accent3>
        <a:accent4>
          <a:srgbClr val="08404C"/>
        </a:accent4>
        <a:accent5>
          <a:srgbClr val="EFDBAA"/>
        </a:accent5>
        <a:accent6>
          <a:srgbClr val="74B0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龙腾</Template>
  <TotalTime>296</TotalTime>
  <Words>2252</Words>
  <Application>Microsoft Office PowerPoint</Application>
  <PresentationFormat>全屏显示(4:3)</PresentationFormat>
  <Paragraphs>251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仿宋</vt:lpstr>
      <vt:lpstr>华文中宋</vt:lpstr>
      <vt:lpstr>楷体</vt:lpstr>
      <vt:lpstr>宋体</vt:lpstr>
      <vt:lpstr>微软雅黑</vt:lpstr>
      <vt:lpstr>幼圆</vt:lpstr>
      <vt:lpstr>Arial</vt:lpstr>
      <vt:lpstr>Calibri</vt:lpstr>
      <vt:lpstr>Times New Roman</vt:lpstr>
      <vt:lpstr>Wingdings</vt:lpstr>
      <vt:lpstr>龙腾</vt:lpstr>
      <vt:lpstr>颐　和　园</vt:lpstr>
      <vt:lpstr>目　录</vt:lpstr>
      <vt:lpstr>建制沿革</vt:lpstr>
      <vt:lpstr>建制沿革</vt:lpstr>
      <vt:lpstr>建制沿革</vt:lpstr>
      <vt:lpstr>建制沿革</vt:lpstr>
      <vt:lpstr>颐和景观</vt:lpstr>
      <vt:lpstr>万寿山西部景区</vt:lpstr>
      <vt:lpstr>万寿山点景区</vt:lpstr>
      <vt:lpstr>万寿山前山景区</vt:lpstr>
      <vt:lpstr>万寿山前山景区</vt:lpstr>
      <vt:lpstr>昆明湖区</vt:lpstr>
      <vt:lpstr>昆明湖区</vt:lpstr>
      <vt:lpstr>西堤美景</vt:lpstr>
      <vt:lpstr>西堤美景</vt:lpstr>
      <vt:lpstr>万寿山后湖景区</vt:lpstr>
      <vt:lpstr>万寿山后山景区</vt:lpstr>
      <vt:lpstr>长廊一线风景区</vt:lpstr>
      <vt:lpstr>宫廷与生活区</vt:lpstr>
      <vt:lpstr>宫廷与生活区</vt:lpstr>
      <vt:lpstr>宫廷与生活区</vt:lpstr>
      <vt:lpstr>园藏精品</vt:lpstr>
      <vt:lpstr>公园管理</vt:lpstr>
      <vt:lpstr>公园管理</vt:lpstr>
      <vt:lpstr>旅游信息</vt:lpstr>
    </vt:vector>
  </TitlesOfParts>
  <Manager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颐　和　园</dc:title>
  <dc:creator>Administrator</dc:creator>
  <dc:description/>
  <cp:lastModifiedBy>Administrator</cp:lastModifiedBy>
  <cp:revision>26</cp:revision>
  <dcterms:created xsi:type="dcterms:W3CDTF">2019-01-16T16:11:15Z</dcterms:created>
  <dcterms:modified xsi:type="dcterms:W3CDTF">2020-12-03T09:40:45Z</dcterms:modified>
</cp:coreProperties>
</file>