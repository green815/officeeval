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93" autoAdjust="0"/>
    <p:restoredTop sz="94660"/>
  </p:normalViewPr>
  <p:slideViewPr>
    <p:cSldViewPr>
      <p:cViewPr varScale="1">
        <p:scale>
          <a:sx n="63" d="100"/>
          <a:sy n="63" d="100"/>
        </p:scale>
        <p:origin x="72" y="4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diagrams/_rels/data2.xml.rels><?xml version="1.0" encoding="UTF-8" standalone="yes"?>
<Relationships xmlns="http://schemas.openxmlformats.org/package/2006/relationships"><Relationship Id="rId1" Type="http://schemas.openxmlformats.org/officeDocument/2006/relationships/image" Target="../media/image10.jpg"/></Relationships>
</file>

<file path=ppt/diagrams/_rels/drawing2.xml.rels><?xml version="1.0" encoding="UTF-8" standalone="yes"?>
<Relationships xmlns="http://schemas.openxmlformats.org/package/2006/relationships"><Relationship Id="rId1" Type="http://schemas.openxmlformats.org/officeDocument/2006/relationships/image" Target="../media/image10.jpg"/></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568DD8-8960-43BA-B9B5-4FA9055FFDDF}" type="doc">
      <dgm:prSet loTypeId="urn:microsoft.com/office/officeart/2005/8/layout/hProcess9" loCatId="process" qsTypeId="urn:microsoft.com/office/officeart/2005/8/quickstyle/simple2" qsCatId="simple" csTypeId="urn:microsoft.com/office/officeart/2005/8/colors/accent1_1" csCatId="accent1" phldr="1"/>
      <dgm:spPr/>
    </dgm:pt>
    <dgm:pt modelId="{FF9041CE-A44D-4C38-A5EC-D5B218121645}">
      <dgm:prSet phldrT="[文本]" custT="1"/>
      <dgm:spPr/>
      <dgm:t>
        <a:bodyPr vert="eaVert"/>
        <a:lstStyle/>
        <a:p>
          <a:r>
            <a:rPr lang="zh-CN" altLang="en-US" sz="1600" dirty="0">
              <a:solidFill>
                <a:schemeClr val="tx1"/>
              </a:solidFill>
            </a:rPr>
            <a:t>蓟</a:t>
          </a:r>
        </a:p>
      </dgm:t>
    </dgm:pt>
    <dgm:pt modelId="{0EB43968-2C76-4A5F-B1B2-F6E4D64E7B93}" type="parTrans" cxnId="{B48CBB46-9744-427E-A523-CBC0263CF868}">
      <dgm:prSet/>
      <dgm:spPr/>
      <dgm:t>
        <a:bodyPr/>
        <a:lstStyle/>
        <a:p>
          <a:endParaRPr lang="zh-CN" altLang="en-US"/>
        </a:p>
      </dgm:t>
    </dgm:pt>
    <dgm:pt modelId="{B6785F18-497A-4C4C-86E5-580AC1891153}" type="sibTrans" cxnId="{B48CBB46-9744-427E-A523-CBC0263CF868}">
      <dgm:prSet/>
      <dgm:spPr/>
      <dgm:t>
        <a:bodyPr/>
        <a:lstStyle/>
        <a:p>
          <a:endParaRPr lang="zh-CN" altLang="en-US"/>
        </a:p>
      </dgm:t>
    </dgm:pt>
    <dgm:pt modelId="{03EE7C45-F8D9-4AAC-9226-6C24396F8E52}">
      <dgm:prSet phldrT="[文本]" custT="1"/>
      <dgm:spPr/>
      <dgm:t>
        <a:bodyPr vert="eaVert"/>
        <a:lstStyle/>
        <a:p>
          <a:r>
            <a:rPr lang="zh-CN" altLang="en-US" sz="1600" dirty="0">
              <a:solidFill>
                <a:schemeClr val="tx1"/>
              </a:solidFill>
            </a:rPr>
            <a:t>燕</a:t>
          </a:r>
        </a:p>
      </dgm:t>
    </dgm:pt>
    <dgm:pt modelId="{299563F6-5833-4851-A60D-6FEEB17AF15F}" type="parTrans" cxnId="{1582BA32-97CA-4384-8A8A-2F8DD5991DBA}">
      <dgm:prSet/>
      <dgm:spPr/>
      <dgm:t>
        <a:bodyPr/>
        <a:lstStyle/>
        <a:p>
          <a:endParaRPr lang="zh-CN" altLang="en-US"/>
        </a:p>
      </dgm:t>
    </dgm:pt>
    <dgm:pt modelId="{67B5CF5F-CE74-4E94-9253-1D3D431FF69E}" type="sibTrans" cxnId="{1582BA32-97CA-4384-8A8A-2F8DD5991DBA}">
      <dgm:prSet/>
      <dgm:spPr/>
      <dgm:t>
        <a:bodyPr/>
        <a:lstStyle/>
        <a:p>
          <a:endParaRPr lang="zh-CN" altLang="en-US"/>
        </a:p>
      </dgm:t>
    </dgm:pt>
    <dgm:pt modelId="{10AD5A0F-1AC1-4B25-998E-1AE8CD29DE9B}">
      <dgm:prSet phldrT="[文本]" custT="1"/>
      <dgm:spPr/>
      <dgm:t>
        <a:bodyPr vert="eaVert"/>
        <a:lstStyle/>
        <a:p>
          <a:r>
            <a:rPr lang="zh-CN" altLang="en-US" sz="1600" dirty="0">
              <a:solidFill>
                <a:schemeClr val="tx1"/>
              </a:solidFill>
            </a:rPr>
            <a:t>燕（安禄山）</a:t>
          </a:r>
        </a:p>
      </dgm:t>
    </dgm:pt>
    <dgm:pt modelId="{24BEB2BE-E760-49D2-9D86-A8FEDE5BC58C}" type="parTrans" cxnId="{C50B52B4-A217-4F88-83B5-11B0528F3912}">
      <dgm:prSet/>
      <dgm:spPr/>
      <dgm:t>
        <a:bodyPr/>
        <a:lstStyle/>
        <a:p>
          <a:endParaRPr lang="zh-CN" altLang="en-US"/>
        </a:p>
      </dgm:t>
    </dgm:pt>
    <dgm:pt modelId="{55E0E9B3-FC85-4BE8-925A-218B100A1C8A}" type="sibTrans" cxnId="{C50B52B4-A217-4F88-83B5-11B0528F3912}">
      <dgm:prSet/>
      <dgm:spPr/>
      <dgm:t>
        <a:bodyPr/>
        <a:lstStyle/>
        <a:p>
          <a:endParaRPr lang="zh-CN" altLang="en-US"/>
        </a:p>
      </dgm:t>
    </dgm:pt>
    <dgm:pt modelId="{40A6F998-A1A3-4F50-BB25-3FC2583AB5A8}">
      <dgm:prSet phldrT="[文本]" custT="1"/>
      <dgm:spPr/>
      <dgm:t>
        <a:bodyPr vert="eaVert"/>
        <a:lstStyle/>
        <a:p>
          <a:r>
            <a:rPr lang="zh-CN" altLang="en-US" sz="1600" dirty="0">
              <a:solidFill>
                <a:schemeClr val="tx1"/>
              </a:solidFill>
            </a:rPr>
            <a:t>燕（刘仁恭）</a:t>
          </a:r>
        </a:p>
      </dgm:t>
    </dgm:pt>
    <dgm:pt modelId="{AFAC65CA-0DE7-419E-88D3-FC56F5A3D693}" type="parTrans" cxnId="{DCB99D7D-477B-4DFC-9CAC-FDA0658391AF}">
      <dgm:prSet/>
      <dgm:spPr/>
      <dgm:t>
        <a:bodyPr/>
        <a:lstStyle/>
        <a:p>
          <a:endParaRPr lang="zh-CN" altLang="en-US"/>
        </a:p>
      </dgm:t>
    </dgm:pt>
    <dgm:pt modelId="{B21DB80D-23F2-4335-94BA-D46A51A2BE95}" type="sibTrans" cxnId="{DCB99D7D-477B-4DFC-9CAC-FDA0658391AF}">
      <dgm:prSet/>
      <dgm:spPr/>
      <dgm:t>
        <a:bodyPr/>
        <a:lstStyle/>
        <a:p>
          <a:endParaRPr lang="zh-CN" altLang="en-US"/>
        </a:p>
      </dgm:t>
    </dgm:pt>
    <dgm:pt modelId="{1CD846EE-6227-4395-BCB6-D137558E34C5}">
      <dgm:prSet phldrT="[文本]" custT="1"/>
      <dgm:spPr/>
      <dgm:t>
        <a:bodyPr vert="eaVert"/>
        <a:lstStyle/>
        <a:p>
          <a:r>
            <a:rPr lang="zh-CN" altLang="en-US" sz="1600" dirty="0">
              <a:solidFill>
                <a:schemeClr val="tx1"/>
              </a:solidFill>
            </a:rPr>
            <a:t>辽</a:t>
          </a:r>
        </a:p>
      </dgm:t>
    </dgm:pt>
    <dgm:pt modelId="{C7825D2E-AFA2-48DF-97C3-3F96E0CC2FAF}" type="parTrans" cxnId="{48F85A88-181E-44D1-89C0-38781F0A3B98}">
      <dgm:prSet/>
      <dgm:spPr/>
      <dgm:t>
        <a:bodyPr/>
        <a:lstStyle/>
        <a:p>
          <a:endParaRPr lang="zh-CN" altLang="en-US"/>
        </a:p>
      </dgm:t>
    </dgm:pt>
    <dgm:pt modelId="{5AC2FDF9-7ED8-4649-BBF0-DB7255051377}" type="sibTrans" cxnId="{48F85A88-181E-44D1-89C0-38781F0A3B98}">
      <dgm:prSet/>
      <dgm:spPr/>
      <dgm:t>
        <a:bodyPr/>
        <a:lstStyle/>
        <a:p>
          <a:endParaRPr lang="zh-CN" altLang="en-US"/>
        </a:p>
      </dgm:t>
    </dgm:pt>
    <dgm:pt modelId="{85A36AA0-FEA2-46F1-ACF9-6D002E7E5116}">
      <dgm:prSet phldrT="[文本]" custT="1"/>
      <dgm:spPr/>
      <dgm:t>
        <a:bodyPr vert="eaVert"/>
        <a:lstStyle/>
        <a:p>
          <a:r>
            <a:rPr lang="zh-CN" altLang="en-US" sz="1600" dirty="0">
              <a:solidFill>
                <a:schemeClr val="tx1"/>
              </a:solidFill>
            </a:rPr>
            <a:t>元</a:t>
          </a:r>
        </a:p>
      </dgm:t>
    </dgm:pt>
    <dgm:pt modelId="{67632F4E-A2B2-4730-90E5-1516647146B6}" type="parTrans" cxnId="{5DEDFECB-062E-4505-9FB4-D85790E6371C}">
      <dgm:prSet/>
      <dgm:spPr/>
      <dgm:t>
        <a:bodyPr/>
        <a:lstStyle/>
        <a:p>
          <a:endParaRPr lang="zh-CN" altLang="en-US"/>
        </a:p>
      </dgm:t>
    </dgm:pt>
    <dgm:pt modelId="{5220975C-68B3-4E27-BF56-84EDA8E64E2A}" type="sibTrans" cxnId="{5DEDFECB-062E-4505-9FB4-D85790E6371C}">
      <dgm:prSet/>
      <dgm:spPr/>
      <dgm:t>
        <a:bodyPr/>
        <a:lstStyle/>
        <a:p>
          <a:endParaRPr lang="zh-CN" altLang="en-US"/>
        </a:p>
      </dgm:t>
    </dgm:pt>
    <dgm:pt modelId="{13C5BA03-89E5-4B92-B30F-453FCB732ADF}">
      <dgm:prSet phldrT="[文本]" custT="1"/>
      <dgm:spPr/>
      <dgm:t>
        <a:bodyPr vert="eaVert"/>
        <a:lstStyle/>
        <a:p>
          <a:r>
            <a:rPr lang="zh-CN" altLang="en-US" sz="1600" dirty="0">
              <a:solidFill>
                <a:schemeClr val="tx1"/>
              </a:solidFill>
            </a:rPr>
            <a:t>明</a:t>
          </a:r>
        </a:p>
      </dgm:t>
    </dgm:pt>
    <dgm:pt modelId="{AC710793-F4EB-4C0E-9089-8AE4A1429D9F}" type="parTrans" cxnId="{2C4815BC-27E7-46BB-ABE5-1CC243605046}">
      <dgm:prSet/>
      <dgm:spPr/>
      <dgm:t>
        <a:bodyPr/>
        <a:lstStyle/>
        <a:p>
          <a:endParaRPr lang="zh-CN" altLang="en-US"/>
        </a:p>
      </dgm:t>
    </dgm:pt>
    <dgm:pt modelId="{644294A9-72A6-4184-AC0C-73391B14B7CB}" type="sibTrans" cxnId="{2C4815BC-27E7-46BB-ABE5-1CC243605046}">
      <dgm:prSet/>
      <dgm:spPr/>
      <dgm:t>
        <a:bodyPr/>
        <a:lstStyle/>
        <a:p>
          <a:endParaRPr lang="zh-CN" altLang="en-US"/>
        </a:p>
      </dgm:t>
    </dgm:pt>
    <dgm:pt modelId="{B6A27D3B-1E9D-4738-BA20-32960D101EBB}">
      <dgm:prSet phldrT="[文本]" custT="1"/>
      <dgm:spPr/>
      <dgm:t>
        <a:bodyPr vert="eaVert"/>
        <a:lstStyle/>
        <a:p>
          <a:r>
            <a:rPr lang="zh-CN" altLang="en-US" sz="1600" dirty="0">
              <a:solidFill>
                <a:schemeClr val="tx1"/>
              </a:solidFill>
            </a:rPr>
            <a:t>清</a:t>
          </a:r>
        </a:p>
      </dgm:t>
    </dgm:pt>
    <dgm:pt modelId="{893584C0-E96C-411E-B285-F9E17B42BC36}" type="parTrans" cxnId="{17EF7437-C3CD-40B6-9A05-294F6A0D7262}">
      <dgm:prSet/>
      <dgm:spPr/>
      <dgm:t>
        <a:bodyPr/>
        <a:lstStyle/>
        <a:p>
          <a:endParaRPr lang="zh-CN" altLang="en-US"/>
        </a:p>
      </dgm:t>
    </dgm:pt>
    <dgm:pt modelId="{93533562-5342-4D3D-8438-897148731E13}" type="sibTrans" cxnId="{17EF7437-C3CD-40B6-9A05-294F6A0D7262}">
      <dgm:prSet/>
      <dgm:spPr/>
      <dgm:t>
        <a:bodyPr/>
        <a:lstStyle/>
        <a:p>
          <a:endParaRPr lang="zh-CN" altLang="en-US"/>
        </a:p>
      </dgm:t>
    </dgm:pt>
    <dgm:pt modelId="{91E732B9-B39C-459F-BD18-430A474145F4}">
      <dgm:prSet phldrT="[文本]" custT="1"/>
      <dgm:spPr/>
      <dgm:t>
        <a:bodyPr vert="eaVert"/>
        <a:lstStyle/>
        <a:p>
          <a:r>
            <a:rPr lang="zh-CN" altLang="en-US" sz="1600" dirty="0">
              <a:solidFill>
                <a:schemeClr val="tx1"/>
              </a:solidFill>
            </a:rPr>
            <a:t>中华帝国</a:t>
          </a:r>
          <a:r>
            <a:rPr lang="en-US" altLang="en-US" sz="1600" dirty="0">
              <a:solidFill>
                <a:schemeClr val="tx1"/>
              </a:solidFill>
            </a:rPr>
            <a:t>(</a:t>
          </a:r>
          <a:r>
            <a:rPr lang="zh-CN" altLang="en-US" sz="1600" dirty="0">
              <a:solidFill>
                <a:schemeClr val="tx1"/>
              </a:solidFill>
            </a:rPr>
            <a:t>袁世凯建立的君主立宪制政权</a:t>
          </a:r>
          <a:r>
            <a:rPr lang="en-US" altLang="en-US" sz="1600" dirty="0">
              <a:solidFill>
                <a:schemeClr val="tx1"/>
              </a:solidFill>
            </a:rPr>
            <a:t>)</a:t>
          </a:r>
          <a:endParaRPr lang="zh-CN" altLang="en-US" sz="1600" dirty="0">
            <a:solidFill>
              <a:schemeClr val="tx1"/>
            </a:solidFill>
          </a:endParaRPr>
        </a:p>
      </dgm:t>
    </dgm:pt>
    <dgm:pt modelId="{06DD68AD-D672-430B-B039-1B6FC20B8A75}" type="parTrans" cxnId="{303BB904-EAE1-4BA5-BA6B-9B743438E6E4}">
      <dgm:prSet/>
      <dgm:spPr/>
      <dgm:t>
        <a:bodyPr/>
        <a:lstStyle/>
        <a:p>
          <a:endParaRPr lang="zh-CN" altLang="en-US"/>
        </a:p>
      </dgm:t>
    </dgm:pt>
    <dgm:pt modelId="{E1890CF6-7884-4119-BE21-53464BC1A052}" type="sibTrans" cxnId="{303BB904-EAE1-4BA5-BA6B-9B743438E6E4}">
      <dgm:prSet/>
      <dgm:spPr/>
      <dgm:t>
        <a:bodyPr/>
        <a:lstStyle/>
        <a:p>
          <a:endParaRPr lang="zh-CN" altLang="en-US"/>
        </a:p>
      </dgm:t>
    </dgm:pt>
    <dgm:pt modelId="{DE57EC46-7D52-40CC-8003-1531E6C32178}">
      <dgm:prSet phldrT="[文本]" custT="1"/>
      <dgm:spPr/>
      <dgm:t>
        <a:bodyPr vert="eaVert"/>
        <a:lstStyle/>
        <a:p>
          <a:r>
            <a:rPr lang="zh-CN" altLang="en-US" sz="1600" dirty="0">
              <a:solidFill>
                <a:schemeClr val="tx1"/>
              </a:solidFill>
            </a:rPr>
            <a:t>中华民国</a:t>
          </a:r>
        </a:p>
      </dgm:t>
    </dgm:pt>
    <dgm:pt modelId="{15DFCBA2-FB1D-4A9C-B945-B8774857F8D1}" type="parTrans" cxnId="{D26E23E2-63F4-404C-8D87-01BA3DB0BA0D}">
      <dgm:prSet/>
      <dgm:spPr/>
      <dgm:t>
        <a:bodyPr/>
        <a:lstStyle/>
        <a:p>
          <a:endParaRPr lang="zh-CN" altLang="en-US"/>
        </a:p>
      </dgm:t>
    </dgm:pt>
    <dgm:pt modelId="{CDAF3044-9E22-4556-995B-3A32B08C4C68}" type="sibTrans" cxnId="{D26E23E2-63F4-404C-8D87-01BA3DB0BA0D}">
      <dgm:prSet/>
      <dgm:spPr/>
      <dgm:t>
        <a:bodyPr/>
        <a:lstStyle/>
        <a:p>
          <a:endParaRPr lang="zh-CN" altLang="en-US"/>
        </a:p>
      </dgm:t>
    </dgm:pt>
    <dgm:pt modelId="{6467BBCD-3786-4BA9-A257-D86A9F3B9CDE}">
      <dgm:prSet phldrT="[文本]" custT="1"/>
      <dgm:spPr/>
      <dgm:t>
        <a:bodyPr vert="eaVert"/>
        <a:lstStyle/>
        <a:p>
          <a:r>
            <a:rPr lang="zh-CN" altLang="en-US" sz="1600">
              <a:solidFill>
                <a:schemeClr val="tx1"/>
              </a:solidFill>
            </a:rPr>
            <a:t>中华人民共和国</a:t>
          </a:r>
          <a:endParaRPr lang="zh-CN" altLang="en-US" sz="1600" dirty="0">
            <a:solidFill>
              <a:schemeClr val="tx1"/>
            </a:solidFill>
          </a:endParaRPr>
        </a:p>
      </dgm:t>
    </dgm:pt>
    <dgm:pt modelId="{060A96BE-F4E4-4F8E-A785-C2DBA0A9C256}" type="parTrans" cxnId="{FB9AD77D-EFCF-44C4-BA35-442C20C092F6}">
      <dgm:prSet/>
      <dgm:spPr/>
      <dgm:t>
        <a:bodyPr/>
        <a:lstStyle/>
        <a:p>
          <a:endParaRPr lang="zh-CN" altLang="en-US"/>
        </a:p>
      </dgm:t>
    </dgm:pt>
    <dgm:pt modelId="{C7F86982-B5B2-4986-B3D2-99AB6DFB8BDD}" type="sibTrans" cxnId="{FB9AD77D-EFCF-44C4-BA35-442C20C092F6}">
      <dgm:prSet/>
      <dgm:spPr/>
      <dgm:t>
        <a:bodyPr/>
        <a:lstStyle/>
        <a:p>
          <a:endParaRPr lang="zh-CN" altLang="en-US"/>
        </a:p>
      </dgm:t>
    </dgm:pt>
    <dgm:pt modelId="{BFF9BB71-31BC-4DA8-9F54-2BCA217066BF}" type="pres">
      <dgm:prSet presAssocID="{E6568DD8-8960-43BA-B9B5-4FA9055FFDDF}" presName="CompostProcess" presStyleCnt="0">
        <dgm:presLayoutVars>
          <dgm:dir/>
          <dgm:resizeHandles val="exact"/>
        </dgm:presLayoutVars>
      </dgm:prSet>
      <dgm:spPr/>
    </dgm:pt>
    <dgm:pt modelId="{2EED4CD3-B275-454B-AC4D-3C4F0903C35F}" type="pres">
      <dgm:prSet presAssocID="{E6568DD8-8960-43BA-B9B5-4FA9055FFDDF}" presName="arrow" presStyleLbl="bgShp" presStyleIdx="0" presStyleCnt="1"/>
      <dgm:spPr/>
    </dgm:pt>
    <dgm:pt modelId="{B745F040-CF14-4C14-8A3B-F31716CC6865}" type="pres">
      <dgm:prSet presAssocID="{E6568DD8-8960-43BA-B9B5-4FA9055FFDDF}" presName="linearProcess" presStyleCnt="0"/>
      <dgm:spPr/>
    </dgm:pt>
    <dgm:pt modelId="{57E15DFE-3120-4AA1-90B3-7A97AC6C0767}" type="pres">
      <dgm:prSet presAssocID="{FF9041CE-A44D-4C38-A5EC-D5B218121645}" presName="textNode" presStyleLbl="node1" presStyleIdx="0" presStyleCnt="11">
        <dgm:presLayoutVars>
          <dgm:bulletEnabled val="1"/>
        </dgm:presLayoutVars>
      </dgm:prSet>
      <dgm:spPr/>
    </dgm:pt>
    <dgm:pt modelId="{58BBD34C-F422-45D0-B497-D6C627E442CB}" type="pres">
      <dgm:prSet presAssocID="{B6785F18-497A-4C4C-86E5-580AC1891153}" presName="sibTrans" presStyleCnt="0"/>
      <dgm:spPr/>
    </dgm:pt>
    <dgm:pt modelId="{BAED660D-4AC5-4E4A-AD2D-7FF061DA122B}" type="pres">
      <dgm:prSet presAssocID="{03EE7C45-F8D9-4AAC-9226-6C24396F8E52}" presName="textNode" presStyleLbl="node1" presStyleIdx="1" presStyleCnt="11">
        <dgm:presLayoutVars>
          <dgm:bulletEnabled val="1"/>
        </dgm:presLayoutVars>
      </dgm:prSet>
      <dgm:spPr/>
    </dgm:pt>
    <dgm:pt modelId="{637DC636-46BD-4282-AEE4-52F5F3249684}" type="pres">
      <dgm:prSet presAssocID="{67B5CF5F-CE74-4E94-9253-1D3D431FF69E}" presName="sibTrans" presStyleCnt="0"/>
      <dgm:spPr/>
    </dgm:pt>
    <dgm:pt modelId="{AF266EDC-7256-4785-976F-AF499BEA4BA0}" type="pres">
      <dgm:prSet presAssocID="{10AD5A0F-1AC1-4B25-998E-1AE8CD29DE9B}" presName="textNode" presStyleLbl="node1" presStyleIdx="2" presStyleCnt="11">
        <dgm:presLayoutVars>
          <dgm:bulletEnabled val="1"/>
        </dgm:presLayoutVars>
      </dgm:prSet>
      <dgm:spPr/>
    </dgm:pt>
    <dgm:pt modelId="{0A1521AB-1C99-4840-84DE-1F06854F8693}" type="pres">
      <dgm:prSet presAssocID="{55E0E9B3-FC85-4BE8-925A-218B100A1C8A}" presName="sibTrans" presStyleCnt="0"/>
      <dgm:spPr/>
    </dgm:pt>
    <dgm:pt modelId="{2353AC2C-F855-49DA-87CD-B25262DF1DE9}" type="pres">
      <dgm:prSet presAssocID="{40A6F998-A1A3-4F50-BB25-3FC2583AB5A8}" presName="textNode" presStyleLbl="node1" presStyleIdx="3" presStyleCnt="11">
        <dgm:presLayoutVars>
          <dgm:bulletEnabled val="1"/>
        </dgm:presLayoutVars>
      </dgm:prSet>
      <dgm:spPr/>
    </dgm:pt>
    <dgm:pt modelId="{D6EECCB6-3624-4167-961E-B6DA20FFC854}" type="pres">
      <dgm:prSet presAssocID="{B21DB80D-23F2-4335-94BA-D46A51A2BE95}" presName="sibTrans" presStyleCnt="0"/>
      <dgm:spPr/>
    </dgm:pt>
    <dgm:pt modelId="{2F73AE1F-2AF7-4D3E-93E2-DBEDFBF89DCF}" type="pres">
      <dgm:prSet presAssocID="{1CD846EE-6227-4395-BCB6-D137558E34C5}" presName="textNode" presStyleLbl="node1" presStyleIdx="4" presStyleCnt="11">
        <dgm:presLayoutVars>
          <dgm:bulletEnabled val="1"/>
        </dgm:presLayoutVars>
      </dgm:prSet>
      <dgm:spPr/>
    </dgm:pt>
    <dgm:pt modelId="{B3158F5C-5375-498A-9BBE-CA8C0E523CEF}" type="pres">
      <dgm:prSet presAssocID="{5AC2FDF9-7ED8-4649-BBF0-DB7255051377}" presName="sibTrans" presStyleCnt="0"/>
      <dgm:spPr/>
    </dgm:pt>
    <dgm:pt modelId="{D882C0EB-F969-45E7-88C2-64C0CB873250}" type="pres">
      <dgm:prSet presAssocID="{85A36AA0-FEA2-46F1-ACF9-6D002E7E5116}" presName="textNode" presStyleLbl="node1" presStyleIdx="5" presStyleCnt="11">
        <dgm:presLayoutVars>
          <dgm:bulletEnabled val="1"/>
        </dgm:presLayoutVars>
      </dgm:prSet>
      <dgm:spPr/>
    </dgm:pt>
    <dgm:pt modelId="{CD433B66-A957-45E9-B091-05576E8AB1AB}" type="pres">
      <dgm:prSet presAssocID="{5220975C-68B3-4E27-BF56-84EDA8E64E2A}" presName="sibTrans" presStyleCnt="0"/>
      <dgm:spPr/>
    </dgm:pt>
    <dgm:pt modelId="{1A3C6142-F2F2-45D9-ACE0-D0A157A0C579}" type="pres">
      <dgm:prSet presAssocID="{13C5BA03-89E5-4B92-B30F-453FCB732ADF}" presName="textNode" presStyleLbl="node1" presStyleIdx="6" presStyleCnt="11">
        <dgm:presLayoutVars>
          <dgm:bulletEnabled val="1"/>
        </dgm:presLayoutVars>
      </dgm:prSet>
      <dgm:spPr/>
    </dgm:pt>
    <dgm:pt modelId="{A1ABA551-541C-4331-B5A8-098860F52D3D}" type="pres">
      <dgm:prSet presAssocID="{644294A9-72A6-4184-AC0C-73391B14B7CB}" presName="sibTrans" presStyleCnt="0"/>
      <dgm:spPr/>
    </dgm:pt>
    <dgm:pt modelId="{DA12B253-7439-4814-A019-50B905C38DA9}" type="pres">
      <dgm:prSet presAssocID="{B6A27D3B-1E9D-4738-BA20-32960D101EBB}" presName="textNode" presStyleLbl="node1" presStyleIdx="7" presStyleCnt="11">
        <dgm:presLayoutVars>
          <dgm:bulletEnabled val="1"/>
        </dgm:presLayoutVars>
      </dgm:prSet>
      <dgm:spPr/>
    </dgm:pt>
    <dgm:pt modelId="{CD817652-00E4-47EF-9669-3641E7D95621}" type="pres">
      <dgm:prSet presAssocID="{93533562-5342-4D3D-8438-897148731E13}" presName="sibTrans" presStyleCnt="0"/>
      <dgm:spPr/>
    </dgm:pt>
    <dgm:pt modelId="{A8674914-FB31-4DB7-B011-3EB5D8E711FA}" type="pres">
      <dgm:prSet presAssocID="{91E732B9-B39C-459F-BD18-430A474145F4}" presName="textNode" presStyleLbl="node1" presStyleIdx="8" presStyleCnt="11">
        <dgm:presLayoutVars>
          <dgm:bulletEnabled val="1"/>
        </dgm:presLayoutVars>
      </dgm:prSet>
      <dgm:spPr/>
    </dgm:pt>
    <dgm:pt modelId="{26A4DC81-D976-418A-B417-5099E52A68FD}" type="pres">
      <dgm:prSet presAssocID="{E1890CF6-7884-4119-BE21-53464BC1A052}" presName="sibTrans" presStyleCnt="0"/>
      <dgm:spPr/>
    </dgm:pt>
    <dgm:pt modelId="{C2A14BAB-078F-4944-9818-5A81A257635B}" type="pres">
      <dgm:prSet presAssocID="{DE57EC46-7D52-40CC-8003-1531E6C32178}" presName="textNode" presStyleLbl="node1" presStyleIdx="9" presStyleCnt="11">
        <dgm:presLayoutVars>
          <dgm:bulletEnabled val="1"/>
        </dgm:presLayoutVars>
      </dgm:prSet>
      <dgm:spPr/>
    </dgm:pt>
    <dgm:pt modelId="{FDB7E0E3-1719-4D23-939D-0D297D9F08EF}" type="pres">
      <dgm:prSet presAssocID="{CDAF3044-9E22-4556-995B-3A32B08C4C68}" presName="sibTrans" presStyleCnt="0"/>
      <dgm:spPr/>
    </dgm:pt>
    <dgm:pt modelId="{C6955D2F-6055-41BA-A8D9-E060601073EA}" type="pres">
      <dgm:prSet presAssocID="{6467BBCD-3786-4BA9-A257-D86A9F3B9CDE}" presName="textNode" presStyleLbl="node1" presStyleIdx="10" presStyleCnt="11">
        <dgm:presLayoutVars>
          <dgm:bulletEnabled val="1"/>
        </dgm:presLayoutVars>
      </dgm:prSet>
      <dgm:spPr/>
    </dgm:pt>
  </dgm:ptLst>
  <dgm:cxnLst>
    <dgm:cxn modelId="{4CE90B02-533C-4024-9F34-90B7E6EC91C1}" type="presOf" srcId="{B6A27D3B-1E9D-4738-BA20-32960D101EBB}" destId="{DA12B253-7439-4814-A019-50B905C38DA9}" srcOrd="0" destOrd="0" presId="urn:microsoft.com/office/officeart/2005/8/layout/hProcess9"/>
    <dgm:cxn modelId="{303BB904-EAE1-4BA5-BA6B-9B743438E6E4}" srcId="{E6568DD8-8960-43BA-B9B5-4FA9055FFDDF}" destId="{91E732B9-B39C-459F-BD18-430A474145F4}" srcOrd="8" destOrd="0" parTransId="{06DD68AD-D672-430B-B039-1B6FC20B8A75}" sibTransId="{E1890CF6-7884-4119-BE21-53464BC1A052}"/>
    <dgm:cxn modelId="{1582BA32-97CA-4384-8A8A-2F8DD5991DBA}" srcId="{E6568DD8-8960-43BA-B9B5-4FA9055FFDDF}" destId="{03EE7C45-F8D9-4AAC-9226-6C24396F8E52}" srcOrd="1" destOrd="0" parTransId="{299563F6-5833-4851-A60D-6FEEB17AF15F}" sibTransId="{67B5CF5F-CE74-4E94-9253-1D3D431FF69E}"/>
    <dgm:cxn modelId="{17EF7437-C3CD-40B6-9A05-294F6A0D7262}" srcId="{E6568DD8-8960-43BA-B9B5-4FA9055FFDDF}" destId="{B6A27D3B-1E9D-4738-BA20-32960D101EBB}" srcOrd="7" destOrd="0" parTransId="{893584C0-E96C-411E-B285-F9E17B42BC36}" sibTransId="{93533562-5342-4D3D-8438-897148731E13}"/>
    <dgm:cxn modelId="{BFEC723A-C695-4645-A931-5B2098E8A278}" type="presOf" srcId="{FF9041CE-A44D-4C38-A5EC-D5B218121645}" destId="{57E15DFE-3120-4AA1-90B3-7A97AC6C0767}" srcOrd="0" destOrd="0" presId="urn:microsoft.com/office/officeart/2005/8/layout/hProcess9"/>
    <dgm:cxn modelId="{B48CBB46-9744-427E-A523-CBC0263CF868}" srcId="{E6568DD8-8960-43BA-B9B5-4FA9055FFDDF}" destId="{FF9041CE-A44D-4C38-A5EC-D5B218121645}" srcOrd="0" destOrd="0" parTransId="{0EB43968-2C76-4A5F-B1B2-F6E4D64E7B93}" sibTransId="{B6785F18-497A-4C4C-86E5-580AC1891153}"/>
    <dgm:cxn modelId="{2BD6964C-ED5D-46E1-9471-939FD9BB9B5C}" type="presOf" srcId="{03EE7C45-F8D9-4AAC-9226-6C24396F8E52}" destId="{BAED660D-4AC5-4E4A-AD2D-7FF061DA122B}" srcOrd="0" destOrd="0" presId="urn:microsoft.com/office/officeart/2005/8/layout/hProcess9"/>
    <dgm:cxn modelId="{2014EA74-F3B1-494C-9403-1ED8FDC84AD8}" type="presOf" srcId="{6467BBCD-3786-4BA9-A257-D86A9F3B9CDE}" destId="{C6955D2F-6055-41BA-A8D9-E060601073EA}" srcOrd="0" destOrd="0" presId="urn:microsoft.com/office/officeart/2005/8/layout/hProcess9"/>
    <dgm:cxn modelId="{DCB99D7D-477B-4DFC-9CAC-FDA0658391AF}" srcId="{E6568DD8-8960-43BA-B9B5-4FA9055FFDDF}" destId="{40A6F998-A1A3-4F50-BB25-3FC2583AB5A8}" srcOrd="3" destOrd="0" parTransId="{AFAC65CA-0DE7-419E-88D3-FC56F5A3D693}" sibTransId="{B21DB80D-23F2-4335-94BA-D46A51A2BE95}"/>
    <dgm:cxn modelId="{FB9AD77D-EFCF-44C4-BA35-442C20C092F6}" srcId="{E6568DD8-8960-43BA-B9B5-4FA9055FFDDF}" destId="{6467BBCD-3786-4BA9-A257-D86A9F3B9CDE}" srcOrd="10" destOrd="0" parTransId="{060A96BE-F4E4-4F8E-A785-C2DBA0A9C256}" sibTransId="{C7F86982-B5B2-4986-B3D2-99AB6DFB8BDD}"/>
    <dgm:cxn modelId="{48F85A88-181E-44D1-89C0-38781F0A3B98}" srcId="{E6568DD8-8960-43BA-B9B5-4FA9055FFDDF}" destId="{1CD846EE-6227-4395-BCB6-D137558E34C5}" srcOrd="4" destOrd="0" parTransId="{C7825D2E-AFA2-48DF-97C3-3F96E0CC2FAF}" sibTransId="{5AC2FDF9-7ED8-4649-BBF0-DB7255051377}"/>
    <dgm:cxn modelId="{B3F4B290-B2BF-4265-8A61-CA260F0FFA18}" type="presOf" srcId="{DE57EC46-7D52-40CC-8003-1531E6C32178}" destId="{C2A14BAB-078F-4944-9818-5A81A257635B}" srcOrd="0" destOrd="0" presId="urn:microsoft.com/office/officeart/2005/8/layout/hProcess9"/>
    <dgm:cxn modelId="{C50B52B4-A217-4F88-83B5-11B0528F3912}" srcId="{E6568DD8-8960-43BA-B9B5-4FA9055FFDDF}" destId="{10AD5A0F-1AC1-4B25-998E-1AE8CD29DE9B}" srcOrd="2" destOrd="0" parTransId="{24BEB2BE-E760-49D2-9D86-A8FEDE5BC58C}" sibTransId="{55E0E9B3-FC85-4BE8-925A-218B100A1C8A}"/>
    <dgm:cxn modelId="{874EA9B5-7849-410B-8DCE-5FB32425C077}" type="presOf" srcId="{10AD5A0F-1AC1-4B25-998E-1AE8CD29DE9B}" destId="{AF266EDC-7256-4785-976F-AF499BEA4BA0}" srcOrd="0" destOrd="0" presId="urn:microsoft.com/office/officeart/2005/8/layout/hProcess9"/>
    <dgm:cxn modelId="{2C4815BC-27E7-46BB-ABE5-1CC243605046}" srcId="{E6568DD8-8960-43BA-B9B5-4FA9055FFDDF}" destId="{13C5BA03-89E5-4B92-B30F-453FCB732ADF}" srcOrd="6" destOrd="0" parTransId="{AC710793-F4EB-4C0E-9089-8AE4A1429D9F}" sibTransId="{644294A9-72A6-4184-AC0C-73391B14B7CB}"/>
    <dgm:cxn modelId="{4340CEC2-AFF8-4698-92EC-F40DC033B0C5}" type="presOf" srcId="{85A36AA0-FEA2-46F1-ACF9-6D002E7E5116}" destId="{D882C0EB-F969-45E7-88C2-64C0CB873250}" srcOrd="0" destOrd="0" presId="urn:microsoft.com/office/officeart/2005/8/layout/hProcess9"/>
    <dgm:cxn modelId="{021362C8-4C6E-4043-BA07-FF917DE3BAEF}" type="presOf" srcId="{13C5BA03-89E5-4B92-B30F-453FCB732ADF}" destId="{1A3C6142-F2F2-45D9-ACE0-D0A157A0C579}" srcOrd="0" destOrd="0" presId="urn:microsoft.com/office/officeart/2005/8/layout/hProcess9"/>
    <dgm:cxn modelId="{5DEDFECB-062E-4505-9FB4-D85790E6371C}" srcId="{E6568DD8-8960-43BA-B9B5-4FA9055FFDDF}" destId="{85A36AA0-FEA2-46F1-ACF9-6D002E7E5116}" srcOrd="5" destOrd="0" parTransId="{67632F4E-A2B2-4730-90E5-1516647146B6}" sibTransId="{5220975C-68B3-4E27-BF56-84EDA8E64E2A}"/>
    <dgm:cxn modelId="{D26E23E2-63F4-404C-8D87-01BA3DB0BA0D}" srcId="{E6568DD8-8960-43BA-B9B5-4FA9055FFDDF}" destId="{DE57EC46-7D52-40CC-8003-1531E6C32178}" srcOrd="9" destOrd="0" parTransId="{15DFCBA2-FB1D-4A9C-B945-B8774857F8D1}" sibTransId="{CDAF3044-9E22-4556-995B-3A32B08C4C68}"/>
    <dgm:cxn modelId="{FA0F23E7-758A-4C1A-A120-56730DEBCBA1}" type="presOf" srcId="{1CD846EE-6227-4395-BCB6-D137558E34C5}" destId="{2F73AE1F-2AF7-4D3E-93E2-DBEDFBF89DCF}" srcOrd="0" destOrd="0" presId="urn:microsoft.com/office/officeart/2005/8/layout/hProcess9"/>
    <dgm:cxn modelId="{E203C4ED-8324-47E1-889D-D59DFA6D3E3C}" type="presOf" srcId="{E6568DD8-8960-43BA-B9B5-4FA9055FFDDF}" destId="{BFF9BB71-31BC-4DA8-9F54-2BCA217066BF}" srcOrd="0" destOrd="0" presId="urn:microsoft.com/office/officeart/2005/8/layout/hProcess9"/>
    <dgm:cxn modelId="{02AE07FF-F9AD-49BA-830C-E1C88A581BB7}" type="presOf" srcId="{40A6F998-A1A3-4F50-BB25-3FC2583AB5A8}" destId="{2353AC2C-F855-49DA-87CD-B25262DF1DE9}" srcOrd="0" destOrd="0" presId="urn:microsoft.com/office/officeart/2005/8/layout/hProcess9"/>
    <dgm:cxn modelId="{A017EBFF-CEA3-4EF6-8193-F2F31BC79C36}" type="presOf" srcId="{91E732B9-B39C-459F-BD18-430A474145F4}" destId="{A8674914-FB31-4DB7-B011-3EB5D8E711FA}" srcOrd="0" destOrd="0" presId="urn:microsoft.com/office/officeart/2005/8/layout/hProcess9"/>
    <dgm:cxn modelId="{92287586-EF65-43CA-9EA6-F4C0549BB658}" type="presParOf" srcId="{BFF9BB71-31BC-4DA8-9F54-2BCA217066BF}" destId="{2EED4CD3-B275-454B-AC4D-3C4F0903C35F}" srcOrd="0" destOrd="0" presId="urn:microsoft.com/office/officeart/2005/8/layout/hProcess9"/>
    <dgm:cxn modelId="{34DE2820-87E4-45F6-9C54-7FF7E66CC7A9}" type="presParOf" srcId="{BFF9BB71-31BC-4DA8-9F54-2BCA217066BF}" destId="{B745F040-CF14-4C14-8A3B-F31716CC6865}" srcOrd="1" destOrd="0" presId="urn:microsoft.com/office/officeart/2005/8/layout/hProcess9"/>
    <dgm:cxn modelId="{38C50AB4-E98D-481A-8E30-1AF173915F8C}" type="presParOf" srcId="{B745F040-CF14-4C14-8A3B-F31716CC6865}" destId="{57E15DFE-3120-4AA1-90B3-7A97AC6C0767}" srcOrd="0" destOrd="0" presId="urn:microsoft.com/office/officeart/2005/8/layout/hProcess9"/>
    <dgm:cxn modelId="{0AAA61F5-1CFD-406B-BE71-A23D2CD64086}" type="presParOf" srcId="{B745F040-CF14-4C14-8A3B-F31716CC6865}" destId="{58BBD34C-F422-45D0-B497-D6C627E442CB}" srcOrd="1" destOrd="0" presId="urn:microsoft.com/office/officeart/2005/8/layout/hProcess9"/>
    <dgm:cxn modelId="{C09381D0-FA8F-4B78-A985-06D1A08ADD29}" type="presParOf" srcId="{B745F040-CF14-4C14-8A3B-F31716CC6865}" destId="{BAED660D-4AC5-4E4A-AD2D-7FF061DA122B}" srcOrd="2" destOrd="0" presId="urn:microsoft.com/office/officeart/2005/8/layout/hProcess9"/>
    <dgm:cxn modelId="{F2B5C1DE-B127-4380-AEB4-16B5CA46E1ED}" type="presParOf" srcId="{B745F040-CF14-4C14-8A3B-F31716CC6865}" destId="{637DC636-46BD-4282-AEE4-52F5F3249684}" srcOrd="3" destOrd="0" presId="urn:microsoft.com/office/officeart/2005/8/layout/hProcess9"/>
    <dgm:cxn modelId="{428FF77A-18AC-4FB6-856F-70CECD017A4C}" type="presParOf" srcId="{B745F040-CF14-4C14-8A3B-F31716CC6865}" destId="{AF266EDC-7256-4785-976F-AF499BEA4BA0}" srcOrd="4" destOrd="0" presId="urn:microsoft.com/office/officeart/2005/8/layout/hProcess9"/>
    <dgm:cxn modelId="{5B68E4B6-F792-4439-B913-F4219284E031}" type="presParOf" srcId="{B745F040-CF14-4C14-8A3B-F31716CC6865}" destId="{0A1521AB-1C99-4840-84DE-1F06854F8693}" srcOrd="5" destOrd="0" presId="urn:microsoft.com/office/officeart/2005/8/layout/hProcess9"/>
    <dgm:cxn modelId="{FF603613-C1AD-4A57-9272-863D307DD130}" type="presParOf" srcId="{B745F040-CF14-4C14-8A3B-F31716CC6865}" destId="{2353AC2C-F855-49DA-87CD-B25262DF1DE9}" srcOrd="6" destOrd="0" presId="urn:microsoft.com/office/officeart/2005/8/layout/hProcess9"/>
    <dgm:cxn modelId="{1D96C577-0A9A-4AC9-9237-D0BF1CD7D2EA}" type="presParOf" srcId="{B745F040-CF14-4C14-8A3B-F31716CC6865}" destId="{D6EECCB6-3624-4167-961E-B6DA20FFC854}" srcOrd="7" destOrd="0" presId="urn:microsoft.com/office/officeart/2005/8/layout/hProcess9"/>
    <dgm:cxn modelId="{482AD1E4-5775-40C5-8B96-EAC92E3EF5D8}" type="presParOf" srcId="{B745F040-CF14-4C14-8A3B-F31716CC6865}" destId="{2F73AE1F-2AF7-4D3E-93E2-DBEDFBF89DCF}" srcOrd="8" destOrd="0" presId="urn:microsoft.com/office/officeart/2005/8/layout/hProcess9"/>
    <dgm:cxn modelId="{DECE65D0-E4D9-42B8-89E9-1F4ED2B773F5}" type="presParOf" srcId="{B745F040-CF14-4C14-8A3B-F31716CC6865}" destId="{B3158F5C-5375-498A-9BBE-CA8C0E523CEF}" srcOrd="9" destOrd="0" presId="urn:microsoft.com/office/officeart/2005/8/layout/hProcess9"/>
    <dgm:cxn modelId="{C340B133-7D53-49F5-A7B9-FE3B06ABF261}" type="presParOf" srcId="{B745F040-CF14-4C14-8A3B-F31716CC6865}" destId="{D882C0EB-F969-45E7-88C2-64C0CB873250}" srcOrd="10" destOrd="0" presId="urn:microsoft.com/office/officeart/2005/8/layout/hProcess9"/>
    <dgm:cxn modelId="{CB0155F5-8DC8-44F0-8BBE-0EEA50BDDB4F}" type="presParOf" srcId="{B745F040-CF14-4C14-8A3B-F31716CC6865}" destId="{CD433B66-A957-45E9-B091-05576E8AB1AB}" srcOrd="11" destOrd="0" presId="urn:microsoft.com/office/officeart/2005/8/layout/hProcess9"/>
    <dgm:cxn modelId="{FE1C2F42-D3CD-40D3-8987-BDF02E67924B}" type="presParOf" srcId="{B745F040-CF14-4C14-8A3B-F31716CC6865}" destId="{1A3C6142-F2F2-45D9-ACE0-D0A157A0C579}" srcOrd="12" destOrd="0" presId="urn:microsoft.com/office/officeart/2005/8/layout/hProcess9"/>
    <dgm:cxn modelId="{1CE32DA4-0CB8-4CE7-B15E-A9F5C94E69C0}" type="presParOf" srcId="{B745F040-CF14-4C14-8A3B-F31716CC6865}" destId="{A1ABA551-541C-4331-B5A8-098860F52D3D}" srcOrd="13" destOrd="0" presId="urn:microsoft.com/office/officeart/2005/8/layout/hProcess9"/>
    <dgm:cxn modelId="{409E17A2-038D-4AF1-8131-C698D2364FA9}" type="presParOf" srcId="{B745F040-CF14-4C14-8A3B-F31716CC6865}" destId="{DA12B253-7439-4814-A019-50B905C38DA9}" srcOrd="14" destOrd="0" presId="urn:microsoft.com/office/officeart/2005/8/layout/hProcess9"/>
    <dgm:cxn modelId="{5D4DD9CA-22EB-4C0A-8D98-6A39F95350A7}" type="presParOf" srcId="{B745F040-CF14-4C14-8A3B-F31716CC6865}" destId="{CD817652-00E4-47EF-9669-3641E7D95621}" srcOrd="15" destOrd="0" presId="urn:microsoft.com/office/officeart/2005/8/layout/hProcess9"/>
    <dgm:cxn modelId="{2B19C34D-1278-45E5-9F59-C94ECBD23862}" type="presParOf" srcId="{B745F040-CF14-4C14-8A3B-F31716CC6865}" destId="{A8674914-FB31-4DB7-B011-3EB5D8E711FA}" srcOrd="16" destOrd="0" presId="urn:microsoft.com/office/officeart/2005/8/layout/hProcess9"/>
    <dgm:cxn modelId="{326BCF5C-BF47-40DC-8809-5434E624AC91}" type="presParOf" srcId="{B745F040-CF14-4C14-8A3B-F31716CC6865}" destId="{26A4DC81-D976-418A-B417-5099E52A68FD}" srcOrd="17" destOrd="0" presId="urn:microsoft.com/office/officeart/2005/8/layout/hProcess9"/>
    <dgm:cxn modelId="{F71407F7-0661-4438-A338-7FE01E73355D}" type="presParOf" srcId="{B745F040-CF14-4C14-8A3B-F31716CC6865}" destId="{C2A14BAB-078F-4944-9818-5A81A257635B}" srcOrd="18" destOrd="0" presId="urn:microsoft.com/office/officeart/2005/8/layout/hProcess9"/>
    <dgm:cxn modelId="{8B5B8EB4-5392-4E8B-AD30-984CEAA1B7EA}" type="presParOf" srcId="{B745F040-CF14-4C14-8A3B-F31716CC6865}" destId="{FDB7E0E3-1719-4D23-939D-0D297D9F08EF}" srcOrd="19" destOrd="0" presId="urn:microsoft.com/office/officeart/2005/8/layout/hProcess9"/>
    <dgm:cxn modelId="{B2D7AEB9-8831-4364-BD7C-91DB571A0D12}" type="presParOf" srcId="{B745F040-CF14-4C14-8A3B-F31716CC6865}" destId="{C6955D2F-6055-41BA-A8D9-E060601073EA}" srcOrd="2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4EB770-20CA-4957-8956-92F61DBB9615}" type="doc">
      <dgm:prSet loTypeId="urn:microsoft.com/office/officeart/2005/8/layout/radial5" loCatId="cycle" qsTypeId="urn:microsoft.com/office/officeart/2005/8/quickstyle/simple2" qsCatId="simple" csTypeId="urn:microsoft.com/office/officeart/2005/8/colors/colorful1" csCatId="colorful" phldr="1"/>
      <dgm:spPr/>
      <dgm:t>
        <a:bodyPr/>
        <a:lstStyle/>
        <a:p>
          <a:endParaRPr lang="zh-CN" altLang="en-US"/>
        </a:p>
      </dgm:t>
    </dgm:pt>
    <dgm:pt modelId="{00E33452-A3F2-4ABA-A102-BD38CA7CF57D}">
      <dgm:prSet phldrT="[文本]" custT="1"/>
      <dgm:spPr>
        <a:blipFill rotWithShape="0">
          <a:blip xmlns:r="http://schemas.openxmlformats.org/officeDocument/2006/relationships" r:embed="rId1"/>
          <a:stretch>
            <a:fillRect/>
          </a:stretch>
        </a:blipFill>
      </dgm:spPr>
      <dgm:t>
        <a:bodyPr/>
        <a:lstStyle/>
        <a:p>
          <a:r>
            <a:rPr lang="zh-CN" altLang="en-US" sz="3200" b="1" dirty="0">
              <a:solidFill>
                <a:srgbClr val="FF0000"/>
              </a:solidFill>
              <a:latin typeface="微软雅黑" pitchFamily="34" charset="-122"/>
              <a:ea typeface="微软雅黑" pitchFamily="34" charset="-122"/>
            </a:rPr>
            <a:t>北京</a:t>
          </a:r>
        </a:p>
      </dgm:t>
    </dgm:pt>
    <dgm:pt modelId="{5E3C414B-EC83-42E3-AB77-B3E466F5ABC8}" type="parTrans" cxnId="{F92A05D2-6D4B-4E83-BB4E-3C2529A2B785}">
      <dgm:prSet/>
      <dgm:spPr/>
      <dgm:t>
        <a:bodyPr/>
        <a:lstStyle/>
        <a:p>
          <a:endParaRPr lang="zh-CN" altLang="en-US"/>
        </a:p>
      </dgm:t>
    </dgm:pt>
    <dgm:pt modelId="{F0021015-C2FB-4531-BD72-289ADF6E0997}" type="sibTrans" cxnId="{F92A05D2-6D4B-4E83-BB4E-3C2529A2B785}">
      <dgm:prSet/>
      <dgm:spPr/>
      <dgm:t>
        <a:bodyPr/>
        <a:lstStyle/>
        <a:p>
          <a:endParaRPr lang="zh-CN" altLang="en-US"/>
        </a:p>
      </dgm:t>
    </dgm:pt>
    <dgm:pt modelId="{CA6E1441-2CEF-42DA-BF72-FE1ADD79064C}">
      <dgm:prSet phldrT="[文本]" custT="1"/>
      <dgm:spPr/>
      <dgm:t>
        <a:bodyPr/>
        <a:lstStyle/>
        <a:p>
          <a:r>
            <a:rPr lang="en-US" altLang="zh-CN" sz="1400" dirty="0">
              <a:solidFill>
                <a:schemeClr val="tx1"/>
              </a:solidFill>
              <a:latin typeface="微软雅黑" pitchFamily="34" charset="-122"/>
              <a:ea typeface="微软雅黑" pitchFamily="34" charset="-122"/>
            </a:rPr>
            <a:t>2012</a:t>
          </a:r>
          <a:r>
            <a:rPr lang="zh-CN" altLang="en-US" sz="1400" dirty="0">
              <a:solidFill>
                <a:schemeClr val="tx1"/>
              </a:solidFill>
              <a:latin typeface="微软雅黑" pitchFamily="34" charset="-122"/>
              <a:ea typeface="微软雅黑" pitchFamily="34" charset="-122"/>
            </a:rPr>
            <a:t>年中国特色休闲城市</a:t>
          </a:r>
          <a:r>
            <a:rPr lang="en-US" altLang="zh-CN" sz="1400" dirty="0">
              <a:solidFill>
                <a:schemeClr val="tx1"/>
              </a:solidFill>
              <a:latin typeface="微软雅黑" pitchFamily="34" charset="-122"/>
              <a:ea typeface="微软雅黑" pitchFamily="34" charset="-122"/>
            </a:rPr>
            <a:t>——</a:t>
          </a:r>
          <a:r>
            <a:rPr lang="zh-CN" altLang="en-US" sz="1400" dirty="0">
              <a:solidFill>
                <a:schemeClr val="tx1"/>
              </a:solidFill>
              <a:latin typeface="微软雅黑" pitchFamily="34" charset="-122"/>
              <a:ea typeface="微软雅黑" pitchFamily="34" charset="-122"/>
            </a:rPr>
            <a:t>文化休闲之都</a:t>
          </a:r>
        </a:p>
      </dgm:t>
    </dgm:pt>
    <dgm:pt modelId="{1C0758D4-A016-450E-8AEB-C019C02A6822}" type="parTrans" cxnId="{5221EDDB-F2E3-49F7-8D43-2EC17D08689A}">
      <dgm:prSet/>
      <dgm:spPr/>
      <dgm:t>
        <a:bodyPr/>
        <a:lstStyle/>
        <a:p>
          <a:endParaRPr lang="zh-CN" altLang="en-US"/>
        </a:p>
      </dgm:t>
    </dgm:pt>
    <dgm:pt modelId="{7180271E-A9F1-450A-93B1-7D46656EFCE7}" type="sibTrans" cxnId="{5221EDDB-F2E3-49F7-8D43-2EC17D08689A}">
      <dgm:prSet/>
      <dgm:spPr/>
      <dgm:t>
        <a:bodyPr/>
        <a:lstStyle/>
        <a:p>
          <a:endParaRPr lang="zh-CN" altLang="en-US"/>
        </a:p>
      </dgm:t>
    </dgm:pt>
    <dgm:pt modelId="{AF6CA94A-DEB4-48CD-B69F-38FDA2B0651A}">
      <dgm:prSet custT="1"/>
      <dgm:spPr/>
      <dgm:t>
        <a:bodyPr/>
        <a:lstStyle/>
        <a:p>
          <a:r>
            <a:rPr lang="zh-CN" altLang="en-US" sz="1400" dirty="0">
              <a:solidFill>
                <a:schemeClr val="tx1"/>
              </a:solidFill>
              <a:latin typeface="微软雅黑" pitchFamily="34" charset="-122"/>
              <a:ea typeface="微软雅黑" pitchFamily="34" charset="-122"/>
            </a:rPr>
            <a:t>中国大陆创新能力最强城市</a:t>
          </a:r>
        </a:p>
      </dgm:t>
    </dgm:pt>
    <dgm:pt modelId="{564AF626-A768-41FF-A1C7-D1DA0899809B}" type="parTrans" cxnId="{AD6B1940-FBCB-4E02-A681-9B3721FEFCBE}">
      <dgm:prSet/>
      <dgm:spPr/>
      <dgm:t>
        <a:bodyPr/>
        <a:lstStyle/>
        <a:p>
          <a:endParaRPr lang="zh-CN" altLang="en-US"/>
        </a:p>
      </dgm:t>
    </dgm:pt>
    <dgm:pt modelId="{9B063B3D-F0ED-4141-A4F3-52920398A149}" type="sibTrans" cxnId="{AD6B1940-FBCB-4E02-A681-9B3721FEFCBE}">
      <dgm:prSet/>
      <dgm:spPr/>
      <dgm:t>
        <a:bodyPr/>
        <a:lstStyle/>
        <a:p>
          <a:endParaRPr lang="zh-CN" altLang="en-US"/>
        </a:p>
      </dgm:t>
    </dgm:pt>
    <dgm:pt modelId="{3C3CD815-D605-4CA1-BD22-299E31220A88}">
      <dgm:prSet custT="1"/>
      <dgm:spPr/>
      <dgm:t>
        <a:bodyPr/>
        <a:lstStyle/>
        <a:p>
          <a:r>
            <a:rPr lang="en-US" altLang="zh-CN" sz="1400" dirty="0">
              <a:solidFill>
                <a:schemeClr val="tx1"/>
              </a:solidFill>
              <a:latin typeface="微软雅黑" pitchFamily="34" charset="-122"/>
              <a:ea typeface="微软雅黑" pitchFamily="34" charset="-122"/>
            </a:rPr>
            <a:t>2012</a:t>
          </a:r>
          <a:r>
            <a:rPr lang="zh-CN" altLang="en-US" sz="1400" dirty="0">
              <a:solidFill>
                <a:schemeClr val="tx1"/>
              </a:solidFill>
              <a:latin typeface="微软雅黑" pitchFamily="34" charset="-122"/>
              <a:ea typeface="微软雅黑" pitchFamily="34" charset="-122"/>
            </a:rPr>
            <a:t>年中国特色魅力城市</a:t>
          </a:r>
        </a:p>
      </dgm:t>
    </dgm:pt>
    <dgm:pt modelId="{E9EF9327-D7EF-4F00-B8AE-658DA5B9152E}" type="parTrans" cxnId="{5948EBD2-CAD4-46DD-A43C-6F8C210553CC}">
      <dgm:prSet/>
      <dgm:spPr/>
      <dgm:t>
        <a:bodyPr/>
        <a:lstStyle/>
        <a:p>
          <a:endParaRPr lang="zh-CN" altLang="en-US"/>
        </a:p>
      </dgm:t>
    </dgm:pt>
    <dgm:pt modelId="{66CF2186-4CEF-4DFC-853B-648D2F6D37D9}" type="sibTrans" cxnId="{5948EBD2-CAD4-46DD-A43C-6F8C210553CC}">
      <dgm:prSet/>
      <dgm:spPr/>
      <dgm:t>
        <a:bodyPr/>
        <a:lstStyle/>
        <a:p>
          <a:endParaRPr lang="zh-CN" altLang="en-US"/>
        </a:p>
      </dgm:t>
    </dgm:pt>
    <dgm:pt modelId="{773C469A-4643-49E9-8E84-00073663C9A5}">
      <dgm:prSet custT="1"/>
      <dgm:spPr/>
      <dgm:t>
        <a:bodyPr/>
        <a:lstStyle/>
        <a:p>
          <a:r>
            <a:rPr lang="en-US" altLang="zh-CN" sz="1400" dirty="0">
              <a:solidFill>
                <a:schemeClr val="tx1"/>
              </a:solidFill>
              <a:latin typeface="微软雅黑" pitchFamily="34" charset="-122"/>
              <a:ea typeface="微软雅黑" pitchFamily="34" charset="-122"/>
            </a:rPr>
            <a:t>2012</a:t>
          </a:r>
          <a:r>
            <a:rPr lang="zh-CN" altLang="en-US" sz="1400" dirty="0">
              <a:solidFill>
                <a:schemeClr val="tx1"/>
              </a:solidFill>
              <a:latin typeface="微软雅黑" pitchFamily="34" charset="-122"/>
              <a:ea typeface="微软雅黑" pitchFamily="34" charset="-122"/>
            </a:rPr>
            <a:t>年度城市科学发展指数排名第二</a:t>
          </a:r>
        </a:p>
      </dgm:t>
    </dgm:pt>
    <dgm:pt modelId="{5AC140E3-63FE-4B00-81BA-3E8F6E2E02D4}" type="parTrans" cxnId="{5A0D6448-D4B0-48E8-9BDF-B740E5D9FA57}">
      <dgm:prSet/>
      <dgm:spPr/>
      <dgm:t>
        <a:bodyPr/>
        <a:lstStyle/>
        <a:p>
          <a:endParaRPr lang="zh-CN" altLang="en-US"/>
        </a:p>
      </dgm:t>
    </dgm:pt>
    <dgm:pt modelId="{5A3F279E-19EB-4FED-8E99-0047AF2F2BD6}" type="sibTrans" cxnId="{5A0D6448-D4B0-48E8-9BDF-B740E5D9FA57}">
      <dgm:prSet/>
      <dgm:spPr/>
      <dgm:t>
        <a:bodyPr/>
        <a:lstStyle/>
        <a:p>
          <a:endParaRPr lang="zh-CN" altLang="en-US"/>
        </a:p>
      </dgm:t>
    </dgm:pt>
    <dgm:pt modelId="{C7AFDEAA-5E5B-4708-B37C-4FCAAB1512A3}">
      <dgm:prSet custT="1"/>
      <dgm:spPr/>
      <dgm:t>
        <a:bodyPr/>
        <a:lstStyle/>
        <a:p>
          <a:r>
            <a:rPr lang="zh-CN" altLang="en-US" sz="1400" dirty="0">
              <a:solidFill>
                <a:schemeClr val="tx1"/>
              </a:solidFill>
              <a:latin typeface="微软雅黑" pitchFamily="34" charset="-122"/>
              <a:ea typeface="微软雅黑" pitchFamily="34" charset="-122"/>
            </a:rPr>
            <a:t>中国“首善之城”</a:t>
          </a:r>
        </a:p>
      </dgm:t>
    </dgm:pt>
    <dgm:pt modelId="{2764F65A-49D4-4B99-BFF9-839A7C3949F3}" type="parTrans" cxnId="{0AE19D2A-44F9-4FCB-B7E9-5E92CF511E16}">
      <dgm:prSet/>
      <dgm:spPr/>
      <dgm:t>
        <a:bodyPr/>
        <a:lstStyle/>
        <a:p>
          <a:endParaRPr lang="zh-CN" altLang="en-US"/>
        </a:p>
      </dgm:t>
    </dgm:pt>
    <dgm:pt modelId="{0664A99C-830B-4331-B7E9-A2677C926A1F}" type="sibTrans" cxnId="{0AE19D2A-44F9-4FCB-B7E9-5E92CF511E16}">
      <dgm:prSet/>
      <dgm:spPr/>
      <dgm:t>
        <a:bodyPr/>
        <a:lstStyle/>
        <a:p>
          <a:endParaRPr lang="zh-CN" altLang="en-US"/>
        </a:p>
      </dgm:t>
    </dgm:pt>
    <dgm:pt modelId="{90FD61AB-0B5A-498E-809D-091EC90478E2}">
      <dgm:prSet custT="1"/>
      <dgm:spPr/>
      <dgm:t>
        <a:bodyPr/>
        <a:lstStyle/>
        <a:p>
          <a:r>
            <a:rPr lang="en-US" altLang="zh-CN" sz="1400" dirty="0">
              <a:solidFill>
                <a:schemeClr val="tx1"/>
              </a:solidFill>
              <a:latin typeface="微软雅黑" pitchFamily="34" charset="-122"/>
              <a:ea typeface="微软雅黑" pitchFamily="34" charset="-122"/>
            </a:rPr>
            <a:t>2015</a:t>
          </a:r>
          <a:r>
            <a:rPr lang="zh-CN" altLang="en-US" sz="1400" dirty="0">
              <a:solidFill>
                <a:schemeClr val="tx1"/>
              </a:solidFill>
              <a:latin typeface="微软雅黑" pitchFamily="34" charset="-122"/>
              <a:ea typeface="微软雅黑" pitchFamily="34" charset="-122"/>
            </a:rPr>
            <a:t>中国十大智慧城市</a:t>
          </a:r>
        </a:p>
      </dgm:t>
    </dgm:pt>
    <dgm:pt modelId="{3E2A124F-20ED-41B5-B36A-01108D47B8FC}" type="parTrans" cxnId="{21F784FB-E686-43E8-8A5A-24D5EC3AA8E6}">
      <dgm:prSet/>
      <dgm:spPr/>
      <dgm:t>
        <a:bodyPr/>
        <a:lstStyle/>
        <a:p>
          <a:endParaRPr lang="zh-CN" altLang="en-US"/>
        </a:p>
      </dgm:t>
    </dgm:pt>
    <dgm:pt modelId="{24DFEC16-723B-4A24-9498-924DE55D7D09}" type="sibTrans" cxnId="{21F784FB-E686-43E8-8A5A-24D5EC3AA8E6}">
      <dgm:prSet/>
      <dgm:spPr/>
      <dgm:t>
        <a:bodyPr/>
        <a:lstStyle/>
        <a:p>
          <a:endParaRPr lang="zh-CN" altLang="en-US"/>
        </a:p>
      </dgm:t>
    </dgm:pt>
    <dgm:pt modelId="{5468000E-58E2-4727-8271-8504F5B885D6}">
      <dgm:prSet custT="1"/>
      <dgm:spPr/>
      <dgm:t>
        <a:bodyPr/>
        <a:lstStyle/>
        <a:p>
          <a:r>
            <a:rPr lang="en-US" altLang="zh-CN" sz="1400" dirty="0">
              <a:solidFill>
                <a:schemeClr val="tx1"/>
              </a:solidFill>
              <a:latin typeface="微软雅黑" pitchFamily="34" charset="-122"/>
              <a:ea typeface="微软雅黑" pitchFamily="34" charset="-122"/>
            </a:rPr>
            <a:t>2015</a:t>
          </a:r>
          <a:r>
            <a:rPr lang="zh-CN" altLang="en-US" sz="1400" dirty="0">
              <a:solidFill>
                <a:schemeClr val="tx1"/>
              </a:solidFill>
              <a:latin typeface="微软雅黑" pitchFamily="34" charset="-122"/>
              <a:ea typeface="微软雅黑" pitchFamily="34" charset="-122"/>
            </a:rPr>
            <a:t>中国最具幸福感城市</a:t>
          </a:r>
        </a:p>
      </dgm:t>
    </dgm:pt>
    <dgm:pt modelId="{598061A3-3431-4355-830C-4864DE7C8ECD}" type="parTrans" cxnId="{A9B327B9-AE9C-4A14-B8BC-FC870C9920AA}">
      <dgm:prSet/>
      <dgm:spPr/>
      <dgm:t>
        <a:bodyPr/>
        <a:lstStyle/>
        <a:p>
          <a:endParaRPr lang="zh-CN" altLang="en-US"/>
        </a:p>
      </dgm:t>
    </dgm:pt>
    <dgm:pt modelId="{1CBED932-ABF7-4FB4-AA87-6D12C65C8A26}" type="sibTrans" cxnId="{A9B327B9-AE9C-4A14-B8BC-FC870C9920AA}">
      <dgm:prSet/>
      <dgm:spPr/>
      <dgm:t>
        <a:bodyPr/>
        <a:lstStyle/>
        <a:p>
          <a:endParaRPr lang="zh-CN" altLang="en-US"/>
        </a:p>
      </dgm:t>
    </dgm:pt>
    <dgm:pt modelId="{19CE7C3C-12C7-4A3E-A825-1CCCFDB6A2FF}" type="pres">
      <dgm:prSet presAssocID="{B74EB770-20CA-4957-8956-92F61DBB9615}" presName="Name0" presStyleCnt="0">
        <dgm:presLayoutVars>
          <dgm:chMax val="1"/>
          <dgm:dir/>
          <dgm:animLvl val="ctr"/>
          <dgm:resizeHandles val="exact"/>
        </dgm:presLayoutVars>
      </dgm:prSet>
      <dgm:spPr/>
    </dgm:pt>
    <dgm:pt modelId="{11D81295-DC00-4ACD-B5C2-BEA536FF867A}" type="pres">
      <dgm:prSet presAssocID="{00E33452-A3F2-4ABA-A102-BD38CA7CF57D}" presName="centerShape" presStyleLbl="node0" presStyleIdx="0" presStyleCnt="1"/>
      <dgm:spPr/>
    </dgm:pt>
    <dgm:pt modelId="{DCEE5B78-9438-4991-AA64-07CE39F1C89C}" type="pres">
      <dgm:prSet presAssocID="{1C0758D4-A016-450E-8AEB-C019C02A6822}" presName="parTrans" presStyleLbl="sibTrans2D1" presStyleIdx="0" presStyleCnt="7"/>
      <dgm:spPr/>
    </dgm:pt>
    <dgm:pt modelId="{1757FF26-7041-4F60-95F6-C821DBFAF905}" type="pres">
      <dgm:prSet presAssocID="{1C0758D4-A016-450E-8AEB-C019C02A6822}" presName="connectorText" presStyleLbl="sibTrans2D1" presStyleIdx="0" presStyleCnt="7"/>
      <dgm:spPr/>
    </dgm:pt>
    <dgm:pt modelId="{9DF176DB-9EE4-4730-BDAE-F293CA23DBA2}" type="pres">
      <dgm:prSet presAssocID="{CA6E1441-2CEF-42DA-BF72-FE1ADD79064C}" presName="node" presStyleLbl="node1" presStyleIdx="0" presStyleCnt="7" custScaleX="185574" custRadScaleRad="91165" custRadScaleInc="-21980">
        <dgm:presLayoutVars>
          <dgm:bulletEnabled val="1"/>
        </dgm:presLayoutVars>
      </dgm:prSet>
      <dgm:spPr>
        <a:prstGeom prst="cloud">
          <a:avLst/>
        </a:prstGeom>
      </dgm:spPr>
    </dgm:pt>
    <dgm:pt modelId="{B1BB28DD-6933-44F9-B64F-73CA4700D30E}" type="pres">
      <dgm:prSet presAssocID="{564AF626-A768-41FF-A1C7-D1DA0899809B}" presName="parTrans" presStyleLbl="sibTrans2D1" presStyleIdx="1" presStyleCnt="7"/>
      <dgm:spPr/>
    </dgm:pt>
    <dgm:pt modelId="{B7AF60BA-858F-40BA-8507-1BE65C78B672}" type="pres">
      <dgm:prSet presAssocID="{564AF626-A768-41FF-A1C7-D1DA0899809B}" presName="connectorText" presStyleLbl="sibTrans2D1" presStyleIdx="1" presStyleCnt="7"/>
      <dgm:spPr/>
    </dgm:pt>
    <dgm:pt modelId="{44584DFC-A2CF-4B66-A0FA-0E36D3FF9F25}" type="pres">
      <dgm:prSet presAssocID="{AF6CA94A-DEB4-48CD-B69F-38FDA2B0651A}" presName="node" presStyleLbl="node1" presStyleIdx="1" presStyleCnt="7" custScaleX="166825" custRadScaleRad="125466" custRadScaleInc="33806">
        <dgm:presLayoutVars>
          <dgm:bulletEnabled val="1"/>
        </dgm:presLayoutVars>
      </dgm:prSet>
      <dgm:spPr>
        <a:prstGeom prst="cloud">
          <a:avLst/>
        </a:prstGeom>
      </dgm:spPr>
    </dgm:pt>
    <dgm:pt modelId="{548CD487-3FD1-4BA7-8903-F3304C846EB6}" type="pres">
      <dgm:prSet presAssocID="{E9EF9327-D7EF-4F00-B8AE-658DA5B9152E}" presName="parTrans" presStyleLbl="sibTrans2D1" presStyleIdx="2" presStyleCnt="7"/>
      <dgm:spPr/>
    </dgm:pt>
    <dgm:pt modelId="{87B54DEB-66FF-4CA8-A990-6D36D18080E6}" type="pres">
      <dgm:prSet presAssocID="{E9EF9327-D7EF-4F00-B8AE-658DA5B9152E}" presName="connectorText" presStyleLbl="sibTrans2D1" presStyleIdx="2" presStyleCnt="7"/>
      <dgm:spPr/>
    </dgm:pt>
    <dgm:pt modelId="{B7514A38-AA77-471A-9E38-9FEE52A94040}" type="pres">
      <dgm:prSet presAssocID="{3C3CD815-D605-4CA1-BD22-299E31220A88}" presName="node" presStyleLbl="node1" presStyleIdx="2" presStyleCnt="7" custScaleX="147116" custScaleY="69229" custRadScaleRad="130949" custRadScaleInc="-30281">
        <dgm:presLayoutVars>
          <dgm:bulletEnabled val="1"/>
        </dgm:presLayoutVars>
      </dgm:prSet>
      <dgm:spPr>
        <a:prstGeom prst="cloud">
          <a:avLst/>
        </a:prstGeom>
      </dgm:spPr>
    </dgm:pt>
    <dgm:pt modelId="{16ACA6CA-7EA2-4292-B873-83D66B6EB277}" type="pres">
      <dgm:prSet presAssocID="{5AC140E3-63FE-4B00-81BA-3E8F6E2E02D4}" presName="parTrans" presStyleLbl="sibTrans2D1" presStyleIdx="3" presStyleCnt="7"/>
      <dgm:spPr/>
    </dgm:pt>
    <dgm:pt modelId="{367D81E1-BE72-4168-8EA5-38894F953362}" type="pres">
      <dgm:prSet presAssocID="{5AC140E3-63FE-4B00-81BA-3E8F6E2E02D4}" presName="connectorText" presStyleLbl="sibTrans2D1" presStyleIdx="3" presStyleCnt="7"/>
      <dgm:spPr/>
    </dgm:pt>
    <dgm:pt modelId="{BE887511-A524-4AA8-9231-9F5E537ECDBF}" type="pres">
      <dgm:prSet presAssocID="{773C469A-4643-49E9-8E84-00073663C9A5}" presName="node" presStyleLbl="node1" presStyleIdx="3" presStyleCnt="7" custScaleX="153842" custRadScaleRad="127924" custRadScaleInc="-102582">
        <dgm:presLayoutVars>
          <dgm:bulletEnabled val="1"/>
        </dgm:presLayoutVars>
      </dgm:prSet>
      <dgm:spPr>
        <a:prstGeom prst="cloud">
          <a:avLst/>
        </a:prstGeom>
      </dgm:spPr>
    </dgm:pt>
    <dgm:pt modelId="{15891AFC-F943-4DE0-8062-B0D22502ADA0}" type="pres">
      <dgm:prSet presAssocID="{2764F65A-49D4-4B99-BFF9-839A7C3949F3}" presName="parTrans" presStyleLbl="sibTrans2D1" presStyleIdx="4" presStyleCnt="7"/>
      <dgm:spPr/>
    </dgm:pt>
    <dgm:pt modelId="{902D5564-923E-4055-B406-8F306577E1B9}" type="pres">
      <dgm:prSet presAssocID="{2764F65A-49D4-4B99-BFF9-839A7C3949F3}" presName="connectorText" presStyleLbl="sibTrans2D1" presStyleIdx="4" presStyleCnt="7"/>
      <dgm:spPr/>
    </dgm:pt>
    <dgm:pt modelId="{0B5D60DF-222B-4092-AAF2-875E7E87FEA2}" type="pres">
      <dgm:prSet presAssocID="{C7AFDEAA-5E5B-4708-B37C-4FCAAB1512A3}" presName="node" presStyleLbl="node1" presStyleIdx="4" presStyleCnt="7" custAng="0" custScaleX="143267" custRadScaleRad="96971" custRadScaleInc="-72483">
        <dgm:presLayoutVars>
          <dgm:bulletEnabled val="1"/>
        </dgm:presLayoutVars>
      </dgm:prSet>
      <dgm:spPr>
        <a:prstGeom prst="cloud">
          <a:avLst/>
        </a:prstGeom>
      </dgm:spPr>
    </dgm:pt>
    <dgm:pt modelId="{35A27EA6-BC65-45EB-A8EB-1AC932B07C8C}" type="pres">
      <dgm:prSet presAssocID="{3E2A124F-20ED-41B5-B36A-01108D47B8FC}" presName="parTrans" presStyleLbl="sibTrans2D1" presStyleIdx="5" presStyleCnt="7"/>
      <dgm:spPr/>
    </dgm:pt>
    <dgm:pt modelId="{E8AE9571-295E-4BBF-8788-95B2F9A7EF90}" type="pres">
      <dgm:prSet presAssocID="{3E2A124F-20ED-41B5-B36A-01108D47B8FC}" presName="connectorText" presStyleLbl="sibTrans2D1" presStyleIdx="5" presStyleCnt="7"/>
      <dgm:spPr/>
    </dgm:pt>
    <dgm:pt modelId="{6C306014-BC28-488C-A4E5-313141BB45F5}" type="pres">
      <dgm:prSet presAssocID="{90FD61AB-0B5A-498E-809D-091EC90478E2}" presName="node" presStyleLbl="node1" presStyleIdx="5" presStyleCnt="7" custScaleX="209133" custRadScaleRad="127353" custRadScaleInc="-40614">
        <dgm:presLayoutVars>
          <dgm:bulletEnabled val="1"/>
        </dgm:presLayoutVars>
      </dgm:prSet>
      <dgm:spPr>
        <a:prstGeom prst="cloud">
          <a:avLst/>
        </a:prstGeom>
      </dgm:spPr>
    </dgm:pt>
    <dgm:pt modelId="{3337D347-7BA8-4559-95FD-5B631D9B3F1F}" type="pres">
      <dgm:prSet presAssocID="{598061A3-3431-4355-830C-4864DE7C8ECD}" presName="parTrans" presStyleLbl="sibTrans2D1" presStyleIdx="6" presStyleCnt="7"/>
      <dgm:spPr/>
    </dgm:pt>
    <dgm:pt modelId="{DF5AB1F5-4E2F-4067-88F8-C5DF0BE04343}" type="pres">
      <dgm:prSet presAssocID="{598061A3-3431-4355-830C-4864DE7C8ECD}" presName="connectorText" presStyleLbl="sibTrans2D1" presStyleIdx="6" presStyleCnt="7"/>
      <dgm:spPr/>
    </dgm:pt>
    <dgm:pt modelId="{05E67F48-F889-455F-AE5C-5B99637F90FC}" type="pres">
      <dgm:prSet presAssocID="{5468000E-58E2-4727-8271-8504F5B885D6}" presName="node" presStyleLbl="node1" presStyleIdx="6" presStyleCnt="7" custScaleX="165141" custRadScaleRad="132415" custRadScaleInc="-72980">
        <dgm:presLayoutVars>
          <dgm:bulletEnabled val="1"/>
        </dgm:presLayoutVars>
      </dgm:prSet>
      <dgm:spPr>
        <a:prstGeom prst="cloud">
          <a:avLst/>
        </a:prstGeom>
      </dgm:spPr>
    </dgm:pt>
  </dgm:ptLst>
  <dgm:cxnLst>
    <dgm:cxn modelId="{FA3A7406-DE3C-4B6D-BBCB-546B4B9EC934}" type="presOf" srcId="{598061A3-3431-4355-830C-4864DE7C8ECD}" destId="{3337D347-7BA8-4559-95FD-5B631D9B3F1F}" srcOrd="0" destOrd="0" presId="urn:microsoft.com/office/officeart/2005/8/layout/radial5"/>
    <dgm:cxn modelId="{BC3B490E-957F-4268-8BFF-48B376B326DB}" type="presOf" srcId="{773C469A-4643-49E9-8E84-00073663C9A5}" destId="{BE887511-A524-4AA8-9231-9F5E537ECDBF}" srcOrd="0" destOrd="0" presId="urn:microsoft.com/office/officeart/2005/8/layout/radial5"/>
    <dgm:cxn modelId="{DE855E15-EE89-4CE3-A975-446254C5466E}" type="presOf" srcId="{3C3CD815-D605-4CA1-BD22-299E31220A88}" destId="{B7514A38-AA77-471A-9E38-9FEE52A94040}" srcOrd="0" destOrd="0" presId="urn:microsoft.com/office/officeart/2005/8/layout/radial5"/>
    <dgm:cxn modelId="{4095961C-584E-4940-89D4-86BC51A64652}" type="presOf" srcId="{00E33452-A3F2-4ABA-A102-BD38CA7CF57D}" destId="{11D81295-DC00-4ACD-B5C2-BEA536FF867A}" srcOrd="0" destOrd="0" presId="urn:microsoft.com/office/officeart/2005/8/layout/radial5"/>
    <dgm:cxn modelId="{6DBE4225-187B-46D9-856C-35DBAC585FBF}" type="presOf" srcId="{2764F65A-49D4-4B99-BFF9-839A7C3949F3}" destId="{15891AFC-F943-4DE0-8062-B0D22502ADA0}" srcOrd="0" destOrd="0" presId="urn:microsoft.com/office/officeart/2005/8/layout/radial5"/>
    <dgm:cxn modelId="{AC3F5B27-4A6A-4BDD-B3E8-48E06A4C2E9A}" type="presOf" srcId="{1C0758D4-A016-450E-8AEB-C019C02A6822}" destId="{DCEE5B78-9438-4991-AA64-07CE39F1C89C}" srcOrd="0" destOrd="0" presId="urn:microsoft.com/office/officeart/2005/8/layout/radial5"/>
    <dgm:cxn modelId="{0AE19D2A-44F9-4FCB-B7E9-5E92CF511E16}" srcId="{00E33452-A3F2-4ABA-A102-BD38CA7CF57D}" destId="{C7AFDEAA-5E5B-4708-B37C-4FCAAB1512A3}" srcOrd="4" destOrd="0" parTransId="{2764F65A-49D4-4B99-BFF9-839A7C3949F3}" sibTransId="{0664A99C-830B-4331-B7E9-A2677C926A1F}"/>
    <dgm:cxn modelId="{AD6B1940-FBCB-4E02-A681-9B3721FEFCBE}" srcId="{00E33452-A3F2-4ABA-A102-BD38CA7CF57D}" destId="{AF6CA94A-DEB4-48CD-B69F-38FDA2B0651A}" srcOrd="1" destOrd="0" parTransId="{564AF626-A768-41FF-A1C7-D1DA0899809B}" sibTransId="{9B063B3D-F0ED-4141-A4F3-52920398A149}"/>
    <dgm:cxn modelId="{E1305540-511E-40AE-A29B-9AA5A678D138}" type="presOf" srcId="{564AF626-A768-41FF-A1C7-D1DA0899809B}" destId="{B7AF60BA-858F-40BA-8507-1BE65C78B672}" srcOrd="1" destOrd="0" presId="urn:microsoft.com/office/officeart/2005/8/layout/radial5"/>
    <dgm:cxn modelId="{FB293464-C13D-441C-89D3-510B8CA747B4}" type="presOf" srcId="{3E2A124F-20ED-41B5-B36A-01108D47B8FC}" destId="{35A27EA6-BC65-45EB-A8EB-1AC932B07C8C}" srcOrd="0" destOrd="0" presId="urn:microsoft.com/office/officeart/2005/8/layout/radial5"/>
    <dgm:cxn modelId="{5A0D6448-D4B0-48E8-9BDF-B740E5D9FA57}" srcId="{00E33452-A3F2-4ABA-A102-BD38CA7CF57D}" destId="{773C469A-4643-49E9-8E84-00073663C9A5}" srcOrd="3" destOrd="0" parTransId="{5AC140E3-63FE-4B00-81BA-3E8F6E2E02D4}" sibTransId="{5A3F279E-19EB-4FED-8E99-0047AF2F2BD6}"/>
    <dgm:cxn modelId="{00599D6A-1470-43E4-9D3F-7DECE62B55D3}" type="presOf" srcId="{E9EF9327-D7EF-4F00-B8AE-658DA5B9152E}" destId="{548CD487-3FD1-4BA7-8903-F3304C846EB6}" srcOrd="0" destOrd="0" presId="urn:microsoft.com/office/officeart/2005/8/layout/radial5"/>
    <dgm:cxn modelId="{0F16096B-6892-400D-8EEE-754A4B33C9D2}" type="presOf" srcId="{C7AFDEAA-5E5B-4708-B37C-4FCAAB1512A3}" destId="{0B5D60DF-222B-4092-AAF2-875E7E87FEA2}" srcOrd="0" destOrd="0" presId="urn:microsoft.com/office/officeart/2005/8/layout/radial5"/>
    <dgm:cxn modelId="{E0F2504B-6263-448A-9E69-173734C2E540}" type="presOf" srcId="{1C0758D4-A016-450E-8AEB-C019C02A6822}" destId="{1757FF26-7041-4F60-95F6-C821DBFAF905}" srcOrd="1" destOrd="0" presId="urn:microsoft.com/office/officeart/2005/8/layout/radial5"/>
    <dgm:cxn modelId="{6282AF4C-3703-4F36-8137-0D292A14680E}" type="presOf" srcId="{598061A3-3431-4355-830C-4864DE7C8ECD}" destId="{DF5AB1F5-4E2F-4067-88F8-C5DF0BE04343}" srcOrd="1" destOrd="0" presId="urn:microsoft.com/office/officeart/2005/8/layout/radial5"/>
    <dgm:cxn modelId="{9284594F-5949-413A-82F2-F41786A1DD0B}" type="presOf" srcId="{E9EF9327-D7EF-4F00-B8AE-658DA5B9152E}" destId="{87B54DEB-66FF-4CA8-A990-6D36D18080E6}" srcOrd="1" destOrd="0" presId="urn:microsoft.com/office/officeart/2005/8/layout/radial5"/>
    <dgm:cxn modelId="{BF704B73-73D2-475A-B968-1C33EF957622}" type="presOf" srcId="{2764F65A-49D4-4B99-BFF9-839A7C3949F3}" destId="{902D5564-923E-4055-B406-8F306577E1B9}" srcOrd="1" destOrd="0" presId="urn:microsoft.com/office/officeart/2005/8/layout/radial5"/>
    <dgm:cxn modelId="{AF9DF37A-05E6-403F-A0EC-AF27D41FD373}" type="presOf" srcId="{B74EB770-20CA-4957-8956-92F61DBB9615}" destId="{19CE7C3C-12C7-4A3E-A825-1CCCFDB6A2FF}" srcOrd="0" destOrd="0" presId="urn:microsoft.com/office/officeart/2005/8/layout/radial5"/>
    <dgm:cxn modelId="{602CB77E-75BC-4539-942D-6457356163B1}" type="presOf" srcId="{5AC140E3-63FE-4B00-81BA-3E8F6E2E02D4}" destId="{367D81E1-BE72-4168-8EA5-38894F953362}" srcOrd="1" destOrd="0" presId="urn:microsoft.com/office/officeart/2005/8/layout/radial5"/>
    <dgm:cxn modelId="{30297088-F4B7-46D5-BC1A-E8E10E187758}" type="presOf" srcId="{5468000E-58E2-4727-8271-8504F5B885D6}" destId="{05E67F48-F889-455F-AE5C-5B99637F90FC}" srcOrd="0" destOrd="0" presId="urn:microsoft.com/office/officeart/2005/8/layout/radial5"/>
    <dgm:cxn modelId="{5107768B-13F4-4102-8BDF-FBABA6BA2732}" type="presOf" srcId="{AF6CA94A-DEB4-48CD-B69F-38FDA2B0651A}" destId="{44584DFC-A2CF-4B66-A0FA-0E36D3FF9F25}" srcOrd="0" destOrd="0" presId="urn:microsoft.com/office/officeart/2005/8/layout/radial5"/>
    <dgm:cxn modelId="{81204B99-7334-428A-8694-08BA64F6B52E}" type="presOf" srcId="{3E2A124F-20ED-41B5-B36A-01108D47B8FC}" destId="{E8AE9571-295E-4BBF-8788-95B2F9A7EF90}" srcOrd="1" destOrd="0" presId="urn:microsoft.com/office/officeart/2005/8/layout/radial5"/>
    <dgm:cxn modelId="{A9B327B9-AE9C-4A14-B8BC-FC870C9920AA}" srcId="{00E33452-A3F2-4ABA-A102-BD38CA7CF57D}" destId="{5468000E-58E2-4727-8271-8504F5B885D6}" srcOrd="6" destOrd="0" parTransId="{598061A3-3431-4355-830C-4864DE7C8ECD}" sibTransId="{1CBED932-ABF7-4FB4-AA87-6D12C65C8A26}"/>
    <dgm:cxn modelId="{80C0D2C1-7B53-48C9-977A-6E7782504A25}" type="presOf" srcId="{5AC140E3-63FE-4B00-81BA-3E8F6E2E02D4}" destId="{16ACA6CA-7EA2-4292-B873-83D66B6EB277}" srcOrd="0" destOrd="0" presId="urn:microsoft.com/office/officeart/2005/8/layout/radial5"/>
    <dgm:cxn modelId="{4BA5A1C5-C356-4BAC-AD13-9BA1E2D471AC}" type="presOf" srcId="{564AF626-A768-41FF-A1C7-D1DA0899809B}" destId="{B1BB28DD-6933-44F9-B64F-73CA4700D30E}" srcOrd="0" destOrd="0" presId="urn:microsoft.com/office/officeart/2005/8/layout/radial5"/>
    <dgm:cxn modelId="{70ECCECC-391A-41F7-8760-B424AAB3DF9A}" type="presOf" srcId="{CA6E1441-2CEF-42DA-BF72-FE1ADD79064C}" destId="{9DF176DB-9EE4-4730-BDAE-F293CA23DBA2}" srcOrd="0" destOrd="0" presId="urn:microsoft.com/office/officeart/2005/8/layout/radial5"/>
    <dgm:cxn modelId="{F92A05D2-6D4B-4E83-BB4E-3C2529A2B785}" srcId="{B74EB770-20CA-4957-8956-92F61DBB9615}" destId="{00E33452-A3F2-4ABA-A102-BD38CA7CF57D}" srcOrd="0" destOrd="0" parTransId="{5E3C414B-EC83-42E3-AB77-B3E466F5ABC8}" sibTransId="{F0021015-C2FB-4531-BD72-289ADF6E0997}"/>
    <dgm:cxn modelId="{5948EBD2-CAD4-46DD-A43C-6F8C210553CC}" srcId="{00E33452-A3F2-4ABA-A102-BD38CA7CF57D}" destId="{3C3CD815-D605-4CA1-BD22-299E31220A88}" srcOrd="2" destOrd="0" parTransId="{E9EF9327-D7EF-4F00-B8AE-658DA5B9152E}" sibTransId="{66CF2186-4CEF-4DFC-853B-648D2F6D37D9}"/>
    <dgm:cxn modelId="{06C54CD3-65E2-4543-BFD3-1DEDE2FE7F25}" type="presOf" srcId="{90FD61AB-0B5A-498E-809D-091EC90478E2}" destId="{6C306014-BC28-488C-A4E5-313141BB45F5}" srcOrd="0" destOrd="0" presId="urn:microsoft.com/office/officeart/2005/8/layout/radial5"/>
    <dgm:cxn modelId="{5221EDDB-F2E3-49F7-8D43-2EC17D08689A}" srcId="{00E33452-A3F2-4ABA-A102-BD38CA7CF57D}" destId="{CA6E1441-2CEF-42DA-BF72-FE1ADD79064C}" srcOrd="0" destOrd="0" parTransId="{1C0758D4-A016-450E-8AEB-C019C02A6822}" sibTransId="{7180271E-A9F1-450A-93B1-7D46656EFCE7}"/>
    <dgm:cxn modelId="{21F784FB-E686-43E8-8A5A-24D5EC3AA8E6}" srcId="{00E33452-A3F2-4ABA-A102-BD38CA7CF57D}" destId="{90FD61AB-0B5A-498E-809D-091EC90478E2}" srcOrd="5" destOrd="0" parTransId="{3E2A124F-20ED-41B5-B36A-01108D47B8FC}" sibTransId="{24DFEC16-723B-4A24-9498-924DE55D7D09}"/>
    <dgm:cxn modelId="{6B910820-3A5D-4166-A76B-F3A05246BAF5}" type="presParOf" srcId="{19CE7C3C-12C7-4A3E-A825-1CCCFDB6A2FF}" destId="{11D81295-DC00-4ACD-B5C2-BEA536FF867A}" srcOrd="0" destOrd="0" presId="urn:microsoft.com/office/officeart/2005/8/layout/radial5"/>
    <dgm:cxn modelId="{3FFB30F7-4603-4415-9EB3-F0C84C0DF9BD}" type="presParOf" srcId="{19CE7C3C-12C7-4A3E-A825-1CCCFDB6A2FF}" destId="{DCEE5B78-9438-4991-AA64-07CE39F1C89C}" srcOrd="1" destOrd="0" presId="urn:microsoft.com/office/officeart/2005/8/layout/radial5"/>
    <dgm:cxn modelId="{F4DAA69D-2CD2-458C-9E97-C1D7DFF92C02}" type="presParOf" srcId="{DCEE5B78-9438-4991-AA64-07CE39F1C89C}" destId="{1757FF26-7041-4F60-95F6-C821DBFAF905}" srcOrd="0" destOrd="0" presId="urn:microsoft.com/office/officeart/2005/8/layout/radial5"/>
    <dgm:cxn modelId="{C8362E6A-94D7-42FF-BA72-B6D50F0CDD08}" type="presParOf" srcId="{19CE7C3C-12C7-4A3E-A825-1CCCFDB6A2FF}" destId="{9DF176DB-9EE4-4730-BDAE-F293CA23DBA2}" srcOrd="2" destOrd="0" presId="urn:microsoft.com/office/officeart/2005/8/layout/radial5"/>
    <dgm:cxn modelId="{49C7D11A-49B7-4F92-884D-25E87632DC22}" type="presParOf" srcId="{19CE7C3C-12C7-4A3E-A825-1CCCFDB6A2FF}" destId="{B1BB28DD-6933-44F9-B64F-73CA4700D30E}" srcOrd="3" destOrd="0" presId="urn:microsoft.com/office/officeart/2005/8/layout/radial5"/>
    <dgm:cxn modelId="{7041743C-5DDF-479E-9228-AE66BB7677A7}" type="presParOf" srcId="{B1BB28DD-6933-44F9-B64F-73CA4700D30E}" destId="{B7AF60BA-858F-40BA-8507-1BE65C78B672}" srcOrd="0" destOrd="0" presId="urn:microsoft.com/office/officeart/2005/8/layout/radial5"/>
    <dgm:cxn modelId="{2C33CBCB-85D5-4D7E-904F-FC1E2119974F}" type="presParOf" srcId="{19CE7C3C-12C7-4A3E-A825-1CCCFDB6A2FF}" destId="{44584DFC-A2CF-4B66-A0FA-0E36D3FF9F25}" srcOrd="4" destOrd="0" presId="urn:microsoft.com/office/officeart/2005/8/layout/radial5"/>
    <dgm:cxn modelId="{C29251C6-7716-46B8-94F0-F7901595AF00}" type="presParOf" srcId="{19CE7C3C-12C7-4A3E-A825-1CCCFDB6A2FF}" destId="{548CD487-3FD1-4BA7-8903-F3304C846EB6}" srcOrd="5" destOrd="0" presId="urn:microsoft.com/office/officeart/2005/8/layout/radial5"/>
    <dgm:cxn modelId="{90985B61-FEF2-419E-891E-5EA81F54D049}" type="presParOf" srcId="{548CD487-3FD1-4BA7-8903-F3304C846EB6}" destId="{87B54DEB-66FF-4CA8-A990-6D36D18080E6}" srcOrd="0" destOrd="0" presId="urn:microsoft.com/office/officeart/2005/8/layout/radial5"/>
    <dgm:cxn modelId="{007D142E-CAA0-47C3-800B-7B0D9D62A2D4}" type="presParOf" srcId="{19CE7C3C-12C7-4A3E-A825-1CCCFDB6A2FF}" destId="{B7514A38-AA77-471A-9E38-9FEE52A94040}" srcOrd="6" destOrd="0" presId="urn:microsoft.com/office/officeart/2005/8/layout/radial5"/>
    <dgm:cxn modelId="{CBAAE079-4F0A-41C0-B22E-F907B9F8D727}" type="presParOf" srcId="{19CE7C3C-12C7-4A3E-A825-1CCCFDB6A2FF}" destId="{16ACA6CA-7EA2-4292-B873-83D66B6EB277}" srcOrd="7" destOrd="0" presId="urn:microsoft.com/office/officeart/2005/8/layout/radial5"/>
    <dgm:cxn modelId="{EFE30827-7714-4708-AEA6-F51D53FD276A}" type="presParOf" srcId="{16ACA6CA-7EA2-4292-B873-83D66B6EB277}" destId="{367D81E1-BE72-4168-8EA5-38894F953362}" srcOrd="0" destOrd="0" presId="urn:microsoft.com/office/officeart/2005/8/layout/radial5"/>
    <dgm:cxn modelId="{A5FE32F7-1D95-417A-AE03-7393CB7C08F2}" type="presParOf" srcId="{19CE7C3C-12C7-4A3E-A825-1CCCFDB6A2FF}" destId="{BE887511-A524-4AA8-9231-9F5E537ECDBF}" srcOrd="8" destOrd="0" presId="urn:microsoft.com/office/officeart/2005/8/layout/radial5"/>
    <dgm:cxn modelId="{0CA3A39D-4FC6-4F48-95FC-4C4698F7AF9E}" type="presParOf" srcId="{19CE7C3C-12C7-4A3E-A825-1CCCFDB6A2FF}" destId="{15891AFC-F943-4DE0-8062-B0D22502ADA0}" srcOrd="9" destOrd="0" presId="urn:microsoft.com/office/officeart/2005/8/layout/radial5"/>
    <dgm:cxn modelId="{29E31BAD-323B-4AB0-98C9-7ABEE885CE32}" type="presParOf" srcId="{15891AFC-F943-4DE0-8062-B0D22502ADA0}" destId="{902D5564-923E-4055-B406-8F306577E1B9}" srcOrd="0" destOrd="0" presId="urn:microsoft.com/office/officeart/2005/8/layout/radial5"/>
    <dgm:cxn modelId="{86B1D6D9-D807-46D6-ADCA-FAD325E25E24}" type="presParOf" srcId="{19CE7C3C-12C7-4A3E-A825-1CCCFDB6A2FF}" destId="{0B5D60DF-222B-4092-AAF2-875E7E87FEA2}" srcOrd="10" destOrd="0" presId="urn:microsoft.com/office/officeart/2005/8/layout/radial5"/>
    <dgm:cxn modelId="{5C576C95-6500-4643-882A-C5845EBAAC30}" type="presParOf" srcId="{19CE7C3C-12C7-4A3E-A825-1CCCFDB6A2FF}" destId="{35A27EA6-BC65-45EB-A8EB-1AC932B07C8C}" srcOrd="11" destOrd="0" presId="urn:microsoft.com/office/officeart/2005/8/layout/radial5"/>
    <dgm:cxn modelId="{0AFC518F-3E1B-4105-AE83-02A52FF666DE}" type="presParOf" srcId="{35A27EA6-BC65-45EB-A8EB-1AC932B07C8C}" destId="{E8AE9571-295E-4BBF-8788-95B2F9A7EF90}" srcOrd="0" destOrd="0" presId="urn:microsoft.com/office/officeart/2005/8/layout/radial5"/>
    <dgm:cxn modelId="{2FE5D52E-F463-40FD-9A07-35D9130CCFED}" type="presParOf" srcId="{19CE7C3C-12C7-4A3E-A825-1CCCFDB6A2FF}" destId="{6C306014-BC28-488C-A4E5-313141BB45F5}" srcOrd="12" destOrd="0" presId="urn:microsoft.com/office/officeart/2005/8/layout/radial5"/>
    <dgm:cxn modelId="{62B506C9-0965-4D0F-B917-F1958BBBFC07}" type="presParOf" srcId="{19CE7C3C-12C7-4A3E-A825-1CCCFDB6A2FF}" destId="{3337D347-7BA8-4559-95FD-5B631D9B3F1F}" srcOrd="13" destOrd="0" presId="urn:microsoft.com/office/officeart/2005/8/layout/radial5"/>
    <dgm:cxn modelId="{54833488-0DBE-4147-9C89-E2678CED7BB4}" type="presParOf" srcId="{3337D347-7BA8-4559-95FD-5B631D9B3F1F}" destId="{DF5AB1F5-4E2F-4067-88F8-C5DF0BE04343}" srcOrd="0" destOrd="0" presId="urn:microsoft.com/office/officeart/2005/8/layout/radial5"/>
    <dgm:cxn modelId="{C870EE22-8BDF-4851-B376-4876B6FC84DA}" type="presParOf" srcId="{19CE7C3C-12C7-4A3E-A825-1CCCFDB6A2FF}" destId="{05E67F48-F889-455F-AE5C-5B99637F90FC}" srcOrd="14"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ED4CD3-B275-454B-AC4D-3C4F0903C35F}">
      <dsp:nvSpPr>
        <dsp:cNvPr id="0" name=""/>
        <dsp:cNvSpPr/>
      </dsp:nvSpPr>
      <dsp:spPr>
        <a:xfrm>
          <a:off x="642671" y="0"/>
          <a:ext cx="7283609" cy="388843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E15DFE-3120-4AA1-90B3-7A97AC6C0767}">
      <dsp:nvSpPr>
        <dsp:cNvPr id="0" name=""/>
        <dsp:cNvSpPr/>
      </dsp:nvSpPr>
      <dsp:spPr>
        <a:xfrm>
          <a:off x="7531" y="1166529"/>
          <a:ext cx="675307" cy="1555372"/>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eaVert"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tx1"/>
              </a:solidFill>
            </a:rPr>
            <a:t>蓟</a:t>
          </a:r>
        </a:p>
      </dsp:txBody>
      <dsp:txXfrm>
        <a:off x="40497" y="1199495"/>
        <a:ext cx="609375" cy="1489440"/>
      </dsp:txXfrm>
    </dsp:sp>
    <dsp:sp modelId="{BAED660D-4AC5-4E4A-AD2D-7FF061DA122B}">
      <dsp:nvSpPr>
        <dsp:cNvPr id="0" name=""/>
        <dsp:cNvSpPr/>
      </dsp:nvSpPr>
      <dsp:spPr>
        <a:xfrm>
          <a:off x="795389" y="1166529"/>
          <a:ext cx="675307" cy="1555372"/>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eaVert"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tx1"/>
              </a:solidFill>
            </a:rPr>
            <a:t>燕</a:t>
          </a:r>
        </a:p>
      </dsp:txBody>
      <dsp:txXfrm>
        <a:off x="828355" y="1199495"/>
        <a:ext cx="609375" cy="1489440"/>
      </dsp:txXfrm>
    </dsp:sp>
    <dsp:sp modelId="{AF266EDC-7256-4785-976F-AF499BEA4BA0}">
      <dsp:nvSpPr>
        <dsp:cNvPr id="0" name=""/>
        <dsp:cNvSpPr/>
      </dsp:nvSpPr>
      <dsp:spPr>
        <a:xfrm>
          <a:off x="1583247" y="1166529"/>
          <a:ext cx="675307" cy="1555372"/>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eaVert"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tx1"/>
              </a:solidFill>
            </a:rPr>
            <a:t>燕（安禄山）</a:t>
          </a:r>
        </a:p>
      </dsp:txBody>
      <dsp:txXfrm>
        <a:off x="1616213" y="1199495"/>
        <a:ext cx="609375" cy="1489440"/>
      </dsp:txXfrm>
    </dsp:sp>
    <dsp:sp modelId="{2353AC2C-F855-49DA-87CD-B25262DF1DE9}">
      <dsp:nvSpPr>
        <dsp:cNvPr id="0" name=""/>
        <dsp:cNvSpPr/>
      </dsp:nvSpPr>
      <dsp:spPr>
        <a:xfrm>
          <a:off x="2371106" y="1166529"/>
          <a:ext cx="675307" cy="1555372"/>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eaVert"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tx1"/>
              </a:solidFill>
            </a:rPr>
            <a:t>燕（刘仁恭）</a:t>
          </a:r>
        </a:p>
      </dsp:txBody>
      <dsp:txXfrm>
        <a:off x="2404072" y="1199495"/>
        <a:ext cx="609375" cy="1489440"/>
      </dsp:txXfrm>
    </dsp:sp>
    <dsp:sp modelId="{2F73AE1F-2AF7-4D3E-93E2-DBEDFBF89DCF}">
      <dsp:nvSpPr>
        <dsp:cNvPr id="0" name=""/>
        <dsp:cNvSpPr/>
      </dsp:nvSpPr>
      <dsp:spPr>
        <a:xfrm>
          <a:off x="3158964" y="1166529"/>
          <a:ext cx="675307" cy="1555372"/>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eaVert"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tx1"/>
              </a:solidFill>
            </a:rPr>
            <a:t>辽</a:t>
          </a:r>
        </a:p>
      </dsp:txBody>
      <dsp:txXfrm>
        <a:off x="3191930" y="1199495"/>
        <a:ext cx="609375" cy="1489440"/>
      </dsp:txXfrm>
    </dsp:sp>
    <dsp:sp modelId="{D882C0EB-F969-45E7-88C2-64C0CB873250}">
      <dsp:nvSpPr>
        <dsp:cNvPr id="0" name=""/>
        <dsp:cNvSpPr/>
      </dsp:nvSpPr>
      <dsp:spPr>
        <a:xfrm>
          <a:off x="3946822" y="1166529"/>
          <a:ext cx="675307" cy="1555372"/>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eaVert"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tx1"/>
              </a:solidFill>
            </a:rPr>
            <a:t>元</a:t>
          </a:r>
        </a:p>
      </dsp:txBody>
      <dsp:txXfrm>
        <a:off x="3979788" y="1199495"/>
        <a:ext cx="609375" cy="1489440"/>
      </dsp:txXfrm>
    </dsp:sp>
    <dsp:sp modelId="{1A3C6142-F2F2-45D9-ACE0-D0A157A0C579}">
      <dsp:nvSpPr>
        <dsp:cNvPr id="0" name=""/>
        <dsp:cNvSpPr/>
      </dsp:nvSpPr>
      <dsp:spPr>
        <a:xfrm>
          <a:off x="4734680" y="1166529"/>
          <a:ext cx="675307" cy="1555372"/>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eaVert"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tx1"/>
              </a:solidFill>
            </a:rPr>
            <a:t>明</a:t>
          </a:r>
        </a:p>
      </dsp:txBody>
      <dsp:txXfrm>
        <a:off x="4767646" y="1199495"/>
        <a:ext cx="609375" cy="1489440"/>
      </dsp:txXfrm>
    </dsp:sp>
    <dsp:sp modelId="{DA12B253-7439-4814-A019-50B905C38DA9}">
      <dsp:nvSpPr>
        <dsp:cNvPr id="0" name=""/>
        <dsp:cNvSpPr/>
      </dsp:nvSpPr>
      <dsp:spPr>
        <a:xfrm>
          <a:off x="5522538" y="1166529"/>
          <a:ext cx="675307" cy="1555372"/>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eaVert"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tx1"/>
              </a:solidFill>
            </a:rPr>
            <a:t>清</a:t>
          </a:r>
        </a:p>
      </dsp:txBody>
      <dsp:txXfrm>
        <a:off x="5555504" y="1199495"/>
        <a:ext cx="609375" cy="1489440"/>
      </dsp:txXfrm>
    </dsp:sp>
    <dsp:sp modelId="{A8674914-FB31-4DB7-B011-3EB5D8E711FA}">
      <dsp:nvSpPr>
        <dsp:cNvPr id="0" name=""/>
        <dsp:cNvSpPr/>
      </dsp:nvSpPr>
      <dsp:spPr>
        <a:xfrm>
          <a:off x="6310397" y="1166529"/>
          <a:ext cx="675307" cy="1555372"/>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eaVert"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tx1"/>
              </a:solidFill>
            </a:rPr>
            <a:t>中华帝国</a:t>
          </a:r>
          <a:r>
            <a:rPr lang="en-US" altLang="en-US" sz="1600" kern="1200" dirty="0">
              <a:solidFill>
                <a:schemeClr val="tx1"/>
              </a:solidFill>
            </a:rPr>
            <a:t>(</a:t>
          </a:r>
          <a:r>
            <a:rPr lang="zh-CN" altLang="en-US" sz="1600" kern="1200" dirty="0">
              <a:solidFill>
                <a:schemeClr val="tx1"/>
              </a:solidFill>
            </a:rPr>
            <a:t>袁世凯建立的君主立宪制政权</a:t>
          </a:r>
          <a:r>
            <a:rPr lang="en-US" altLang="en-US" sz="1600" kern="1200" dirty="0">
              <a:solidFill>
                <a:schemeClr val="tx1"/>
              </a:solidFill>
            </a:rPr>
            <a:t>)</a:t>
          </a:r>
          <a:endParaRPr lang="zh-CN" altLang="en-US" sz="1600" kern="1200" dirty="0">
            <a:solidFill>
              <a:schemeClr val="tx1"/>
            </a:solidFill>
          </a:endParaRPr>
        </a:p>
      </dsp:txBody>
      <dsp:txXfrm>
        <a:off x="6343363" y="1199495"/>
        <a:ext cx="609375" cy="1489440"/>
      </dsp:txXfrm>
    </dsp:sp>
    <dsp:sp modelId="{C2A14BAB-078F-4944-9818-5A81A257635B}">
      <dsp:nvSpPr>
        <dsp:cNvPr id="0" name=""/>
        <dsp:cNvSpPr/>
      </dsp:nvSpPr>
      <dsp:spPr>
        <a:xfrm>
          <a:off x="7098255" y="1166529"/>
          <a:ext cx="675307" cy="1555372"/>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eaVert"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tx1"/>
              </a:solidFill>
            </a:rPr>
            <a:t>中华民国</a:t>
          </a:r>
        </a:p>
      </dsp:txBody>
      <dsp:txXfrm>
        <a:off x="7131221" y="1199495"/>
        <a:ext cx="609375" cy="1489440"/>
      </dsp:txXfrm>
    </dsp:sp>
    <dsp:sp modelId="{C6955D2F-6055-41BA-A8D9-E060601073EA}">
      <dsp:nvSpPr>
        <dsp:cNvPr id="0" name=""/>
        <dsp:cNvSpPr/>
      </dsp:nvSpPr>
      <dsp:spPr>
        <a:xfrm>
          <a:off x="7886113" y="1166529"/>
          <a:ext cx="675307" cy="1555372"/>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eaVert"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solidFill>
                <a:schemeClr val="tx1"/>
              </a:solidFill>
            </a:rPr>
            <a:t>中华人民共和国</a:t>
          </a:r>
          <a:endParaRPr lang="zh-CN" altLang="en-US" sz="1600" kern="1200" dirty="0">
            <a:solidFill>
              <a:schemeClr val="tx1"/>
            </a:solidFill>
          </a:endParaRPr>
        </a:p>
      </dsp:txBody>
      <dsp:txXfrm>
        <a:off x="7919079" y="1199495"/>
        <a:ext cx="609375" cy="14894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D81295-DC00-4ACD-B5C2-BEA536FF867A}">
      <dsp:nvSpPr>
        <dsp:cNvPr id="0" name=""/>
        <dsp:cNvSpPr/>
      </dsp:nvSpPr>
      <dsp:spPr>
        <a:xfrm>
          <a:off x="3650176" y="2049484"/>
          <a:ext cx="1351465" cy="1351465"/>
        </a:xfrm>
        <a:prstGeom prst="ellipse">
          <a:avLst/>
        </a:prstGeom>
        <a:blipFill rotWithShape="0">
          <a:blip xmlns:r="http://schemas.openxmlformats.org/officeDocument/2006/relationships" r:embed="rId1"/>
          <a:stretch>
            <a:fillRect/>
          </a:stretch>
        </a:blip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zh-CN" altLang="en-US" sz="3200" b="1" kern="1200" dirty="0">
              <a:solidFill>
                <a:srgbClr val="FF0000"/>
              </a:solidFill>
              <a:latin typeface="微软雅黑" pitchFamily="34" charset="-122"/>
              <a:ea typeface="微软雅黑" pitchFamily="34" charset="-122"/>
            </a:rPr>
            <a:t>北京</a:t>
          </a:r>
        </a:p>
      </dsp:txBody>
      <dsp:txXfrm>
        <a:off x="3848093" y="2247401"/>
        <a:ext cx="955631" cy="955631"/>
      </dsp:txXfrm>
    </dsp:sp>
    <dsp:sp modelId="{DCEE5B78-9438-4991-AA64-07CE39F1C89C}">
      <dsp:nvSpPr>
        <dsp:cNvPr id="0" name=""/>
        <dsp:cNvSpPr/>
      </dsp:nvSpPr>
      <dsp:spPr>
        <a:xfrm rot="15860880">
          <a:off x="4102315" y="1553233"/>
          <a:ext cx="266119" cy="514390"/>
        </a:xfrm>
        <a:prstGeom prst="rightArrow">
          <a:avLst>
            <a:gd name="adj1" fmla="val 60000"/>
            <a:gd name="adj2" fmla="val 50000"/>
          </a:avLst>
        </a:prstGeom>
        <a:solidFill>
          <a:schemeClr val="accent2">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zh-CN" altLang="en-US" sz="2200" kern="1200"/>
        </a:p>
      </dsp:txBody>
      <dsp:txXfrm rot="10800000">
        <a:off x="4146164" y="1695835"/>
        <a:ext cx="186283" cy="308634"/>
      </dsp:txXfrm>
    </dsp:sp>
    <dsp:sp modelId="{9DF176DB-9EE4-4730-BDAE-F293CA23DBA2}">
      <dsp:nvSpPr>
        <dsp:cNvPr id="0" name=""/>
        <dsp:cNvSpPr/>
      </dsp:nvSpPr>
      <dsp:spPr>
        <a:xfrm>
          <a:off x="2879218" y="192442"/>
          <a:ext cx="2526814" cy="1361621"/>
        </a:xfrm>
        <a:prstGeom prst="cloud">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微软雅黑" pitchFamily="34" charset="-122"/>
              <a:ea typeface="微软雅黑" pitchFamily="34" charset="-122"/>
            </a:rPr>
            <a:t>2012</a:t>
          </a:r>
          <a:r>
            <a:rPr lang="zh-CN" altLang="en-US" sz="1400" kern="1200" dirty="0">
              <a:solidFill>
                <a:schemeClr val="tx1"/>
              </a:solidFill>
              <a:latin typeface="微软雅黑" pitchFamily="34" charset="-122"/>
              <a:ea typeface="微软雅黑" pitchFamily="34" charset="-122"/>
            </a:rPr>
            <a:t>年中国特色休闲城市</a:t>
          </a:r>
          <a:r>
            <a:rPr lang="en-US" altLang="zh-CN" sz="1400" kern="1200" dirty="0">
              <a:solidFill>
                <a:schemeClr val="tx1"/>
              </a:solidFill>
              <a:latin typeface="微软雅黑" pitchFamily="34" charset="-122"/>
              <a:ea typeface="微软雅黑" pitchFamily="34" charset="-122"/>
            </a:rPr>
            <a:t>——</a:t>
          </a:r>
          <a:r>
            <a:rPr lang="zh-CN" altLang="en-US" sz="1400" kern="1200" dirty="0">
              <a:solidFill>
                <a:schemeClr val="tx1"/>
              </a:solidFill>
              <a:latin typeface="微软雅黑" pitchFamily="34" charset="-122"/>
              <a:ea typeface="微软雅黑" pitchFamily="34" charset="-122"/>
            </a:rPr>
            <a:t>文化休闲之都</a:t>
          </a:r>
        </a:p>
      </dsp:txBody>
      <dsp:txXfrm>
        <a:off x="3227474" y="398072"/>
        <a:ext cx="1650618" cy="887260"/>
      </dsp:txXfrm>
    </dsp:sp>
    <dsp:sp modelId="{B1BB28DD-6933-44F9-B64F-73CA4700D30E}">
      <dsp:nvSpPr>
        <dsp:cNvPr id="0" name=""/>
        <dsp:cNvSpPr/>
      </dsp:nvSpPr>
      <dsp:spPr>
        <a:xfrm rot="19807293">
          <a:off x="5058004" y="1904325"/>
          <a:ext cx="498113" cy="514390"/>
        </a:xfrm>
        <a:prstGeom prst="rightArrow">
          <a:avLst>
            <a:gd name="adj1" fmla="val 60000"/>
            <a:gd name="adj2" fmla="val 50000"/>
          </a:avLst>
        </a:prstGeom>
        <a:solidFill>
          <a:schemeClr val="accent3">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zh-CN" altLang="en-US" sz="2200" kern="1200"/>
        </a:p>
      </dsp:txBody>
      <dsp:txXfrm>
        <a:off x="5067935" y="2044424"/>
        <a:ext cx="348679" cy="308634"/>
      </dsp:txXfrm>
    </dsp:sp>
    <dsp:sp modelId="{44584DFC-A2CF-4B66-A0FA-0E36D3FF9F25}">
      <dsp:nvSpPr>
        <dsp:cNvPr id="0" name=""/>
        <dsp:cNvSpPr/>
      </dsp:nvSpPr>
      <dsp:spPr>
        <a:xfrm>
          <a:off x="5410939" y="768504"/>
          <a:ext cx="2271524" cy="1361621"/>
        </a:xfrm>
        <a:prstGeom prst="cloud">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微软雅黑" pitchFamily="34" charset="-122"/>
              <a:ea typeface="微软雅黑" pitchFamily="34" charset="-122"/>
            </a:rPr>
            <a:t>中国大陆创新能力最强城市</a:t>
          </a:r>
        </a:p>
      </dsp:txBody>
      <dsp:txXfrm>
        <a:off x="5724010" y="974134"/>
        <a:ext cx="1483852" cy="887260"/>
      </dsp:txXfrm>
    </dsp:sp>
    <dsp:sp modelId="{548CD487-3FD1-4BA7-8903-F3304C846EB6}">
      <dsp:nvSpPr>
        <dsp:cNvPr id="0" name=""/>
        <dsp:cNvSpPr/>
      </dsp:nvSpPr>
      <dsp:spPr>
        <a:xfrm rot="304236">
          <a:off x="5219130" y="2571010"/>
          <a:ext cx="534934" cy="514390"/>
        </a:xfrm>
        <a:prstGeom prst="rightArrow">
          <a:avLst>
            <a:gd name="adj1" fmla="val 60000"/>
            <a:gd name="adj2" fmla="val 50000"/>
          </a:avLst>
        </a:prstGeom>
        <a:solidFill>
          <a:schemeClr val="accent4">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zh-CN" altLang="en-US" sz="2200" kern="1200"/>
        </a:p>
      </dsp:txBody>
      <dsp:txXfrm>
        <a:off x="5219432" y="2667068"/>
        <a:ext cx="380617" cy="308634"/>
      </dsp:txXfrm>
    </dsp:sp>
    <dsp:sp modelId="{B7514A38-AA77-471A-9E38-9FEE52A94040}">
      <dsp:nvSpPr>
        <dsp:cNvPr id="0" name=""/>
        <dsp:cNvSpPr/>
      </dsp:nvSpPr>
      <dsp:spPr>
        <a:xfrm>
          <a:off x="5987014" y="2490159"/>
          <a:ext cx="2003162" cy="942636"/>
        </a:xfrm>
        <a:prstGeom prst="cloud">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微软雅黑" pitchFamily="34" charset="-122"/>
              <a:ea typeface="微软雅黑" pitchFamily="34" charset="-122"/>
            </a:rPr>
            <a:t>2012</a:t>
          </a:r>
          <a:r>
            <a:rPr lang="zh-CN" altLang="en-US" sz="1400" kern="1200" dirty="0">
              <a:solidFill>
                <a:schemeClr val="tx1"/>
              </a:solidFill>
              <a:latin typeface="微软雅黑" pitchFamily="34" charset="-122"/>
              <a:ea typeface="微软雅黑" pitchFamily="34" charset="-122"/>
            </a:rPr>
            <a:t>年中国特色魅力城市</a:t>
          </a:r>
        </a:p>
      </dsp:txBody>
      <dsp:txXfrm>
        <a:off x="6263098" y="2632514"/>
        <a:ext cx="1308547" cy="614241"/>
      </dsp:txXfrm>
    </dsp:sp>
    <dsp:sp modelId="{16ACA6CA-7EA2-4292-B873-83D66B6EB277}">
      <dsp:nvSpPr>
        <dsp:cNvPr id="0" name=""/>
        <dsp:cNvSpPr/>
      </dsp:nvSpPr>
      <dsp:spPr>
        <a:xfrm rot="2274449">
          <a:off x="4986731" y="3206486"/>
          <a:ext cx="575042" cy="514390"/>
        </a:xfrm>
        <a:prstGeom prst="rightArrow">
          <a:avLst>
            <a:gd name="adj1" fmla="val 60000"/>
            <a:gd name="adj2" fmla="val 50000"/>
          </a:avLst>
        </a:prstGeom>
        <a:solidFill>
          <a:schemeClr val="accent5">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zh-CN" altLang="en-US" sz="2200" kern="1200"/>
        </a:p>
      </dsp:txBody>
      <dsp:txXfrm>
        <a:off x="5003011" y="3261959"/>
        <a:ext cx="420725" cy="308634"/>
      </dsp:txXfrm>
    </dsp:sp>
    <dsp:sp modelId="{BE887511-A524-4AA8-9231-9F5E537ECDBF}">
      <dsp:nvSpPr>
        <dsp:cNvPr id="0" name=""/>
        <dsp:cNvSpPr/>
      </dsp:nvSpPr>
      <dsp:spPr>
        <a:xfrm>
          <a:off x="5338938" y="3648817"/>
          <a:ext cx="2094745" cy="1361621"/>
        </a:xfrm>
        <a:prstGeom prst="cloud">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微软雅黑" pitchFamily="34" charset="-122"/>
              <a:ea typeface="微软雅黑" pitchFamily="34" charset="-122"/>
            </a:rPr>
            <a:t>2012</a:t>
          </a:r>
          <a:r>
            <a:rPr lang="zh-CN" altLang="en-US" sz="1400" kern="1200" dirty="0">
              <a:solidFill>
                <a:schemeClr val="tx1"/>
              </a:solidFill>
              <a:latin typeface="微软雅黑" pitchFamily="34" charset="-122"/>
              <a:ea typeface="微软雅黑" pitchFamily="34" charset="-122"/>
            </a:rPr>
            <a:t>年度城市科学发展指数排名第二</a:t>
          </a:r>
        </a:p>
      </dsp:txBody>
      <dsp:txXfrm>
        <a:off x="5627644" y="3854447"/>
        <a:ext cx="1368373" cy="887260"/>
      </dsp:txXfrm>
    </dsp:sp>
    <dsp:sp modelId="{15891AFC-F943-4DE0-8062-B0D22502ADA0}">
      <dsp:nvSpPr>
        <dsp:cNvPr id="0" name=""/>
        <dsp:cNvSpPr/>
      </dsp:nvSpPr>
      <dsp:spPr>
        <a:xfrm rot="5852397">
          <a:off x="4073332" y="3377712"/>
          <a:ext cx="264335" cy="514390"/>
        </a:xfrm>
        <a:prstGeom prst="rightArrow">
          <a:avLst>
            <a:gd name="adj1" fmla="val 60000"/>
            <a:gd name="adj2" fmla="val 50000"/>
          </a:avLst>
        </a:prstGeom>
        <a:solidFill>
          <a:schemeClr val="accent6">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zh-CN" altLang="en-US" sz="2200" kern="1200"/>
        </a:p>
      </dsp:txBody>
      <dsp:txXfrm rot="10800000">
        <a:off x="4118185" y="3441283"/>
        <a:ext cx="185035" cy="308634"/>
      </dsp:txXfrm>
    </dsp:sp>
    <dsp:sp modelId="{0B5D60DF-222B-4092-AAF2-875E7E87FEA2}">
      <dsp:nvSpPr>
        <dsp:cNvPr id="0" name=""/>
        <dsp:cNvSpPr/>
      </dsp:nvSpPr>
      <dsp:spPr>
        <a:xfrm>
          <a:off x="3106688" y="3886653"/>
          <a:ext cx="1950753" cy="1361621"/>
        </a:xfrm>
        <a:prstGeom prst="cloud">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latin typeface="微软雅黑" pitchFamily="34" charset="-122"/>
              <a:ea typeface="微软雅黑" pitchFamily="34" charset="-122"/>
            </a:rPr>
            <a:t>中国“首善之城”</a:t>
          </a:r>
        </a:p>
      </dsp:txBody>
      <dsp:txXfrm>
        <a:off x="3375549" y="4092283"/>
        <a:ext cx="1274311" cy="887260"/>
      </dsp:txXfrm>
    </dsp:sp>
    <dsp:sp modelId="{35A27EA6-BC65-45EB-A8EB-1AC932B07C8C}">
      <dsp:nvSpPr>
        <dsp:cNvPr id="0" name=""/>
        <dsp:cNvSpPr/>
      </dsp:nvSpPr>
      <dsp:spPr>
        <a:xfrm rot="9401955">
          <a:off x="3156734" y="2883442"/>
          <a:ext cx="409228" cy="514390"/>
        </a:xfrm>
        <a:prstGeom prst="rightArrow">
          <a:avLst>
            <a:gd name="adj1" fmla="val 60000"/>
            <a:gd name="adj2" fmla="val 50000"/>
          </a:avLst>
        </a:prstGeom>
        <a:solidFill>
          <a:schemeClr val="accent2">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zh-CN" altLang="en-US" sz="2200" kern="1200"/>
        </a:p>
      </dsp:txBody>
      <dsp:txXfrm rot="10800000">
        <a:off x="3274496" y="2962039"/>
        <a:ext cx="286460" cy="308634"/>
      </dsp:txXfrm>
    </dsp:sp>
    <dsp:sp modelId="{6C306014-BC28-488C-A4E5-313141BB45F5}">
      <dsp:nvSpPr>
        <dsp:cNvPr id="0" name=""/>
        <dsp:cNvSpPr/>
      </dsp:nvSpPr>
      <dsp:spPr>
        <a:xfrm>
          <a:off x="514401" y="3072752"/>
          <a:ext cx="2847599" cy="1361621"/>
        </a:xfrm>
        <a:prstGeom prst="cloud">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微软雅黑" pitchFamily="34" charset="-122"/>
              <a:ea typeface="微软雅黑" pitchFamily="34" charset="-122"/>
            </a:rPr>
            <a:t>2015</a:t>
          </a:r>
          <a:r>
            <a:rPr lang="zh-CN" altLang="en-US" sz="1400" kern="1200" dirty="0">
              <a:solidFill>
                <a:schemeClr val="tx1"/>
              </a:solidFill>
              <a:latin typeface="微软雅黑" pitchFamily="34" charset="-122"/>
              <a:ea typeface="微软雅黑" pitchFamily="34" charset="-122"/>
            </a:rPr>
            <a:t>中国十大智慧城市</a:t>
          </a:r>
        </a:p>
      </dsp:txBody>
      <dsp:txXfrm>
        <a:off x="906869" y="3278382"/>
        <a:ext cx="1860167" cy="887260"/>
      </dsp:txXfrm>
    </dsp:sp>
    <dsp:sp modelId="{3337D347-7BA8-4559-95FD-5B631D9B3F1F}">
      <dsp:nvSpPr>
        <dsp:cNvPr id="0" name=""/>
        <dsp:cNvSpPr/>
      </dsp:nvSpPr>
      <dsp:spPr>
        <a:xfrm rot="11988309">
          <a:off x="2968641" y="2074695"/>
          <a:ext cx="530140" cy="514390"/>
        </a:xfrm>
        <a:prstGeom prst="rightArrow">
          <a:avLst>
            <a:gd name="adj1" fmla="val 60000"/>
            <a:gd name="adj2" fmla="val 50000"/>
          </a:avLst>
        </a:prstGeom>
        <a:solidFill>
          <a:schemeClr val="accent3">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zh-CN" altLang="en-US" sz="2200" kern="1200"/>
        </a:p>
      </dsp:txBody>
      <dsp:txXfrm rot="10800000">
        <a:off x="3118394" y="2203716"/>
        <a:ext cx="375823" cy="308634"/>
      </dsp:txXfrm>
    </dsp:sp>
    <dsp:sp modelId="{05E67F48-F889-455F-AE5C-5B99637F90FC}">
      <dsp:nvSpPr>
        <dsp:cNvPr id="0" name=""/>
        <dsp:cNvSpPr/>
      </dsp:nvSpPr>
      <dsp:spPr>
        <a:xfrm>
          <a:off x="658423" y="1128544"/>
          <a:ext cx="2248594" cy="1361621"/>
        </a:xfrm>
        <a:prstGeom prst="cloud">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微软雅黑" pitchFamily="34" charset="-122"/>
              <a:ea typeface="微软雅黑" pitchFamily="34" charset="-122"/>
            </a:rPr>
            <a:t>2015</a:t>
          </a:r>
          <a:r>
            <a:rPr lang="zh-CN" altLang="en-US" sz="1400" kern="1200" dirty="0">
              <a:solidFill>
                <a:schemeClr val="tx1"/>
              </a:solidFill>
              <a:latin typeface="微软雅黑" pitchFamily="34" charset="-122"/>
              <a:ea typeface="微软雅黑" pitchFamily="34" charset="-122"/>
            </a:rPr>
            <a:t>中国最具幸福感城市</a:t>
          </a:r>
        </a:p>
      </dsp:txBody>
      <dsp:txXfrm>
        <a:off x="968333" y="1334174"/>
        <a:ext cx="1468874" cy="88726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051" name="Rectangle 3" descr="Light horizontal"/>
          <p:cNvSpPr>
            <a:spLocks noChangeArrowheads="1"/>
          </p:cNvSpPr>
          <p:nvPr/>
        </p:nvSpPr>
        <p:spPr bwMode="auto">
          <a:xfrm>
            <a:off x="9525" y="9525"/>
            <a:ext cx="1473200" cy="6848475"/>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52" name="Rectangle 4"/>
          <p:cNvSpPr>
            <a:spLocks noChangeArrowheads="1"/>
          </p:cNvSpPr>
          <p:nvPr/>
        </p:nvSpPr>
        <p:spPr bwMode="auto">
          <a:xfrm>
            <a:off x="0" y="4267200"/>
            <a:ext cx="9153525" cy="1103313"/>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53" name="AutoShape 5"/>
          <p:cNvSpPr>
            <a:spLocks noChangeArrowheads="1"/>
          </p:cNvSpPr>
          <p:nvPr/>
        </p:nvSpPr>
        <p:spPr bwMode="auto">
          <a:xfrm>
            <a:off x="1473200" y="5105400"/>
            <a:ext cx="7137400" cy="533400"/>
          </a:xfrm>
          <a:prstGeom prst="roundRect">
            <a:avLst>
              <a:gd name="adj" fmla="val 16667"/>
            </a:avLst>
          </a:prstGeom>
          <a:solidFill>
            <a:schemeClr val="tx1"/>
          </a:solidFill>
          <a:ln w="28575" cmpd="sng">
            <a:solidFill>
              <a:schemeClr val="bg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normAutofit/>
          </a:bodyPr>
          <a:lstStyle/>
          <a:p>
            <a:pPr algn="just"/>
            <a:endParaRPr lang="zh-CN" altLang="en-US" baseline="0">
              <a:solidFill>
                <a:srgbClr val="002060"/>
              </a:solidFill>
              <a:ea typeface="微软雅黑" pitchFamily="34" charset="-122"/>
            </a:endParaRPr>
          </a:p>
        </p:txBody>
      </p:sp>
      <p:sp>
        <p:nvSpPr>
          <p:cNvPr id="2054" name="Rectangle 6"/>
          <p:cNvSpPr>
            <a:spLocks noGrp="1" noChangeArrowheads="1"/>
          </p:cNvSpPr>
          <p:nvPr>
            <p:ph type="ctrTitle"/>
          </p:nvPr>
        </p:nvSpPr>
        <p:spPr>
          <a:xfrm>
            <a:off x="1524000" y="4191000"/>
            <a:ext cx="7239000" cy="1012825"/>
          </a:xfrm>
        </p:spPr>
        <p:txBody>
          <a:bodyPr>
            <a:normAutofit/>
          </a:bodyPr>
          <a:lstStyle>
            <a:lvl1pPr algn="just">
              <a:defRPr sz="4400" b="1" baseline="0">
                <a:solidFill>
                  <a:srgbClr val="002060"/>
                </a:solidFill>
                <a:ea typeface="微软雅黑" pitchFamily="34" charset="-122"/>
              </a:defRPr>
            </a:lvl1pPr>
          </a:lstStyle>
          <a:p>
            <a:pPr lvl="0"/>
            <a:r>
              <a:rPr lang="zh-CN" altLang="en-US" noProof="0" dirty="0"/>
              <a:t>单击此处编辑母版标题样式</a:t>
            </a:r>
          </a:p>
        </p:txBody>
      </p:sp>
      <p:sp>
        <p:nvSpPr>
          <p:cNvPr id="2055" name="Rectangle 7"/>
          <p:cNvSpPr>
            <a:spLocks noGrp="1" noChangeArrowheads="1"/>
          </p:cNvSpPr>
          <p:nvPr>
            <p:ph type="subTitle" idx="1"/>
          </p:nvPr>
        </p:nvSpPr>
        <p:spPr>
          <a:xfrm>
            <a:off x="1524000" y="5105401"/>
            <a:ext cx="7086600" cy="533400"/>
          </a:xfrm>
        </p:spPr>
        <p:txBody>
          <a:bodyPr/>
          <a:lstStyle>
            <a:lvl1pPr marL="0" indent="0" algn="ctr">
              <a:buFont typeface="Wingdings" pitchFamily="2" charset="2"/>
              <a:buNone/>
              <a:defRPr sz="2400">
                <a:solidFill>
                  <a:schemeClr val="bg1"/>
                </a:solidFill>
                <a:latin typeface="+mj-ea"/>
                <a:ea typeface="+mj-ea"/>
              </a:defRPr>
            </a:lvl1pPr>
          </a:lstStyle>
          <a:p>
            <a:pPr lvl="0"/>
            <a:r>
              <a:rPr lang="zh-CN" altLang="en-US" noProof="0"/>
              <a:t>单击此处编辑母版副标题样式</a:t>
            </a:r>
            <a:endParaRPr lang="zh-CN" altLang="en-US" noProof="0" dirty="0"/>
          </a:p>
        </p:txBody>
      </p:sp>
      <p:sp>
        <p:nvSpPr>
          <p:cNvPr id="2056" name="Rectangle 8"/>
          <p:cNvSpPr>
            <a:spLocks noGrp="1" noChangeArrowheads="1"/>
          </p:cNvSpPr>
          <p:nvPr>
            <p:ph type="dt" sz="half" idx="2"/>
          </p:nvPr>
        </p:nvSpPr>
        <p:spPr>
          <a:xfrm>
            <a:off x="457200" y="6477000"/>
            <a:ext cx="2133600" cy="244475"/>
          </a:xfrm>
        </p:spPr>
        <p:txBody>
          <a:bodyPr/>
          <a:lstStyle>
            <a:lvl1pPr>
              <a:defRPr sz="1200"/>
            </a:lvl1pPr>
          </a:lstStyle>
          <a:p>
            <a:fld id="{530820CF-B880-4189-942D-D702A7CBA730}" type="datetimeFigureOut">
              <a:rPr lang="zh-CN" altLang="en-US" smtClean="0"/>
              <a:t>2020/11/2</a:t>
            </a:fld>
            <a:endParaRPr lang="zh-CN" altLang="en-US"/>
          </a:p>
        </p:txBody>
      </p:sp>
      <p:sp>
        <p:nvSpPr>
          <p:cNvPr id="2057" name="Rectangle 9"/>
          <p:cNvSpPr>
            <a:spLocks noGrp="1" noChangeArrowheads="1"/>
          </p:cNvSpPr>
          <p:nvPr>
            <p:ph type="ftr" sz="quarter" idx="3"/>
          </p:nvPr>
        </p:nvSpPr>
        <p:spPr>
          <a:xfrm>
            <a:off x="3124200" y="6477000"/>
            <a:ext cx="2895600" cy="244475"/>
          </a:xfrm>
        </p:spPr>
        <p:txBody>
          <a:bodyPr/>
          <a:lstStyle>
            <a:lvl1pPr>
              <a:defRPr sz="1200"/>
            </a:lvl1pPr>
          </a:lstStyle>
          <a:p>
            <a:endParaRPr lang="zh-CN" altLang="en-US"/>
          </a:p>
        </p:txBody>
      </p:sp>
      <p:sp>
        <p:nvSpPr>
          <p:cNvPr id="2058" name="Rectangle 10"/>
          <p:cNvSpPr>
            <a:spLocks noGrp="1" noChangeArrowheads="1"/>
          </p:cNvSpPr>
          <p:nvPr>
            <p:ph type="sldNum" sz="quarter" idx="4"/>
          </p:nvPr>
        </p:nvSpPr>
        <p:spPr>
          <a:xfrm>
            <a:off x="6553200" y="6477000"/>
            <a:ext cx="2133600" cy="244475"/>
          </a:xfrm>
        </p:spPr>
        <p:txBody>
          <a:bodyPr/>
          <a:lstStyle>
            <a:lvl1pPr>
              <a:defRPr sz="1200"/>
            </a:lvl1pPr>
          </a:lstStyle>
          <a:p>
            <a:fld id="{0C913308-F349-4B6D-A68A-DD1791B4A57B}" type="slidenum">
              <a:rPr lang="zh-CN" altLang="en-US" smtClean="0"/>
              <a:t>‹#›</a:t>
            </a:fld>
            <a:endParaRPr lang="zh-CN" altLang="en-US"/>
          </a:p>
        </p:txBody>
      </p:sp>
      <p:sp>
        <p:nvSpPr>
          <p:cNvPr id="2061" name="AutoShape 13"/>
          <p:cNvSpPr>
            <a:spLocks noChangeArrowheads="1"/>
          </p:cNvSpPr>
          <p:nvPr/>
        </p:nvSpPr>
        <p:spPr bwMode="auto">
          <a:xfrm rot="16200000" flipV="1">
            <a:off x="4648201" y="5649077"/>
            <a:ext cx="273050" cy="860425"/>
          </a:xfrm>
          <a:prstGeom prst="moon">
            <a:avLst>
              <a:gd name="adj" fmla="val 21208"/>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2" name="图片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82725" y="116632"/>
            <a:ext cx="7702148" cy="35283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 calcmode="lin" valueType="num">
                                      <p:cBhvr>
                                        <p:cTn id="9" dur="2000" fill="hold"/>
                                        <p:tgtEl>
                                          <p:spTgt spid="2"/>
                                        </p:tgtEl>
                                        <p:attrNameLst>
                                          <p:attrName>style.rotation</p:attrName>
                                        </p:attrNameLst>
                                      </p:cBhvr>
                                      <p:tavLst>
                                        <p:tav tm="0">
                                          <p:val>
                                            <p:fltVal val="90"/>
                                          </p:val>
                                        </p:tav>
                                        <p:tav tm="100000">
                                          <p:val>
                                            <p:fltVal val="0"/>
                                          </p:val>
                                        </p:tav>
                                      </p:tavLst>
                                    </p:anim>
                                    <p:animEffect transition="in" filter="fade">
                                      <p:cBhvr>
                                        <p:cTn id="10" dur="2000"/>
                                        <p:tgtEl>
                                          <p:spTgt spid="2"/>
                                        </p:tgtEl>
                                      </p:cBhvr>
                                    </p:animEffect>
                                  </p:childTnLst>
                                </p:cTn>
                              </p:par>
                            </p:childTnLst>
                          </p:cTn>
                        </p:par>
                        <p:par>
                          <p:cTn id="11" fill="hold">
                            <p:stCondLst>
                              <p:cond delay="2000"/>
                            </p:stCondLst>
                            <p:childTnLst>
                              <p:par>
                                <p:cTn id="12" presetID="6" presetClass="emph" presetSubtype="0" fill="hold" nodeType="afterEffect">
                                  <p:stCondLst>
                                    <p:cond delay="0"/>
                                  </p:stCondLst>
                                  <p:childTnLst>
                                    <p:animScale>
                                      <p:cBhvr>
                                        <p:cTn id="13" dur="2000" fill="hold"/>
                                        <p:tgtEl>
                                          <p:spTgt spid="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t>2020/11/2</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172468193"/>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节标题">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27584" y="3140968"/>
            <a:ext cx="7056000" cy="1872000"/>
          </a:xfrm>
        </p:spPr>
        <p:txBody>
          <a:bodyPr anchor="b"/>
          <a:lstStyle>
            <a:lvl1pPr marL="0" indent="0">
              <a:buNone/>
              <a:defRPr sz="2000" i="1"/>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t>2020/11/2</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
        <p:nvSpPr>
          <p:cNvPr id="7" name="Rectangle 9"/>
          <p:cNvSpPr>
            <a:spLocks noGrp="1" noChangeArrowheads="1"/>
          </p:cNvSpPr>
          <p:nvPr>
            <p:ph type="title"/>
          </p:nvPr>
        </p:nvSpPr>
        <p:spPr bwMode="auto">
          <a:xfrm>
            <a:off x="457200" y="319088"/>
            <a:ext cx="7391400"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zh-CN" altLang="en-US" dirty="0"/>
          </a:p>
        </p:txBody>
      </p:sp>
    </p:spTree>
    <p:extLst>
      <p:ext uri="{BB962C8B-B14F-4D97-AF65-F5344CB8AC3E}">
        <p14:creationId xmlns:p14="http://schemas.microsoft.com/office/powerpoint/2010/main" val="491357766"/>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fld id="{530820CF-B880-4189-942D-D702A7CBA730}" type="datetimeFigureOut">
              <a:rPr lang="zh-CN" altLang="en-US" smtClean="0"/>
              <a:t>2020/11/2</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789500325"/>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06090"/>
          </a:xfrm>
        </p:spPr>
        <p:txBody>
          <a:bodyPr/>
          <a:lstStyle>
            <a:lvl1pPr>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fld id="{530820CF-B880-4189-942D-D702A7CBA730}" type="datetimeFigureOut">
              <a:rPr lang="zh-CN" altLang="en-US" smtClean="0"/>
              <a:t>2020/11/2</a:t>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99483924"/>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530820CF-B880-4189-942D-D702A7CBA730}" type="datetimeFigureOut">
              <a:rPr lang="zh-CN" altLang="en-US" smtClean="0"/>
              <a:t>2020/11/2</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760422981"/>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530820CF-B880-4189-942D-D702A7CBA730}" type="datetimeFigureOut">
              <a:rPr lang="zh-CN" altLang="en-US" smtClean="0"/>
              <a:t>2020/11/2</a:t>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990812165"/>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916832"/>
            <a:ext cx="8219256" cy="420933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文本占位符 3"/>
          <p:cNvSpPr>
            <a:spLocks noGrp="1"/>
          </p:cNvSpPr>
          <p:nvPr>
            <p:ph type="body" sz="half" idx="2"/>
          </p:nvPr>
        </p:nvSpPr>
        <p:spPr>
          <a:xfrm>
            <a:off x="457200" y="1124745"/>
            <a:ext cx="7571184" cy="64807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530820CF-B880-4189-942D-D702A7CBA730}" type="datetimeFigureOut">
              <a:rPr lang="zh-CN" altLang="en-US" smtClean="0"/>
              <a:t>2020/11/2</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
        <p:nvSpPr>
          <p:cNvPr id="8" name="Rectangle 9"/>
          <p:cNvSpPr>
            <a:spLocks noGrp="1" noChangeArrowheads="1"/>
          </p:cNvSpPr>
          <p:nvPr>
            <p:ph type="title"/>
          </p:nvPr>
        </p:nvSpPr>
        <p:spPr bwMode="auto">
          <a:xfrm>
            <a:off x="457200" y="319088"/>
            <a:ext cx="7391400"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zh-CN" altLang="en-US" dirty="0"/>
          </a:p>
        </p:txBody>
      </p:sp>
    </p:spTree>
    <p:extLst>
      <p:ext uri="{BB962C8B-B14F-4D97-AF65-F5344CB8AC3E}">
        <p14:creationId xmlns:p14="http://schemas.microsoft.com/office/powerpoint/2010/main" val="1621607963"/>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1052735"/>
            <a:ext cx="5486400" cy="36748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530820CF-B880-4189-942D-D702A7CBA730}" type="datetimeFigureOut">
              <a:rPr lang="zh-CN" altLang="en-US" smtClean="0"/>
              <a:t>2020/11/2</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
        <p:nvSpPr>
          <p:cNvPr id="9" name="Rectangle 9"/>
          <p:cNvSpPr txBox="1">
            <a:spLocks noChangeArrowheads="1"/>
          </p:cNvSpPr>
          <p:nvPr/>
        </p:nvSpPr>
        <p:spPr bwMode="auto">
          <a:xfrm>
            <a:off x="457200" y="319088"/>
            <a:ext cx="7391400"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bg1"/>
                </a:solidFill>
                <a:latin typeface="+mj-lt"/>
                <a:ea typeface="+mj-ea"/>
                <a:cs typeface="+mj-cs"/>
              </a:defRPr>
            </a:lvl1pPr>
            <a:lvl2pPr algn="ctr" rtl="0" eaLnBrk="1" fontAlgn="base" hangingPunct="1">
              <a:spcBef>
                <a:spcPct val="0"/>
              </a:spcBef>
              <a:spcAft>
                <a:spcPct val="0"/>
              </a:spcAft>
              <a:defRPr sz="3600">
                <a:solidFill>
                  <a:schemeClr val="bg1"/>
                </a:solidFill>
                <a:latin typeface="Arial" pitchFamily="34" charset="0"/>
              </a:defRPr>
            </a:lvl2pPr>
            <a:lvl3pPr algn="ctr" rtl="0" eaLnBrk="1" fontAlgn="base" hangingPunct="1">
              <a:spcBef>
                <a:spcPct val="0"/>
              </a:spcBef>
              <a:spcAft>
                <a:spcPct val="0"/>
              </a:spcAft>
              <a:defRPr sz="3600">
                <a:solidFill>
                  <a:schemeClr val="bg1"/>
                </a:solidFill>
                <a:latin typeface="Arial" pitchFamily="34" charset="0"/>
              </a:defRPr>
            </a:lvl3pPr>
            <a:lvl4pPr algn="ctr" rtl="0" eaLnBrk="1" fontAlgn="base" hangingPunct="1">
              <a:spcBef>
                <a:spcPct val="0"/>
              </a:spcBef>
              <a:spcAft>
                <a:spcPct val="0"/>
              </a:spcAft>
              <a:defRPr sz="3600">
                <a:solidFill>
                  <a:schemeClr val="bg1"/>
                </a:solidFill>
                <a:latin typeface="Arial" pitchFamily="34" charset="0"/>
              </a:defRPr>
            </a:lvl4pPr>
            <a:lvl5pPr algn="ctr" rtl="0" eaLnBrk="1" fontAlgn="base" hangingPunct="1">
              <a:spcBef>
                <a:spcPct val="0"/>
              </a:spcBef>
              <a:spcAft>
                <a:spcPct val="0"/>
              </a:spcAft>
              <a:defRPr sz="3600">
                <a:solidFill>
                  <a:schemeClr val="bg1"/>
                </a:solidFill>
                <a:latin typeface="Arial" pitchFamily="34" charset="0"/>
              </a:defRPr>
            </a:lvl5pPr>
            <a:lvl6pPr marL="457200" algn="ctr" rtl="0" eaLnBrk="1" fontAlgn="base" hangingPunct="1">
              <a:spcBef>
                <a:spcPct val="0"/>
              </a:spcBef>
              <a:spcAft>
                <a:spcPct val="0"/>
              </a:spcAft>
              <a:defRPr sz="3600">
                <a:solidFill>
                  <a:schemeClr val="bg1"/>
                </a:solidFill>
                <a:latin typeface="Arial" pitchFamily="34" charset="0"/>
              </a:defRPr>
            </a:lvl6pPr>
            <a:lvl7pPr marL="914400" algn="ctr" rtl="0" eaLnBrk="1" fontAlgn="base" hangingPunct="1">
              <a:spcBef>
                <a:spcPct val="0"/>
              </a:spcBef>
              <a:spcAft>
                <a:spcPct val="0"/>
              </a:spcAft>
              <a:defRPr sz="3600">
                <a:solidFill>
                  <a:schemeClr val="bg1"/>
                </a:solidFill>
                <a:latin typeface="Arial" pitchFamily="34" charset="0"/>
              </a:defRPr>
            </a:lvl7pPr>
            <a:lvl8pPr marL="1371600" algn="ctr" rtl="0" eaLnBrk="1" fontAlgn="base" hangingPunct="1">
              <a:spcBef>
                <a:spcPct val="0"/>
              </a:spcBef>
              <a:spcAft>
                <a:spcPct val="0"/>
              </a:spcAft>
              <a:defRPr sz="3600">
                <a:solidFill>
                  <a:schemeClr val="bg1"/>
                </a:solidFill>
                <a:latin typeface="Arial" pitchFamily="34" charset="0"/>
              </a:defRPr>
            </a:lvl8pPr>
            <a:lvl9pPr marL="1828800" algn="ctr" rtl="0" eaLnBrk="1" fontAlgn="base" hangingPunct="1">
              <a:spcBef>
                <a:spcPct val="0"/>
              </a:spcBef>
              <a:spcAft>
                <a:spcPct val="0"/>
              </a:spcAft>
              <a:defRPr sz="3600">
                <a:solidFill>
                  <a:schemeClr val="bg1"/>
                </a:solidFill>
                <a:latin typeface="Arial" pitchFamily="34" charset="0"/>
              </a:defRPr>
            </a:lvl9pPr>
          </a:lstStyle>
          <a:p>
            <a:r>
              <a:rPr lang="zh-CN" altLang="en-US" kern="0"/>
              <a:t>单击此处编辑母版标题样式</a:t>
            </a:r>
            <a:endParaRPr lang="zh-CN" altLang="en-US" kern="0" dirty="0"/>
          </a:p>
        </p:txBody>
      </p:sp>
    </p:spTree>
    <p:extLst>
      <p:ext uri="{BB962C8B-B14F-4D97-AF65-F5344CB8AC3E}">
        <p14:creationId xmlns:p14="http://schemas.microsoft.com/office/powerpoint/2010/main" val="3026028294"/>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899592" y="1844824"/>
            <a:ext cx="7560840" cy="4479776"/>
          </a:xfrm>
        </p:spPr>
        <p:txBody>
          <a:bodyPr vert="eaVert" anchor="ctr"/>
          <a:lstStyle>
            <a:lvl1pPr algn="l">
              <a:defRPr/>
            </a:lvl1pPr>
            <a:lvl2pPr algn="l">
              <a:defRPr/>
            </a:lvl2pPr>
            <a:lvl3pPr algn="l">
              <a:defRPr/>
            </a:lvl3pPr>
            <a:lvl4pPr algn="l">
              <a:defRPr/>
            </a:lvl4pPr>
            <a:lvl5pPr algn="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t>2020/11/2</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535806009"/>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80728"/>
            <a:ext cx="2057400" cy="5343872"/>
          </a:xfrm>
        </p:spPr>
        <p:txBody>
          <a:bodyPr vert="eaVert"/>
          <a:lstStyle>
            <a:lvl1pPr>
              <a:defRPr sz="3200">
                <a:solidFill>
                  <a:schemeClr val="accent6">
                    <a:lumMod val="75000"/>
                  </a:schemeClr>
                </a:solidFill>
              </a:defRPr>
            </a:lvl1pPr>
          </a:lstStyle>
          <a:p>
            <a:r>
              <a:rPr lang="zh-CN" altLang="en-US"/>
              <a:t>单击此处编辑母版标题样式</a:t>
            </a:r>
            <a:endParaRPr lang="zh-CN" altLang="en-US" dirty="0"/>
          </a:p>
        </p:txBody>
      </p:sp>
      <p:sp>
        <p:nvSpPr>
          <p:cNvPr id="3" name="竖排文字占位符 2"/>
          <p:cNvSpPr>
            <a:spLocks noGrp="1"/>
          </p:cNvSpPr>
          <p:nvPr>
            <p:ph type="body" orient="vert" idx="1"/>
          </p:nvPr>
        </p:nvSpPr>
        <p:spPr>
          <a:xfrm>
            <a:off x="457200" y="1052736"/>
            <a:ext cx="6019800" cy="527186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t>2020/11/2</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631855836"/>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319088"/>
            <a:ext cx="7391400" cy="563562"/>
          </a:xfrm>
        </p:spPr>
        <p:txBody>
          <a:bodyPr/>
          <a:lstStyle/>
          <a:p>
            <a:r>
              <a:rPr lang="zh-CN" altLang="en-US"/>
              <a:t>单击此处编辑母版标题样式</a:t>
            </a:r>
          </a:p>
        </p:txBody>
      </p:sp>
      <p:sp>
        <p:nvSpPr>
          <p:cNvPr id="3" name="表格占位符 2"/>
          <p:cNvSpPr>
            <a:spLocks noGrp="1"/>
          </p:cNvSpPr>
          <p:nvPr>
            <p:ph type="tbl" idx="1"/>
          </p:nvPr>
        </p:nvSpPr>
        <p:spPr>
          <a:xfrm>
            <a:off x="457200" y="1076325"/>
            <a:ext cx="8229600" cy="5248275"/>
          </a:xfrm>
        </p:spPr>
        <p:txBody>
          <a:bodyPr/>
          <a:lstStyle/>
          <a:p>
            <a:r>
              <a:rPr lang="zh-CN" altLang="en-US"/>
              <a:t>单击图标添加表格</a:t>
            </a:r>
          </a:p>
        </p:txBody>
      </p:sp>
      <p:sp>
        <p:nvSpPr>
          <p:cNvPr id="4" name="日期占位符 3"/>
          <p:cNvSpPr>
            <a:spLocks noGrp="1"/>
          </p:cNvSpPr>
          <p:nvPr>
            <p:ph type="dt" sz="half" idx="10"/>
          </p:nvPr>
        </p:nvSpPr>
        <p:spPr>
          <a:xfrm>
            <a:off x="457200" y="6400800"/>
            <a:ext cx="2133600" cy="320675"/>
          </a:xfrm>
        </p:spPr>
        <p:txBody>
          <a:bodyPr/>
          <a:lstStyle>
            <a:lvl1pPr>
              <a:defRPr/>
            </a:lvl1pPr>
          </a:lstStyle>
          <a:p>
            <a:fld id="{530820CF-B880-4189-942D-D702A7CBA730}" type="datetimeFigureOut">
              <a:rPr lang="zh-CN" altLang="en-US" smtClean="0"/>
              <a:t>2020/11/2</a:t>
            </a:fld>
            <a:endParaRPr lang="zh-CN" altLang="en-US"/>
          </a:p>
        </p:txBody>
      </p:sp>
      <p:sp>
        <p:nvSpPr>
          <p:cNvPr id="5" name="页脚占位符 4"/>
          <p:cNvSpPr>
            <a:spLocks noGrp="1"/>
          </p:cNvSpPr>
          <p:nvPr>
            <p:ph type="ftr" sz="quarter" idx="11"/>
          </p:nvPr>
        </p:nvSpPr>
        <p:spPr>
          <a:xfrm>
            <a:off x="3124200" y="6400800"/>
            <a:ext cx="2895600" cy="320675"/>
          </a:xfrm>
        </p:spPr>
        <p:txBody>
          <a:bodyPr/>
          <a:lstStyle>
            <a:lvl1pPr>
              <a:defRPr/>
            </a:lvl1pPr>
          </a:lstStyle>
          <a:p>
            <a:endParaRPr lang="zh-CN" altLang="en-US"/>
          </a:p>
        </p:txBody>
      </p:sp>
      <p:sp>
        <p:nvSpPr>
          <p:cNvPr id="6" name="灯片编号占位符 5"/>
          <p:cNvSpPr>
            <a:spLocks noGrp="1"/>
          </p:cNvSpPr>
          <p:nvPr>
            <p:ph type="sldNum" sz="quarter" idx="12"/>
          </p:nvPr>
        </p:nvSpPr>
        <p:spPr>
          <a:xfrm>
            <a:off x="6553200" y="6400800"/>
            <a:ext cx="2133600" cy="320675"/>
          </a:xfrm>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475047057"/>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3" name="文本占位符 2"/>
          <p:cNvSpPr>
            <a:spLocks noGrp="1"/>
          </p:cNvSpPr>
          <p:nvPr>
            <p:ph type="body" idx="1"/>
          </p:nvPr>
        </p:nvSpPr>
        <p:spPr/>
        <p:txBody>
          <a:bodyPr/>
          <a:lstStyle>
            <a:lvl1pPr>
              <a:buClr>
                <a:schemeClr val="accent4"/>
              </a:buClr>
              <a:buSzPct val="80000"/>
              <a:defRPr/>
            </a:lvl1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日期占位符 3"/>
          <p:cNvSpPr>
            <a:spLocks noGrp="1"/>
          </p:cNvSpPr>
          <p:nvPr>
            <p:ph type="dt" sz="half" idx="10"/>
          </p:nvPr>
        </p:nvSpPr>
        <p:spPr/>
        <p:txBody>
          <a:bodyPr/>
          <a:lstStyle/>
          <a:p>
            <a:fld id="{530820CF-B880-4189-942D-D702A7CBA730}" type="datetimeFigureOut">
              <a:rPr lang="zh-CN" altLang="en-US" smtClean="0"/>
              <a:t>2020/11/2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009450717"/>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12" name="Group 11"/>
          <p:cNvGrpSpPr/>
          <p:nvPr/>
        </p:nvGrpSpPr>
        <p:grpSpPr>
          <a:xfrm>
            <a:off x="0" y="0"/>
            <a:ext cx="9144000" cy="6858000"/>
            <a:chOff x="0" y="0"/>
            <a:chExt cx="9144000" cy="6858000"/>
          </a:xfrm>
        </p:grpSpPr>
        <p:grpSp>
          <p:nvGrpSpPr>
            <p:cNvPr id="22" name="Group 10"/>
            <p:cNvGrpSpPr/>
            <p:nvPr/>
          </p:nvGrpSpPr>
          <p:grpSpPr>
            <a:xfrm>
              <a:off x="0" y="0"/>
              <a:ext cx="9144000" cy="6858000"/>
              <a:chOff x="0" y="0"/>
              <a:chExt cx="9144000" cy="6858000"/>
            </a:xfrm>
          </p:grpSpPr>
          <p:pic>
            <p:nvPicPr>
              <p:cNvPr id="13" name="Rectangle 12"/>
              <p:cNvPicPr>
                <a:picLocks noChangeAspect="1"/>
              </p:cNvPicPr>
              <p:nvPr/>
            </p:nvPicPr>
            <p:blipFill>
              <a:blip r:embed="rId2" cstate="print">
                <a:duotone>
                  <a:schemeClr val="accent2"/>
                  <a:srgbClr val="FFFFFF"/>
                </a:duotone>
              </a:blip>
              <a:stretch>
                <a:fillRect/>
              </a:stretch>
            </p:blipFill>
            <p:spPr>
              <a:xfrm>
                <a:off x="0" y="857"/>
                <a:ext cx="8139683" cy="6857143"/>
              </a:xfrm>
              <a:prstGeom prst="rect">
                <a:avLst/>
              </a:prstGeom>
              <a:noFill/>
              <a:ln>
                <a:noFill/>
              </a:ln>
            </p:spPr>
          </p:pic>
          <p:pic>
            <p:nvPicPr>
              <p:cNvPr id="15" name="Rectangle 14"/>
              <p:cNvPicPr>
                <a:picLocks noChangeAspect="1"/>
              </p:cNvPicPr>
              <p:nvPr/>
            </p:nvPicPr>
            <p:blipFill>
              <a:blip r:embed="rId3" cstate="print">
                <a:duotone>
                  <a:schemeClr val="accent3"/>
                  <a:srgbClr val="FFFFFF"/>
                </a:duotone>
              </a:blip>
              <a:stretch>
                <a:fillRect/>
              </a:stretch>
            </p:blipFill>
            <p:spPr>
              <a:xfrm>
                <a:off x="3150349" y="0"/>
                <a:ext cx="5993651" cy="5244445"/>
              </a:xfrm>
              <a:prstGeom prst="rect">
                <a:avLst/>
              </a:prstGeom>
              <a:noFill/>
              <a:ln>
                <a:noFill/>
              </a:ln>
            </p:spPr>
          </p:pic>
          <p:pic>
            <p:nvPicPr>
              <p:cNvPr id="18" name="Rectangle 17"/>
              <p:cNvPicPr>
                <a:picLocks noChangeAspect="1"/>
              </p:cNvPicPr>
              <p:nvPr/>
            </p:nvPicPr>
            <p:blipFill>
              <a:blip r:embed="rId4" cstate="print">
                <a:duotone>
                  <a:schemeClr val="accent1"/>
                  <a:srgbClr val="FFFFFF"/>
                </a:duotone>
              </a:blip>
              <a:stretch>
                <a:fillRect/>
              </a:stretch>
            </p:blipFill>
            <p:spPr>
              <a:xfrm>
                <a:off x="293206" y="1042127"/>
                <a:ext cx="8850794" cy="5815873"/>
              </a:xfrm>
              <a:prstGeom prst="rect">
                <a:avLst/>
              </a:prstGeom>
              <a:noFill/>
              <a:ln>
                <a:noFill/>
              </a:ln>
            </p:spPr>
          </p:pic>
        </p:grpSp>
        <p:sp>
          <p:nvSpPr>
            <p:cNvPr id="8" name="Rectangle 7"/>
            <p:cNvSpPr/>
            <p:nvPr/>
          </p:nvSpPr>
          <p:spPr>
            <a:xfrm>
              <a:off x="685800" y="0"/>
              <a:ext cx="8458200" cy="5715000"/>
            </a:xfrm>
            <a:prstGeom prst="rect">
              <a:avLst/>
            </a:prstGeom>
            <a:gradFill flip="none" rotWithShape="1">
              <a:gsLst>
                <a:gs pos="100000">
                  <a:schemeClr val="bg1">
                    <a:alpha val="40000"/>
                  </a:schemeClr>
                </a:gs>
                <a:gs pos="40000">
                  <a:schemeClr val="bg1">
                    <a:alpha val="40000"/>
                  </a:schemeClr>
                </a:gs>
                <a:gs pos="0">
                  <a:schemeClr val="bg1">
                    <a:alpha val="0"/>
                  </a:schemeClr>
                </a:gs>
              </a:gsLst>
              <a:lin ang="18900000" scaled="1"/>
              <a:tileRect/>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TW" altLang="en-US">
                <a:solidFill>
                  <a:prstClr val="white"/>
                </a:solidFill>
              </a:endParaRPr>
            </a:p>
          </p:txBody>
        </p:sp>
        <p:pic>
          <p:nvPicPr>
            <p:cNvPr id="10" name="Rectangle 9"/>
            <p:cNvPicPr>
              <a:picLocks noChangeAspect="1"/>
            </p:cNvPicPr>
            <p:nvPr/>
          </p:nvPicPr>
          <p:blipFill>
            <a:blip r:embed="rId2" cstate="print">
              <a:duotone>
                <a:schemeClr val="accent2"/>
                <a:srgbClr val="FFFFFF"/>
              </a:duotone>
            </a:blip>
            <a:stretch>
              <a:fillRect/>
            </a:stretch>
          </p:blipFill>
          <p:spPr>
            <a:xfrm>
              <a:off x="0" y="857"/>
              <a:ext cx="8139683" cy="6857143"/>
            </a:xfrm>
            <a:prstGeom prst="rect">
              <a:avLst/>
            </a:prstGeom>
            <a:noFill/>
            <a:ln>
              <a:noFill/>
            </a:ln>
          </p:spPr>
        </p:pic>
        <p:cxnSp>
          <p:nvCxnSpPr>
            <p:cNvPr id="17" name="Straight Connector 16"/>
            <p:cNvCxnSpPr/>
            <p:nvPr/>
          </p:nvCxnSpPr>
          <p:spPr>
            <a:xfrm>
              <a:off x="685800" y="5713412"/>
              <a:ext cx="8458200" cy="1588"/>
            </a:xfrm>
            <a:prstGeom prst="line">
              <a:avLst/>
            </a:prstGeom>
            <a:ln w="6350" cap="rnd" cmpd="sng" algn="ctr">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2" name="Shape 1"/>
          <p:cNvSpPr>
            <a:spLocks noGrp="1"/>
          </p:cNvSpPr>
          <p:nvPr>
            <p:ph type="ctrTitle" hasCustomPrompt="1"/>
          </p:nvPr>
        </p:nvSpPr>
        <p:spPr>
          <a:xfrm>
            <a:off x="704850" y="4648201"/>
            <a:ext cx="8134350" cy="1200152"/>
          </a:xfrm>
        </p:spPr>
        <p:txBody>
          <a:bodyPr anchor="b" anchorCtr="0">
            <a:normAutofit/>
          </a:bodyPr>
          <a:lstStyle>
            <a:lvl1pPr algn="l" latinLnBrk="0">
              <a:defRPr lang="zh-TW" sz="7200" cap="all" baseline="0"/>
            </a:lvl1pPr>
          </a:lstStyle>
          <a:p>
            <a:r>
              <a:rPr lang="zh-TW" altLang="en-US" dirty="0"/>
              <a:t>单击以编辑</a:t>
            </a:r>
            <a:r>
              <a:rPr lang="zh-CN" altLang="en-US" dirty="0"/>
              <a:t>母版</a:t>
            </a:r>
            <a:r>
              <a:rPr lang="zh-TW" altLang="en-US" dirty="0"/>
              <a:t>标题样式</a:t>
            </a:r>
            <a:endParaRPr lang="zh-TW" dirty="0"/>
          </a:p>
        </p:txBody>
      </p:sp>
      <p:sp>
        <p:nvSpPr>
          <p:cNvPr id="3" name="Shape 2"/>
          <p:cNvSpPr>
            <a:spLocks noGrp="1"/>
          </p:cNvSpPr>
          <p:nvPr>
            <p:ph type="subTitle" idx="1" hasCustomPrompt="1"/>
          </p:nvPr>
        </p:nvSpPr>
        <p:spPr>
          <a:xfrm>
            <a:off x="762000" y="5820696"/>
            <a:ext cx="8077200" cy="914400"/>
          </a:xfrm>
        </p:spPr>
        <p:txBody>
          <a:bodyPr>
            <a:noAutofit/>
          </a:bodyPr>
          <a:lstStyle>
            <a:lvl1pPr marL="0" indent="0" algn="l" latinLnBrk="0">
              <a:spcAft>
                <a:spcPts val="0"/>
              </a:spcAft>
              <a:buNone/>
              <a:defRPr lang="zh-TW" sz="1600" cap="none" spc="0" baseline="0">
                <a:solidFill>
                  <a:schemeClr val="tx1"/>
                </a:solidFill>
              </a:defRPr>
            </a:lvl1pPr>
            <a:lvl2pPr marL="457200" indent="0" algn="ctr">
              <a:buNone/>
              <a:defRPr lang="zh-TW">
                <a:solidFill>
                  <a:schemeClr val="tx1">
                    <a:tint val="75000"/>
                  </a:schemeClr>
                </a:solidFill>
              </a:defRPr>
            </a:lvl2pPr>
            <a:lvl3pPr marL="914400" indent="0" algn="ctr">
              <a:buNone/>
              <a:defRPr lang="zh-TW">
                <a:solidFill>
                  <a:schemeClr val="tx1">
                    <a:tint val="75000"/>
                  </a:schemeClr>
                </a:solidFill>
              </a:defRPr>
            </a:lvl3pPr>
            <a:lvl4pPr marL="1371600" indent="0" algn="ctr">
              <a:buNone/>
              <a:defRPr lang="zh-TW">
                <a:solidFill>
                  <a:schemeClr val="tx1">
                    <a:tint val="75000"/>
                  </a:schemeClr>
                </a:solidFill>
              </a:defRPr>
            </a:lvl4pPr>
            <a:lvl5pPr marL="1828800" indent="0" algn="ctr">
              <a:buNone/>
              <a:defRPr lang="zh-TW">
                <a:solidFill>
                  <a:schemeClr val="tx1">
                    <a:tint val="75000"/>
                  </a:schemeClr>
                </a:solidFill>
              </a:defRPr>
            </a:lvl5pPr>
            <a:lvl6pPr marL="2286000" indent="0" algn="ctr">
              <a:buNone/>
              <a:defRPr lang="zh-TW">
                <a:solidFill>
                  <a:schemeClr val="tx1">
                    <a:tint val="75000"/>
                  </a:schemeClr>
                </a:solidFill>
              </a:defRPr>
            </a:lvl6pPr>
            <a:lvl7pPr marL="2743200" indent="0" algn="ctr">
              <a:buNone/>
              <a:defRPr lang="zh-TW">
                <a:solidFill>
                  <a:schemeClr val="tx1">
                    <a:tint val="75000"/>
                  </a:schemeClr>
                </a:solidFill>
              </a:defRPr>
            </a:lvl7pPr>
            <a:lvl8pPr marL="3200400" indent="0" algn="ctr">
              <a:buNone/>
              <a:defRPr lang="zh-TW">
                <a:solidFill>
                  <a:schemeClr val="tx1">
                    <a:tint val="75000"/>
                  </a:schemeClr>
                </a:solidFill>
              </a:defRPr>
            </a:lvl8pPr>
            <a:lvl9pPr marL="3657600" indent="0" algn="ctr">
              <a:buNone/>
              <a:defRPr lang="zh-TW">
                <a:solidFill>
                  <a:schemeClr val="tx1">
                    <a:tint val="75000"/>
                  </a:schemeClr>
                </a:solidFill>
              </a:defRPr>
            </a:lvl9pPr>
          </a:lstStyle>
          <a:p>
            <a:r>
              <a:rPr lang="zh-TW" altLang="en-US" dirty="0"/>
              <a:t>单击以编辑母</a:t>
            </a:r>
            <a:r>
              <a:rPr lang="zh-CN" altLang="en-US" dirty="0"/>
              <a:t>版</a:t>
            </a:r>
            <a:r>
              <a:rPr lang="zh-TW" altLang="en-US" dirty="0"/>
              <a:t>副标题样式</a:t>
            </a:r>
            <a:endParaRPr lang="zh-TW" dirty="0"/>
          </a:p>
        </p:txBody>
      </p:sp>
    </p:spTree>
    <p:extLst>
      <p:ext uri="{BB962C8B-B14F-4D97-AF65-F5344CB8AC3E}">
        <p14:creationId xmlns:p14="http://schemas.microsoft.com/office/powerpoint/2010/main" val="1500401664"/>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Shape 1"/>
          <p:cNvSpPr>
            <a:spLocks noGrp="1"/>
          </p:cNvSpPr>
          <p:nvPr>
            <p:ph type="title" hasCustomPrompt="1"/>
          </p:nvPr>
        </p:nvSpPr>
        <p:spPr/>
        <p:txBody>
          <a:bodyPr/>
          <a:lstStyle/>
          <a:p>
            <a:r>
              <a:rPr lang="zh-TW" altLang="en-US" dirty="0"/>
              <a:t>单击以编辑母</a:t>
            </a:r>
            <a:r>
              <a:rPr lang="zh-CN" altLang="en-US" dirty="0"/>
              <a:t>版</a:t>
            </a:r>
            <a:r>
              <a:rPr lang="zh-TW" altLang="en-US" dirty="0"/>
              <a:t>标题样式</a:t>
            </a:r>
            <a:endParaRPr lang="zh-TW" dirty="0"/>
          </a:p>
        </p:txBody>
      </p:sp>
      <p:sp>
        <p:nvSpPr>
          <p:cNvPr id="3" name="Shape 2"/>
          <p:cNvSpPr>
            <a:spLocks noGrp="1"/>
          </p:cNvSpPr>
          <p:nvPr>
            <p:ph idx="1" hasCustomPrompt="1"/>
          </p:nvPr>
        </p:nvSpPr>
        <p:spPr>
          <a:noFill/>
        </p:spPr>
        <p:txBody>
          <a:bodyPr/>
          <a:lstStyle/>
          <a:p>
            <a:pPr lvl="0"/>
            <a:r>
              <a:rPr lang="zh-TW" altLang="en-US" dirty="0"/>
              <a:t>单击以编辑母</a:t>
            </a:r>
            <a:r>
              <a:rPr lang="zh-CN" altLang="en-US" dirty="0"/>
              <a:t>版</a:t>
            </a:r>
            <a:r>
              <a:rPr lang="zh-TW" altLang="en-US" dirty="0"/>
              <a:t>文字样式</a:t>
            </a:r>
          </a:p>
          <a:p>
            <a:pPr lvl="1"/>
            <a:r>
              <a:rPr lang="zh-TW" altLang="en-US" dirty="0"/>
              <a:t>第二层</a:t>
            </a:r>
          </a:p>
          <a:p>
            <a:pPr lvl="2"/>
            <a:r>
              <a:rPr lang="zh-TW" altLang="en-US" dirty="0"/>
              <a:t>第三层</a:t>
            </a:r>
          </a:p>
          <a:p>
            <a:pPr lvl="3"/>
            <a:r>
              <a:rPr lang="zh-TW" altLang="en-US" dirty="0"/>
              <a:t>第四层</a:t>
            </a:r>
          </a:p>
          <a:p>
            <a:pPr lvl="4"/>
            <a:r>
              <a:rPr lang="zh-TW" altLang="en-US" dirty="0"/>
              <a:t>第五层</a:t>
            </a:r>
            <a:endParaRPr lang="zh-TW" dirty="0"/>
          </a:p>
        </p:txBody>
      </p:sp>
      <p:sp>
        <p:nvSpPr>
          <p:cNvPr id="4" name="Shape 3"/>
          <p:cNvSpPr>
            <a:spLocks noGrp="1"/>
          </p:cNvSpPr>
          <p:nvPr>
            <p:ph type="dt" sz="half" idx="10"/>
          </p:nvPr>
        </p:nvSpPr>
        <p:spPr/>
        <p:txBody>
          <a:bodyPr/>
          <a:lstStyle/>
          <a:p>
            <a:fld id="{69158A40-E205-4591-A797-25FCBBBBB569}" type="datetimeFigureOut">
              <a:rPr lang="zh-CN" altLang="en-US" smtClean="0">
                <a:solidFill>
                  <a:prstClr val="black"/>
                </a:solidFill>
              </a:rPr>
              <a:pPr/>
              <a:t>2020/11/2</a:t>
            </a:fld>
            <a:endParaRPr lang="zh-CN" altLang="en-US">
              <a:solidFill>
                <a:prstClr val="black"/>
              </a:solidFill>
            </a:endParaRPr>
          </a:p>
        </p:txBody>
      </p:sp>
      <p:sp>
        <p:nvSpPr>
          <p:cNvPr id="5" name="Shape 4"/>
          <p:cNvSpPr>
            <a:spLocks noGrp="1"/>
          </p:cNvSpPr>
          <p:nvPr>
            <p:ph type="ftr" sz="quarter" idx="11"/>
          </p:nvPr>
        </p:nvSpPr>
        <p:spPr/>
        <p:txBody>
          <a:bodyPr/>
          <a:lstStyle/>
          <a:p>
            <a:endParaRPr lang="zh-CN" altLang="en-US">
              <a:solidFill>
                <a:prstClr val="black"/>
              </a:solidFill>
            </a:endParaRPr>
          </a:p>
        </p:txBody>
      </p:sp>
      <p:sp>
        <p:nvSpPr>
          <p:cNvPr id="6" name="Shape 5"/>
          <p:cNvSpPr>
            <a:spLocks noGrp="1"/>
          </p:cNvSpPr>
          <p:nvPr>
            <p:ph type="sldNum" sz="quarter" idx="12"/>
          </p:nvPr>
        </p:nvSpPr>
        <p:spPr/>
        <p:txBody>
          <a:bodyPr/>
          <a:lstStyle/>
          <a:p>
            <a:fld id="{CAD4B76F-3F60-4C26-8191-03D7C0B588BC}"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47728911"/>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grpSp>
        <p:nvGrpSpPr>
          <p:cNvPr id="7" name="Group 6"/>
          <p:cNvGrpSpPr/>
          <p:nvPr/>
        </p:nvGrpSpPr>
        <p:grpSpPr>
          <a:xfrm>
            <a:off x="0" y="0"/>
            <a:ext cx="9144000" cy="6858000"/>
            <a:chOff x="0" y="0"/>
            <a:chExt cx="9144000" cy="6858000"/>
          </a:xfrm>
        </p:grpSpPr>
        <p:pic>
          <p:nvPicPr>
            <p:cNvPr id="8" name="Rectangle 7"/>
            <p:cNvPicPr>
              <a:picLocks noChangeAspect="1"/>
            </p:cNvPicPr>
            <p:nvPr/>
          </p:nvPicPr>
          <p:blipFill>
            <a:blip r:embed="rId2" cstate="print">
              <a:duotone>
                <a:schemeClr val="accent2"/>
                <a:srgbClr val="FFFFFF"/>
              </a:duotone>
            </a:blip>
            <a:stretch>
              <a:fillRect/>
            </a:stretch>
          </p:blipFill>
          <p:spPr>
            <a:xfrm>
              <a:off x="0" y="857"/>
              <a:ext cx="8139683" cy="6857143"/>
            </a:xfrm>
            <a:prstGeom prst="rect">
              <a:avLst/>
            </a:prstGeom>
            <a:noFill/>
            <a:ln>
              <a:noFill/>
            </a:ln>
          </p:spPr>
        </p:pic>
        <p:pic>
          <p:nvPicPr>
            <p:cNvPr id="9" name="Rectangle 8"/>
            <p:cNvPicPr>
              <a:picLocks noChangeAspect="1"/>
            </p:cNvPicPr>
            <p:nvPr/>
          </p:nvPicPr>
          <p:blipFill>
            <a:blip r:embed="rId3" cstate="print">
              <a:duotone>
                <a:schemeClr val="accent3"/>
                <a:srgbClr val="FFFFFF"/>
              </a:duotone>
            </a:blip>
            <a:stretch>
              <a:fillRect/>
            </a:stretch>
          </p:blipFill>
          <p:spPr>
            <a:xfrm>
              <a:off x="3150349" y="0"/>
              <a:ext cx="5993651" cy="5244445"/>
            </a:xfrm>
            <a:prstGeom prst="rect">
              <a:avLst/>
            </a:prstGeom>
            <a:noFill/>
            <a:ln>
              <a:noFill/>
            </a:ln>
          </p:spPr>
        </p:pic>
        <p:pic>
          <p:nvPicPr>
            <p:cNvPr id="10" name="Rectangle 9"/>
            <p:cNvPicPr>
              <a:picLocks noChangeAspect="1"/>
            </p:cNvPicPr>
            <p:nvPr/>
          </p:nvPicPr>
          <p:blipFill>
            <a:blip r:embed="rId4" cstate="print">
              <a:duotone>
                <a:schemeClr val="accent1"/>
                <a:srgbClr val="FFFFFF"/>
              </a:duotone>
            </a:blip>
            <a:stretch>
              <a:fillRect/>
            </a:stretch>
          </p:blipFill>
          <p:spPr>
            <a:xfrm>
              <a:off x="293206" y="1042127"/>
              <a:ext cx="8850794" cy="5815873"/>
            </a:xfrm>
            <a:prstGeom prst="rect">
              <a:avLst/>
            </a:prstGeom>
            <a:noFill/>
            <a:ln>
              <a:noFill/>
            </a:ln>
          </p:spPr>
        </p:pic>
      </p:grpSp>
      <p:sp>
        <p:nvSpPr>
          <p:cNvPr id="2" name="Shape 1"/>
          <p:cNvSpPr>
            <a:spLocks noGrp="1"/>
          </p:cNvSpPr>
          <p:nvPr>
            <p:ph type="title" hasCustomPrompt="1"/>
          </p:nvPr>
        </p:nvSpPr>
        <p:spPr>
          <a:xfrm>
            <a:off x="722313" y="762000"/>
            <a:ext cx="7772400" cy="1362075"/>
          </a:xfrm>
        </p:spPr>
        <p:txBody>
          <a:bodyPr anchor="b" anchorCtr="0"/>
          <a:lstStyle>
            <a:lvl1pPr algn="l" latinLnBrk="0">
              <a:defRPr lang="zh-TW" sz="4000" b="1" cap="all"/>
            </a:lvl1pPr>
          </a:lstStyle>
          <a:p>
            <a:r>
              <a:rPr lang="zh-TW" altLang="en-US" dirty="0"/>
              <a:t>单击以编辑母</a:t>
            </a:r>
            <a:r>
              <a:rPr lang="zh-CN" altLang="en-US" dirty="0"/>
              <a:t>版</a:t>
            </a:r>
            <a:r>
              <a:rPr lang="zh-TW" altLang="en-US" dirty="0"/>
              <a:t>标题样式</a:t>
            </a:r>
            <a:endParaRPr lang="zh-TW" dirty="0"/>
          </a:p>
        </p:txBody>
      </p:sp>
      <p:sp>
        <p:nvSpPr>
          <p:cNvPr id="3" name="Shape 2"/>
          <p:cNvSpPr>
            <a:spLocks noGrp="1"/>
          </p:cNvSpPr>
          <p:nvPr>
            <p:ph type="body" idx="1" hasCustomPrompt="1"/>
          </p:nvPr>
        </p:nvSpPr>
        <p:spPr>
          <a:xfrm>
            <a:off x="722313" y="2209800"/>
            <a:ext cx="7772400" cy="1500187"/>
          </a:xfrm>
        </p:spPr>
        <p:txBody>
          <a:bodyPr anchor="t" anchorCtr="0"/>
          <a:lstStyle>
            <a:lvl1pPr marL="0" indent="0" latinLnBrk="0">
              <a:buNone/>
              <a:defRPr lang="zh-TW" sz="2000">
                <a:solidFill>
                  <a:schemeClr val="tx1"/>
                </a:solidFill>
              </a:defRPr>
            </a:lvl1pPr>
            <a:lvl2pPr marL="457200" indent="0">
              <a:buNone/>
              <a:defRPr lang="zh-TW" sz="1800">
                <a:solidFill>
                  <a:schemeClr val="tx1">
                    <a:tint val="75000"/>
                  </a:schemeClr>
                </a:solidFill>
              </a:defRPr>
            </a:lvl2pPr>
            <a:lvl3pPr marL="914400" indent="0">
              <a:buNone/>
              <a:defRPr lang="zh-TW" sz="1600">
                <a:solidFill>
                  <a:schemeClr val="tx1">
                    <a:tint val="75000"/>
                  </a:schemeClr>
                </a:solidFill>
              </a:defRPr>
            </a:lvl3pPr>
            <a:lvl4pPr marL="1371600" indent="0">
              <a:buNone/>
              <a:defRPr lang="zh-TW" sz="1400">
                <a:solidFill>
                  <a:schemeClr val="tx1">
                    <a:tint val="75000"/>
                  </a:schemeClr>
                </a:solidFill>
              </a:defRPr>
            </a:lvl4pPr>
            <a:lvl5pPr marL="1828800" indent="0">
              <a:buNone/>
              <a:defRPr lang="zh-TW" sz="1400">
                <a:solidFill>
                  <a:schemeClr val="tx1">
                    <a:tint val="75000"/>
                  </a:schemeClr>
                </a:solidFill>
              </a:defRPr>
            </a:lvl5pPr>
            <a:lvl6pPr marL="2286000" indent="0">
              <a:buNone/>
              <a:defRPr lang="zh-TW" sz="1400">
                <a:solidFill>
                  <a:schemeClr val="tx1">
                    <a:tint val="75000"/>
                  </a:schemeClr>
                </a:solidFill>
              </a:defRPr>
            </a:lvl6pPr>
            <a:lvl7pPr marL="2743200" indent="0">
              <a:buNone/>
              <a:defRPr lang="zh-TW" sz="1400">
                <a:solidFill>
                  <a:schemeClr val="tx1">
                    <a:tint val="75000"/>
                  </a:schemeClr>
                </a:solidFill>
              </a:defRPr>
            </a:lvl7pPr>
            <a:lvl8pPr marL="3200400" indent="0">
              <a:buNone/>
              <a:defRPr lang="zh-TW" sz="1400">
                <a:solidFill>
                  <a:schemeClr val="tx1">
                    <a:tint val="75000"/>
                  </a:schemeClr>
                </a:solidFill>
              </a:defRPr>
            </a:lvl8pPr>
            <a:lvl9pPr marL="3657600" indent="0">
              <a:buNone/>
              <a:defRPr lang="zh-TW" sz="1400">
                <a:solidFill>
                  <a:schemeClr val="tx1">
                    <a:tint val="75000"/>
                  </a:schemeClr>
                </a:solidFill>
              </a:defRPr>
            </a:lvl9pPr>
          </a:lstStyle>
          <a:p>
            <a:pPr lvl="0"/>
            <a:r>
              <a:rPr lang="zh-TW" altLang="en-US" dirty="0"/>
              <a:t>单击以编辑母</a:t>
            </a:r>
            <a:r>
              <a:rPr lang="zh-CN" altLang="en-US" dirty="0"/>
              <a:t>版</a:t>
            </a:r>
            <a:r>
              <a:rPr lang="zh-TW" altLang="en-US" dirty="0"/>
              <a:t>文字样式</a:t>
            </a:r>
          </a:p>
        </p:txBody>
      </p:sp>
      <p:sp>
        <p:nvSpPr>
          <p:cNvPr id="4" name="Shape 3"/>
          <p:cNvSpPr>
            <a:spLocks noGrp="1"/>
          </p:cNvSpPr>
          <p:nvPr>
            <p:ph type="dt" sz="half" idx="10"/>
          </p:nvPr>
        </p:nvSpPr>
        <p:spPr/>
        <p:txBody>
          <a:bodyPr/>
          <a:lstStyle/>
          <a:p>
            <a:fld id="{69158A40-E205-4591-A797-25FCBBBBB569}" type="datetimeFigureOut">
              <a:rPr lang="zh-CN" altLang="en-US" smtClean="0">
                <a:solidFill>
                  <a:prstClr val="black"/>
                </a:solidFill>
              </a:rPr>
              <a:pPr/>
              <a:t>2020/11/2</a:t>
            </a:fld>
            <a:endParaRPr lang="zh-CN" altLang="en-US">
              <a:solidFill>
                <a:prstClr val="black"/>
              </a:solidFill>
            </a:endParaRPr>
          </a:p>
        </p:txBody>
      </p:sp>
      <p:sp>
        <p:nvSpPr>
          <p:cNvPr id="5" name="Shape 4"/>
          <p:cNvSpPr>
            <a:spLocks noGrp="1"/>
          </p:cNvSpPr>
          <p:nvPr>
            <p:ph type="ftr" sz="quarter" idx="11"/>
          </p:nvPr>
        </p:nvSpPr>
        <p:spPr/>
        <p:txBody>
          <a:bodyPr/>
          <a:lstStyle/>
          <a:p>
            <a:endParaRPr lang="zh-CN" altLang="en-US">
              <a:solidFill>
                <a:prstClr val="black"/>
              </a:solidFill>
            </a:endParaRPr>
          </a:p>
        </p:txBody>
      </p:sp>
      <p:sp>
        <p:nvSpPr>
          <p:cNvPr id="6" name="Shape 5"/>
          <p:cNvSpPr>
            <a:spLocks noGrp="1"/>
          </p:cNvSpPr>
          <p:nvPr>
            <p:ph type="sldNum" sz="quarter" idx="12"/>
          </p:nvPr>
        </p:nvSpPr>
        <p:spPr/>
        <p:txBody>
          <a:bodyPr/>
          <a:lstStyle/>
          <a:p>
            <a:fld id="{CAD4B76F-3F60-4C26-8191-03D7C0B588BC}"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837306090"/>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Shape 1"/>
          <p:cNvSpPr>
            <a:spLocks noGrp="1"/>
          </p:cNvSpPr>
          <p:nvPr>
            <p:ph type="title" hasCustomPrompt="1"/>
          </p:nvPr>
        </p:nvSpPr>
        <p:spPr/>
        <p:txBody>
          <a:bodyPr/>
          <a:lstStyle/>
          <a:p>
            <a:r>
              <a:rPr lang="zh-TW" altLang="en-US" dirty="0"/>
              <a:t>单击以编辑母</a:t>
            </a:r>
            <a:r>
              <a:rPr lang="zh-CN" altLang="en-US" dirty="0"/>
              <a:t>版</a:t>
            </a:r>
            <a:r>
              <a:rPr lang="zh-TW" altLang="en-US" dirty="0"/>
              <a:t>标题样式</a:t>
            </a:r>
            <a:endParaRPr lang="zh-TW" dirty="0"/>
          </a:p>
        </p:txBody>
      </p:sp>
      <p:sp>
        <p:nvSpPr>
          <p:cNvPr id="3" name="Shape 2"/>
          <p:cNvSpPr>
            <a:spLocks noGrp="1"/>
          </p:cNvSpPr>
          <p:nvPr>
            <p:ph sz="half" idx="1" hasCustomPrompt="1"/>
          </p:nvPr>
        </p:nvSpPr>
        <p:spPr>
          <a:xfrm>
            <a:off x="685800" y="1295401"/>
            <a:ext cx="3886200" cy="4830767"/>
          </a:xfrm>
        </p:spPr>
        <p:txBody>
          <a:bodyPr/>
          <a:lstStyle>
            <a:lvl1pPr latinLnBrk="0">
              <a:defRPr lang="zh-TW" sz="2800"/>
            </a:lvl1pPr>
            <a:lvl2pPr>
              <a:defRPr lang="zh-TW" sz="2400"/>
            </a:lvl2pPr>
            <a:lvl3pPr>
              <a:defRPr lang="zh-TW" sz="2000"/>
            </a:lvl3pPr>
            <a:lvl4pPr>
              <a:defRPr lang="zh-TW" sz="1800"/>
            </a:lvl4pPr>
            <a:lvl5pPr>
              <a:defRPr lang="zh-TW" sz="1800"/>
            </a:lvl5pPr>
            <a:lvl6pPr>
              <a:defRPr lang="zh-TW" sz="1800"/>
            </a:lvl6pPr>
            <a:lvl7pPr>
              <a:defRPr lang="zh-TW" sz="1800"/>
            </a:lvl7pPr>
            <a:lvl8pPr>
              <a:defRPr lang="zh-TW" sz="1800"/>
            </a:lvl8pPr>
            <a:lvl9pPr>
              <a:defRPr lang="zh-TW" sz="1800"/>
            </a:lvl9pPr>
          </a:lstStyle>
          <a:p>
            <a:pPr lvl="0"/>
            <a:r>
              <a:rPr lang="zh-TW" altLang="en-US" dirty="0"/>
              <a:t>单击以编辑母</a:t>
            </a:r>
            <a:r>
              <a:rPr lang="zh-CN" altLang="en-US" dirty="0"/>
              <a:t>版</a:t>
            </a:r>
            <a:r>
              <a:rPr lang="zh-TW" altLang="en-US" dirty="0"/>
              <a:t>文字样式</a:t>
            </a:r>
          </a:p>
          <a:p>
            <a:pPr lvl="1"/>
            <a:r>
              <a:rPr lang="zh-TW" altLang="en-US" dirty="0"/>
              <a:t>第二层</a:t>
            </a:r>
          </a:p>
          <a:p>
            <a:pPr lvl="2"/>
            <a:r>
              <a:rPr lang="zh-TW" altLang="en-US" dirty="0"/>
              <a:t>第三层</a:t>
            </a:r>
          </a:p>
          <a:p>
            <a:pPr lvl="3"/>
            <a:r>
              <a:rPr lang="zh-TW" altLang="en-US" dirty="0"/>
              <a:t>第四层</a:t>
            </a:r>
          </a:p>
          <a:p>
            <a:pPr lvl="4"/>
            <a:r>
              <a:rPr lang="zh-TW" altLang="en-US" dirty="0"/>
              <a:t>第五层</a:t>
            </a:r>
            <a:endParaRPr lang="zh-TW" dirty="0"/>
          </a:p>
        </p:txBody>
      </p:sp>
      <p:sp>
        <p:nvSpPr>
          <p:cNvPr id="4" name="Shape 3"/>
          <p:cNvSpPr>
            <a:spLocks noGrp="1"/>
          </p:cNvSpPr>
          <p:nvPr>
            <p:ph sz="half" idx="2" hasCustomPrompt="1"/>
          </p:nvPr>
        </p:nvSpPr>
        <p:spPr>
          <a:xfrm>
            <a:off x="4800600" y="1295401"/>
            <a:ext cx="3886200" cy="4830766"/>
          </a:xfrm>
        </p:spPr>
        <p:txBody>
          <a:bodyPr/>
          <a:lstStyle>
            <a:lvl1pPr latinLnBrk="0">
              <a:defRPr lang="zh-TW" sz="2800"/>
            </a:lvl1pPr>
            <a:lvl2pPr>
              <a:defRPr lang="zh-TW" sz="2400"/>
            </a:lvl2pPr>
            <a:lvl3pPr>
              <a:defRPr lang="zh-TW" sz="2000"/>
            </a:lvl3pPr>
            <a:lvl4pPr>
              <a:defRPr lang="zh-TW" sz="1800"/>
            </a:lvl4pPr>
            <a:lvl5pPr>
              <a:defRPr lang="zh-TW" sz="1800"/>
            </a:lvl5pPr>
            <a:lvl6pPr>
              <a:defRPr lang="zh-TW" sz="1800"/>
            </a:lvl6pPr>
            <a:lvl7pPr>
              <a:defRPr lang="zh-TW" sz="1800"/>
            </a:lvl7pPr>
            <a:lvl8pPr>
              <a:defRPr lang="zh-TW" sz="1800"/>
            </a:lvl8pPr>
            <a:lvl9pPr>
              <a:defRPr lang="zh-TW" sz="1800"/>
            </a:lvl9pPr>
          </a:lstStyle>
          <a:p>
            <a:pPr lvl="0"/>
            <a:r>
              <a:rPr lang="zh-TW" altLang="en-US" dirty="0"/>
              <a:t>单击以编辑母</a:t>
            </a:r>
            <a:r>
              <a:rPr lang="zh-CN" altLang="en-US" dirty="0"/>
              <a:t>版</a:t>
            </a:r>
            <a:r>
              <a:rPr lang="zh-TW" altLang="en-US" dirty="0"/>
              <a:t>文字样式</a:t>
            </a:r>
          </a:p>
          <a:p>
            <a:pPr lvl="1"/>
            <a:r>
              <a:rPr lang="zh-TW" altLang="en-US" dirty="0"/>
              <a:t>第二层</a:t>
            </a:r>
          </a:p>
          <a:p>
            <a:pPr lvl="2"/>
            <a:r>
              <a:rPr lang="zh-TW" altLang="en-US" dirty="0"/>
              <a:t>第三层</a:t>
            </a:r>
          </a:p>
          <a:p>
            <a:pPr lvl="3"/>
            <a:r>
              <a:rPr lang="zh-TW" altLang="en-US" dirty="0"/>
              <a:t>第四层</a:t>
            </a:r>
          </a:p>
          <a:p>
            <a:pPr lvl="4"/>
            <a:r>
              <a:rPr lang="zh-TW" altLang="en-US" dirty="0"/>
              <a:t>第五层</a:t>
            </a:r>
            <a:endParaRPr lang="zh-TW" dirty="0"/>
          </a:p>
        </p:txBody>
      </p:sp>
      <p:sp>
        <p:nvSpPr>
          <p:cNvPr id="5" name="Shape 4"/>
          <p:cNvSpPr>
            <a:spLocks noGrp="1"/>
          </p:cNvSpPr>
          <p:nvPr>
            <p:ph type="dt" sz="half" idx="10"/>
          </p:nvPr>
        </p:nvSpPr>
        <p:spPr/>
        <p:txBody>
          <a:bodyPr/>
          <a:lstStyle/>
          <a:p>
            <a:fld id="{69158A40-E205-4591-A797-25FCBBBBB569}" type="datetimeFigureOut">
              <a:rPr lang="zh-CN" altLang="en-US" smtClean="0">
                <a:solidFill>
                  <a:prstClr val="black"/>
                </a:solidFill>
              </a:rPr>
              <a:pPr/>
              <a:t>2020/11/2</a:t>
            </a:fld>
            <a:endParaRPr lang="zh-CN" altLang="en-US">
              <a:solidFill>
                <a:prstClr val="black"/>
              </a:solidFill>
            </a:endParaRPr>
          </a:p>
        </p:txBody>
      </p:sp>
      <p:sp>
        <p:nvSpPr>
          <p:cNvPr id="6" name="Shape 5"/>
          <p:cNvSpPr>
            <a:spLocks noGrp="1"/>
          </p:cNvSpPr>
          <p:nvPr>
            <p:ph type="ftr" sz="quarter" idx="11"/>
          </p:nvPr>
        </p:nvSpPr>
        <p:spPr/>
        <p:txBody>
          <a:bodyPr/>
          <a:lstStyle/>
          <a:p>
            <a:endParaRPr lang="zh-CN" altLang="en-US">
              <a:solidFill>
                <a:prstClr val="black"/>
              </a:solidFill>
            </a:endParaRPr>
          </a:p>
        </p:txBody>
      </p:sp>
      <p:sp>
        <p:nvSpPr>
          <p:cNvPr id="7" name="Shape 6"/>
          <p:cNvSpPr>
            <a:spLocks noGrp="1"/>
          </p:cNvSpPr>
          <p:nvPr>
            <p:ph type="sldNum" sz="quarter" idx="12"/>
          </p:nvPr>
        </p:nvSpPr>
        <p:spPr/>
        <p:txBody>
          <a:bodyPr/>
          <a:lstStyle/>
          <a:p>
            <a:fld id="{CAD4B76F-3F60-4C26-8191-03D7C0B588BC}"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87880377"/>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Shape 1"/>
          <p:cNvSpPr>
            <a:spLocks noGrp="1"/>
          </p:cNvSpPr>
          <p:nvPr>
            <p:ph type="title" hasCustomPrompt="1"/>
          </p:nvPr>
        </p:nvSpPr>
        <p:spPr/>
        <p:txBody>
          <a:bodyPr/>
          <a:lstStyle>
            <a:lvl1pPr latinLnBrk="0">
              <a:defRPr lang="zh-TW"/>
            </a:lvl1pPr>
          </a:lstStyle>
          <a:p>
            <a:r>
              <a:rPr lang="zh-TW" altLang="en-US" dirty="0"/>
              <a:t>单击以编辑母</a:t>
            </a:r>
            <a:r>
              <a:rPr lang="zh-CN" altLang="en-US" dirty="0"/>
              <a:t>版</a:t>
            </a:r>
            <a:r>
              <a:rPr lang="zh-TW" altLang="en-US" dirty="0"/>
              <a:t>标题样式</a:t>
            </a:r>
            <a:endParaRPr lang="zh-TW" dirty="0"/>
          </a:p>
        </p:txBody>
      </p:sp>
      <p:sp>
        <p:nvSpPr>
          <p:cNvPr id="3" name="Shape 2"/>
          <p:cNvSpPr>
            <a:spLocks noGrp="1"/>
          </p:cNvSpPr>
          <p:nvPr>
            <p:ph type="body" idx="1" hasCustomPrompt="1"/>
          </p:nvPr>
        </p:nvSpPr>
        <p:spPr>
          <a:xfrm>
            <a:off x="685800" y="1295400"/>
            <a:ext cx="3887788" cy="639762"/>
          </a:xfrm>
        </p:spPr>
        <p:txBody>
          <a:bodyPr anchor="b"/>
          <a:lstStyle>
            <a:lvl1pPr marL="0" indent="0" latinLnBrk="0">
              <a:buNone/>
              <a:defRPr lang="zh-TW" sz="2400" b="1"/>
            </a:lvl1pPr>
            <a:lvl2pPr marL="457200" indent="0">
              <a:buNone/>
              <a:defRPr lang="zh-TW" sz="2000" b="1"/>
            </a:lvl2pPr>
            <a:lvl3pPr marL="914400" indent="0">
              <a:buNone/>
              <a:defRPr lang="zh-TW" sz="1800" b="1"/>
            </a:lvl3pPr>
            <a:lvl4pPr marL="1371600" indent="0">
              <a:buNone/>
              <a:defRPr lang="zh-TW" sz="1600" b="1"/>
            </a:lvl4pPr>
            <a:lvl5pPr marL="1828800" indent="0">
              <a:buNone/>
              <a:defRPr lang="zh-TW" sz="1600" b="1"/>
            </a:lvl5pPr>
            <a:lvl6pPr marL="2286000" indent="0">
              <a:buNone/>
              <a:defRPr lang="zh-TW" sz="1600" b="1"/>
            </a:lvl6pPr>
            <a:lvl7pPr marL="2743200" indent="0">
              <a:buNone/>
              <a:defRPr lang="zh-TW" sz="1600" b="1"/>
            </a:lvl7pPr>
            <a:lvl8pPr marL="3200400" indent="0">
              <a:buNone/>
              <a:defRPr lang="zh-TW" sz="1600" b="1"/>
            </a:lvl8pPr>
            <a:lvl9pPr marL="3657600" indent="0">
              <a:buNone/>
              <a:defRPr lang="zh-TW" sz="1600" b="1"/>
            </a:lvl9pPr>
          </a:lstStyle>
          <a:p>
            <a:pPr lvl="0"/>
            <a:r>
              <a:rPr lang="zh-TW" altLang="en-US" dirty="0"/>
              <a:t>单击以编辑母</a:t>
            </a:r>
            <a:r>
              <a:rPr lang="zh-CN" altLang="en-US" dirty="0"/>
              <a:t>版</a:t>
            </a:r>
            <a:r>
              <a:rPr lang="zh-TW" altLang="en-US" dirty="0"/>
              <a:t>文字样式</a:t>
            </a:r>
          </a:p>
        </p:txBody>
      </p:sp>
      <p:sp>
        <p:nvSpPr>
          <p:cNvPr id="4" name="Shape 3"/>
          <p:cNvSpPr>
            <a:spLocks noGrp="1"/>
          </p:cNvSpPr>
          <p:nvPr>
            <p:ph sz="half" idx="2" hasCustomPrompt="1"/>
          </p:nvPr>
        </p:nvSpPr>
        <p:spPr>
          <a:xfrm>
            <a:off x="685800" y="1981201"/>
            <a:ext cx="3886200" cy="4144963"/>
          </a:xfrm>
        </p:spPr>
        <p:txBody>
          <a:bodyPr/>
          <a:lstStyle>
            <a:lvl1pPr latinLnBrk="0">
              <a:defRPr lang="zh-TW" sz="2400"/>
            </a:lvl1pPr>
            <a:lvl2pPr>
              <a:defRPr lang="zh-TW" sz="2000"/>
            </a:lvl2pPr>
            <a:lvl3pPr>
              <a:defRPr lang="zh-TW" sz="1800"/>
            </a:lvl3pPr>
            <a:lvl4pPr>
              <a:defRPr lang="zh-TW" sz="1600"/>
            </a:lvl4pPr>
            <a:lvl5pPr>
              <a:defRPr lang="zh-TW" sz="1600"/>
            </a:lvl5pPr>
            <a:lvl6pPr>
              <a:defRPr lang="zh-TW" sz="1600"/>
            </a:lvl6pPr>
            <a:lvl7pPr>
              <a:defRPr lang="zh-TW" sz="1600"/>
            </a:lvl7pPr>
            <a:lvl8pPr>
              <a:defRPr lang="zh-TW" sz="1600"/>
            </a:lvl8pPr>
            <a:lvl9pPr>
              <a:defRPr lang="zh-TW" sz="1600"/>
            </a:lvl9pPr>
          </a:lstStyle>
          <a:p>
            <a:pPr lvl="0"/>
            <a:r>
              <a:rPr lang="zh-TW" altLang="en-US" dirty="0"/>
              <a:t>单击以编辑母</a:t>
            </a:r>
            <a:r>
              <a:rPr lang="zh-CN" altLang="en-US" dirty="0"/>
              <a:t>版</a:t>
            </a:r>
            <a:r>
              <a:rPr lang="zh-TW" altLang="en-US" dirty="0"/>
              <a:t>文字样式</a:t>
            </a:r>
          </a:p>
          <a:p>
            <a:pPr lvl="1"/>
            <a:r>
              <a:rPr lang="zh-TW" altLang="en-US" dirty="0"/>
              <a:t>第二层</a:t>
            </a:r>
          </a:p>
          <a:p>
            <a:pPr lvl="2"/>
            <a:r>
              <a:rPr lang="zh-TW" altLang="en-US" dirty="0"/>
              <a:t>第三层</a:t>
            </a:r>
          </a:p>
          <a:p>
            <a:pPr lvl="3"/>
            <a:r>
              <a:rPr lang="zh-TW" altLang="en-US" dirty="0"/>
              <a:t>第四层</a:t>
            </a:r>
          </a:p>
          <a:p>
            <a:pPr lvl="4"/>
            <a:r>
              <a:rPr lang="zh-TW" altLang="en-US" dirty="0"/>
              <a:t>第五层</a:t>
            </a:r>
            <a:endParaRPr lang="zh-TW" dirty="0"/>
          </a:p>
        </p:txBody>
      </p:sp>
      <p:sp>
        <p:nvSpPr>
          <p:cNvPr id="5" name="Shape 4"/>
          <p:cNvSpPr>
            <a:spLocks noGrp="1"/>
          </p:cNvSpPr>
          <p:nvPr>
            <p:ph type="body" sz="quarter" idx="3" hasCustomPrompt="1"/>
          </p:nvPr>
        </p:nvSpPr>
        <p:spPr>
          <a:xfrm>
            <a:off x="4800600" y="1295400"/>
            <a:ext cx="3886200" cy="639762"/>
          </a:xfrm>
        </p:spPr>
        <p:txBody>
          <a:bodyPr anchor="b"/>
          <a:lstStyle>
            <a:lvl1pPr marL="0" indent="0" latinLnBrk="0">
              <a:buNone/>
              <a:defRPr lang="zh-TW" sz="2400" b="1"/>
            </a:lvl1pPr>
            <a:lvl2pPr marL="457200" indent="0">
              <a:buNone/>
              <a:defRPr lang="zh-TW" sz="2000" b="1"/>
            </a:lvl2pPr>
            <a:lvl3pPr marL="914400" indent="0">
              <a:buNone/>
              <a:defRPr lang="zh-TW" sz="1800" b="1"/>
            </a:lvl3pPr>
            <a:lvl4pPr marL="1371600" indent="0">
              <a:buNone/>
              <a:defRPr lang="zh-TW" sz="1600" b="1"/>
            </a:lvl4pPr>
            <a:lvl5pPr marL="1828800" indent="0">
              <a:buNone/>
              <a:defRPr lang="zh-TW" sz="1600" b="1"/>
            </a:lvl5pPr>
            <a:lvl6pPr marL="2286000" indent="0">
              <a:buNone/>
              <a:defRPr lang="zh-TW" sz="1600" b="1"/>
            </a:lvl6pPr>
            <a:lvl7pPr marL="2743200" indent="0">
              <a:buNone/>
              <a:defRPr lang="zh-TW" sz="1600" b="1"/>
            </a:lvl7pPr>
            <a:lvl8pPr marL="3200400" indent="0">
              <a:buNone/>
              <a:defRPr lang="zh-TW" sz="1600" b="1"/>
            </a:lvl8pPr>
            <a:lvl9pPr marL="3657600" indent="0">
              <a:buNone/>
              <a:defRPr lang="zh-TW" sz="1600" b="1"/>
            </a:lvl9pPr>
          </a:lstStyle>
          <a:p>
            <a:pPr lvl="0"/>
            <a:r>
              <a:rPr lang="zh-TW" altLang="en-US" dirty="0"/>
              <a:t>单击以编辑母</a:t>
            </a:r>
            <a:r>
              <a:rPr lang="zh-CN" altLang="en-US" dirty="0"/>
              <a:t>版</a:t>
            </a:r>
            <a:r>
              <a:rPr lang="zh-TW" altLang="en-US" dirty="0"/>
              <a:t>文字样式</a:t>
            </a:r>
          </a:p>
        </p:txBody>
      </p:sp>
      <p:sp>
        <p:nvSpPr>
          <p:cNvPr id="6" name="Shape 5"/>
          <p:cNvSpPr>
            <a:spLocks noGrp="1"/>
          </p:cNvSpPr>
          <p:nvPr>
            <p:ph sz="quarter" idx="4" hasCustomPrompt="1"/>
          </p:nvPr>
        </p:nvSpPr>
        <p:spPr>
          <a:xfrm>
            <a:off x="4800600" y="1981201"/>
            <a:ext cx="3886200" cy="4144963"/>
          </a:xfrm>
        </p:spPr>
        <p:txBody>
          <a:bodyPr/>
          <a:lstStyle>
            <a:lvl1pPr latinLnBrk="0">
              <a:defRPr lang="zh-TW" sz="2400"/>
            </a:lvl1pPr>
            <a:lvl2pPr>
              <a:defRPr lang="zh-TW" sz="2000"/>
            </a:lvl2pPr>
            <a:lvl3pPr>
              <a:defRPr lang="zh-TW" sz="1800"/>
            </a:lvl3pPr>
            <a:lvl4pPr>
              <a:defRPr lang="zh-TW" sz="1600"/>
            </a:lvl4pPr>
            <a:lvl5pPr>
              <a:defRPr lang="zh-TW" sz="1600"/>
            </a:lvl5pPr>
            <a:lvl6pPr>
              <a:defRPr lang="zh-TW" sz="1600"/>
            </a:lvl6pPr>
            <a:lvl7pPr>
              <a:defRPr lang="zh-TW" sz="1600"/>
            </a:lvl7pPr>
            <a:lvl8pPr>
              <a:defRPr lang="zh-TW" sz="1600"/>
            </a:lvl8pPr>
            <a:lvl9pPr>
              <a:defRPr lang="zh-TW" sz="1600"/>
            </a:lvl9pPr>
          </a:lstStyle>
          <a:p>
            <a:pPr lvl="0"/>
            <a:r>
              <a:rPr lang="zh-TW" altLang="en-US" dirty="0"/>
              <a:t>单击以编辑母</a:t>
            </a:r>
            <a:r>
              <a:rPr lang="zh-CN" altLang="en-US" dirty="0"/>
              <a:t>版</a:t>
            </a:r>
            <a:r>
              <a:rPr lang="zh-TW" altLang="en-US" dirty="0"/>
              <a:t>文字样式</a:t>
            </a:r>
          </a:p>
          <a:p>
            <a:pPr lvl="1"/>
            <a:r>
              <a:rPr lang="zh-TW" altLang="en-US" dirty="0"/>
              <a:t>第二层</a:t>
            </a:r>
          </a:p>
          <a:p>
            <a:pPr lvl="2"/>
            <a:r>
              <a:rPr lang="zh-TW" altLang="en-US" dirty="0"/>
              <a:t>第三层</a:t>
            </a:r>
          </a:p>
          <a:p>
            <a:pPr lvl="3"/>
            <a:r>
              <a:rPr lang="zh-TW" altLang="en-US" dirty="0"/>
              <a:t>第四层</a:t>
            </a:r>
          </a:p>
          <a:p>
            <a:pPr lvl="4"/>
            <a:r>
              <a:rPr lang="zh-TW" altLang="en-US" dirty="0"/>
              <a:t>第五层</a:t>
            </a:r>
            <a:endParaRPr lang="zh-TW" dirty="0"/>
          </a:p>
        </p:txBody>
      </p:sp>
      <p:sp>
        <p:nvSpPr>
          <p:cNvPr id="7" name="Shape 6"/>
          <p:cNvSpPr>
            <a:spLocks noGrp="1"/>
          </p:cNvSpPr>
          <p:nvPr>
            <p:ph type="dt" sz="half" idx="10"/>
          </p:nvPr>
        </p:nvSpPr>
        <p:spPr/>
        <p:txBody>
          <a:bodyPr/>
          <a:lstStyle/>
          <a:p>
            <a:fld id="{69158A40-E205-4591-A797-25FCBBBBB569}" type="datetimeFigureOut">
              <a:rPr lang="zh-CN" altLang="en-US" smtClean="0">
                <a:solidFill>
                  <a:prstClr val="black"/>
                </a:solidFill>
              </a:rPr>
              <a:pPr/>
              <a:t>2020/11/2</a:t>
            </a:fld>
            <a:endParaRPr lang="zh-CN" altLang="en-US">
              <a:solidFill>
                <a:prstClr val="black"/>
              </a:solidFill>
            </a:endParaRPr>
          </a:p>
        </p:txBody>
      </p:sp>
      <p:sp>
        <p:nvSpPr>
          <p:cNvPr id="8" name="Shape 7"/>
          <p:cNvSpPr>
            <a:spLocks noGrp="1"/>
          </p:cNvSpPr>
          <p:nvPr>
            <p:ph type="ftr" sz="quarter" idx="11"/>
          </p:nvPr>
        </p:nvSpPr>
        <p:spPr/>
        <p:txBody>
          <a:bodyPr/>
          <a:lstStyle/>
          <a:p>
            <a:endParaRPr lang="zh-CN" altLang="en-US">
              <a:solidFill>
                <a:prstClr val="black"/>
              </a:solidFill>
            </a:endParaRPr>
          </a:p>
        </p:txBody>
      </p:sp>
      <p:sp>
        <p:nvSpPr>
          <p:cNvPr id="9" name="Shape 8"/>
          <p:cNvSpPr>
            <a:spLocks noGrp="1"/>
          </p:cNvSpPr>
          <p:nvPr>
            <p:ph type="sldNum" sz="quarter" idx="12"/>
          </p:nvPr>
        </p:nvSpPr>
        <p:spPr/>
        <p:txBody>
          <a:bodyPr/>
          <a:lstStyle/>
          <a:p>
            <a:fld id="{CAD4B76F-3F60-4C26-8191-03D7C0B588BC}"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734819554"/>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Shape 1"/>
          <p:cNvSpPr>
            <a:spLocks noGrp="1"/>
          </p:cNvSpPr>
          <p:nvPr>
            <p:ph type="title" hasCustomPrompt="1"/>
          </p:nvPr>
        </p:nvSpPr>
        <p:spPr/>
        <p:txBody>
          <a:bodyPr/>
          <a:lstStyle/>
          <a:p>
            <a:r>
              <a:rPr lang="zh-TW" altLang="en-US" dirty="0"/>
              <a:t>单击以编辑母</a:t>
            </a:r>
            <a:r>
              <a:rPr lang="zh-CN" altLang="en-US" dirty="0"/>
              <a:t>版</a:t>
            </a:r>
            <a:r>
              <a:rPr lang="zh-TW" altLang="en-US" dirty="0"/>
              <a:t>标题样式</a:t>
            </a:r>
            <a:endParaRPr lang="zh-TW" dirty="0"/>
          </a:p>
        </p:txBody>
      </p:sp>
      <p:sp>
        <p:nvSpPr>
          <p:cNvPr id="3" name="Shape 2"/>
          <p:cNvSpPr>
            <a:spLocks noGrp="1"/>
          </p:cNvSpPr>
          <p:nvPr>
            <p:ph type="dt" sz="half" idx="10"/>
          </p:nvPr>
        </p:nvSpPr>
        <p:spPr/>
        <p:txBody>
          <a:bodyPr/>
          <a:lstStyle/>
          <a:p>
            <a:fld id="{69158A40-E205-4591-A797-25FCBBBBB569}" type="datetimeFigureOut">
              <a:rPr lang="zh-CN" altLang="en-US" smtClean="0">
                <a:solidFill>
                  <a:prstClr val="black"/>
                </a:solidFill>
              </a:rPr>
              <a:pPr/>
              <a:t>2020/11/2</a:t>
            </a:fld>
            <a:endParaRPr lang="zh-CN" altLang="en-US">
              <a:solidFill>
                <a:prstClr val="black"/>
              </a:solidFill>
            </a:endParaRPr>
          </a:p>
        </p:txBody>
      </p:sp>
      <p:sp>
        <p:nvSpPr>
          <p:cNvPr id="4" name="Shape 3"/>
          <p:cNvSpPr>
            <a:spLocks noGrp="1"/>
          </p:cNvSpPr>
          <p:nvPr>
            <p:ph type="ftr" sz="quarter" idx="11"/>
          </p:nvPr>
        </p:nvSpPr>
        <p:spPr/>
        <p:txBody>
          <a:bodyPr/>
          <a:lstStyle/>
          <a:p>
            <a:endParaRPr lang="zh-CN" altLang="en-US">
              <a:solidFill>
                <a:prstClr val="black"/>
              </a:solidFill>
            </a:endParaRPr>
          </a:p>
        </p:txBody>
      </p:sp>
      <p:sp>
        <p:nvSpPr>
          <p:cNvPr id="5" name="Shape 4"/>
          <p:cNvSpPr>
            <a:spLocks noGrp="1"/>
          </p:cNvSpPr>
          <p:nvPr>
            <p:ph type="sldNum" sz="quarter" idx="12"/>
          </p:nvPr>
        </p:nvSpPr>
        <p:spPr/>
        <p:txBody>
          <a:bodyPr/>
          <a:lstStyle/>
          <a:p>
            <a:fld id="{CAD4B76F-3F60-4C26-8191-03D7C0B588BC}"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360982590"/>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500130217"/>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grpSp>
        <p:nvGrpSpPr>
          <p:cNvPr id="8" name="Group 7"/>
          <p:cNvGrpSpPr/>
          <p:nvPr/>
        </p:nvGrpSpPr>
        <p:grpSpPr>
          <a:xfrm>
            <a:off x="0" y="0"/>
            <a:ext cx="9144000" cy="6858000"/>
            <a:chOff x="0" y="0"/>
            <a:chExt cx="9144000" cy="6858000"/>
          </a:xfrm>
        </p:grpSpPr>
        <p:pic>
          <p:nvPicPr>
            <p:cNvPr id="9" name="Rectangle 8"/>
            <p:cNvPicPr>
              <a:picLocks noChangeAspect="1"/>
            </p:cNvPicPr>
            <p:nvPr/>
          </p:nvPicPr>
          <p:blipFill>
            <a:blip r:embed="rId2" cstate="print">
              <a:duotone>
                <a:schemeClr val="accent2"/>
                <a:srgbClr val="FFFFFF"/>
              </a:duotone>
            </a:blip>
            <a:stretch>
              <a:fillRect/>
            </a:stretch>
          </p:blipFill>
          <p:spPr>
            <a:xfrm>
              <a:off x="0" y="857"/>
              <a:ext cx="8139683" cy="6857143"/>
            </a:xfrm>
            <a:prstGeom prst="rect">
              <a:avLst/>
            </a:prstGeom>
            <a:noFill/>
            <a:ln>
              <a:noFill/>
            </a:ln>
          </p:spPr>
        </p:pic>
        <p:pic>
          <p:nvPicPr>
            <p:cNvPr id="10" name="Rectangle 9"/>
            <p:cNvPicPr>
              <a:picLocks noChangeAspect="1"/>
            </p:cNvPicPr>
            <p:nvPr/>
          </p:nvPicPr>
          <p:blipFill>
            <a:blip r:embed="rId3" cstate="print">
              <a:duotone>
                <a:schemeClr val="accent3"/>
                <a:srgbClr val="FFFFFF"/>
              </a:duotone>
            </a:blip>
            <a:stretch>
              <a:fillRect/>
            </a:stretch>
          </p:blipFill>
          <p:spPr>
            <a:xfrm>
              <a:off x="3150349" y="0"/>
              <a:ext cx="5993651" cy="5244445"/>
            </a:xfrm>
            <a:prstGeom prst="rect">
              <a:avLst/>
            </a:prstGeom>
            <a:noFill/>
            <a:ln>
              <a:noFill/>
            </a:ln>
          </p:spPr>
        </p:pic>
        <p:pic>
          <p:nvPicPr>
            <p:cNvPr id="11" name="Rectangle 10"/>
            <p:cNvPicPr>
              <a:picLocks noChangeAspect="1"/>
            </p:cNvPicPr>
            <p:nvPr/>
          </p:nvPicPr>
          <p:blipFill>
            <a:blip r:embed="rId4" cstate="print">
              <a:duotone>
                <a:schemeClr val="accent1"/>
                <a:srgbClr val="FFFFFF"/>
              </a:duotone>
            </a:blip>
            <a:stretch>
              <a:fillRect/>
            </a:stretch>
          </p:blipFill>
          <p:spPr>
            <a:xfrm>
              <a:off x="293206" y="1042127"/>
              <a:ext cx="8850794" cy="5815873"/>
            </a:xfrm>
            <a:prstGeom prst="rect">
              <a:avLst/>
            </a:prstGeom>
            <a:noFill/>
            <a:ln>
              <a:noFill/>
            </a:ln>
          </p:spPr>
        </p:pic>
      </p:grpSp>
      <p:sp>
        <p:nvSpPr>
          <p:cNvPr id="2" name="Shape 1"/>
          <p:cNvSpPr>
            <a:spLocks noGrp="1"/>
          </p:cNvSpPr>
          <p:nvPr>
            <p:ph type="title" hasCustomPrompt="1"/>
          </p:nvPr>
        </p:nvSpPr>
        <p:spPr>
          <a:xfrm>
            <a:off x="457200" y="273050"/>
            <a:ext cx="3008313" cy="1162050"/>
          </a:xfrm>
        </p:spPr>
        <p:txBody>
          <a:bodyPr anchor="b"/>
          <a:lstStyle>
            <a:lvl1pPr algn="l" latinLnBrk="0">
              <a:defRPr lang="zh-TW" sz="2000" b="1"/>
            </a:lvl1pPr>
          </a:lstStyle>
          <a:p>
            <a:r>
              <a:rPr lang="zh-TW" altLang="en-US" dirty="0"/>
              <a:t>单击以编辑母</a:t>
            </a:r>
            <a:r>
              <a:rPr lang="zh-CN" altLang="en-US" dirty="0"/>
              <a:t>版</a:t>
            </a:r>
            <a:r>
              <a:rPr lang="zh-TW" altLang="en-US" dirty="0"/>
              <a:t>标题样式</a:t>
            </a:r>
            <a:endParaRPr lang="zh-TW" dirty="0"/>
          </a:p>
        </p:txBody>
      </p:sp>
      <p:sp>
        <p:nvSpPr>
          <p:cNvPr id="3" name="Shape 2"/>
          <p:cNvSpPr>
            <a:spLocks noGrp="1"/>
          </p:cNvSpPr>
          <p:nvPr>
            <p:ph idx="1" hasCustomPrompt="1"/>
          </p:nvPr>
        </p:nvSpPr>
        <p:spPr>
          <a:xfrm>
            <a:off x="3575050" y="273050"/>
            <a:ext cx="5111750" cy="5853113"/>
          </a:xfrm>
        </p:spPr>
        <p:txBody>
          <a:bodyPr/>
          <a:lstStyle>
            <a:lvl1pPr latinLnBrk="0">
              <a:defRPr lang="zh-TW" sz="3200"/>
            </a:lvl1pPr>
            <a:lvl2pPr>
              <a:defRPr lang="zh-TW" sz="2800"/>
            </a:lvl2pPr>
            <a:lvl3pPr>
              <a:defRPr lang="zh-TW" sz="2400"/>
            </a:lvl3pPr>
            <a:lvl4pPr>
              <a:defRPr lang="zh-TW" sz="2000"/>
            </a:lvl4pPr>
            <a:lvl5pPr>
              <a:defRPr lang="zh-TW" sz="2000"/>
            </a:lvl5pPr>
            <a:lvl6pPr>
              <a:defRPr lang="zh-TW" sz="2000"/>
            </a:lvl6pPr>
            <a:lvl7pPr>
              <a:defRPr lang="zh-TW" sz="2000"/>
            </a:lvl7pPr>
            <a:lvl8pPr>
              <a:defRPr lang="zh-TW" sz="2000"/>
            </a:lvl8pPr>
            <a:lvl9pPr>
              <a:defRPr lang="zh-TW" sz="2000"/>
            </a:lvl9pPr>
          </a:lstStyle>
          <a:p>
            <a:pPr lvl="0"/>
            <a:r>
              <a:rPr lang="zh-TW" altLang="en-US" dirty="0"/>
              <a:t>单击以编辑母</a:t>
            </a:r>
            <a:r>
              <a:rPr lang="zh-CN" altLang="en-US" dirty="0"/>
              <a:t>版</a:t>
            </a:r>
            <a:r>
              <a:rPr lang="zh-TW" altLang="en-US" dirty="0"/>
              <a:t>文字样式</a:t>
            </a:r>
          </a:p>
          <a:p>
            <a:pPr lvl="1"/>
            <a:r>
              <a:rPr lang="zh-TW" altLang="en-US" dirty="0"/>
              <a:t>第二层</a:t>
            </a:r>
          </a:p>
          <a:p>
            <a:pPr lvl="2"/>
            <a:r>
              <a:rPr lang="zh-TW" altLang="en-US" dirty="0"/>
              <a:t>第三层</a:t>
            </a:r>
          </a:p>
          <a:p>
            <a:pPr lvl="3"/>
            <a:r>
              <a:rPr lang="zh-TW" altLang="en-US" dirty="0"/>
              <a:t>第四层</a:t>
            </a:r>
          </a:p>
          <a:p>
            <a:pPr lvl="4"/>
            <a:r>
              <a:rPr lang="zh-TW" altLang="en-US" dirty="0"/>
              <a:t>第五层</a:t>
            </a:r>
            <a:endParaRPr lang="zh-TW" dirty="0"/>
          </a:p>
        </p:txBody>
      </p:sp>
      <p:sp>
        <p:nvSpPr>
          <p:cNvPr id="4" name="Shape 3"/>
          <p:cNvSpPr>
            <a:spLocks noGrp="1"/>
          </p:cNvSpPr>
          <p:nvPr>
            <p:ph type="body" sz="half" idx="2" hasCustomPrompt="1"/>
          </p:nvPr>
        </p:nvSpPr>
        <p:spPr>
          <a:xfrm>
            <a:off x="457200" y="1435100"/>
            <a:ext cx="3008313" cy="4691063"/>
          </a:xfrm>
        </p:spPr>
        <p:txBody>
          <a:bodyPr/>
          <a:lstStyle>
            <a:lvl1pPr marL="0" indent="0" latinLnBrk="0">
              <a:buNone/>
              <a:defRPr lang="zh-TW" sz="1400"/>
            </a:lvl1pPr>
            <a:lvl2pPr marL="457200" indent="0">
              <a:buNone/>
              <a:defRPr lang="zh-TW" sz="1200"/>
            </a:lvl2pPr>
            <a:lvl3pPr marL="914400" indent="0">
              <a:buNone/>
              <a:defRPr lang="zh-TW" sz="1000"/>
            </a:lvl3pPr>
            <a:lvl4pPr marL="1371600" indent="0">
              <a:buNone/>
              <a:defRPr lang="zh-TW" sz="900"/>
            </a:lvl4pPr>
            <a:lvl5pPr marL="1828800" indent="0">
              <a:buNone/>
              <a:defRPr lang="zh-TW" sz="900"/>
            </a:lvl5pPr>
            <a:lvl6pPr marL="2286000" indent="0">
              <a:buNone/>
              <a:defRPr lang="zh-TW" sz="900"/>
            </a:lvl6pPr>
            <a:lvl7pPr marL="2743200" indent="0">
              <a:buNone/>
              <a:defRPr lang="zh-TW" sz="900"/>
            </a:lvl7pPr>
            <a:lvl8pPr marL="3200400" indent="0">
              <a:buNone/>
              <a:defRPr lang="zh-TW" sz="900"/>
            </a:lvl8pPr>
            <a:lvl9pPr marL="3657600" indent="0">
              <a:buNone/>
              <a:defRPr lang="zh-TW" sz="900"/>
            </a:lvl9pPr>
          </a:lstStyle>
          <a:p>
            <a:pPr lvl="0"/>
            <a:r>
              <a:rPr lang="zh-TW" altLang="en-US" dirty="0"/>
              <a:t>单击以编辑母</a:t>
            </a:r>
            <a:r>
              <a:rPr lang="zh-CN" altLang="en-US" dirty="0"/>
              <a:t>版</a:t>
            </a:r>
            <a:r>
              <a:rPr lang="zh-TW" altLang="en-US" dirty="0"/>
              <a:t>文字样式</a:t>
            </a:r>
          </a:p>
        </p:txBody>
      </p:sp>
      <p:sp>
        <p:nvSpPr>
          <p:cNvPr id="5" name="Shape 4"/>
          <p:cNvSpPr>
            <a:spLocks noGrp="1"/>
          </p:cNvSpPr>
          <p:nvPr>
            <p:ph type="dt" sz="half" idx="10"/>
          </p:nvPr>
        </p:nvSpPr>
        <p:spPr/>
        <p:txBody>
          <a:bodyPr/>
          <a:lstStyle/>
          <a:p>
            <a:fld id="{69158A40-E205-4591-A797-25FCBBBBB569}" type="datetimeFigureOut">
              <a:rPr lang="zh-CN" altLang="en-US" smtClean="0">
                <a:solidFill>
                  <a:prstClr val="black"/>
                </a:solidFill>
              </a:rPr>
              <a:pPr/>
              <a:t>2020/11/2</a:t>
            </a:fld>
            <a:endParaRPr lang="zh-CN" altLang="en-US">
              <a:solidFill>
                <a:prstClr val="black"/>
              </a:solidFill>
            </a:endParaRPr>
          </a:p>
        </p:txBody>
      </p:sp>
      <p:sp>
        <p:nvSpPr>
          <p:cNvPr id="6" name="Shape 5"/>
          <p:cNvSpPr>
            <a:spLocks noGrp="1"/>
          </p:cNvSpPr>
          <p:nvPr>
            <p:ph type="ftr" sz="quarter" idx="11"/>
          </p:nvPr>
        </p:nvSpPr>
        <p:spPr/>
        <p:txBody>
          <a:bodyPr/>
          <a:lstStyle/>
          <a:p>
            <a:endParaRPr lang="zh-CN" altLang="en-US">
              <a:solidFill>
                <a:prstClr val="black"/>
              </a:solidFill>
            </a:endParaRPr>
          </a:p>
        </p:txBody>
      </p:sp>
      <p:sp>
        <p:nvSpPr>
          <p:cNvPr id="7" name="Shape 6"/>
          <p:cNvSpPr>
            <a:spLocks noGrp="1"/>
          </p:cNvSpPr>
          <p:nvPr>
            <p:ph type="sldNum" sz="quarter" idx="12"/>
          </p:nvPr>
        </p:nvSpPr>
        <p:spPr/>
        <p:txBody>
          <a:bodyPr/>
          <a:lstStyle/>
          <a:p>
            <a:fld id="{CAD4B76F-3F60-4C26-8191-03D7C0B588BC}"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092679186"/>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grpSp>
        <p:nvGrpSpPr>
          <p:cNvPr id="8" name="Group 7"/>
          <p:cNvGrpSpPr/>
          <p:nvPr/>
        </p:nvGrpSpPr>
        <p:grpSpPr>
          <a:xfrm>
            <a:off x="0" y="0"/>
            <a:ext cx="9144000" cy="6858000"/>
            <a:chOff x="0" y="0"/>
            <a:chExt cx="9144000" cy="6858000"/>
          </a:xfrm>
        </p:grpSpPr>
        <p:pic>
          <p:nvPicPr>
            <p:cNvPr id="9" name="Rectangle 8"/>
            <p:cNvPicPr>
              <a:picLocks noChangeAspect="1"/>
            </p:cNvPicPr>
            <p:nvPr/>
          </p:nvPicPr>
          <p:blipFill>
            <a:blip r:embed="rId2" cstate="print">
              <a:duotone>
                <a:schemeClr val="accent2"/>
                <a:srgbClr val="FFFFFF"/>
              </a:duotone>
            </a:blip>
            <a:stretch>
              <a:fillRect/>
            </a:stretch>
          </p:blipFill>
          <p:spPr>
            <a:xfrm>
              <a:off x="0" y="857"/>
              <a:ext cx="8139683" cy="6857143"/>
            </a:xfrm>
            <a:prstGeom prst="rect">
              <a:avLst/>
            </a:prstGeom>
            <a:noFill/>
            <a:ln>
              <a:noFill/>
            </a:ln>
          </p:spPr>
        </p:pic>
        <p:pic>
          <p:nvPicPr>
            <p:cNvPr id="10" name="Rectangle 9"/>
            <p:cNvPicPr>
              <a:picLocks noChangeAspect="1"/>
            </p:cNvPicPr>
            <p:nvPr/>
          </p:nvPicPr>
          <p:blipFill>
            <a:blip r:embed="rId3" cstate="print">
              <a:duotone>
                <a:schemeClr val="accent3"/>
                <a:srgbClr val="FFFFFF"/>
              </a:duotone>
            </a:blip>
            <a:stretch>
              <a:fillRect/>
            </a:stretch>
          </p:blipFill>
          <p:spPr>
            <a:xfrm>
              <a:off x="3150349" y="0"/>
              <a:ext cx="5993651" cy="5244445"/>
            </a:xfrm>
            <a:prstGeom prst="rect">
              <a:avLst/>
            </a:prstGeom>
            <a:noFill/>
            <a:ln>
              <a:noFill/>
            </a:ln>
          </p:spPr>
        </p:pic>
        <p:pic>
          <p:nvPicPr>
            <p:cNvPr id="11" name="Rectangle 10"/>
            <p:cNvPicPr>
              <a:picLocks noChangeAspect="1"/>
            </p:cNvPicPr>
            <p:nvPr/>
          </p:nvPicPr>
          <p:blipFill>
            <a:blip r:embed="rId4" cstate="print">
              <a:duotone>
                <a:schemeClr val="accent1"/>
                <a:srgbClr val="FFFFFF"/>
              </a:duotone>
            </a:blip>
            <a:stretch>
              <a:fillRect/>
            </a:stretch>
          </p:blipFill>
          <p:spPr>
            <a:xfrm>
              <a:off x="293206" y="1042127"/>
              <a:ext cx="8850794" cy="5815873"/>
            </a:xfrm>
            <a:prstGeom prst="rect">
              <a:avLst/>
            </a:prstGeom>
            <a:noFill/>
            <a:ln>
              <a:noFill/>
            </a:ln>
          </p:spPr>
        </p:pic>
      </p:grpSp>
      <p:sp>
        <p:nvSpPr>
          <p:cNvPr id="2" name="Shape 1"/>
          <p:cNvSpPr>
            <a:spLocks noGrp="1"/>
          </p:cNvSpPr>
          <p:nvPr>
            <p:ph type="title" hasCustomPrompt="1"/>
          </p:nvPr>
        </p:nvSpPr>
        <p:spPr>
          <a:xfrm>
            <a:off x="1792288" y="4800600"/>
            <a:ext cx="5486400" cy="566738"/>
          </a:xfrm>
        </p:spPr>
        <p:txBody>
          <a:bodyPr anchor="b"/>
          <a:lstStyle>
            <a:lvl1pPr algn="l" latinLnBrk="0">
              <a:defRPr lang="zh-TW" sz="2000" b="1"/>
            </a:lvl1pPr>
          </a:lstStyle>
          <a:p>
            <a:r>
              <a:rPr lang="zh-TW" altLang="en-US" dirty="0"/>
              <a:t>单击以编辑母</a:t>
            </a:r>
            <a:r>
              <a:rPr lang="zh-CN" altLang="en-US" dirty="0"/>
              <a:t>版</a:t>
            </a:r>
            <a:r>
              <a:rPr lang="zh-TW" altLang="en-US" dirty="0"/>
              <a:t>标题样式</a:t>
            </a:r>
            <a:endParaRPr lang="zh-TW" dirty="0"/>
          </a:p>
        </p:txBody>
      </p:sp>
      <p:sp>
        <p:nvSpPr>
          <p:cNvPr id="3" name="Shape 2"/>
          <p:cNvSpPr>
            <a:spLocks noGrp="1"/>
          </p:cNvSpPr>
          <p:nvPr>
            <p:ph type="pic" idx="1"/>
          </p:nvPr>
        </p:nvSpPr>
        <p:spPr>
          <a:xfrm>
            <a:off x="1792288" y="612775"/>
            <a:ext cx="5486400" cy="4114800"/>
          </a:xfrm>
        </p:spPr>
        <p:txBody>
          <a:bodyPr/>
          <a:lstStyle>
            <a:lvl1pPr marL="0" indent="0" latinLnBrk="0">
              <a:buNone/>
              <a:defRPr lang="zh-TW" sz="3200"/>
            </a:lvl1pPr>
            <a:lvl2pPr marL="457200" indent="0">
              <a:buNone/>
              <a:defRPr lang="zh-TW" sz="2800"/>
            </a:lvl2pPr>
            <a:lvl3pPr marL="914400" indent="0">
              <a:buNone/>
              <a:defRPr lang="zh-TW" sz="2400"/>
            </a:lvl3pPr>
            <a:lvl4pPr marL="1371600" indent="0">
              <a:buNone/>
              <a:defRPr lang="zh-TW" sz="2000"/>
            </a:lvl4pPr>
            <a:lvl5pPr marL="1828800" indent="0">
              <a:buNone/>
              <a:defRPr lang="zh-TW" sz="2000"/>
            </a:lvl5pPr>
            <a:lvl6pPr marL="2286000" indent="0">
              <a:buNone/>
              <a:defRPr lang="zh-TW" sz="2000"/>
            </a:lvl6pPr>
            <a:lvl7pPr marL="2743200" indent="0">
              <a:buNone/>
              <a:defRPr lang="zh-TW" sz="2000"/>
            </a:lvl7pPr>
            <a:lvl8pPr marL="3200400" indent="0">
              <a:buNone/>
              <a:defRPr lang="zh-TW" sz="2000"/>
            </a:lvl8pPr>
            <a:lvl9pPr marL="3657600" indent="0">
              <a:buNone/>
              <a:defRPr lang="zh-TW" sz="2000"/>
            </a:lvl9pPr>
          </a:lstStyle>
          <a:p>
            <a:r>
              <a:rPr lang="zh-CN" altLang="en-US"/>
              <a:t>单击图标添加图片</a:t>
            </a:r>
            <a:endParaRPr lang="zh-TW" dirty="0"/>
          </a:p>
        </p:txBody>
      </p:sp>
      <p:sp>
        <p:nvSpPr>
          <p:cNvPr id="4" name="Shape 3"/>
          <p:cNvSpPr>
            <a:spLocks noGrp="1"/>
          </p:cNvSpPr>
          <p:nvPr>
            <p:ph type="body" sz="half" idx="2" hasCustomPrompt="1"/>
          </p:nvPr>
        </p:nvSpPr>
        <p:spPr>
          <a:xfrm>
            <a:off x="1792288" y="5367338"/>
            <a:ext cx="5486400" cy="804862"/>
          </a:xfrm>
        </p:spPr>
        <p:txBody>
          <a:bodyPr/>
          <a:lstStyle>
            <a:lvl1pPr marL="0" indent="0" latinLnBrk="0">
              <a:buNone/>
              <a:defRPr lang="zh-TW" sz="1400"/>
            </a:lvl1pPr>
            <a:lvl2pPr marL="457200" indent="0">
              <a:buNone/>
              <a:defRPr lang="zh-TW" sz="1200"/>
            </a:lvl2pPr>
            <a:lvl3pPr marL="914400" indent="0">
              <a:buNone/>
              <a:defRPr lang="zh-TW" sz="1000"/>
            </a:lvl3pPr>
            <a:lvl4pPr marL="1371600" indent="0">
              <a:buNone/>
              <a:defRPr lang="zh-TW" sz="900"/>
            </a:lvl4pPr>
            <a:lvl5pPr marL="1828800" indent="0">
              <a:buNone/>
              <a:defRPr lang="zh-TW" sz="900"/>
            </a:lvl5pPr>
            <a:lvl6pPr marL="2286000" indent="0">
              <a:buNone/>
              <a:defRPr lang="zh-TW" sz="900"/>
            </a:lvl6pPr>
            <a:lvl7pPr marL="2743200" indent="0">
              <a:buNone/>
              <a:defRPr lang="zh-TW" sz="900"/>
            </a:lvl7pPr>
            <a:lvl8pPr marL="3200400" indent="0">
              <a:buNone/>
              <a:defRPr lang="zh-TW" sz="900"/>
            </a:lvl8pPr>
            <a:lvl9pPr marL="3657600" indent="0">
              <a:buNone/>
              <a:defRPr lang="zh-TW" sz="900"/>
            </a:lvl9pPr>
          </a:lstStyle>
          <a:p>
            <a:pPr lvl="0"/>
            <a:r>
              <a:rPr lang="zh-TW" altLang="en-US" dirty="0"/>
              <a:t>单击以编辑母</a:t>
            </a:r>
            <a:r>
              <a:rPr lang="zh-CN" altLang="en-US" dirty="0"/>
              <a:t>版</a:t>
            </a:r>
            <a:r>
              <a:rPr lang="zh-TW" altLang="en-US" dirty="0"/>
              <a:t>文字样式</a:t>
            </a:r>
          </a:p>
        </p:txBody>
      </p:sp>
      <p:sp>
        <p:nvSpPr>
          <p:cNvPr id="5" name="Shape 4"/>
          <p:cNvSpPr>
            <a:spLocks noGrp="1"/>
          </p:cNvSpPr>
          <p:nvPr>
            <p:ph type="dt" sz="half" idx="10"/>
          </p:nvPr>
        </p:nvSpPr>
        <p:spPr/>
        <p:txBody>
          <a:bodyPr/>
          <a:lstStyle/>
          <a:p>
            <a:fld id="{69158A40-E205-4591-A797-25FCBBBBB569}" type="datetimeFigureOut">
              <a:rPr lang="zh-CN" altLang="en-US" smtClean="0">
                <a:solidFill>
                  <a:prstClr val="black"/>
                </a:solidFill>
              </a:rPr>
              <a:pPr/>
              <a:t>2020/11/2</a:t>
            </a:fld>
            <a:endParaRPr lang="zh-CN" altLang="en-US">
              <a:solidFill>
                <a:prstClr val="black"/>
              </a:solidFill>
            </a:endParaRPr>
          </a:p>
        </p:txBody>
      </p:sp>
      <p:sp>
        <p:nvSpPr>
          <p:cNvPr id="6" name="Shape 5"/>
          <p:cNvSpPr>
            <a:spLocks noGrp="1"/>
          </p:cNvSpPr>
          <p:nvPr>
            <p:ph type="ftr" sz="quarter" idx="11"/>
          </p:nvPr>
        </p:nvSpPr>
        <p:spPr/>
        <p:txBody>
          <a:bodyPr/>
          <a:lstStyle/>
          <a:p>
            <a:endParaRPr lang="zh-CN" altLang="en-US">
              <a:solidFill>
                <a:prstClr val="black"/>
              </a:solidFill>
            </a:endParaRPr>
          </a:p>
        </p:txBody>
      </p:sp>
      <p:sp>
        <p:nvSpPr>
          <p:cNvPr id="7" name="Shape 6"/>
          <p:cNvSpPr>
            <a:spLocks noGrp="1"/>
          </p:cNvSpPr>
          <p:nvPr>
            <p:ph type="sldNum" sz="quarter" idx="12"/>
          </p:nvPr>
        </p:nvSpPr>
        <p:spPr/>
        <p:txBody>
          <a:bodyPr/>
          <a:lstStyle/>
          <a:p>
            <a:fld id="{CAD4B76F-3F60-4C26-8191-03D7C0B588BC}"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819679255"/>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6.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image" Target="../media/image5.png"/><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image" Target="../media/image4.png"/><Relationship Id="rId5" Type="http://schemas.openxmlformats.org/officeDocument/2006/relationships/slideLayout" Target="../slideLayouts/slideLayout18.xml"/><Relationship Id="rId10" Type="http://schemas.openxmlformats.org/officeDocument/2006/relationships/theme" Target="../theme/theme2.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descr="Light horizontal"/>
          <p:cNvSpPr>
            <a:spLocks noChangeArrowheads="1"/>
          </p:cNvSpPr>
          <p:nvPr/>
        </p:nvSpPr>
        <p:spPr bwMode="auto">
          <a:xfrm>
            <a:off x="-7938" y="0"/>
            <a:ext cx="479426" cy="6858000"/>
          </a:xfrm>
          <a:prstGeom prst="rect">
            <a:avLst/>
          </a:prstGeom>
          <a:blipFill dpi="0" rotWithShape="0">
            <a:blip r:embed="rId15"/>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27" name="Rectangle 3"/>
          <p:cNvSpPr>
            <a:spLocks noChangeArrowheads="1"/>
          </p:cNvSpPr>
          <p:nvPr/>
        </p:nvSpPr>
        <p:spPr bwMode="auto">
          <a:xfrm>
            <a:off x="0" y="0"/>
            <a:ext cx="9153525" cy="685800"/>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endParaRPr lang="zh-CN" altLang="en-US">
              <a:ea typeface="宋体" pitchFamily="2" charset="-122"/>
            </a:endParaRPr>
          </a:p>
        </p:txBody>
      </p:sp>
      <p:sp>
        <p:nvSpPr>
          <p:cNvPr id="1028" name="AutoShape 4"/>
          <p:cNvSpPr>
            <a:spLocks noChangeArrowheads="1"/>
          </p:cNvSpPr>
          <p:nvPr/>
        </p:nvSpPr>
        <p:spPr bwMode="auto">
          <a:xfrm>
            <a:off x="304800" y="288925"/>
            <a:ext cx="7670800" cy="644525"/>
          </a:xfrm>
          <a:prstGeom prst="roundRect">
            <a:avLst>
              <a:gd name="adj" fmla="val 16667"/>
            </a:avLst>
          </a:prstGeom>
          <a:solidFill>
            <a:schemeClr val="tx1"/>
          </a:solidFill>
          <a:ln w="28575" cmpd="sng">
            <a:solidFill>
              <a:schemeClr val="bg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normAutofit/>
          </a:bodyPr>
          <a:lstStyle/>
          <a:p>
            <a:endParaRPr lang="zh-CN" altLang="en-US"/>
          </a:p>
        </p:txBody>
      </p:sp>
      <p:sp>
        <p:nvSpPr>
          <p:cNvPr id="1029" name="Rectangle 5"/>
          <p:cNvSpPr>
            <a:spLocks noGrp="1" noChangeArrowheads="1"/>
          </p:cNvSpPr>
          <p:nvPr>
            <p:ph type="body" idx="1"/>
          </p:nvPr>
        </p:nvSpPr>
        <p:spPr bwMode="auto">
          <a:xfrm>
            <a:off x="457200" y="1076325"/>
            <a:ext cx="8229600"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30" name="Rectangle 6"/>
          <p:cNvSpPr>
            <a:spLocks noGrp="1" noChangeArrowheads="1"/>
          </p:cNvSpPr>
          <p:nvPr>
            <p:ph type="dt" sz="half" idx="2"/>
          </p:nvPr>
        </p:nvSpPr>
        <p:spPr bwMode="auto">
          <a:xfrm>
            <a:off x="457200" y="6400800"/>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ea typeface="宋体" pitchFamily="2" charset="-122"/>
              </a:defRPr>
            </a:lvl1pPr>
          </a:lstStyle>
          <a:p>
            <a:fld id="{530820CF-B880-4189-942D-D702A7CBA730}" type="datetimeFigureOut">
              <a:rPr lang="zh-CN" altLang="en-US" smtClean="0"/>
              <a:t>2020/11/2</a:t>
            </a:fld>
            <a:endParaRPr lang="zh-CN" altLang="en-US"/>
          </a:p>
        </p:txBody>
      </p:sp>
      <p:sp>
        <p:nvSpPr>
          <p:cNvPr id="1031" name="Rectangle 7"/>
          <p:cNvSpPr>
            <a:spLocks noGrp="1" noChangeArrowheads="1"/>
          </p:cNvSpPr>
          <p:nvPr>
            <p:ph type="ftr" sz="quarter" idx="3"/>
          </p:nvPr>
        </p:nvSpPr>
        <p:spPr bwMode="auto">
          <a:xfrm>
            <a:off x="3124200" y="6400800"/>
            <a:ext cx="2895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ea typeface="宋体" pitchFamily="2" charset="-122"/>
              </a:defRPr>
            </a:lvl1pPr>
          </a:lstStyle>
          <a:p>
            <a:endParaRPr lang="zh-CN" altLang="en-US"/>
          </a:p>
        </p:txBody>
      </p:sp>
      <p:sp>
        <p:nvSpPr>
          <p:cNvPr id="1032" name="Rectangle 8"/>
          <p:cNvSpPr>
            <a:spLocks noGrp="1" noChangeArrowheads="1"/>
          </p:cNvSpPr>
          <p:nvPr>
            <p:ph type="sldNum" sz="quarter" idx="4"/>
          </p:nvPr>
        </p:nvSpPr>
        <p:spPr bwMode="auto">
          <a:xfrm>
            <a:off x="6553200" y="6400800"/>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ea typeface="宋体" pitchFamily="2" charset="-122"/>
              </a:defRPr>
            </a:lvl1pPr>
          </a:lstStyle>
          <a:p>
            <a:fld id="{0C913308-F349-4B6D-A68A-DD1791B4A57B}" type="slidenum">
              <a:rPr lang="zh-CN" altLang="en-US" smtClean="0"/>
              <a:t>‹#›</a:t>
            </a:fld>
            <a:endParaRPr lang="zh-CN" altLang="en-US"/>
          </a:p>
        </p:txBody>
      </p:sp>
      <p:sp>
        <p:nvSpPr>
          <p:cNvPr id="1033" name="Rectangle 9"/>
          <p:cNvSpPr>
            <a:spLocks noGrp="1" noChangeArrowheads="1"/>
          </p:cNvSpPr>
          <p:nvPr>
            <p:ph type="title"/>
          </p:nvPr>
        </p:nvSpPr>
        <p:spPr bwMode="auto">
          <a:xfrm>
            <a:off x="457200" y="319088"/>
            <a:ext cx="7391400"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pic>
        <p:nvPicPr>
          <p:cNvPr id="2" name="图片 1"/>
          <p:cNvPicPr>
            <a:picLocks noChangeAspect="1"/>
          </p:cNvPicPr>
          <p:nvPr/>
        </p:nvPicPr>
        <p:blipFill>
          <a:blip r:embed="rId1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7775347" y="-152426"/>
            <a:ext cx="1407939" cy="1676451"/>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txStyles>
    <p:titleStyle>
      <a:lvl1pPr algn="just" rtl="0" eaLnBrk="1" fontAlgn="base" hangingPunct="1">
        <a:spcBef>
          <a:spcPct val="0"/>
        </a:spcBef>
        <a:spcAft>
          <a:spcPct val="0"/>
        </a:spcAft>
        <a:defRPr sz="3600" baseline="0">
          <a:solidFill>
            <a:srgbClr val="002060"/>
          </a:solidFill>
          <a:latin typeface="+mj-lt"/>
          <a:ea typeface="微软雅黑" pitchFamily="34" charset="-122"/>
          <a:cs typeface="+mj-cs"/>
        </a:defRPr>
      </a:lvl1pPr>
      <a:lvl2pPr algn="ctr" rtl="0" eaLnBrk="1" fontAlgn="base" hangingPunct="1">
        <a:spcBef>
          <a:spcPct val="0"/>
        </a:spcBef>
        <a:spcAft>
          <a:spcPct val="0"/>
        </a:spcAft>
        <a:defRPr sz="3600">
          <a:solidFill>
            <a:schemeClr val="bg1"/>
          </a:solidFill>
          <a:latin typeface="Arial" pitchFamily="34" charset="0"/>
        </a:defRPr>
      </a:lvl2pPr>
      <a:lvl3pPr algn="ctr" rtl="0" eaLnBrk="1" fontAlgn="base" hangingPunct="1">
        <a:spcBef>
          <a:spcPct val="0"/>
        </a:spcBef>
        <a:spcAft>
          <a:spcPct val="0"/>
        </a:spcAft>
        <a:defRPr sz="3600">
          <a:solidFill>
            <a:schemeClr val="bg1"/>
          </a:solidFill>
          <a:latin typeface="Arial" pitchFamily="34" charset="0"/>
        </a:defRPr>
      </a:lvl3pPr>
      <a:lvl4pPr algn="ctr" rtl="0" eaLnBrk="1" fontAlgn="base" hangingPunct="1">
        <a:spcBef>
          <a:spcPct val="0"/>
        </a:spcBef>
        <a:spcAft>
          <a:spcPct val="0"/>
        </a:spcAft>
        <a:defRPr sz="3600">
          <a:solidFill>
            <a:schemeClr val="bg1"/>
          </a:solidFill>
          <a:latin typeface="Arial" pitchFamily="34" charset="0"/>
        </a:defRPr>
      </a:lvl4pPr>
      <a:lvl5pPr algn="ctr" rtl="0" eaLnBrk="1" fontAlgn="base" hangingPunct="1">
        <a:spcBef>
          <a:spcPct val="0"/>
        </a:spcBef>
        <a:spcAft>
          <a:spcPct val="0"/>
        </a:spcAft>
        <a:defRPr sz="3600">
          <a:solidFill>
            <a:schemeClr val="bg1"/>
          </a:solidFill>
          <a:latin typeface="Arial" pitchFamily="34" charset="0"/>
        </a:defRPr>
      </a:lvl5pPr>
      <a:lvl6pPr marL="457200" algn="ctr" rtl="0" eaLnBrk="1" fontAlgn="base" hangingPunct="1">
        <a:spcBef>
          <a:spcPct val="0"/>
        </a:spcBef>
        <a:spcAft>
          <a:spcPct val="0"/>
        </a:spcAft>
        <a:defRPr sz="3600">
          <a:solidFill>
            <a:schemeClr val="bg1"/>
          </a:solidFill>
          <a:latin typeface="Arial" pitchFamily="34" charset="0"/>
        </a:defRPr>
      </a:lvl6pPr>
      <a:lvl7pPr marL="914400" algn="ctr" rtl="0" eaLnBrk="1" fontAlgn="base" hangingPunct="1">
        <a:spcBef>
          <a:spcPct val="0"/>
        </a:spcBef>
        <a:spcAft>
          <a:spcPct val="0"/>
        </a:spcAft>
        <a:defRPr sz="3600">
          <a:solidFill>
            <a:schemeClr val="bg1"/>
          </a:solidFill>
          <a:latin typeface="Arial" pitchFamily="34" charset="0"/>
        </a:defRPr>
      </a:lvl7pPr>
      <a:lvl8pPr marL="1371600" algn="ctr" rtl="0" eaLnBrk="1" fontAlgn="base" hangingPunct="1">
        <a:spcBef>
          <a:spcPct val="0"/>
        </a:spcBef>
        <a:spcAft>
          <a:spcPct val="0"/>
        </a:spcAft>
        <a:defRPr sz="3600">
          <a:solidFill>
            <a:schemeClr val="bg1"/>
          </a:solidFill>
          <a:latin typeface="Arial" pitchFamily="34" charset="0"/>
        </a:defRPr>
      </a:lvl8pPr>
      <a:lvl9pPr marL="1828800" algn="ctr" rtl="0" eaLnBrk="1" fontAlgn="base" hangingPunct="1">
        <a:spcBef>
          <a:spcPct val="0"/>
        </a:spcBef>
        <a:spcAft>
          <a:spcPct val="0"/>
        </a:spcAft>
        <a:defRPr sz="3600">
          <a:solidFill>
            <a:schemeClr val="bg1"/>
          </a:solidFill>
          <a:latin typeface="Arial" pitchFamily="34" charset="0"/>
        </a:defRPr>
      </a:lvl9pPr>
    </p:titleStyle>
    <p:bodyStyle>
      <a:lvl1pPr marL="342900" indent="-342900" algn="just" rtl="0" eaLnBrk="1" fontAlgn="base" hangingPunct="1">
        <a:spcBef>
          <a:spcPct val="20000"/>
        </a:spcBef>
        <a:spcAft>
          <a:spcPct val="0"/>
        </a:spcAft>
        <a:buClr>
          <a:schemeClr val="accent4"/>
        </a:buClr>
        <a:buSzPct val="80000"/>
        <a:buFont typeface="Wingdings" pitchFamily="2" charset="2"/>
        <a:buChar char="v"/>
        <a:defRPr sz="3200" baseline="0">
          <a:solidFill>
            <a:srgbClr val="002060"/>
          </a:solidFill>
          <a:latin typeface="+mn-lt"/>
          <a:ea typeface="微软雅黑" pitchFamily="34" charset="-122"/>
          <a:cs typeface="+mn-cs"/>
        </a:defRPr>
      </a:lvl1pPr>
      <a:lvl2pPr marL="742950" indent="-285750" algn="just" rtl="0" eaLnBrk="1" fontAlgn="base" hangingPunct="1">
        <a:spcBef>
          <a:spcPct val="20000"/>
        </a:spcBef>
        <a:spcAft>
          <a:spcPct val="0"/>
        </a:spcAft>
        <a:buClr>
          <a:schemeClr val="accent1"/>
        </a:buClr>
        <a:buFont typeface="Wingdings" pitchFamily="2" charset="2"/>
        <a:buChar char="§"/>
        <a:defRPr sz="2800" baseline="0">
          <a:solidFill>
            <a:srgbClr val="002060"/>
          </a:solidFill>
          <a:latin typeface="+mn-lt"/>
          <a:ea typeface="微软雅黑" pitchFamily="34" charset="-122"/>
        </a:defRPr>
      </a:lvl2pPr>
      <a:lvl3pPr marL="1143000" indent="-228600" algn="just" rtl="0" eaLnBrk="1" fontAlgn="base" hangingPunct="1">
        <a:spcBef>
          <a:spcPct val="20000"/>
        </a:spcBef>
        <a:spcAft>
          <a:spcPct val="0"/>
        </a:spcAft>
        <a:buClr>
          <a:schemeClr val="tx1"/>
        </a:buClr>
        <a:buChar char="•"/>
        <a:defRPr sz="2400" baseline="0">
          <a:solidFill>
            <a:srgbClr val="002060"/>
          </a:solidFill>
          <a:latin typeface="+mn-lt"/>
          <a:ea typeface="微软雅黑" pitchFamily="34" charset="-122"/>
        </a:defRPr>
      </a:lvl3pPr>
      <a:lvl4pPr marL="1600200" indent="-228600" algn="just" rtl="0" eaLnBrk="1" fontAlgn="base" hangingPunct="1">
        <a:spcBef>
          <a:spcPct val="20000"/>
        </a:spcBef>
        <a:spcAft>
          <a:spcPct val="0"/>
        </a:spcAft>
        <a:buChar char="–"/>
        <a:defRPr sz="2000" baseline="0">
          <a:solidFill>
            <a:srgbClr val="002060"/>
          </a:solidFill>
          <a:latin typeface="+mn-lt"/>
          <a:ea typeface="微软雅黑" pitchFamily="34" charset="-122"/>
        </a:defRPr>
      </a:lvl4pPr>
      <a:lvl5pPr marL="2057400" indent="-228600" algn="just" rtl="0" eaLnBrk="1" fontAlgn="base" hangingPunct="1">
        <a:spcBef>
          <a:spcPct val="20000"/>
        </a:spcBef>
        <a:spcAft>
          <a:spcPct val="0"/>
        </a:spcAft>
        <a:buChar char="»"/>
        <a:defRPr sz="2000" baseline="0">
          <a:solidFill>
            <a:srgbClr val="002060"/>
          </a:solidFill>
          <a:latin typeface="+mn-lt"/>
          <a:ea typeface="微软雅黑" pitchFamily="34" charset="-122"/>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Group 13"/>
          <p:cNvGrpSpPr/>
          <p:nvPr/>
        </p:nvGrpSpPr>
        <p:grpSpPr>
          <a:xfrm>
            <a:off x="0" y="0"/>
            <a:ext cx="9144000" cy="6867525"/>
            <a:chOff x="0" y="0"/>
            <a:chExt cx="9144000" cy="6867525"/>
          </a:xfrm>
        </p:grpSpPr>
        <p:grpSp>
          <p:nvGrpSpPr>
            <p:cNvPr id="10" name="Group 10"/>
            <p:cNvGrpSpPr/>
            <p:nvPr/>
          </p:nvGrpSpPr>
          <p:grpSpPr>
            <a:xfrm>
              <a:off x="0" y="0"/>
              <a:ext cx="9144000" cy="6858000"/>
              <a:chOff x="0" y="0"/>
              <a:chExt cx="9144000" cy="6858000"/>
            </a:xfrm>
          </p:grpSpPr>
          <p:pic>
            <p:nvPicPr>
              <p:cNvPr id="7" name="Rectangle 6"/>
              <p:cNvPicPr>
                <a:picLocks noChangeAspect="1"/>
              </p:cNvPicPr>
              <p:nvPr/>
            </p:nvPicPr>
            <p:blipFill>
              <a:blip r:embed="rId11" cstate="print">
                <a:duotone>
                  <a:schemeClr val="accent2"/>
                  <a:srgbClr val="FFFFFF"/>
                </a:duotone>
              </a:blip>
              <a:stretch>
                <a:fillRect/>
              </a:stretch>
            </p:blipFill>
            <p:spPr>
              <a:xfrm>
                <a:off x="0" y="857"/>
                <a:ext cx="8139683" cy="6857143"/>
              </a:xfrm>
              <a:prstGeom prst="rect">
                <a:avLst/>
              </a:prstGeom>
              <a:noFill/>
              <a:ln>
                <a:noFill/>
              </a:ln>
            </p:spPr>
          </p:pic>
          <p:pic>
            <p:nvPicPr>
              <p:cNvPr id="8" name="Rectangle 7"/>
              <p:cNvPicPr>
                <a:picLocks noChangeAspect="1"/>
              </p:cNvPicPr>
              <p:nvPr/>
            </p:nvPicPr>
            <p:blipFill>
              <a:blip r:embed="rId12" cstate="print">
                <a:duotone>
                  <a:schemeClr val="accent3"/>
                  <a:srgbClr val="FFFFFF"/>
                </a:duotone>
              </a:blip>
              <a:stretch>
                <a:fillRect/>
              </a:stretch>
            </p:blipFill>
            <p:spPr>
              <a:xfrm>
                <a:off x="3150349" y="0"/>
                <a:ext cx="5993651" cy="5244445"/>
              </a:xfrm>
              <a:prstGeom prst="rect">
                <a:avLst/>
              </a:prstGeom>
              <a:noFill/>
              <a:ln>
                <a:noFill/>
              </a:ln>
            </p:spPr>
          </p:pic>
          <p:pic>
            <p:nvPicPr>
              <p:cNvPr id="9" name="Rectangle 8"/>
              <p:cNvPicPr>
                <a:picLocks noChangeAspect="1"/>
              </p:cNvPicPr>
              <p:nvPr/>
            </p:nvPicPr>
            <p:blipFill>
              <a:blip r:embed="rId13" cstate="print">
                <a:duotone>
                  <a:schemeClr val="accent1"/>
                  <a:srgbClr val="FFFFFF"/>
                </a:duotone>
              </a:blip>
              <a:stretch>
                <a:fillRect/>
              </a:stretch>
            </p:blipFill>
            <p:spPr>
              <a:xfrm>
                <a:off x="293206" y="1042127"/>
                <a:ext cx="8850794" cy="5815873"/>
              </a:xfrm>
              <a:prstGeom prst="rect">
                <a:avLst/>
              </a:prstGeom>
              <a:noFill/>
              <a:ln>
                <a:noFill/>
              </a:ln>
            </p:spPr>
          </p:pic>
        </p:grpSp>
        <p:sp>
          <p:nvSpPr>
            <p:cNvPr id="12" name="Rectangle 11"/>
            <p:cNvSpPr/>
            <p:nvPr/>
          </p:nvSpPr>
          <p:spPr>
            <a:xfrm flipV="1">
              <a:off x="685800" y="1152525"/>
              <a:ext cx="8458200" cy="5715000"/>
            </a:xfrm>
            <a:prstGeom prst="rect">
              <a:avLst/>
            </a:prstGeom>
            <a:gradFill flip="none" rotWithShape="1">
              <a:gsLst>
                <a:gs pos="100000">
                  <a:schemeClr val="bg1">
                    <a:alpha val="35000"/>
                  </a:schemeClr>
                </a:gs>
                <a:gs pos="40000">
                  <a:schemeClr val="bg1">
                    <a:alpha val="35000"/>
                  </a:schemeClr>
                </a:gs>
                <a:gs pos="21000">
                  <a:schemeClr val="bg1">
                    <a:alpha val="0"/>
                  </a:schemeClr>
                </a:gs>
              </a:gsLst>
              <a:lin ang="0" scaled="1"/>
              <a:tileRect/>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TW" altLang="en-US">
                <a:solidFill>
                  <a:prstClr val="white"/>
                </a:solidFill>
              </a:endParaRPr>
            </a:p>
          </p:txBody>
        </p:sp>
        <p:cxnSp>
          <p:nvCxnSpPr>
            <p:cNvPr id="13" name="Straight Connector 12"/>
            <p:cNvCxnSpPr/>
            <p:nvPr/>
          </p:nvCxnSpPr>
          <p:spPr>
            <a:xfrm>
              <a:off x="685800" y="1152525"/>
              <a:ext cx="8458200" cy="1588"/>
            </a:xfrm>
            <a:prstGeom prst="line">
              <a:avLst/>
            </a:prstGeom>
            <a:ln w="6350" cap="rnd" cmpd="sng" algn="ctr">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2" name="Rectangle 1"/>
          <p:cNvSpPr>
            <a:spLocks noGrp="1"/>
          </p:cNvSpPr>
          <p:nvPr>
            <p:ph type="title"/>
          </p:nvPr>
        </p:nvSpPr>
        <p:spPr>
          <a:xfrm>
            <a:off x="685800" y="142875"/>
            <a:ext cx="8001000" cy="1112838"/>
          </a:xfrm>
          <a:prstGeom prst="rect">
            <a:avLst/>
          </a:prstGeom>
        </p:spPr>
        <p:txBody>
          <a:bodyPr vert="horz" rtlCol="0" anchor="b" anchorCtr="0">
            <a:normAutofit/>
            <a:scene3d>
              <a:camera prst="orthographicFront"/>
              <a:lightRig rig="glow" dir="tl">
                <a:rot lat="0" lon="0" rev="5400000"/>
              </a:lightRig>
            </a:scene3d>
            <a:sp3d contourW="12700">
              <a:bevelT w="25400" h="25400"/>
              <a:contourClr>
                <a:schemeClr val="accent6">
                  <a:shade val="73000"/>
                </a:schemeClr>
              </a:contourClr>
            </a:sp3d>
          </a:bodyPr>
          <a:lstStyle/>
          <a:p>
            <a:r>
              <a:rPr lang="zh-TW" dirty="0"/>
              <a:t>单击以编辑母</a:t>
            </a:r>
            <a:r>
              <a:rPr lang="zh-CN" altLang="en-US" dirty="0"/>
              <a:t>版</a:t>
            </a:r>
            <a:r>
              <a:rPr lang="zh-TW" dirty="0"/>
              <a:t>标题样式</a:t>
            </a:r>
          </a:p>
        </p:txBody>
      </p:sp>
      <p:sp>
        <p:nvSpPr>
          <p:cNvPr id="3" name="Rectangle 2"/>
          <p:cNvSpPr>
            <a:spLocks noGrp="1"/>
          </p:cNvSpPr>
          <p:nvPr>
            <p:ph type="body" idx="1"/>
          </p:nvPr>
        </p:nvSpPr>
        <p:spPr>
          <a:xfrm>
            <a:off x="685800" y="1295401"/>
            <a:ext cx="8001000" cy="4830763"/>
          </a:xfrm>
          <a:prstGeom prst="rect">
            <a:avLst/>
          </a:prstGeom>
        </p:spPr>
        <p:txBody>
          <a:bodyPr vert="horz" rtlCol="0">
            <a:normAutofit/>
          </a:bodyPr>
          <a:lstStyle/>
          <a:p>
            <a:pPr lvl="0"/>
            <a:r>
              <a:rPr lang="zh-TW" dirty="0"/>
              <a:t>单击以编辑</a:t>
            </a:r>
            <a:r>
              <a:rPr lang="zh-CN" altLang="en-US" dirty="0"/>
              <a:t>母版</a:t>
            </a:r>
            <a:r>
              <a:rPr lang="zh-TW" dirty="0"/>
              <a:t>文字样式</a:t>
            </a:r>
          </a:p>
          <a:p>
            <a:pPr lvl="1"/>
            <a:r>
              <a:rPr lang="zh-TW" dirty="0"/>
              <a:t>第二层</a:t>
            </a:r>
          </a:p>
          <a:p>
            <a:pPr lvl="2"/>
            <a:r>
              <a:rPr lang="zh-TW" dirty="0"/>
              <a:t>第三层</a:t>
            </a:r>
          </a:p>
          <a:p>
            <a:pPr lvl="3"/>
            <a:r>
              <a:rPr lang="zh-TW" dirty="0"/>
              <a:t>第四层</a:t>
            </a:r>
          </a:p>
          <a:p>
            <a:pPr lvl="4"/>
            <a:r>
              <a:rPr lang="zh-TW" dirty="0"/>
              <a:t>第五层</a:t>
            </a:r>
          </a:p>
        </p:txBody>
      </p:sp>
      <p:sp>
        <p:nvSpPr>
          <p:cNvPr id="4" name="Rectangle 3"/>
          <p:cNvSpPr>
            <a:spLocks noGrp="1"/>
          </p:cNvSpPr>
          <p:nvPr>
            <p:ph type="dt" sz="half" idx="2"/>
          </p:nvPr>
        </p:nvSpPr>
        <p:spPr>
          <a:xfrm>
            <a:off x="685800" y="6356350"/>
            <a:ext cx="2133600" cy="365125"/>
          </a:xfrm>
          <a:prstGeom prst="rect">
            <a:avLst/>
          </a:prstGeom>
        </p:spPr>
        <p:txBody>
          <a:bodyPr vert="horz" rtlCol="0" anchor="ctr"/>
          <a:lstStyle>
            <a:lvl1pPr algn="l" latinLnBrk="0">
              <a:defRPr lang="zh-TW" sz="1200">
                <a:solidFill>
                  <a:schemeClr val="tx1"/>
                </a:solidFill>
              </a:defRPr>
            </a:lvl1pPr>
          </a:lstStyle>
          <a:p>
            <a:fld id="{69158A40-E205-4591-A797-25FCBBBBB569}" type="datetimeFigureOut">
              <a:rPr lang="zh-CN" altLang="en-US" smtClean="0">
                <a:solidFill>
                  <a:prstClr val="black"/>
                </a:solidFill>
              </a:rPr>
              <a:pPr/>
              <a:t>2020/11/2</a:t>
            </a:fld>
            <a:endParaRPr lang="zh-CN" altLang="en-US">
              <a:solidFill>
                <a:prstClr val="black"/>
              </a:solidFill>
            </a:endParaRPr>
          </a:p>
        </p:txBody>
      </p:sp>
      <p:sp>
        <p:nvSpPr>
          <p:cNvPr id="5" name="Rectangle 4"/>
          <p:cNvSpPr>
            <a:spLocks noGrp="1"/>
          </p:cNvSpPr>
          <p:nvPr>
            <p:ph type="ftr" sz="quarter" idx="3"/>
          </p:nvPr>
        </p:nvSpPr>
        <p:spPr>
          <a:xfrm>
            <a:off x="3238500" y="6356350"/>
            <a:ext cx="2895600" cy="365125"/>
          </a:xfrm>
          <a:prstGeom prst="rect">
            <a:avLst/>
          </a:prstGeom>
        </p:spPr>
        <p:txBody>
          <a:bodyPr vert="horz" rtlCol="0" anchor="ctr"/>
          <a:lstStyle>
            <a:lvl1pPr algn="ctr" latinLnBrk="0">
              <a:defRPr lang="zh-TW" sz="1200">
                <a:solidFill>
                  <a:schemeClr val="tx1"/>
                </a:solidFill>
              </a:defRPr>
            </a:lvl1pPr>
          </a:lstStyle>
          <a:p>
            <a:endParaRPr lang="zh-CN" altLang="en-US">
              <a:solidFill>
                <a:prstClr val="black"/>
              </a:solidFill>
            </a:endParaRPr>
          </a:p>
        </p:txBody>
      </p:sp>
      <p:sp>
        <p:nvSpPr>
          <p:cNvPr id="6" name="Rectangle 5"/>
          <p:cNvSpPr>
            <a:spLocks noGrp="1"/>
          </p:cNvSpPr>
          <p:nvPr>
            <p:ph type="sldNum" sz="quarter" idx="4"/>
          </p:nvPr>
        </p:nvSpPr>
        <p:spPr>
          <a:xfrm>
            <a:off x="6553200" y="6356350"/>
            <a:ext cx="2133600" cy="365125"/>
          </a:xfrm>
          <a:prstGeom prst="rect">
            <a:avLst/>
          </a:prstGeom>
        </p:spPr>
        <p:txBody>
          <a:bodyPr vert="horz" rtlCol="0" anchor="ctr"/>
          <a:lstStyle>
            <a:lvl1pPr algn="r" latinLnBrk="0">
              <a:defRPr lang="zh-TW" sz="1200">
                <a:solidFill>
                  <a:schemeClr val="tx1"/>
                </a:solidFill>
              </a:defRPr>
            </a:lvl1pPr>
          </a:lstStyle>
          <a:p>
            <a:fld id="{CAD4B76F-3F60-4C26-8191-03D7C0B588BC}"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16492884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Lst>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txStyles>
    <p:titleStyle>
      <a:lvl1pPr algn="l" rtl="0" eaLnBrk="1" latinLnBrk="0" hangingPunct="1">
        <a:spcBef>
          <a:spcPct val="0"/>
        </a:spcBef>
        <a:buNone/>
        <a:defRPr lang="zh-TW" sz="4000" b="1" kern="1200" cap="none" spc="0" baseline="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mj-lt"/>
          <a:ea typeface="+mj-ea"/>
          <a:cs typeface="+mj-cs"/>
        </a:defRPr>
      </a:lvl1pPr>
    </p:titleStyle>
    <p:bodyStyle>
      <a:lvl1pPr marL="342900" indent="-342900" algn="l" rtl="0" eaLnBrk="1" latinLnBrk="0" hangingPunct="1">
        <a:lnSpc>
          <a:spcPct val="150000"/>
        </a:lnSpc>
        <a:spcBef>
          <a:spcPts val="600"/>
        </a:spcBef>
        <a:spcAft>
          <a:spcPts val="600"/>
        </a:spcAft>
        <a:buClr>
          <a:srgbClr val="7030A0"/>
        </a:buClr>
        <a:buFont typeface="Webdings" panose="05030102010509060703" pitchFamily="18" charset="2"/>
        <a:buChar char=""/>
        <a:defRPr lang="zh-TW" sz="28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1" latinLnBrk="0" hangingPunct="1">
        <a:lnSpc>
          <a:spcPct val="150000"/>
        </a:lnSpc>
        <a:spcBef>
          <a:spcPts val="600"/>
        </a:spcBef>
        <a:spcAft>
          <a:spcPts val="600"/>
        </a:spcAft>
        <a:buFont typeface="Arial"/>
        <a:buChar char="–"/>
        <a:defRPr lang="zh-TW"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1" latinLnBrk="0" hangingPunct="1">
        <a:lnSpc>
          <a:spcPct val="150000"/>
        </a:lnSpc>
        <a:spcBef>
          <a:spcPts val="600"/>
        </a:spcBef>
        <a:spcAft>
          <a:spcPts val="600"/>
        </a:spcAft>
        <a:buFont typeface="Arial"/>
        <a:buChar char="•"/>
        <a:defRPr lang="zh-TW"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1" latinLnBrk="0" hangingPunct="1">
        <a:lnSpc>
          <a:spcPct val="150000"/>
        </a:lnSpc>
        <a:spcBef>
          <a:spcPts val="600"/>
        </a:spcBef>
        <a:spcAft>
          <a:spcPts val="600"/>
        </a:spcAft>
        <a:buFont typeface="Arial"/>
        <a:buChar char="–"/>
        <a:defRPr lang="zh-TW"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1" latinLnBrk="0" hangingPunct="1">
        <a:lnSpc>
          <a:spcPct val="150000"/>
        </a:lnSpc>
        <a:spcBef>
          <a:spcPts val="600"/>
        </a:spcBef>
        <a:spcAft>
          <a:spcPts val="600"/>
        </a:spcAft>
        <a:buFont typeface="Arial"/>
        <a:buChar char="»"/>
        <a:defRPr lang="zh-TW"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rtl="0" eaLnBrk="1" latinLnBrk="0" hangingPunct="1">
        <a:spcBef>
          <a:spcPct val="20000"/>
        </a:spcBef>
        <a:buFont typeface="Arial"/>
        <a:buChar char="•"/>
        <a:defRPr lang="zh-TW"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lang="zh-TW"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lang="zh-TW"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lang="zh-TW" sz="2000" kern="1200">
          <a:solidFill>
            <a:schemeClr val="tx1"/>
          </a:solidFill>
          <a:latin typeface="+mn-lt"/>
          <a:ea typeface="+mn-ea"/>
          <a:cs typeface="+mn-cs"/>
        </a:defRPr>
      </a:lvl9pPr>
    </p:bodyStyle>
    <p:otherStyle>
      <a:lvl1pPr marL="0" algn="l" rtl="0" eaLnBrk="1" latinLnBrk="0" hangingPunct="1">
        <a:defRPr lang="zh-TW" kern="1200">
          <a:solidFill>
            <a:schemeClr val="tx1"/>
          </a:solidFill>
          <a:latin typeface="+mn-lt"/>
          <a:ea typeface="+mn-ea"/>
          <a:cs typeface="+mn-cs"/>
        </a:defRPr>
      </a:lvl1pPr>
      <a:lvl2pPr marL="457200" algn="l" rtl="0" eaLnBrk="1" hangingPunct="1">
        <a:defRPr lang="zh-TW" kern="1200">
          <a:solidFill>
            <a:schemeClr val="tx1"/>
          </a:solidFill>
          <a:latin typeface="+mn-lt"/>
          <a:ea typeface="+mn-ea"/>
          <a:cs typeface="+mn-cs"/>
        </a:defRPr>
      </a:lvl2pPr>
      <a:lvl3pPr marL="914400" algn="l" rtl="0" eaLnBrk="1" hangingPunct="1">
        <a:defRPr lang="zh-TW" kern="1200">
          <a:solidFill>
            <a:schemeClr val="tx1"/>
          </a:solidFill>
          <a:latin typeface="+mn-lt"/>
          <a:ea typeface="+mn-ea"/>
          <a:cs typeface="+mn-cs"/>
        </a:defRPr>
      </a:lvl3pPr>
      <a:lvl4pPr marL="1371600" algn="l" rtl="0" eaLnBrk="1" hangingPunct="1">
        <a:defRPr lang="zh-TW" kern="1200">
          <a:solidFill>
            <a:schemeClr val="tx1"/>
          </a:solidFill>
          <a:latin typeface="+mn-lt"/>
          <a:ea typeface="+mn-ea"/>
          <a:cs typeface="+mn-cs"/>
        </a:defRPr>
      </a:lvl4pPr>
      <a:lvl5pPr marL="1828800" algn="l" rtl="0" eaLnBrk="1" hangingPunct="1">
        <a:defRPr lang="zh-TW" kern="1200">
          <a:solidFill>
            <a:schemeClr val="tx1"/>
          </a:solidFill>
          <a:latin typeface="+mn-lt"/>
          <a:ea typeface="+mn-ea"/>
          <a:cs typeface="+mn-cs"/>
        </a:defRPr>
      </a:lvl5pPr>
      <a:lvl6pPr marL="2286000" algn="l" rtl="0" eaLnBrk="1" hangingPunct="1">
        <a:defRPr lang="zh-TW" kern="1200">
          <a:solidFill>
            <a:schemeClr val="tx1"/>
          </a:solidFill>
          <a:latin typeface="+mn-lt"/>
          <a:ea typeface="+mn-ea"/>
          <a:cs typeface="+mn-cs"/>
        </a:defRPr>
      </a:lvl6pPr>
      <a:lvl7pPr marL="2743200" algn="l" rtl="0" eaLnBrk="1" hangingPunct="1">
        <a:defRPr lang="zh-TW" kern="1200">
          <a:solidFill>
            <a:schemeClr val="tx1"/>
          </a:solidFill>
          <a:latin typeface="+mn-lt"/>
          <a:ea typeface="+mn-ea"/>
          <a:cs typeface="+mn-cs"/>
        </a:defRPr>
      </a:lvl7pPr>
      <a:lvl8pPr marL="3200400" algn="l" rtl="0" eaLnBrk="1" hangingPunct="1">
        <a:defRPr lang="zh-TW" kern="1200">
          <a:solidFill>
            <a:schemeClr val="tx1"/>
          </a:solidFill>
          <a:latin typeface="+mn-lt"/>
          <a:ea typeface="+mn-ea"/>
          <a:cs typeface="+mn-cs"/>
        </a:defRPr>
      </a:lvl8pPr>
      <a:lvl9pPr marL="3657600" algn="l" rtl="0" eaLnBrk="1" hangingPunct="1">
        <a:defRPr lang="zh-TW"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14.xml"/><Relationship Id="rId3" Type="http://schemas.openxmlformats.org/officeDocument/2006/relationships/slide" Target="slide4.xml"/><Relationship Id="rId7" Type="http://schemas.openxmlformats.org/officeDocument/2006/relationships/slide" Target="slide8.xml"/><Relationship Id="rId12" Type="http://schemas.openxmlformats.org/officeDocument/2006/relationships/slide" Target="slide13.xml"/><Relationship Id="rId17" Type="http://schemas.openxmlformats.org/officeDocument/2006/relationships/slide" Target="slide18.xml"/><Relationship Id="rId2" Type="http://schemas.openxmlformats.org/officeDocument/2006/relationships/image" Target="../media/image8.jpg"/><Relationship Id="rId16" Type="http://schemas.openxmlformats.org/officeDocument/2006/relationships/slide" Target="slide17.xml"/><Relationship Id="rId1" Type="http://schemas.openxmlformats.org/officeDocument/2006/relationships/slideLayout" Target="../slideLayouts/slideLayout3.xml"/><Relationship Id="rId6" Type="http://schemas.openxmlformats.org/officeDocument/2006/relationships/slide" Target="slide7.xml"/><Relationship Id="rId11" Type="http://schemas.openxmlformats.org/officeDocument/2006/relationships/slide" Target="slide12.xml"/><Relationship Id="rId5" Type="http://schemas.openxmlformats.org/officeDocument/2006/relationships/slide" Target="slide6.xml"/><Relationship Id="rId15" Type="http://schemas.openxmlformats.org/officeDocument/2006/relationships/slide" Target="slide16.xml"/><Relationship Id="rId10" Type="http://schemas.openxmlformats.org/officeDocument/2006/relationships/slide" Target="slide11.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5.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403648" y="4191000"/>
            <a:ext cx="7239000" cy="1012825"/>
          </a:xfrm>
        </p:spPr>
        <p:txBody>
          <a:bodyPr/>
          <a:lstStyle/>
          <a:p>
            <a:r>
              <a:rPr lang="zh-CN" altLang="en-US" dirty="0"/>
              <a:t>北京，你知道多少？</a:t>
            </a:r>
          </a:p>
        </p:txBody>
      </p:sp>
      <p:sp>
        <p:nvSpPr>
          <p:cNvPr id="3" name="副标题 2"/>
          <p:cNvSpPr>
            <a:spLocks noGrp="1"/>
          </p:cNvSpPr>
          <p:nvPr>
            <p:ph type="subTitle" idx="1"/>
          </p:nvPr>
        </p:nvSpPr>
        <p:spPr>
          <a:xfrm>
            <a:off x="1403648" y="5105401"/>
            <a:ext cx="7086600" cy="533400"/>
          </a:xfrm>
        </p:spPr>
        <p:txBody>
          <a:bodyPr/>
          <a:lstStyle/>
          <a:p>
            <a:r>
              <a:rPr lang="zh-CN" altLang="en-US" dirty="0">
                <a:solidFill>
                  <a:srgbClr val="FFFF00"/>
                </a:solidFill>
              </a:rPr>
              <a:t>中华人民共和国首都简介</a:t>
            </a:r>
          </a:p>
          <a:p>
            <a:endParaRPr lang="zh-CN" altLang="en-US" dirty="0"/>
          </a:p>
        </p:txBody>
      </p:sp>
      <p:pic>
        <p:nvPicPr>
          <p:cNvPr id="4" name="北京欢迎你.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1769081953"/>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0" fill="hold"/>
                                        <p:tgtEl>
                                          <p:spTgt spid="2"/>
                                        </p:tgtEl>
                                        <p:attrNameLst>
                                          <p:attrName>ppt_x</p:attrName>
                                        </p:attrNameLst>
                                      </p:cBhvr>
                                      <p:tavLst>
                                        <p:tav tm="0">
                                          <p:val>
                                            <p:strVal val="0-#ppt_w/2"/>
                                          </p:val>
                                        </p:tav>
                                        <p:tav tm="100000">
                                          <p:val>
                                            <p:strVal val="#ppt_x"/>
                                          </p:val>
                                        </p:tav>
                                      </p:tavLst>
                                    </p:anim>
                                    <p:anim calcmode="lin" valueType="num">
                                      <p:cBhvr additive="base">
                                        <p:cTn id="8" dur="30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30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12" dur="3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13" fill="hold">
                            <p:stCondLst>
                              <p:cond delay="3000"/>
                            </p:stCondLst>
                            <p:childTnLst>
                              <p:par>
                                <p:cTn id="14" presetID="2" presetClass="exit" presetSubtype="8" fill="hold" grpId="1" nodeType="afterEffect">
                                  <p:stCondLst>
                                    <p:cond delay="1000"/>
                                  </p:stCondLst>
                                  <p:childTnLst>
                                    <p:anim calcmode="lin" valueType="num">
                                      <p:cBhvr additive="base">
                                        <p:cTn id="15" dur="3000"/>
                                        <p:tgtEl>
                                          <p:spTgt spid="2"/>
                                        </p:tgtEl>
                                        <p:attrNameLst>
                                          <p:attrName>ppt_x</p:attrName>
                                        </p:attrNameLst>
                                      </p:cBhvr>
                                      <p:tavLst>
                                        <p:tav tm="0">
                                          <p:val>
                                            <p:strVal val="ppt_x"/>
                                          </p:val>
                                        </p:tav>
                                        <p:tav tm="100000">
                                          <p:val>
                                            <p:strVal val="0-ppt_w/2"/>
                                          </p:val>
                                        </p:tav>
                                      </p:tavLst>
                                    </p:anim>
                                    <p:anim calcmode="lin" valueType="num">
                                      <p:cBhvr additive="base">
                                        <p:cTn id="16" dur="3000"/>
                                        <p:tgtEl>
                                          <p:spTgt spid="2"/>
                                        </p:tgtEl>
                                        <p:attrNameLst>
                                          <p:attrName>ppt_y</p:attrName>
                                        </p:attrNameLst>
                                      </p:cBhvr>
                                      <p:tavLst>
                                        <p:tav tm="0">
                                          <p:val>
                                            <p:strVal val="ppt_y"/>
                                          </p:val>
                                        </p:tav>
                                        <p:tav tm="100000">
                                          <p:val>
                                            <p:strVal val="ppt_y"/>
                                          </p:val>
                                        </p:tav>
                                      </p:tavLst>
                                    </p:anim>
                                    <p:set>
                                      <p:cBhvr>
                                        <p:cTn id="17" dur="1" fill="hold">
                                          <p:stCondLst>
                                            <p:cond delay="2999"/>
                                          </p:stCondLst>
                                        </p:cTn>
                                        <p:tgtEl>
                                          <p:spTgt spid="2"/>
                                        </p:tgtEl>
                                        <p:attrNameLst>
                                          <p:attrName>style.visibility</p:attrName>
                                        </p:attrNameLst>
                                      </p:cBhvr>
                                      <p:to>
                                        <p:strVal val="hidden"/>
                                      </p:to>
                                    </p:set>
                                  </p:childTnLst>
                                </p:cTn>
                              </p:par>
                              <p:par>
                                <p:cTn id="18" presetID="2" presetClass="exit" presetSubtype="2" fill="hold" nodeType="withEffect">
                                  <p:stCondLst>
                                    <p:cond delay="1000"/>
                                  </p:stCondLst>
                                  <p:childTnLst>
                                    <p:anim calcmode="lin" valueType="num">
                                      <p:cBhvr additive="base">
                                        <p:cTn id="19" dur="3000"/>
                                        <p:tgtEl>
                                          <p:spTgt spid="3">
                                            <p:txEl>
                                              <p:pRg st="0" end="0"/>
                                            </p:txEl>
                                          </p:spTgt>
                                        </p:tgtEl>
                                        <p:attrNameLst>
                                          <p:attrName>ppt_x</p:attrName>
                                        </p:attrNameLst>
                                      </p:cBhvr>
                                      <p:tavLst>
                                        <p:tav tm="0">
                                          <p:val>
                                            <p:strVal val="ppt_x"/>
                                          </p:val>
                                        </p:tav>
                                        <p:tav tm="100000">
                                          <p:val>
                                            <p:strVal val="1+ppt_w/2"/>
                                          </p:val>
                                        </p:tav>
                                      </p:tavLst>
                                    </p:anim>
                                    <p:anim calcmode="lin" valueType="num">
                                      <p:cBhvr additive="base">
                                        <p:cTn id="20" dur="3000"/>
                                        <p:tgtEl>
                                          <p:spTgt spid="3">
                                            <p:txEl>
                                              <p:pRg st="0" end="0"/>
                                            </p:txEl>
                                          </p:spTgt>
                                        </p:tgtEl>
                                        <p:attrNameLst>
                                          <p:attrName>ppt_y</p:attrName>
                                        </p:attrNameLst>
                                      </p:cBhvr>
                                      <p:tavLst>
                                        <p:tav tm="0">
                                          <p:val>
                                            <p:strVal val="ppt_y"/>
                                          </p:val>
                                        </p:tav>
                                        <p:tav tm="100000">
                                          <p:val>
                                            <p:strVal val="ppt_y"/>
                                          </p:val>
                                        </p:tav>
                                      </p:tavLst>
                                    </p:anim>
                                    <p:set>
                                      <p:cBhvr>
                                        <p:cTn id="21" dur="1" fill="hold">
                                          <p:stCondLst>
                                            <p:cond delay="2999"/>
                                          </p:stCondLst>
                                        </p:cTn>
                                        <p:tgtEl>
                                          <p:spTgt spid="3">
                                            <p:txEl>
                                              <p:pRg st="0" end="0"/>
                                            </p:txEl>
                                          </p:spTgt>
                                        </p:tgtEl>
                                        <p:attrNameLst>
                                          <p:attrName>style.visibility</p:attrName>
                                        </p:attrNameLst>
                                      </p:cBhvr>
                                      <p:to>
                                        <p:strVal val="hidden"/>
                                      </p:to>
                                    </p:set>
                                  </p:childTnLst>
                                </p:cTn>
                              </p:par>
                            </p:childTnLst>
                          </p:cTn>
                        </p:par>
                        <p:par>
                          <p:cTn id="22" fill="hold">
                            <p:stCondLst>
                              <p:cond delay="7000"/>
                            </p:stCondLst>
                            <p:childTnLst>
                              <p:par>
                                <p:cTn id="23" presetID="45" presetClass="entr" presetSubtype="0" fill="hold" grpId="2" nodeType="afterEffect">
                                  <p:stCondLst>
                                    <p:cond delay="200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4000"/>
                                        <p:tgtEl>
                                          <p:spTgt spid="2"/>
                                        </p:tgtEl>
                                      </p:cBhvr>
                                    </p:animEffect>
                                    <p:anim calcmode="lin" valueType="num">
                                      <p:cBhvr>
                                        <p:cTn id="26" dur="4000" fill="hold"/>
                                        <p:tgtEl>
                                          <p:spTgt spid="2"/>
                                        </p:tgtEl>
                                        <p:attrNameLst>
                                          <p:attrName>ppt_w</p:attrName>
                                        </p:attrNameLst>
                                      </p:cBhvr>
                                      <p:tavLst>
                                        <p:tav tm="0" fmla="#ppt_w*sin(2.5*pi*$)">
                                          <p:val>
                                            <p:fltVal val="0"/>
                                          </p:val>
                                        </p:tav>
                                        <p:tav tm="100000">
                                          <p:val>
                                            <p:fltVal val="1"/>
                                          </p:val>
                                        </p:tav>
                                      </p:tavLst>
                                    </p:anim>
                                    <p:anim calcmode="lin" valueType="num">
                                      <p:cBhvr>
                                        <p:cTn id="27" dur="4000" fill="hold"/>
                                        <p:tgtEl>
                                          <p:spTgt spid="2"/>
                                        </p:tgtEl>
                                        <p:attrNameLst>
                                          <p:attrName>ppt_h</p:attrName>
                                        </p:attrNameLst>
                                      </p:cBhvr>
                                      <p:tavLst>
                                        <p:tav tm="0">
                                          <p:val>
                                            <p:strVal val="#ppt_h"/>
                                          </p:val>
                                        </p:tav>
                                        <p:tav tm="100000">
                                          <p:val>
                                            <p:strVal val="#ppt_h"/>
                                          </p:val>
                                        </p:tav>
                                      </p:tavLst>
                                    </p:anim>
                                  </p:childTnLst>
                                </p:cTn>
                              </p:par>
                              <p:par>
                                <p:cTn id="28" presetID="45" presetClass="entr" presetSubtype="0" fill="hold" nodeType="withEffect">
                                  <p:stCondLst>
                                    <p:cond delay="2000"/>
                                  </p:stCondLst>
                                  <p:childTnLst>
                                    <p:set>
                                      <p:cBhvr>
                                        <p:cTn id="29" dur="1" fill="hold">
                                          <p:stCondLst>
                                            <p:cond delay="0"/>
                                          </p:stCondLst>
                                        </p:cTn>
                                        <p:tgtEl>
                                          <p:spTgt spid="3">
                                            <p:txEl>
                                              <p:pRg st="0" end="0"/>
                                            </p:txEl>
                                          </p:spTgt>
                                        </p:tgtEl>
                                        <p:attrNameLst>
                                          <p:attrName>style.visibility</p:attrName>
                                        </p:attrNameLst>
                                      </p:cBhvr>
                                      <p:to>
                                        <p:strVal val="visible"/>
                                      </p:to>
                                    </p:set>
                                    <p:animEffect transition="in" filter="fade">
                                      <p:cBhvr>
                                        <p:cTn id="30" dur="4000"/>
                                        <p:tgtEl>
                                          <p:spTgt spid="3">
                                            <p:txEl>
                                              <p:pRg st="0" end="0"/>
                                            </p:txEl>
                                          </p:spTgt>
                                        </p:tgtEl>
                                      </p:cBhvr>
                                    </p:animEffect>
                                    <p:anim calcmode="lin" valueType="num">
                                      <p:cBhvr>
                                        <p:cTn id="31" dur="4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32" dur="4000" fill="hold"/>
                                        <p:tgtEl>
                                          <p:spTgt spid="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 presetClass="mediacall" presetSubtype="0" fill="hold" nodeType="clickEffect">
                                  <p:stCondLst>
                                    <p:cond delay="0"/>
                                  </p:stCondLst>
                                  <p:childTnLst>
                                    <p:cmd type="call" cmd="playFrom(0.0)">
                                      <p:cBhvr>
                                        <p:cTn id="3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18" showWhenStopped="0">
                <p:cTn id="37" fill="hold" display="0">
                  <p:stCondLst>
                    <p:cond delay="indefinite"/>
                  </p:stCondLst>
                  <p:endCondLst>
                    <p:cond evt="onStopAudio" delay="0">
                      <p:tgtEl>
                        <p:sldTgt/>
                      </p:tgtEl>
                    </p:cond>
                  </p:endCondLst>
                </p:cTn>
                <p:tgtEl>
                  <p:spTgt spid="4"/>
                </p:tgtEl>
              </p:cMediaNode>
            </p:audio>
          </p:childTnLst>
        </p:cTn>
      </p:par>
    </p:tnLst>
    <p:bldLst>
      <p:bldP spid="2" grpId="0"/>
      <p:bldP spid="2" grpId="1"/>
      <p:bldP spid="2" grpId="2"/>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5"/>
          <p:cNvGraphicFramePr>
            <a:graphicFrameLocks noGrp="1"/>
          </p:cNvGraphicFramePr>
          <p:nvPr>
            <p:ph idx="1"/>
            <p:extLst>
              <p:ext uri="{D42A27DB-BD31-4B8C-83A1-F6EECF244321}">
                <p14:modId xmlns:p14="http://schemas.microsoft.com/office/powerpoint/2010/main" val="463845197"/>
              </p:ext>
            </p:extLst>
          </p:nvPr>
        </p:nvGraphicFramePr>
        <p:xfrm>
          <a:off x="971600" y="2132856"/>
          <a:ext cx="7128792" cy="4032458"/>
        </p:xfrm>
        <a:graphic>
          <a:graphicData uri="http://schemas.openxmlformats.org/drawingml/2006/table">
            <a:tbl>
              <a:tblPr firstRow="1" firstCol="1" bandRow="1"/>
              <a:tblGrid>
                <a:gridCol w="944343">
                  <a:extLst>
                    <a:ext uri="{9D8B030D-6E8A-4147-A177-3AD203B41FA5}">
                      <a16:colId xmlns:a16="http://schemas.microsoft.com/office/drawing/2014/main" val="20000"/>
                    </a:ext>
                  </a:extLst>
                </a:gridCol>
                <a:gridCol w="2410774">
                  <a:extLst>
                    <a:ext uri="{9D8B030D-6E8A-4147-A177-3AD203B41FA5}">
                      <a16:colId xmlns:a16="http://schemas.microsoft.com/office/drawing/2014/main" val="20001"/>
                    </a:ext>
                  </a:extLst>
                </a:gridCol>
                <a:gridCol w="1048613">
                  <a:extLst>
                    <a:ext uri="{9D8B030D-6E8A-4147-A177-3AD203B41FA5}">
                      <a16:colId xmlns:a16="http://schemas.microsoft.com/office/drawing/2014/main" val="20002"/>
                    </a:ext>
                  </a:extLst>
                </a:gridCol>
                <a:gridCol w="2725062">
                  <a:extLst>
                    <a:ext uri="{9D8B030D-6E8A-4147-A177-3AD203B41FA5}">
                      <a16:colId xmlns:a16="http://schemas.microsoft.com/office/drawing/2014/main" val="20003"/>
                    </a:ext>
                  </a:extLst>
                </a:gridCol>
              </a:tblGrid>
              <a:tr h="328628">
                <a:tc>
                  <a:txBody>
                    <a:bodyPr/>
                    <a:lstStyle/>
                    <a:p>
                      <a:pPr>
                        <a:spcAft>
                          <a:spcPts val="0"/>
                        </a:spcAft>
                      </a:pPr>
                      <a:r>
                        <a:rPr lang="zh-CN" sz="900" b="0">
                          <a:solidFill>
                            <a:srgbClr val="5F497A"/>
                          </a:solidFill>
                          <a:effectLst/>
                          <a:latin typeface="微软雅黑"/>
                          <a:cs typeface="Times New Roman"/>
                        </a:rPr>
                        <a:t>中文名称</a:t>
                      </a:r>
                      <a:endParaRPr lang="zh-CN" sz="900" b="1">
                        <a:solidFill>
                          <a:srgbClr val="5F497A"/>
                        </a:solidFill>
                        <a:effectLst/>
                        <a:latin typeface="微软雅黑"/>
                        <a:cs typeface="Times New Roman"/>
                      </a:endParaRPr>
                    </a:p>
                  </a:txBody>
                  <a:tcPr marL="53975" marR="53975" marT="0" marB="0" anchor="ctr">
                    <a:lnL>
                      <a:noFill/>
                    </a:lnL>
                    <a:lnR>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tcPr>
                </a:tc>
                <a:tc>
                  <a:txBody>
                    <a:bodyPr/>
                    <a:lstStyle/>
                    <a:p>
                      <a:pPr>
                        <a:spcAft>
                          <a:spcPts val="0"/>
                        </a:spcAft>
                      </a:pPr>
                      <a:r>
                        <a:rPr lang="zh-CN" sz="900" b="0">
                          <a:solidFill>
                            <a:srgbClr val="5F497A"/>
                          </a:solidFill>
                          <a:effectLst/>
                          <a:latin typeface="微软雅黑"/>
                          <a:cs typeface="Times New Roman"/>
                        </a:rPr>
                        <a:t>北京</a:t>
                      </a:r>
                      <a:endParaRPr lang="zh-CN" sz="900" b="1">
                        <a:solidFill>
                          <a:srgbClr val="5F497A"/>
                        </a:solidFill>
                        <a:effectLst/>
                        <a:latin typeface="微软雅黑"/>
                        <a:cs typeface="Times New Roman"/>
                      </a:endParaRPr>
                    </a:p>
                  </a:txBody>
                  <a:tcPr marL="53975" marR="53975" marT="0" marB="0" anchor="ctr">
                    <a:lnL>
                      <a:noFill/>
                    </a:lnL>
                    <a:lnR w="28575" cap="flat" cmpd="dbl" algn="ctr">
                      <a:solidFill>
                        <a:srgbClr val="7030A0"/>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tcPr>
                </a:tc>
                <a:tc>
                  <a:txBody>
                    <a:bodyPr/>
                    <a:lstStyle/>
                    <a:p>
                      <a:pPr>
                        <a:spcAft>
                          <a:spcPts val="0"/>
                        </a:spcAft>
                      </a:pPr>
                      <a:r>
                        <a:rPr lang="zh-CN" sz="900" b="0">
                          <a:solidFill>
                            <a:srgbClr val="5F497A"/>
                          </a:solidFill>
                          <a:effectLst/>
                          <a:latin typeface="微软雅黑"/>
                          <a:cs typeface="Times New Roman"/>
                        </a:rPr>
                        <a:t>政府驻地</a:t>
                      </a:r>
                      <a:endParaRPr lang="zh-CN" sz="900" b="1">
                        <a:solidFill>
                          <a:srgbClr val="5F497A"/>
                        </a:solidFill>
                        <a:effectLst/>
                        <a:latin typeface="微软雅黑"/>
                        <a:cs typeface="Times New Roman"/>
                      </a:endParaRPr>
                    </a:p>
                  </a:txBody>
                  <a:tcPr marL="53975" marR="53975" marT="0" marB="0" anchor="ctr">
                    <a:lnL w="28575" cap="flat" cmpd="dbl" algn="ctr">
                      <a:solidFill>
                        <a:srgbClr val="7030A0"/>
                      </a:solidFill>
                      <a:prstDash val="solid"/>
                      <a:round/>
                      <a:headEnd type="none" w="med" len="med"/>
                      <a:tailEnd type="none" w="med" len="med"/>
                    </a:lnL>
                    <a:lnR>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tcPr>
                </a:tc>
                <a:tc>
                  <a:txBody>
                    <a:bodyPr/>
                    <a:lstStyle/>
                    <a:p>
                      <a:pPr>
                        <a:spcAft>
                          <a:spcPts val="0"/>
                        </a:spcAft>
                      </a:pPr>
                      <a:r>
                        <a:rPr lang="zh-CN" sz="900" b="0">
                          <a:solidFill>
                            <a:srgbClr val="5F497A"/>
                          </a:solidFill>
                          <a:effectLst/>
                          <a:latin typeface="微软雅黑"/>
                          <a:cs typeface="Times New Roman"/>
                        </a:rPr>
                        <a:t>东城区正义路</a:t>
                      </a:r>
                      <a:r>
                        <a:rPr lang="en-US" sz="900" b="0">
                          <a:solidFill>
                            <a:srgbClr val="5F497A"/>
                          </a:solidFill>
                          <a:effectLst/>
                          <a:latin typeface="微软雅黑"/>
                          <a:cs typeface="Times New Roman"/>
                        </a:rPr>
                        <a:t>2</a:t>
                      </a:r>
                      <a:r>
                        <a:rPr lang="zh-CN" sz="900" b="0">
                          <a:solidFill>
                            <a:srgbClr val="5F497A"/>
                          </a:solidFill>
                          <a:effectLst/>
                          <a:latin typeface="微软雅黑"/>
                          <a:cs typeface="Times New Roman"/>
                        </a:rPr>
                        <a:t>号</a:t>
                      </a:r>
                      <a:endParaRPr lang="zh-CN" sz="900" b="1">
                        <a:solidFill>
                          <a:srgbClr val="5F497A"/>
                        </a:solidFill>
                        <a:effectLst/>
                        <a:latin typeface="微软雅黑"/>
                        <a:cs typeface="Times New Roman"/>
                      </a:endParaRPr>
                    </a:p>
                  </a:txBody>
                  <a:tcPr marL="53975" marR="53975" marT="0" marB="0" anchor="ctr">
                    <a:lnL>
                      <a:noFill/>
                    </a:lnL>
                    <a:lnR>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tcPr>
                </a:tc>
                <a:extLst>
                  <a:ext uri="{0D108BD9-81ED-4DB2-BD59-A6C34878D82A}">
                    <a16:rowId xmlns:a16="http://schemas.microsoft.com/office/drawing/2014/main" val="10000"/>
                  </a:ext>
                </a:extLst>
              </a:tr>
              <a:tr h="328628">
                <a:tc>
                  <a:txBody>
                    <a:bodyPr/>
                    <a:lstStyle/>
                    <a:p>
                      <a:pPr fontAlgn="ctr">
                        <a:spcAft>
                          <a:spcPts val="0"/>
                        </a:spcAft>
                      </a:pPr>
                      <a:r>
                        <a:rPr lang="zh-CN" sz="900" b="0">
                          <a:solidFill>
                            <a:srgbClr val="5F497A"/>
                          </a:solidFill>
                          <a:effectLst/>
                          <a:latin typeface="微软雅黑"/>
                          <a:cs typeface="Times New Roman"/>
                        </a:rPr>
                        <a:t>面积</a:t>
                      </a:r>
                      <a:endParaRPr lang="zh-CN" sz="900" b="1">
                        <a:solidFill>
                          <a:srgbClr val="5F497A"/>
                        </a:solidFill>
                        <a:effectLst/>
                        <a:latin typeface="微软雅黑"/>
                        <a:cs typeface="Times New Roman"/>
                      </a:endParaRPr>
                    </a:p>
                  </a:txBody>
                  <a:tcPr marL="53975" marR="53975" marT="0" marB="0" anchor="ctr">
                    <a:lnL>
                      <a:noFill/>
                    </a:lnL>
                    <a:lnR>
                      <a:noFill/>
                    </a:lnR>
                    <a:lnT w="12700" cap="flat" cmpd="sng" algn="ctr">
                      <a:solidFill>
                        <a:srgbClr val="8064A2"/>
                      </a:solidFill>
                      <a:prstDash val="solid"/>
                      <a:round/>
                      <a:headEnd type="none" w="med" len="med"/>
                      <a:tailEnd type="none" w="med" len="med"/>
                    </a:lnT>
                    <a:lnB>
                      <a:noFill/>
                    </a:lnB>
                    <a:solidFill>
                      <a:srgbClr val="DFD8E8"/>
                    </a:solidFill>
                  </a:tcPr>
                </a:tc>
                <a:tc>
                  <a:txBody>
                    <a:bodyPr/>
                    <a:lstStyle/>
                    <a:p>
                      <a:pPr fontAlgn="ctr">
                        <a:spcAft>
                          <a:spcPts val="0"/>
                        </a:spcAft>
                      </a:pPr>
                      <a:r>
                        <a:rPr lang="en-US" sz="900" b="1">
                          <a:solidFill>
                            <a:srgbClr val="5F497A"/>
                          </a:solidFill>
                          <a:effectLst/>
                          <a:latin typeface="微软雅黑"/>
                          <a:cs typeface="Times New Roman"/>
                        </a:rPr>
                        <a:t>16410.54</a:t>
                      </a:r>
                      <a:r>
                        <a:rPr lang="zh-CN" sz="900" b="1">
                          <a:solidFill>
                            <a:srgbClr val="5F497A"/>
                          </a:solidFill>
                          <a:effectLst/>
                          <a:latin typeface="微软雅黑"/>
                          <a:cs typeface="Times New Roman"/>
                        </a:rPr>
                        <a:t>平方千米</a:t>
                      </a:r>
                    </a:p>
                  </a:txBody>
                  <a:tcPr marL="53975" marR="53975" marT="0" marB="0" anchor="ctr">
                    <a:lnL>
                      <a:noFill/>
                    </a:lnL>
                    <a:lnR w="28575" cap="flat" cmpd="dbl" algn="ctr">
                      <a:solidFill>
                        <a:srgbClr val="7030A0"/>
                      </a:solidFill>
                      <a:prstDash val="solid"/>
                      <a:round/>
                      <a:headEnd type="none" w="med" len="med"/>
                      <a:tailEnd type="none" w="med" len="med"/>
                    </a:lnR>
                    <a:lnT w="12700" cap="flat" cmpd="sng" algn="ctr">
                      <a:solidFill>
                        <a:srgbClr val="8064A2"/>
                      </a:solidFill>
                      <a:prstDash val="solid"/>
                      <a:round/>
                      <a:headEnd type="none" w="med" len="med"/>
                      <a:tailEnd type="none" w="med" len="med"/>
                    </a:lnT>
                    <a:lnB>
                      <a:noFill/>
                    </a:lnB>
                    <a:solidFill>
                      <a:srgbClr val="DFD8E8"/>
                    </a:solidFill>
                  </a:tcPr>
                </a:tc>
                <a:tc>
                  <a:txBody>
                    <a:bodyPr/>
                    <a:lstStyle/>
                    <a:p>
                      <a:pPr>
                        <a:spcAft>
                          <a:spcPts val="0"/>
                        </a:spcAft>
                      </a:pPr>
                      <a:r>
                        <a:rPr lang="zh-CN" sz="900" b="1">
                          <a:solidFill>
                            <a:srgbClr val="5F497A"/>
                          </a:solidFill>
                          <a:effectLst/>
                          <a:latin typeface="微软雅黑"/>
                          <a:cs typeface="Times New Roman"/>
                        </a:rPr>
                        <a:t>火车站</a:t>
                      </a:r>
                    </a:p>
                  </a:txBody>
                  <a:tcPr marL="53975" marR="53975" marT="0" marB="0" anchor="ctr">
                    <a:lnL w="28575" cap="flat" cmpd="dbl" algn="ctr">
                      <a:solidFill>
                        <a:srgbClr val="7030A0"/>
                      </a:solidFill>
                      <a:prstDash val="solid"/>
                      <a:round/>
                      <a:headEnd type="none" w="med" len="med"/>
                      <a:tailEnd type="none" w="med" len="med"/>
                    </a:lnL>
                    <a:lnR>
                      <a:noFill/>
                    </a:lnR>
                    <a:lnT w="12700" cap="flat" cmpd="sng" algn="ctr">
                      <a:solidFill>
                        <a:srgbClr val="8064A2"/>
                      </a:solidFill>
                      <a:prstDash val="solid"/>
                      <a:round/>
                      <a:headEnd type="none" w="med" len="med"/>
                      <a:tailEnd type="none" w="med" len="med"/>
                    </a:lnT>
                    <a:lnB>
                      <a:noFill/>
                    </a:lnB>
                    <a:solidFill>
                      <a:srgbClr val="DFD8E8"/>
                    </a:solidFill>
                  </a:tcPr>
                </a:tc>
                <a:tc>
                  <a:txBody>
                    <a:bodyPr/>
                    <a:lstStyle/>
                    <a:p>
                      <a:pPr>
                        <a:spcAft>
                          <a:spcPts val="0"/>
                        </a:spcAft>
                      </a:pPr>
                      <a:r>
                        <a:rPr lang="zh-CN" sz="900" b="1">
                          <a:solidFill>
                            <a:srgbClr val="5F497A"/>
                          </a:solidFill>
                          <a:effectLst/>
                          <a:latin typeface="微软雅黑"/>
                          <a:cs typeface="Times New Roman"/>
                        </a:rPr>
                        <a:t>北京站、北京西站、北京南站、北京北站等</a:t>
                      </a:r>
                    </a:p>
                  </a:txBody>
                  <a:tcPr marL="53975" marR="53975" marT="0" marB="0" anchor="ctr">
                    <a:lnL>
                      <a:noFill/>
                    </a:lnL>
                    <a:lnR>
                      <a:noFill/>
                    </a:lnR>
                    <a:lnT w="12700" cap="flat" cmpd="sng" algn="ctr">
                      <a:solidFill>
                        <a:srgbClr val="8064A2"/>
                      </a:solidFill>
                      <a:prstDash val="solid"/>
                      <a:round/>
                      <a:headEnd type="none" w="med" len="med"/>
                      <a:tailEnd type="none" w="med" len="med"/>
                    </a:lnT>
                    <a:lnB>
                      <a:noFill/>
                    </a:lnB>
                    <a:solidFill>
                      <a:srgbClr val="DFD8E8"/>
                    </a:solidFill>
                  </a:tcPr>
                </a:tc>
                <a:extLst>
                  <a:ext uri="{0D108BD9-81ED-4DB2-BD59-A6C34878D82A}">
                    <a16:rowId xmlns:a16="http://schemas.microsoft.com/office/drawing/2014/main" val="10001"/>
                  </a:ext>
                </a:extLst>
              </a:tr>
              <a:tr h="328628">
                <a:tc>
                  <a:txBody>
                    <a:bodyPr/>
                    <a:lstStyle/>
                    <a:p>
                      <a:pPr>
                        <a:spcAft>
                          <a:spcPts val="0"/>
                        </a:spcAft>
                      </a:pPr>
                      <a:r>
                        <a:rPr lang="zh-CN" sz="900" b="0">
                          <a:solidFill>
                            <a:srgbClr val="5F497A"/>
                          </a:solidFill>
                          <a:effectLst/>
                          <a:latin typeface="微软雅黑"/>
                          <a:cs typeface="Times New Roman"/>
                        </a:rPr>
                        <a:t>外文名称</a:t>
                      </a:r>
                      <a:endParaRPr lang="zh-CN" sz="900" b="1">
                        <a:solidFill>
                          <a:srgbClr val="5F497A"/>
                        </a:solidFill>
                        <a:effectLst/>
                        <a:latin typeface="微软雅黑"/>
                        <a:cs typeface="Times New Roman"/>
                      </a:endParaRPr>
                    </a:p>
                  </a:txBody>
                  <a:tcPr marL="53975" marR="53975" marT="0" marB="0" anchor="ctr">
                    <a:lnL>
                      <a:noFill/>
                    </a:lnL>
                    <a:lnR>
                      <a:noFill/>
                    </a:lnR>
                    <a:lnT>
                      <a:noFill/>
                    </a:lnT>
                    <a:lnB>
                      <a:noFill/>
                    </a:lnB>
                  </a:tcPr>
                </a:tc>
                <a:tc>
                  <a:txBody>
                    <a:bodyPr/>
                    <a:lstStyle/>
                    <a:p>
                      <a:pPr>
                        <a:spcAft>
                          <a:spcPts val="0"/>
                        </a:spcAft>
                      </a:pPr>
                      <a:r>
                        <a:rPr lang="en-US" sz="900" b="1">
                          <a:solidFill>
                            <a:srgbClr val="5F497A"/>
                          </a:solidFill>
                          <a:effectLst/>
                          <a:latin typeface="微软雅黑"/>
                          <a:cs typeface="Times New Roman"/>
                        </a:rPr>
                        <a:t>Beijing</a:t>
                      </a:r>
                      <a:endParaRPr lang="zh-CN" sz="900" b="1">
                        <a:solidFill>
                          <a:srgbClr val="5F497A"/>
                        </a:solidFill>
                        <a:effectLst/>
                        <a:latin typeface="微软雅黑"/>
                        <a:cs typeface="Times New Roman"/>
                      </a:endParaRPr>
                    </a:p>
                  </a:txBody>
                  <a:tcPr marL="53975" marR="53975" marT="0" marB="0" anchor="ctr">
                    <a:lnL>
                      <a:noFill/>
                    </a:lnL>
                    <a:lnR w="28575" cap="flat" cmpd="dbl" algn="ctr">
                      <a:solidFill>
                        <a:srgbClr val="7030A0"/>
                      </a:solidFill>
                      <a:prstDash val="solid"/>
                      <a:round/>
                      <a:headEnd type="none" w="med" len="med"/>
                      <a:tailEnd type="none" w="med" len="med"/>
                    </a:lnR>
                    <a:lnT>
                      <a:noFill/>
                    </a:lnT>
                    <a:lnB>
                      <a:noFill/>
                    </a:lnB>
                  </a:tcPr>
                </a:tc>
                <a:tc>
                  <a:txBody>
                    <a:bodyPr/>
                    <a:lstStyle/>
                    <a:p>
                      <a:pPr>
                        <a:spcAft>
                          <a:spcPts val="0"/>
                        </a:spcAft>
                      </a:pPr>
                      <a:r>
                        <a:rPr lang="zh-CN" sz="900" b="1">
                          <a:solidFill>
                            <a:srgbClr val="5F497A"/>
                          </a:solidFill>
                          <a:effectLst/>
                          <a:latin typeface="微软雅黑"/>
                          <a:cs typeface="Times New Roman"/>
                        </a:rPr>
                        <a:t>电话区号</a:t>
                      </a:r>
                    </a:p>
                  </a:txBody>
                  <a:tcPr marL="53975" marR="53975" marT="0" marB="0" anchor="ctr">
                    <a:lnL w="28575" cap="flat" cmpd="dbl" algn="ctr">
                      <a:solidFill>
                        <a:srgbClr val="7030A0"/>
                      </a:solidFill>
                      <a:prstDash val="solid"/>
                      <a:round/>
                      <a:headEnd type="none" w="med" len="med"/>
                      <a:tailEnd type="none" w="med" len="med"/>
                    </a:lnL>
                    <a:lnR>
                      <a:noFill/>
                    </a:lnR>
                    <a:lnT>
                      <a:noFill/>
                    </a:lnT>
                    <a:lnB>
                      <a:noFill/>
                    </a:lnB>
                  </a:tcPr>
                </a:tc>
                <a:tc>
                  <a:txBody>
                    <a:bodyPr/>
                    <a:lstStyle/>
                    <a:p>
                      <a:pPr>
                        <a:spcAft>
                          <a:spcPts val="0"/>
                        </a:spcAft>
                      </a:pPr>
                      <a:r>
                        <a:rPr lang="zh-CN" sz="900" b="1">
                          <a:solidFill>
                            <a:srgbClr val="5F497A"/>
                          </a:solidFill>
                          <a:effectLst/>
                          <a:latin typeface="微软雅黑"/>
                          <a:cs typeface="Times New Roman"/>
                        </a:rPr>
                        <a:t>（</a:t>
                      </a:r>
                      <a:r>
                        <a:rPr lang="en-US" sz="900" b="1">
                          <a:solidFill>
                            <a:srgbClr val="5F497A"/>
                          </a:solidFill>
                          <a:effectLst/>
                          <a:latin typeface="微软雅黑"/>
                          <a:cs typeface="Times New Roman"/>
                        </a:rPr>
                        <a:t>+86</a:t>
                      </a:r>
                      <a:r>
                        <a:rPr lang="zh-CN" sz="900" b="1">
                          <a:solidFill>
                            <a:srgbClr val="5F497A"/>
                          </a:solidFill>
                          <a:effectLst/>
                          <a:latin typeface="微软雅黑"/>
                          <a:cs typeface="Times New Roman"/>
                        </a:rPr>
                        <a:t>）</a:t>
                      </a:r>
                      <a:r>
                        <a:rPr lang="en-US" sz="900" b="1">
                          <a:solidFill>
                            <a:srgbClr val="5F497A"/>
                          </a:solidFill>
                          <a:effectLst/>
                          <a:latin typeface="微软雅黑"/>
                          <a:cs typeface="Times New Roman"/>
                        </a:rPr>
                        <a:t>010</a:t>
                      </a:r>
                      <a:endParaRPr lang="zh-CN" sz="900" b="1">
                        <a:solidFill>
                          <a:srgbClr val="5F497A"/>
                        </a:solidFill>
                        <a:effectLst/>
                        <a:latin typeface="微软雅黑"/>
                        <a:cs typeface="Times New Roman"/>
                      </a:endParaRPr>
                    </a:p>
                  </a:txBody>
                  <a:tcPr marL="53975" marR="53975" marT="0" marB="0" anchor="ctr">
                    <a:lnL>
                      <a:noFill/>
                    </a:lnL>
                    <a:lnR>
                      <a:noFill/>
                    </a:lnR>
                    <a:lnT>
                      <a:noFill/>
                    </a:lnT>
                    <a:lnB>
                      <a:noFill/>
                    </a:lnB>
                  </a:tcPr>
                </a:tc>
                <a:extLst>
                  <a:ext uri="{0D108BD9-81ED-4DB2-BD59-A6C34878D82A}">
                    <a16:rowId xmlns:a16="http://schemas.microsoft.com/office/drawing/2014/main" val="10002"/>
                  </a:ext>
                </a:extLst>
              </a:tr>
              <a:tr h="328628">
                <a:tc>
                  <a:txBody>
                    <a:bodyPr/>
                    <a:lstStyle/>
                    <a:p>
                      <a:pPr>
                        <a:spcAft>
                          <a:spcPts val="0"/>
                        </a:spcAft>
                      </a:pPr>
                      <a:r>
                        <a:rPr lang="zh-CN" sz="900" b="0">
                          <a:solidFill>
                            <a:srgbClr val="5F497A"/>
                          </a:solidFill>
                          <a:effectLst/>
                          <a:latin typeface="微软雅黑"/>
                          <a:cs typeface="Times New Roman"/>
                        </a:rPr>
                        <a:t>人口</a:t>
                      </a:r>
                      <a:endParaRPr lang="zh-CN" sz="900" b="1">
                        <a:solidFill>
                          <a:srgbClr val="5F497A"/>
                        </a:solidFill>
                        <a:effectLst/>
                        <a:latin typeface="微软雅黑"/>
                        <a:cs typeface="Times New Roman"/>
                      </a:endParaRPr>
                    </a:p>
                  </a:txBody>
                  <a:tcPr marL="53975" marR="53975" marT="0" marB="0" anchor="ctr">
                    <a:lnL>
                      <a:noFill/>
                    </a:lnL>
                    <a:lnR>
                      <a:noFill/>
                    </a:lnR>
                    <a:lnT>
                      <a:noFill/>
                    </a:lnT>
                    <a:lnB>
                      <a:noFill/>
                    </a:lnB>
                    <a:solidFill>
                      <a:srgbClr val="DFD8E8"/>
                    </a:solidFill>
                  </a:tcPr>
                </a:tc>
                <a:tc>
                  <a:txBody>
                    <a:bodyPr/>
                    <a:lstStyle/>
                    <a:p>
                      <a:pPr>
                        <a:spcAft>
                          <a:spcPts val="0"/>
                        </a:spcAft>
                      </a:pPr>
                      <a:r>
                        <a:rPr lang="en-US" sz="900" b="1">
                          <a:solidFill>
                            <a:srgbClr val="5F497A"/>
                          </a:solidFill>
                          <a:effectLst/>
                          <a:latin typeface="微软雅黑"/>
                          <a:cs typeface="Times New Roman"/>
                        </a:rPr>
                        <a:t>2170.5</a:t>
                      </a:r>
                      <a:r>
                        <a:rPr lang="zh-CN" sz="900" b="1">
                          <a:solidFill>
                            <a:srgbClr val="5F497A"/>
                          </a:solidFill>
                          <a:effectLst/>
                          <a:latin typeface="微软雅黑"/>
                          <a:cs typeface="Times New Roman"/>
                        </a:rPr>
                        <a:t>万人（</a:t>
                      </a:r>
                      <a:r>
                        <a:rPr lang="en-US" sz="900" b="1">
                          <a:solidFill>
                            <a:srgbClr val="5F497A"/>
                          </a:solidFill>
                          <a:effectLst/>
                          <a:latin typeface="微软雅黑"/>
                          <a:cs typeface="Times New Roman"/>
                        </a:rPr>
                        <a:t>2015</a:t>
                      </a:r>
                      <a:r>
                        <a:rPr lang="zh-CN" sz="900" b="1">
                          <a:solidFill>
                            <a:srgbClr val="5F497A"/>
                          </a:solidFill>
                          <a:effectLst/>
                          <a:latin typeface="微软雅黑"/>
                          <a:cs typeface="Times New Roman"/>
                        </a:rPr>
                        <a:t>年）</a:t>
                      </a:r>
                    </a:p>
                  </a:txBody>
                  <a:tcPr marL="53975" marR="53975" marT="0" marB="0" anchor="ctr">
                    <a:lnL>
                      <a:noFill/>
                    </a:lnL>
                    <a:lnR w="28575" cap="flat" cmpd="dbl" algn="ctr">
                      <a:solidFill>
                        <a:srgbClr val="7030A0"/>
                      </a:solidFill>
                      <a:prstDash val="solid"/>
                      <a:round/>
                      <a:headEnd type="none" w="med" len="med"/>
                      <a:tailEnd type="none" w="med" len="med"/>
                    </a:lnR>
                    <a:lnT>
                      <a:noFill/>
                    </a:lnT>
                    <a:lnB>
                      <a:noFill/>
                    </a:lnB>
                    <a:solidFill>
                      <a:srgbClr val="DFD8E8"/>
                    </a:solidFill>
                  </a:tcPr>
                </a:tc>
                <a:tc>
                  <a:txBody>
                    <a:bodyPr/>
                    <a:lstStyle/>
                    <a:p>
                      <a:pPr>
                        <a:spcAft>
                          <a:spcPts val="0"/>
                        </a:spcAft>
                      </a:pPr>
                      <a:r>
                        <a:rPr lang="zh-CN" sz="900" b="1">
                          <a:solidFill>
                            <a:srgbClr val="5F497A"/>
                          </a:solidFill>
                          <a:effectLst/>
                          <a:latin typeface="微软雅黑"/>
                          <a:cs typeface="Times New Roman"/>
                        </a:rPr>
                        <a:t>车牌代码</a:t>
                      </a:r>
                    </a:p>
                  </a:txBody>
                  <a:tcPr marL="53975" marR="53975" marT="0" marB="0" anchor="ctr">
                    <a:lnL w="28575" cap="flat" cmpd="dbl" algn="ctr">
                      <a:solidFill>
                        <a:srgbClr val="7030A0"/>
                      </a:solidFill>
                      <a:prstDash val="solid"/>
                      <a:round/>
                      <a:headEnd type="none" w="med" len="med"/>
                      <a:tailEnd type="none" w="med" len="med"/>
                    </a:lnL>
                    <a:lnR>
                      <a:noFill/>
                    </a:lnR>
                    <a:lnT>
                      <a:noFill/>
                    </a:lnT>
                    <a:lnB>
                      <a:noFill/>
                    </a:lnB>
                    <a:solidFill>
                      <a:srgbClr val="DFD8E8"/>
                    </a:solidFill>
                  </a:tcPr>
                </a:tc>
                <a:tc>
                  <a:txBody>
                    <a:bodyPr/>
                    <a:lstStyle/>
                    <a:p>
                      <a:pPr>
                        <a:spcAft>
                          <a:spcPts val="0"/>
                        </a:spcAft>
                      </a:pPr>
                      <a:r>
                        <a:rPr lang="zh-CN" sz="900" b="1">
                          <a:solidFill>
                            <a:srgbClr val="5F497A"/>
                          </a:solidFill>
                          <a:effectLst/>
                          <a:latin typeface="微软雅黑"/>
                          <a:cs typeface="Times New Roman"/>
                        </a:rPr>
                        <a:t>京</a:t>
                      </a:r>
                      <a:r>
                        <a:rPr lang="en-US" sz="900" b="1">
                          <a:solidFill>
                            <a:srgbClr val="5F497A"/>
                          </a:solidFill>
                          <a:effectLst/>
                          <a:latin typeface="微软雅黑"/>
                          <a:cs typeface="Times New Roman"/>
                        </a:rPr>
                        <a:t>A-Q</a:t>
                      </a:r>
                      <a:endParaRPr lang="zh-CN" sz="900" b="1">
                        <a:solidFill>
                          <a:srgbClr val="5F497A"/>
                        </a:solidFill>
                        <a:effectLst/>
                        <a:latin typeface="微软雅黑"/>
                        <a:cs typeface="Times New Roman"/>
                      </a:endParaRPr>
                    </a:p>
                  </a:txBody>
                  <a:tcPr marL="53975" marR="53975" marT="0" marB="0" anchor="ctr">
                    <a:lnL>
                      <a:noFill/>
                    </a:lnL>
                    <a:lnR>
                      <a:noFill/>
                    </a:lnR>
                    <a:lnT>
                      <a:noFill/>
                    </a:lnT>
                    <a:lnB>
                      <a:noFill/>
                    </a:lnB>
                    <a:solidFill>
                      <a:srgbClr val="DFD8E8"/>
                    </a:solidFill>
                  </a:tcPr>
                </a:tc>
                <a:extLst>
                  <a:ext uri="{0D108BD9-81ED-4DB2-BD59-A6C34878D82A}">
                    <a16:rowId xmlns:a16="http://schemas.microsoft.com/office/drawing/2014/main" val="10003"/>
                  </a:ext>
                </a:extLst>
              </a:tr>
              <a:tr h="328628">
                <a:tc>
                  <a:txBody>
                    <a:bodyPr/>
                    <a:lstStyle/>
                    <a:p>
                      <a:pPr>
                        <a:spcAft>
                          <a:spcPts val="0"/>
                        </a:spcAft>
                      </a:pPr>
                      <a:r>
                        <a:rPr lang="zh-CN" sz="900" b="0">
                          <a:solidFill>
                            <a:srgbClr val="5F497A"/>
                          </a:solidFill>
                          <a:effectLst/>
                          <a:latin typeface="微软雅黑"/>
                          <a:cs typeface="Times New Roman"/>
                        </a:rPr>
                        <a:t>别名</a:t>
                      </a:r>
                      <a:endParaRPr lang="zh-CN" sz="900" b="1">
                        <a:solidFill>
                          <a:srgbClr val="5F497A"/>
                        </a:solidFill>
                        <a:effectLst/>
                        <a:latin typeface="微软雅黑"/>
                        <a:cs typeface="Times New Roman"/>
                      </a:endParaRPr>
                    </a:p>
                  </a:txBody>
                  <a:tcPr marL="53975" marR="53975" marT="0" marB="0" anchor="ctr">
                    <a:lnL>
                      <a:noFill/>
                    </a:lnL>
                    <a:lnR>
                      <a:noFill/>
                    </a:lnR>
                    <a:lnT>
                      <a:noFill/>
                    </a:lnT>
                    <a:lnB>
                      <a:noFill/>
                    </a:lnB>
                  </a:tcPr>
                </a:tc>
                <a:tc>
                  <a:txBody>
                    <a:bodyPr/>
                    <a:lstStyle/>
                    <a:p>
                      <a:pPr>
                        <a:spcAft>
                          <a:spcPts val="0"/>
                        </a:spcAft>
                      </a:pPr>
                      <a:r>
                        <a:rPr lang="zh-CN" sz="900" b="1">
                          <a:solidFill>
                            <a:srgbClr val="5F497A"/>
                          </a:solidFill>
                          <a:effectLst/>
                          <a:latin typeface="微软雅黑"/>
                          <a:cs typeface="Times New Roman"/>
                        </a:rPr>
                        <a:t>燕京、涿郡、幽州、大都、北平</a:t>
                      </a:r>
                    </a:p>
                  </a:txBody>
                  <a:tcPr marL="53975" marR="53975" marT="0" marB="0" anchor="ctr">
                    <a:lnL>
                      <a:noFill/>
                    </a:lnL>
                    <a:lnR w="28575" cap="flat" cmpd="dbl" algn="ctr">
                      <a:solidFill>
                        <a:srgbClr val="7030A0"/>
                      </a:solidFill>
                      <a:prstDash val="solid"/>
                      <a:round/>
                      <a:headEnd type="none" w="med" len="med"/>
                      <a:tailEnd type="none" w="med" len="med"/>
                    </a:lnR>
                    <a:lnT>
                      <a:noFill/>
                    </a:lnT>
                    <a:lnB>
                      <a:noFill/>
                    </a:lnB>
                  </a:tcPr>
                </a:tc>
                <a:tc>
                  <a:txBody>
                    <a:bodyPr/>
                    <a:lstStyle/>
                    <a:p>
                      <a:pPr>
                        <a:spcAft>
                          <a:spcPts val="0"/>
                        </a:spcAft>
                      </a:pPr>
                      <a:r>
                        <a:rPr lang="zh-CN" sz="900" b="1">
                          <a:solidFill>
                            <a:srgbClr val="5F497A"/>
                          </a:solidFill>
                          <a:effectLst/>
                          <a:latin typeface="微软雅黑"/>
                          <a:cs typeface="Times New Roman"/>
                        </a:rPr>
                        <a:t>邮政区码</a:t>
                      </a:r>
                    </a:p>
                  </a:txBody>
                  <a:tcPr marL="53975" marR="53975" marT="0" marB="0" anchor="ctr">
                    <a:lnL w="28575" cap="flat" cmpd="dbl" algn="ctr">
                      <a:solidFill>
                        <a:srgbClr val="7030A0"/>
                      </a:solidFill>
                      <a:prstDash val="solid"/>
                      <a:round/>
                      <a:headEnd type="none" w="med" len="med"/>
                      <a:tailEnd type="none" w="med" len="med"/>
                    </a:lnL>
                    <a:lnR>
                      <a:noFill/>
                    </a:lnR>
                    <a:lnT>
                      <a:noFill/>
                    </a:lnT>
                    <a:lnB>
                      <a:noFill/>
                    </a:lnB>
                  </a:tcPr>
                </a:tc>
                <a:tc>
                  <a:txBody>
                    <a:bodyPr/>
                    <a:lstStyle/>
                    <a:p>
                      <a:pPr>
                        <a:spcAft>
                          <a:spcPts val="0"/>
                        </a:spcAft>
                      </a:pPr>
                      <a:r>
                        <a:rPr lang="en-US" sz="900" b="1">
                          <a:solidFill>
                            <a:srgbClr val="5F497A"/>
                          </a:solidFill>
                          <a:effectLst/>
                          <a:latin typeface="微软雅黑"/>
                          <a:cs typeface="Times New Roman"/>
                        </a:rPr>
                        <a:t>100000</a:t>
                      </a:r>
                      <a:endParaRPr lang="zh-CN" sz="900" b="1">
                        <a:solidFill>
                          <a:srgbClr val="5F497A"/>
                        </a:solidFill>
                        <a:effectLst/>
                        <a:latin typeface="微软雅黑"/>
                        <a:cs typeface="Times New Roman"/>
                      </a:endParaRPr>
                    </a:p>
                  </a:txBody>
                  <a:tcPr marL="53975" marR="53975" marT="0" marB="0" anchor="ctr">
                    <a:lnL>
                      <a:noFill/>
                    </a:lnL>
                    <a:lnR>
                      <a:noFill/>
                    </a:lnR>
                    <a:lnT>
                      <a:noFill/>
                    </a:lnT>
                    <a:lnB>
                      <a:noFill/>
                    </a:lnB>
                  </a:tcPr>
                </a:tc>
                <a:extLst>
                  <a:ext uri="{0D108BD9-81ED-4DB2-BD59-A6C34878D82A}">
                    <a16:rowId xmlns:a16="http://schemas.microsoft.com/office/drawing/2014/main" val="10004"/>
                  </a:ext>
                </a:extLst>
              </a:tr>
              <a:tr h="328628">
                <a:tc>
                  <a:txBody>
                    <a:bodyPr/>
                    <a:lstStyle/>
                    <a:p>
                      <a:pPr>
                        <a:spcAft>
                          <a:spcPts val="0"/>
                        </a:spcAft>
                      </a:pPr>
                      <a:r>
                        <a:rPr lang="zh-CN" sz="900" b="0">
                          <a:solidFill>
                            <a:srgbClr val="5F497A"/>
                          </a:solidFill>
                          <a:effectLst/>
                          <a:latin typeface="微软雅黑"/>
                          <a:cs typeface="Times New Roman"/>
                        </a:rPr>
                        <a:t>方言</a:t>
                      </a:r>
                      <a:endParaRPr lang="zh-CN" sz="900" b="1">
                        <a:solidFill>
                          <a:srgbClr val="5F497A"/>
                        </a:solidFill>
                        <a:effectLst/>
                        <a:latin typeface="微软雅黑"/>
                        <a:cs typeface="Times New Roman"/>
                      </a:endParaRPr>
                    </a:p>
                  </a:txBody>
                  <a:tcPr marL="53975" marR="53975" marT="0" marB="0" anchor="ctr">
                    <a:lnL>
                      <a:noFill/>
                    </a:lnL>
                    <a:lnR>
                      <a:noFill/>
                    </a:lnR>
                    <a:lnT>
                      <a:noFill/>
                    </a:lnT>
                    <a:lnB>
                      <a:noFill/>
                    </a:lnB>
                    <a:solidFill>
                      <a:srgbClr val="DFD8E8"/>
                    </a:solidFill>
                  </a:tcPr>
                </a:tc>
                <a:tc>
                  <a:txBody>
                    <a:bodyPr/>
                    <a:lstStyle/>
                    <a:p>
                      <a:pPr>
                        <a:spcAft>
                          <a:spcPts val="0"/>
                        </a:spcAft>
                      </a:pPr>
                      <a:r>
                        <a:rPr lang="zh-CN" sz="900" b="1">
                          <a:solidFill>
                            <a:srgbClr val="5F497A"/>
                          </a:solidFill>
                          <a:effectLst/>
                          <a:latin typeface="微软雅黑"/>
                          <a:cs typeface="Times New Roman"/>
                        </a:rPr>
                        <a:t>北京官话</a:t>
                      </a:r>
                    </a:p>
                  </a:txBody>
                  <a:tcPr marL="53975" marR="53975" marT="0" marB="0" anchor="ctr">
                    <a:lnL>
                      <a:noFill/>
                    </a:lnL>
                    <a:lnR w="28575" cap="flat" cmpd="dbl" algn="ctr">
                      <a:solidFill>
                        <a:srgbClr val="7030A0"/>
                      </a:solidFill>
                      <a:prstDash val="solid"/>
                      <a:round/>
                      <a:headEnd type="none" w="med" len="med"/>
                      <a:tailEnd type="none" w="med" len="med"/>
                    </a:lnR>
                    <a:lnT>
                      <a:noFill/>
                    </a:lnT>
                    <a:lnB>
                      <a:noFill/>
                    </a:lnB>
                    <a:solidFill>
                      <a:srgbClr val="DFD8E8"/>
                    </a:solidFill>
                  </a:tcPr>
                </a:tc>
                <a:tc>
                  <a:txBody>
                    <a:bodyPr/>
                    <a:lstStyle/>
                    <a:p>
                      <a:pPr>
                        <a:spcAft>
                          <a:spcPts val="0"/>
                        </a:spcAft>
                      </a:pPr>
                      <a:r>
                        <a:rPr lang="zh-CN" sz="900" b="1">
                          <a:solidFill>
                            <a:srgbClr val="5F497A"/>
                          </a:solidFill>
                          <a:effectLst/>
                          <a:latin typeface="微软雅黑"/>
                          <a:cs typeface="Times New Roman"/>
                        </a:rPr>
                        <a:t>地理位置</a:t>
                      </a:r>
                    </a:p>
                  </a:txBody>
                  <a:tcPr marL="53975" marR="53975" marT="0" marB="0" anchor="ctr">
                    <a:lnL w="28575" cap="flat" cmpd="dbl" algn="ctr">
                      <a:solidFill>
                        <a:srgbClr val="7030A0"/>
                      </a:solidFill>
                      <a:prstDash val="solid"/>
                      <a:round/>
                      <a:headEnd type="none" w="med" len="med"/>
                      <a:tailEnd type="none" w="med" len="med"/>
                    </a:lnL>
                    <a:lnR>
                      <a:noFill/>
                    </a:lnR>
                    <a:lnT>
                      <a:noFill/>
                    </a:lnT>
                    <a:lnB>
                      <a:noFill/>
                    </a:lnB>
                    <a:solidFill>
                      <a:srgbClr val="DFD8E8"/>
                    </a:solidFill>
                  </a:tcPr>
                </a:tc>
                <a:tc>
                  <a:txBody>
                    <a:bodyPr/>
                    <a:lstStyle/>
                    <a:p>
                      <a:pPr>
                        <a:spcAft>
                          <a:spcPts val="0"/>
                        </a:spcAft>
                      </a:pPr>
                      <a:r>
                        <a:rPr lang="zh-CN" sz="900" b="1">
                          <a:solidFill>
                            <a:srgbClr val="5F497A"/>
                          </a:solidFill>
                          <a:effectLst/>
                          <a:latin typeface="微软雅黑"/>
                          <a:cs typeface="Times New Roman"/>
                        </a:rPr>
                        <a:t>华北平原西北边缘</a:t>
                      </a:r>
                    </a:p>
                  </a:txBody>
                  <a:tcPr marL="53975" marR="53975" marT="0" marB="0" anchor="ctr">
                    <a:lnL>
                      <a:noFill/>
                    </a:lnL>
                    <a:lnR>
                      <a:noFill/>
                    </a:lnR>
                    <a:lnT>
                      <a:noFill/>
                    </a:lnT>
                    <a:lnB>
                      <a:noFill/>
                    </a:lnB>
                    <a:solidFill>
                      <a:srgbClr val="DFD8E8"/>
                    </a:solidFill>
                  </a:tcPr>
                </a:tc>
                <a:extLst>
                  <a:ext uri="{0D108BD9-81ED-4DB2-BD59-A6C34878D82A}">
                    <a16:rowId xmlns:a16="http://schemas.microsoft.com/office/drawing/2014/main" val="10005"/>
                  </a:ext>
                </a:extLst>
              </a:tr>
              <a:tr h="328628">
                <a:tc>
                  <a:txBody>
                    <a:bodyPr/>
                    <a:lstStyle/>
                    <a:p>
                      <a:pPr>
                        <a:spcAft>
                          <a:spcPts val="0"/>
                        </a:spcAft>
                      </a:pPr>
                      <a:r>
                        <a:rPr lang="zh-CN" sz="900" b="0">
                          <a:solidFill>
                            <a:srgbClr val="5F497A"/>
                          </a:solidFill>
                          <a:effectLst/>
                          <a:latin typeface="微软雅黑"/>
                          <a:cs typeface="Times New Roman"/>
                        </a:rPr>
                        <a:t>行政区类别</a:t>
                      </a:r>
                      <a:endParaRPr lang="zh-CN" sz="900" b="1">
                        <a:solidFill>
                          <a:srgbClr val="5F497A"/>
                        </a:solidFill>
                        <a:effectLst/>
                        <a:latin typeface="微软雅黑"/>
                        <a:cs typeface="Times New Roman"/>
                      </a:endParaRPr>
                    </a:p>
                  </a:txBody>
                  <a:tcPr marL="53975" marR="53975" marT="0" marB="0" anchor="ctr">
                    <a:lnL>
                      <a:noFill/>
                    </a:lnL>
                    <a:lnR>
                      <a:noFill/>
                    </a:lnR>
                    <a:lnT>
                      <a:noFill/>
                    </a:lnT>
                    <a:lnB>
                      <a:noFill/>
                    </a:lnB>
                  </a:tcPr>
                </a:tc>
                <a:tc>
                  <a:txBody>
                    <a:bodyPr/>
                    <a:lstStyle/>
                    <a:p>
                      <a:pPr>
                        <a:spcAft>
                          <a:spcPts val="0"/>
                        </a:spcAft>
                      </a:pPr>
                      <a:r>
                        <a:rPr lang="zh-CN" sz="900" b="1">
                          <a:solidFill>
                            <a:srgbClr val="5F497A"/>
                          </a:solidFill>
                          <a:effectLst/>
                          <a:latin typeface="微软雅黑"/>
                          <a:cs typeface="Times New Roman"/>
                        </a:rPr>
                        <a:t>首都、直辖市</a:t>
                      </a:r>
                    </a:p>
                  </a:txBody>
                  <a:tcPr marL="53975" marR="53975" marT="0" marB="0" anchor="ctr">
                    <a:lnL>
                      <a:noFill/>
                    </a:lnL>
                    <a:lnR w="28575" cap="flat" cmpd="dbl" algn="ctr">
                      <a:solidFill>
                        <a:srgbClr val="7030A0"/>
                      </a:solidFill>
                      <a:prstDash val="solid"/>
                      <a:round/>
                      <a:headEnd type="none" w="med" len="med"/>
                      <a:tailEnd type="none" w="med" len="med"/>
                    </a:lnR>
                    <a:lnT>
                      <a:noFill/>
                    </a:lnT>
                    <a:lnB>
                      <a:noFill/>
                    </a:lnB>
                  </a:tcPr>
                </a:tc>
                <a:tc>
                  <a:txBody>
                    <a:bodyPr/>
                    <a:lstStyle/>
                    <a:p>
                      <a:pPr>
                        <a:spcAft>
                          <a:spcPts val="0"/>
                        </a:spcAft>
                      </a:pPr>
                      <a:r>
                        <a:rPr lang="zh-CN" sz="900" b="1">
                          <a:solidFill>
                            <a:srgbClr val="5F497A"/>
                          </a:solidFill>
                          <a:effectLst/>
                          <a:latin typeface="微软雅黑"/>
                          <a:cs typeface="Times New Roman"/>
                        </a:rPr>
                        <a:t>行政代码</a:t>
                      </a:r>
                    </a:p>
                  </a:txBody>
                  <a:tcPr marL="53975" marR="53975" marT="0" marB="0" anchor="ctr">
                    <a:lnL w="28575" cap="flat" cmpd="dbl" algn="ctr">
                      <a:solidFill>
                        <a:srgbClr val="7030A0"/>
                      </a:solidFill>
                      <a:prstDash val="solid"/>
                      <a:round/>
                      <a:headEnd type="none" w="med" len="med"/>
                      <a:tailEnd type="none" w="med" len="med"/>
                    </a:lnL>
                    <a:lnR>
                      <a:noFill/>
                    </a:lnR>
                    <a:lnT>
                      <a:noFill/>
                    </a:lnT>
                    <a:lnB>
                      <a:noFill/>
                    </a:lnB>
                  </a:tcPr>
                </a:tc>
                <a:tc>
                  <a:txBody>
                    <a:bodyPr/>
                    <a:lstStyle/>
                    <a:p>
                      <a:pPr>
                        <a:spcAft>
                          <a:spcPts val="0"/>
                        </a:spcAft>
                      </a:pPr>
                      <a:r>
                        <a:rPr lang="en-US" sz="900" b="1">
                          <a:solidFill>
                            <a:srgbClr val="5F497A"/>
                          </a:solidFill>
                          <a:effectLst/>
                          <a:latin typeface="微软雅黑"/>
                          <a:cs typeface="Times New Roman"/>
                        </a:rPr>
                        <a:t>110000</a:t>
                      </a:r>
                      <a:endParaRPr lang="zh-CN" sz="900" b="1">
                        <a:solidFill>
                          <a:srgbClr val="5F497A"/>
                        </a:solidFill>
                        <a:effectLst/>
                        <a:latin typeface="微软雅黑"/>
                        <a:cs typeface="Times New Roman"/>
                      </a:endParaRPr>
                    </a:p>
                  </a:txBody>
                  <a:tcPr marL="53975" marR="53975" marT="0" marB="0" anchor="ctr">
                    <a:lnL>
                      <a:noFill/>
                    </a:lnL>
                    <a:lnR>
                      <a:noFill/>
                    </a:lnR>
                    <a:lnT>
                      <a:noFill/>
                    </a:lnT>
                    <a:lnB>
                      <a:noFill/>
                    </a:lnB>
                  </a:tcPr>
                </a:tc>
                <a:extLst>
                  <a:ext uri="{0D108BD9-81ED-4DB2-BD59-A6C34878D82A}">
                    <a16:rowId xmlns:a16="http://schemas.microsoft.com/office/drawing/2014/main" val="10006"/>
                  </a:ext>
                </a:extLst>
              </a:tr>
              <a:tr h="328628">
                <a:tc>
                  <a:txBody>
                    <a:bodyPr/>
                    <a:lstStyle/>
                    <a:p>
                      <a:pPr>
                        <a:spcAft>
                          <a:spcPts val="0"/>
                        </a:spcAft>
                      </a:pPr>
                      <a:r>
                        <a:rPr lang="zh-CN" sz="900" b="0">
                          <a:solidFill>
                            <a:srgbClr val="5F497A"/>
                          </a:solidFill>
                          <a:effectLst/>
                          <a:latin typeface="微软雅黑"/>
                          <a:cs typeface="Times New Roman"/>
                        </a:rPr>
                        <a:t>气候条件</a:t>
                      </a:r>
                      <a:endParaRPr lang="zh-CN" sz="900" b="1">
                        <a:solidFill>
                          <a:srgbClr val="5F497A"/>
                        </a:solidFill>
                        <a:effectLst/>
                        <a:latin typeface="微软雅黑"/>
                        <a:cs typeface="Times New Roman"/>
                      </a:endParaRPr>
                    </a:p>
                  </a:txBody>
                  <a:tcPr marL="53975" marR="53975" marT="0" marB="0" anchor="ctr">
                    <a:lnL>
                      <a:noFill/>
                    </a:lnL>
                    <a:lnR>
                      <a:noFill/>
                    </a:lnR>
                    <a:lnT>
                      <a:noFill/>
                    </a:lnT>
                    <a:lnB>
                      <a:noFill/>
                    </a:lnB>
                    <a:solidFill>
                      <a:srgbClr val="DFD8E8"/>
                    </a:solidFill>
                  </a:tcPr>
                </a:tc>
                <a:tc>
                  <a:txBody>
                    <a:bodyPr/>
                    <a:lstStyle/>
                    <a:p>
                      <a:pPr>
                        <a:spcAft>
                          <a:spcPts val="0"/>
                        </a:spcAft>
                      </a:pPr>
                      <a:r>
                        <a:rPr lang="zh-CN" sz="900" b="1">
                          <a:solidFill>
                            <a:srgbClr val="5F497A"/>
                          </a:solidFill>
                          <a:effectLst/>
                          <a:latin typeface="微软雅黑"/>
                          <a:cs typeface="Times New Roman"/>
                        </a:rPr>
                        <a:t>北温带季风气候</a:t>
                      </a:r>
                    </a:p>
                  </a:txBody>
                  <a:tcPr marL="53975" marR="53975" marT="0" marB="0" anchor="ctr">
                    <a:lnL>
                      <a:noFill/>
                    </a:lnL>
                    <a:lnR w="28575" cap="flat" cmpd="dbl" algn="ctr">
                      <a:solidFill>
                        <a:srgbClr val="7030A0"/>
                      </a:solidFill>
                      <a:prstDash val="solid"/>
                      <a:round/>
                      <a:headEnd type="none" w="med" len="med"/>
                      <a:tailEnd type="none" w="med" len="med"/>
                    </a:lnR>
                    <a:lnT>
                      <a:noFill/>
                    </a:lnT>
                    <a:lnB>
                      <a:noFill/>
                    </a:lnB>
                    <a:solidFill>
                      <a:srgbClr val="DFD8E8"/>
                    </a:solidFill>
                  </a:tcPr>
                </a:tc>
                <a:tc>
                  <a:txBody>
                    <a:bodyPr/>
                    <a:lstStyle/>
                    <a:p>
                      <a:pPr>
                        <a:spcAft>
                          <a:spcPts val="0"/>
                        </a:spcAft>
                      </a:pPr>
                      <a:r>
                        <a:rPr lang="zh-CN" sz="900" b="1">
                          <a:solidFill>
                            <a:srgbClr val="5F497A"/>
                          </a:solidFill>
                          <a:effectLst/>
                          <a:latin typeface="微软雅黑"/>
                          <a:cs typeface="Times New Roman"/>
                        </a:rPr>
                        <a:t>大学</a:t>
                      </a:r>
                    </a:p>
                  </a:txBody>
                  <a:tcPr marL="53975" marR="53975" marT="0" marB="0" anchor="ctr">
                    <a:lnL w="28575" cap="flat" cmpd="dbl" algn="ctr">
                      <a:solidFill>
                        <a:srgbClr val="7030A0"/>
                      </a:solidFill>
                      <a:prstDash val="solid"/>
                      <a:round/>
                      <a:headEnd type="none" w="med" len="med"/>
                      <a:tailEnd type="none" w="med" len="med"/>
                    </a:lnL>
                    <a:lnR>
                      <a:noFill/>
                    </a:lnR>
                    <a:lnT>
                      <a:noFill/>
                    </a:lnT>
                    <a:lnB>
                      <a:noFill/>
                    </a:lnB>
                    <a:solidFill>
                      <a:srgbClr val="DFD8E8"/>
                    </a:solidFill>
                  </a:tcPr>
                </a:tc>
                <a:tc>
                  <a:txBody>
                    <a:bodyPr/>
                    <a:lstStyle/>
                    <a:p>
                      <a:pPr>
                        <a:spcAft>
                          <a:spcPts val="0"/>
                        </a:spcAft>
                      </a:pPr>
                      <a:r>
                        <a:rPr lang="zh-CN" sz="900" b="1">
                          <a:solidFill>
                            <a:srgbClr val="5F497A"/>
                          </a:solidFill>
                          <a:effectLst/>
                          <a:latin typeface="微软雅黑"/>
                          <a:cs typeface="Times New Roman"/>
                        </a:rPr>
                        <a:t>北京大学、清华大学、中国人民大学等</a:t>
                      </a:r>
                    </a:p>
                  </a:txBody>
                  <a:tcPr marL="53975" marR="53975" marT="0" marB="0" anchor="ctr">
                    <a:lnL>
                      <a:noFill/>
                    </a:lnL>
                    <a:lnR>
                      <a:noFill/>
                    </a:lnR>
                    <a:lnT>
                      <a:noFill/>
                    </a:lnT>
                    <a:lnB>
                      <a:noFill/>
                    </a:lnB>
                    <a:solidFill>
                      <a:srgbClr val="DFD8E8"/>
                    </a:solidFill>
                  </a:tcPr>
                </a:tc>
                <a:extLst>
                  <a:ext uri="{0D108BD9-81ED-4DB2-BD59-A6C34878D82A}">
                    <a16:rowId xmlns:a16="http://schemas.microsoft.com/office/drawing/2014/main" val="10007"/>
                  </a:ext>
                </a:extLst>
              </a:tr>
              <a:tr h="328628">
                <a:tc>
                  <a:txBody>
                    <a:bodyPr/>
                    <a:lstStyle/>
                    <a:p>
                      <a:pPr>
                        <a:spcAft>
                          <a:spcPts val="0"/>
                        </a:spcAft>
                      </a:pPr>
                      <a:r>
                        <a:rPr lang="zh-CN" sz="900" b="0">
                          <a:solidFill>
                            <a:srgbClr val="5F497A"/>
                          </a:solidFill>
                          <a:effectLst/>
                          <a:latin typeface="微软雅黑"/>
                          <a:cs typeface="Times New Roman"/>
                        </a:rPr>
                        <a:t>所属地区</a:t>
                      </a:r>
                      <a:endParaRPr lang="zh-CN" sz="900" b="1">
                        <a:solidFill>
                          <a:srgbClr val="5F497A"/>
                        </a:solidFill>
                        <a:effectLst/>
                        <a:latin typeface="微软雅黑"/>
                        <a:cs typeface="Times New Roman"/>
                      </a:endParaRPr>
                    </a:p>
                  </a:txBody>
                  <a:tcPr marL="53975" marR="53975" marT="0" marB="0" anchor="ctr">
                    <a:lnL>
                      <a:noFill/>
                    </a:lnL>
                    <a:lnR>
                      <a:noFill/>
                    </a:lnR>
                    <a:lnT>
                      <a:noFill/>
                    </a:lnT>
                    <a:lnB>
                      <a:noFill/>
                    </a:lnB>
                  </a:tcPr>
                </a:tc>
                <a:tc>
                  <a:txBody>
                    <a:bodyPr/>
                    <a:lstStyle/>
                    <a:p>
                      <a:pPr>
                        <a:spcAft>
                          <a:spcPts val="0"/>
                        </a:spcAft>
                      </a:pPr>
                      <a:r>
                        <a:rPr lang="zh-CN" sz="900" b="1">
                          <a:solidFill>
                            <a:srgbClr val="5F497A"/>
                          </a:solidFill>
                          <a:effectLst/>
                          <a:latin typeface="微软雅黑"/>
                          <a:cs typeface="Times New Roman"/>
                        </a:rPr>
                        <a:t>中国华北</a:t>
                      </a:r>
                    </a:p>
                  </a:txBody>
                  <a:tcPr marL="53975" marR="53975" marT="0" marB="0" anchor="ctr">
                    <a:lnL>
                      <a:noFill/>
                    </a:lnL>
                    <a:lnR w="28575" cap="flat" cmpd="dbl" algn="ctr">
                      <a:solidFill>
                        <a:srgbClr val="7030A0"/>
                      </a:solidFill>
                      <a:prstDash val="solid"/>
                      <a:round/>
                      <a:headEnd type="none" w="med" len="med"/>
                      <a:tailEnd type="none" w="med" len="med"/>
                    </a:lnR>
                    <a:lnT>
                      <a:noFill/>
                    </a:lnT>
                    <a:lnB>
                      <a:noFill/>
                    </a:lnB>
                  </a:tcPr>
                </a:tc>
                <a:tc>
                  <a:txBody>
                    <a:bodyPr/>
                    <a:lstStyle/>
                    <a:p>
                      <a:pPr>
                        <a:spcAft>
                          <a:spcPts val="0"/>
                        </a:spcAft>
                      </a:pPr>
                      <a:r>
                        <a:rPr lang="zh-CN" sz="900" b="1">
                          <a:solidFill>
                            <a:srgbClr val="5F497A"/>
                          </a:solidFill>
                          <a:effectLst/>
                          <a:latin typeface="微软雅黑"/>
                          <a:cs typeface="Times New Roman"/>
                        </a:rPr>
                        <a:t>地区生产总值</a:t>
                      </a:r>
                    </a:p>
                  </a:txBody>
                  <a:tcPr marL="53975" marR="53975" marT="0" marB="0" anchor="ctr">
                    <a:lnL w="28575" cap="flat" cmpd="dbl" algn="ctr">
                      <a:solidFill>
                        <a:srgbClr val="7030A0"/>
                      </a:solidFill>
                      <a:prstDash val="solid"/>
                      <a:round/>
                      <a:headEnd type="none" w="med" len="med"/>
                      <a:tailEnd type="none" w="med" len="med"/>
                    </a:lnL>
                    <a:lnR>
                      <a:noFill/>
                    </a:lnR>
                    <a:lnT>
                      <a:noFill/>
                    </a:lnT>
                    <a:lnB>
                      <a:noFill/>
                    </a:lnB>
                  </a:tcPr>
                </a:tc>
                <a:tc>
                  <a:txBody>
                    <a:bodyPr/>
                    <a:lstStyle/>
                    <a:p>
                      <a:pPr>
                        <a:spcAft>
                          <a:spcPts val="0"/>
                        </a:spcAft>
                      </a:pPr>
                      <a:r>
                        <a:rPr lang="en-US" sz="900" b="1">
                          <a:solidFill>
                            <a:srgbClr val="5F497A"/>
                          </a:solidFill>
                          <a:effectLst/>
                          <a:latin typeface="微软雅黑"/>
                          <a:cs typeface="Times New Roman"/>
                        </a:rPr>
                        <a:t>22968.6</a:t>
                      </a:r>
                      <a:r>
                        <a:rPr lang="zh-CN" sz="900" b="1">
                          <a:solidFill>
                            <a:srgbClr val="5F497A"/>
                          </a:solidFill>
                          <a:effectLst/>
                          <a:latin typeface="微软雅黑"/>
                          <a:cs typeface="Times New Roman"/>
                        </a:rPr>
                        <a:t>亿元（</a:t>
                      </a:r>
                      <a:r>
                        <a:rPr lang="en-US" sz="900" b="1">
                          <a:solidFill>
                            <a:srgbClr val="5F497A"/>
                          </a:solidFill>
                          <a:effectLst/>
                          <a:latin typeface="微软雅黑"/>
                          <a:cs typeface="Times New Roman"/>
                        </a:rPr>
                        <a:t>2015</a:t>
                      </a:r>
                      <a:r>
                        <a:rPr lang="zh-CN" sz="900" b="1">
                          <a:solidFill>
                            <a:srgbClr val="5F497A"/>
                          </a:solidFill>
                          <a:effectLst/>
                          <a:latin typeface="微软雅黑"/>
                          <a:cs typeface="Times New Roman"/>
                        </a:rPr>
                        <a:t>年）</a:t>
                      </a:r>
                    </a:p>
                  </a:txBody>
                  <a:tcPr marL="53975" marR="53975" marT="0" marB="0" anchor="ctr">
                    <a:lnL>
                      <a:noFill/>
                    </a:lnL>
                    <a:lnR>
                      <a:noFill/>
                    </a:lnR>
                    <a:lnT>
                      <a:noFill/>
                    </a:lnT>
                    <a:lnB>
                      <a:noFill/>
                    </a:lnB>
                  </a:tcPr>
                </a:tc>
                <a:extLst>
                  <a:ext uri="{0D108BD9-81ED-4DB2-BD59-A6C34878D82A}">
                    <a16:rowId xmlns:a16="http://schemas.microsoft.com/office/drawing/2014/main" val="10008"/>
                  </a:ext>
                </a:extLst>
              </a:tr>
              <a:tr h="417550">
                <a:tc>
                  <a:txBody>
                    <a:bodyPr/>
                    <a:lstStyle/>
                    <a:p>
                      <a:pPr>
                        <a:spcAft>
                          <a:spcPts val="0"/>
                        </a:spcAft>
                      </a:pPr>
                      <a:r>
                        <a:rPr lang="zh-CN" sz="900" b="0">
                          <a:solidFill>
                            <a:srgbClr val="5F497A"/>
                          </a:solidFill>
                          <a:effectLst/>
                          <a:latin typeface="微软雅黑"/>
                          <a:cs typeface="Times New Roman"/>
                        </a:rPr>
                        <a:t>著名景点</a:t>
                      </a:r>
                      <a:endParaRPr lang="zh-CN" sz="900" b="1">
                        <a:solidFill>
                          <a:srgbClr val="5F497A"/>
                        </a:solidFill>
                        <a:effectLst/>
                        <a:latin typeface="微软雅黑"/>
                        <a:cs typeface="Times New Roman"/>
                      </a:endParaRPr>
                    </a:p>
                  </a:txBody>
                  <a:tcPr marL="53975" marR="53975" marT="0" marB="0" anchor="ctr">
                    <a:lnL>
                      <a:noFill/>
                    </a:lnL>
                    <a:lnR>
                      <a:noFill/>
                    </a:lnR>
                    <a:lnT>
                      <a:noFill/>
                    </a:lnT>
                    <a:lnB>
                      <a:noFill/>
                    </a:lnB>
                    <a:solidFill>
                      <a:srgbClr val="DFD8E8"/>
                    </a:solidFill>
                  </a:tcPr>
                </a:tc>
                <a:tc>
                  <a:txBody>
                    <a:bodyPr/>
                    <a:lstStyle/>
                    <a:p>
                      <a:pPr>
                        <a:spcAft>
                          <a:spcPts val="0"/>
                        </a:spcAft>
                      </a:pPr>
                      <a:r>
                        <a:rPr lang="zh-CN" sz="900" b="1">
                          <a:solidFill>
                            <a:srgbClr val="5F497A"/>
                          </a:solidFill>
                          <a:effectLst/>
                          <a:latin typeface="微软雅黑"/>
                          <a:cs typeface="Times New Roman"/>
                        </a:rPr>
                        <a:t>天安门广场、故宫、天坛、颐和园、八达岭长城、十三陵等</a:t>
                      </a:r>
                    </a:p>
                  </a:txBody>
                  <a:tcPr marL="53975" marR="53975" marT="0" marB="0" anchor="ctr">
                    <a:lnL>
                      <a:noFill/>
                    </a:lnL>
                    <a:lnR w="28575" cap="flat" cmpd="dbl" algn="ctr">
                      <a:solidFill>
                        <a:srgbClr val="7030A0"/>
                      </a:solidFill>
                      <a:prstDash val="solid"/>
                      <a:round/>
                      <a:headEnd type="none" w="med" len="med"/>
                      <a:tailEnd type="none" w="med" len="med"/>
                    </a:lnR>
                    <a:lnT>
                      <a:noFill/>
                    </a:lnT>
                    <a:lnB>
                      <a:noFill/>
                    </a:lnB>
                    <a:solidFill>
                      <a:srgbClr val="DFD8E8"/>
                    </a:solidFill>
                  </a:tcPr>
                </a:tc>
                <a:tc>
                  <a:txBody>
                    <a:bodyPr/>
                    <a:lstStyle/>
                    <a:p>
                      <a:pPr>
                        <a:spcAft>
                          <a:spcPts val="0"/>
                        </a:spcAft>
                      </a:pPr>
                      <a:r>
                        <a:rPr lang="zh-CN" sz="900" b="1">
                          <a:solidFill>
                            <a:srgbClr val="5F497A"/>
                          </a:solidFill>
                          <a:effectLst/>
                          <a:latin typeface="微软雅黑"/>
                          <a:cs typeface="Times New Roman"/>
                        </a:rPr>
                        <a:t>人均生产总值</a:t>
                      </a:r>
                    </a:p>
                  </a:txBody>
                  <a:tcPr marL="53975" marR="53975" marT="0" marB="0" anchor="ctr">
                    <a:lnL w="28575" cap="flat" cmpd="dbl" algn="ctr">
                      <a:solidFill>
                        <a:srgbClr val="7030A0"/>
                      </a:solidFill>
                      <a:prstDash val="solid"/>
                      <a:round/>
                      <a:headEnd type="none" w="med" len="med"/>
                      <a:tailEnd type="none" w="med" len="med"/>
                    </a:lnL>
                    <a:lnR>
                      <a:noFill/>
                    </a:lnR>
                    <a:lnT>
                      <a:noFill/>
                    </a:lnT>
                    <a:lnB>
                      <a:noFill/>
                    </a:lnB>
                    <a:solidFill>
                      <a:srgbClr val="DFD8E8"/>
                    </a:solidFill>
                  </a:tcPr>
                </a:tc>
                <a:tc>
                  <a:txBody>
                    <a:bodyPr/>
                    <a:lstStyle/>
                    <a:p>
                      <a:pPr>
                        <a:spcAft>
                          <a:spcPts val="0"/>
                        </a:spcAft>
                      </a:pPr>
                      <a:r>
                        <a:rPr lang="en-US" sz="900" b="1">
                          <a:solidFill>
                            <a:srgbClr val="5F497A"/>
                          </a:solidFill>
                          <a:effectLst/>
                          <a:latin typeface="微软雅黑"/>
                          <a:cs typeface="Times New Roman"/>
                        </a:rPr>
                        <a:t>106284</a:t>
                      </a:r>
                      <a:r>
                        <a:rPr lang="zh-CN" sz="900" b="1">
                          <a:solidFill>
                            <a:srgbClr val="5F497A"/>
                          </a:solidFill>
                          <a:effectLst/>
                          <a:latin typeface="微软雅黑"/>
                          <a:cs typeface="Times New Roman"/>
                        </a:rPr>
                        <a:t>元（</a:t>
                      </a:r>
                      <a:r>
                        <a:rPr lang="en-US" sz="900" b="1">
                          <a:solidFill>
                            <a:srgbClr val="5F497A"/>
                          </a:solidFill>
                          <a:effectLst/>
                          <a:latin typeface="微软雅黑"/>
                          <a:cs typeface="Times New Roman"/>
                        </a:rPr>
                        <a:t>2015</a:t>
                      </a:r>
                      <a:r>
                        <a:rPr lang="zh-CN" sz="900" b="1">
                          <a:solidFill>
                            <a:srgbClr val="5F497A"/>
                          </a:solidFill>
                          <a:effectLst/>
                          <a:latin typeface="微软雅黑"/>
                          <a:cs typeface="Times New Roman"/>
                        </a:rPr>
                        <a:t>年）</a:t>
                      </a:r>
                    </a:p>
                  </a:txBody>
                  <a:tcPr marL="53975" marR="53975" marT="0" marB="0" anchor="ctr">
                    <a:lnL>
                      <a:noFill/>
                    </a:lnL>
                    <a:lnR>
                      <a:noFill/>
                    </a:lnR>
                    <a:lnT>
                      <a:noFill/>
                    </a:lnT>
                    <a:lnB>
                      <a:noFill/>
                    </a:lnB>
                    <a:solidFill>
                      <a:srgbClr val="DFD8E8"/>
                    </a:solidFill>
                  </a:tcPr>
                </a:tc>
                <a:extLst>
                  <a:ext uri="{0D108BD9-81ED-4DB2-BD59-A6C34878D82A}">
                    <a16:rowId xmlns:a16="http://schemas.microsoft.com/office/drawing/2014/main" val="10009"/>
                  </a:ext>
                </a:extLst>
              </a:tr>
              <a:tr h="328628">
                <a:tc>
                  <a:txBody>
                    <a:bodyPr/>
                    <a:lstStyle/>
                    <a:p>
                      <a:pPr>
                        <a:spcAft>
                          <a:spcPts val="0"/>
                        </a:spcAft>
                      </a:pPr>
                      <a:r>
                        <a:rPr lang="zh-CN" sz="900" b="0">
                          <a:solidFill>
                            <a:srgbClr val="5F497A"/>
                          </a:solidFill>
                          <a:effectLst/>
                          <a:latin typeface="微软雅黑"/>
                          <a:cs typeface="Times New Roman"/>
                        </a:rPr>
                        <a:t>下辖地区</a:t>
                      </a:r>
                      <a:endParaRPr lang="zh-CN" sz="900" b="1">
                        <a:solidFill>
                          <a:srgbClr val="5F497A"/>
                        </a:solidFill>
                        <a:effectLst/>
                        <a:latin typeface="微软雅黑"/>
                        <a:cs typeface="Times New Roman"/>
                      </a:endParaRPr>
                    </a:p>
                  </a:txBody>
                  <a:tcPr marL="53975" marR="53975" marT="0" marB="0" anchor="ctr">
                    <a:lnL>
                      <a:noFill/>
                    </a:lnL>
                    <a:lnR>
                      <a:noFill/>
                    </a:lnR>
                    <a:lnT>
                      <a:noFill/>
                    </a:lnT>
                    <a:lnB>
                      <a:noFill/>
                    </a:lnB>
                  </a:tcPr>
                </a:tc>
                <a:tc>
                  <a:txBody>
                    <a:bodyPr/>
                    <a:lstStyle/>
                    <a:p>
                      <a:pPr>
                        <a:spcAft>
                          <a:spcPts val="0"/>
                        </a:spcAft>
                      </a:pPr>
                      <a:r>
                        <a:rPr lang="en-US" sz="900" b="1">
                          <a:solidFill>
                            <a:srgbClr val="5F497A"/>
                          </a:solidFill>
                          <a:effectLst/>
                          <a:latin typeface="微软雅黑"/>
                          <a:cs typeface="Times New Roman"/>
                        </a:rPr>
                        <a:t>16</a:t>
                      </a:r>
                      <a:r>
                        <a:rPr lang="zh-CN" sz="900" b="1">
                          <a:solidFill>
                            <a:srgbClr val="5F497A"/>
                          </a:solidFill>
                          <a:effectLst/>
                          <a:latin typeface="微软雅黑"/>
                          <a:cs typeface="Times New Roman"/>
                        </a:rPr>
                        <a:t>个市辖区</a:t>
                      </a:r>
                    </a:p>
                  </a:txBody>
                  <a:tcPr marL="53975" marR="53975" marT="0" marB="0" anchor="ctr">
                    <a:lnL>
                      <a:noFill/>
                    </a:lnL>
                    <a:lnR w="28575" cap="flat" cmpd="dbl" algn="ctr">
                      <a:solidFill>
                        <a:srgbClr val="7030A0"/>
                      </a:solidFill>
                      <a:prstDash val="solid"/>
                      <a:round/>
                      <a:headEnd type="none" w="med" len="med"/>
                      <a:tailEnd type="none" w="med" len="med"/>
                    </a:lnR>
                    <a:lnT>
                      <a:noFill/>
                    </a:lnT>
                    <a:lnB>
                      <a:noFill/>
                    </a:lnB>
                  </a:tcPr>
                </a:tc>
                <a:tc>
                  <a:txBody>
                    <a:bodyPr/>
                    <a:lstStyle/>
                    <a:p>
                      <a:pPr>
                        <a:spcAft>
                          <a:spcPts val="0"/>
                        </a:spcAft>
                      </a:pPr>
                      <a:r>
                        <a:rPr lang="zh-CN" sz="900" b="1">
                          <a:solidFill>
                            <a:srgbClr val="5F497A"/>
                          </a:solidFill>
                          <a:effectLst/>
                          <a:latin typeface="微软雅黑"/>
                          <a:cs typeface="Times New Roman"/>
                        </a:rPr>
                        <a:t>市树</a:t>
                      </a:r>
                    </a:p>
                  </a:txBody>
                  <a:tcPr marL="53975" marR="53975" marT="0" marB="0" anchor="ctr">
                    <a:lnL w="28575" cap="flat" cmpd="dbl" algn="ctr">
                      <a:solidFill>
                        <a:srgbClr val="7030A0"/>
                      </a:solidFill>
                      <a:prstDash val="solid"/>
                      <a:round/>
                      <a:headEnd type="none" w="med" len="med"/>
                      <a:tailEnd type="none" w="med" len="med"/>
                    </a:lnL>
                    <a:lnR>
                      <a:noFill/>
                    </a:lnR>
                    <a:lnT>
                      <a:noFill/>
                    </a:lnT>
                    <a:lnB>
                      <a:noFill/>
                    </a:lnB>
                  </a:tcPr>
                </a:tc>
                <a:tc>
                  <a:txBody>
                    <a:bodyPr/>
                    <a:lstStyle/>
                    <a:p>
                      <a:pPr>
                        <a:spcAft>
                          <a:spcPts val="0"/>
                        </a:spcAft>
                      </a:pPr>
                      <a:r>
                        <a:rPr lang="zh-CN" sz="900" b="1">
                          <a:solidFill>
                            <a:srgbClr val="5F497A"/>
                          </a:solidFill>
                          <a:effectLst/>
                          <a:latin typeface="微软雅黑"/>
                          <a:cs typeface="Times New Roman"/>
                        </a:rPr>
                        <a:t>国槐</a:t>
                      </a:r>
                    </a:p>
                  </a:txBody>
                  <a:tcPr marL="53975" marR="53975" marT="0" marB="0" anchor="ctr">
                    <a:lnL>
                      <a:noFill/>
                    </a:lnL>
                    <a:lnR>
                      <a:noFill/>
                    </a:lnR>
                    <a:lnT>
                      <a:noFill/>
                    </a:lnT>
                    <a:lnB>
                      <a:noFill/>
                    </a:lnB>
                  </a:tcPr>
                </a:tc>
                <a:extLst>
                  <a:ext uri="{0D108BD9-81ED-4DB2-BD59-A6C34878D82A}">
                    <a16:rowId xmlns:a16="http://schemas.microsoft.com/office/drawing/2014/main" val="10010"/>
                  </a:ext>
                </a:extLst>
              </a:tr>
              <a:tr h="328628">
                <a:tc>
                  <a:txBody>
                    <a:bodyPr/>
                    <a:lstStyle/>
                    <a:p>
                      <a:pPr>
                        <a:spcAft>
                          <a:spcPts val="0"/>
                        </a:spcAft>
                      </a:pPr>
                      <a:r>
                        <a:rPr lang="zh-CN" sz="900" b="0">
                          <a:solidFill>
                            <a:srgbClr val="5F497A"/>
                          </a:solidFill>
                          <a:effectLst/>
                          <a:latin typeface="微软雅黑"/>
                          <a:cs typeface="Times New Roman"/>
                        </a:rPr>
                        <a:t>机场</a:t>
                      </a:r>
                      <a:endParaRPr lang="zh-CN" sz="900" b="1">
                        <a:solidFill>
                          <a:srgbClr val="5F497A"/>
                        </a:solidFill>
                        <a:effectLst/>
                        <a:latin typeface="微软雅黑"/>
                        <a:cs typeface="Times New Roman"/>
                      </a:endParaRPr>
                    </a:p>
                  </a:txBody>
                  <a:tcPr marL="53975" marR="53975" marT="0" marB="0" anchor="ctr">
                    <a:lnL>
                      <a:noFill/>
                    </a:lnL>
                    <a:lnR>
                      <a:noFill/>
                    </a:lnR>
                    <a:lnT>
                      <a:noFill/>
                    </a:lnT>
                    <a:lnB w="12700" cap="flat" cmpd="sng" algn="ctr">
                      <a:solidFill>
                        <a:srgbClr val="8064A2"/>
                      </a:solidFill>
                      <a:prstDash val="solid"/>
                      <a:round/>
                      <a:headEnd type="none" w="med" len="med"/>
                      <a:tailEnd type="none" w="med" len="med"/>
                    </a:lnB>
                    <a:solidFill>
                      <a:srgbClr val="DFD8E8"/>
                    </a:solidFill>
                  </a:tcPr>
                </a:tc>
                <a:tc>
                  <a:txBody>
                    <a:bodyPr/>
                    <a:lstStyle/>
                    <a:p>
                      <a:pPr>
                        <a:spcAft>
                          <a:spcPts val="0"/>
                        </a:spcAft>
                      </a:pPr>
                      <a:r>
                        <a:rPr lang="zh-CN" sz="900" b="1">
                          <a:solidFill>
                            <a:srgbClr val="5F497A"/>
                          </a:solidFill>
                          <a:effectLst/>
                          <a:latin typeface="微软雅黑"/>
                          <a:cs typeface="Times New Roman"/>
                        </a:rPr>
                        <a:t>北京首都国际机场，北京南苑机场</a:t>
                      </a:r>
                    </a:p>
                  </a:txBody>
                  <a:tcPr marL="53975" marR="53975" marT="0" marB="0" anchor="ctr">
                    <a:lnL>
                      <a:noFill/>
                    </a:lnL>
                    <a:lnR w="28575" cap="flat" cmpd="dbl" algn="ctr">
                      <a:solidFill>
                        <a:srgbClr val="7030A0"/>
                      </a:solidFill>
                      <a:prstDash val="solid"/>
                      <a:round/>
                      <a:headEnd type="none" w="med" len="med"/>
                      <a:tailEnd type="none" w="med" len="med"/>
                    </a:lnR>
                    <a:lnT>
                      <a:noFill/>
                    </a:lnT>
                    <a:lnB w="12700" cap="flat" cmpd="sng" algn="ctr">
                      <a:solidFill>
                        <a:srgbClr val="8064A2"/>
                      </a:solidFill>
                      <a:prstDash val="solid"/>
                      <a:round/>
                      <a:headEnd type="none" w="med" len="med"/>
                      <a:tailEnd type="none" w="med" len="med"/>
                    </a:lnB>
                    <a:solidFill>
                      <a:srgbClr val="DFD8E8"/>
                    </a:solidFill>
                  </a:tcPr>
                </a:tc>
                <a:tc>
                  <a:txBody>
                    <a:bodyPr/>
                    <a:lstStyle/>
                    <a:p>
                      <a:pPr>
                        <a:spcAft>
                          <a:spcPts val="0"/>
                        </a:spcAft>
                      </a:pPr>
                      <a:r>
                        <a:rPr lang="zh-CN" sz="900" b="1">
                          <a:solidFill>
                            <a:srgbClr val="5F497A"/>
                          </a:solidFill>
                          <a:effectLst/>
                          <a:latin typeface="微软雅黑"/>
                          <a:cs typeface="Times New Roman"/>
                        </a:rPr>
                        <a:t>市花</a:t>
                      </a:r>
                    </a:p>
                  </a:txBody>
                  <a:tcPr marL="53975" marR="53975" marT="0" marB="0" anchor="ctr">
                    <a:lnL w="28575" cap="flat" cmpd="dbl" algn="ctr">
                      <a:solidFill>
                        <a:srgbClr val="7030A0"/>
                      </a:solidFill>
                      <a:prstDash val="solid"/>
                      <a:round/>
                      <a:headEnd type="none" w="med" len="med"/>
                      <a:tailEnd type="none" w="med" len="med"/>
                    </a:lnL>
                    <a:lnR>
                      <a:noFill/>
                    </a:lnR>
                    <a:lnT>
                      <a:noFill/>
                    </a:lnT>
                    <a:lnB w="12700" cap="flat" cmpd="sng" algn="ctr">
                      <a:solidFill>
                        <a:srgbClr val="8064A2"/>
                      </a:solidFill>
                      <a:prstDash val="solid"/>
                      <a:round/>
                      <a:headEnd type="none" w="med" len="med"/>
                      <a:tailEnd type="none" w="med" len="med"/>
                    </a:lnB>
                    <a:solidFill>
                      <a:srgbClr val="DFD8E8"/>
                    </a:solidFill>
                  </a:tcPr>
                </a:tc>
                <a:tc>
                  <a:txBody>
                    <a:bodyPr/>
                    <a:lstStyle/>
                    <a:p>
                      <a:pPr>
                        <a:spcAft>
                          <a:spcPts val="0"/>
                        </a:spcAft>
                      </a:pPr>
                      <a:r>
                        <a:rPr lang="zh-CN" sz="900" b="1" dirty="0">
                          <a:solidFill>
                            <a:srgbClr val="5F497A"/>
                          </a:solidFill>
                          <a:effectLst/>
                          <a:latin typeface="微软雅黑"/>
                          <a:cs typeface="Times New Roman"/>
                        </a:rPr>
                        <a:t>月季</a:t>
                      </a:r>
                    </a:p>
                  </a:txBody>
                  <a:tcPr marL="53975" marR="53975" marT="0" marB="0" anchor="ctr">
                    <a:lnL>
                      <a:noFill/>
                    </a:lnL>
                    <a:lnR>
                      <a:noFill/>
                    </a:lnR>
                    <a:lnT>
                      <a:noFill/>
                    </a:lnT>
                    <a:lnB w="12700" cap="flat" cmpd="sng" algn="ctr">
                      <a:solidFill>
                        <a:srgbClr val="8064A2"/>
                      </a:solidFill>
                      <a:prstDash val="solid"/>
                      <a:round/>
                      <a:headEnd type="none" w="med" len="med"/>
                      <a:tailEnd type="none" w="med" len="med"/>
                    </a:lnB>
                    <a:solidFill>
                      <a:srgbClr val="DFD8E8"/>
                    </a:solidFill>
                  </a:tcPr>
                </a:tc>
                <a:extLst>
                  <a:ext uri="{0D108BD9-81ED-4DB2-BD59-A6C34878D82A}">
                    <a16:rowId xmlns:a16="http://schemas.microsoft.com/office/drawing/2014/main" val="10011"/>
                  </a:ext>
                </a:extLst>
              </a:tr>
            </a:tbl>
          </a:graphicData>
        </a:graphic>
      </p:graphicFrame>
      <p:sp>
        <p:nvSpPr>
          <p:cNvPr id="4" name="文本占位符 3"/>
          <p:cNvSpPr>
            <a:spLocks noGrp="1"/>
          </p:cNvSpPr>
          <p:nvPr>
            <p:ph type="body" sz="half" idx="2"/>
          </p:nvPr>
        </p:nvSpPr>
        <p:spPr>
          <a:xfrm>
            <a:off x="457200" y="1124745"/>
            <a:ext cx="7571184" cy="936103"/>
          </a:xfrm>
        </p:spPr>
        <p:txBody>
          <a:bodyPr/>
          <a:lstStyle/>
          <a:p>
            <a:r>
              <a:rPr lang="zh-CN" altLang="en-US" dirty="0"/>
              <a:t>北京（</a:t>
            </a:r>
            <a:r>
              <a:rPr lang="en-US" altLang="zh-CN" dirty="0"/>
              <a:t>Beijing</a:t>
            </a:r>
            <a:r>
              <a:rPr lang="zh-CN" altLang="en-US" dirty="0"/>
              <a:t>），简称京，中华人民共和国首都、直辖市、国家中心城市、超大城市，全国政治中心、文化中心、国际交往中心、科技创新中心，是中国共产党中央委员会、中华人民共和国中央人民政府和全国人民代表大会的办公所在地。</a:t>
            </a:r>
          </a:p>
          <a:p>
            <a:endParaRPr lang="zh-CN" altLang="en-US" dirty="0"/>
          </a:p>
        </p:txBody>
      </p:sp>
      <p:sp>
        <p:nvSpPr>
          <p:cNvPr id="2" name="标题 1"/>
          <p:cNvSpPr>
            <a:spLocks noGrp="1"/>
          </p:cNvSpPr>
          <p:nvPr>
            <p:ph type="title"/>
          </p:nvPr>
        </p:nvSpPr>
        <p:spPr/>
        <p:txBody>
          <a:bodyPr>
            <a:normAutofit fontScale="90000"/>
          </a:bodyPr>
          <a:lstStyle/>
          <a:p>
            <a:r>
              <a:rPr lang="zh-CN" altLang="en-US" dirty="0"/>
              <a:t>基本信息</a:t>
            </a:r>
          </a:p>
        </p:txBody>
      </p:sp>
    </p:spTree>
    <p:extLst>
      <p:ext uri="{BB962C8B-B14F-4D97-AF65-F5344CB8AC3E}">
        <p14:creationId xmlns:p14="http://schemas.microsoft.com/office/powerpoint/2010/main" val="807620196"/>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l="-2000" r="-2000"/>
          </a:stretch>
        </a:blipFill>
        <a:effectLst/>
      </p:bgPr>
    </p:bg>
    <p:spTree>
      <p:nvGrpSpPr>
        <p:cNvPr id="1" name=""/>
        <p:cNvGrpSpPr/>
        <p:nvPr/>
      </p:nvGrpSpPr>
      <p:grpSpPr>
        <a:xfrm>
          <a:off x="0" y="0"/>
          <a:ext cx="0" cy="0"/>
          <a:chOff x="0" y="0"/>
          <a:chExt cx="0" cy="0"/>
        </a:xfrm>
      </p:grpSpPr>
      <p:sp>
        <p:nvSpPr>
          <p:cNvPr id="3" name="内容占位符 2"/>
          <p:cNvSpPr>
            <a:spLocks noGrp="1"/>
          </p:cNvSpPr>
          <p:nvPr>
            <p:ph type="body" idx="1"/>
          </p:nvPr>
        </p:nvSpPr>
        <p:spPr>
          <a:xfrm>
            <a:off x="827584" y="3140968"/>
            <a:ext cx="7416824" cy="2232248"/>
          </a:xfrm>
        </p:spPr>
        <p:txBody>
          <a:bodyPr numCol="3" spcCol="720000">
            <a:normAutofit/>
          </a:bodyPr>
          <a:lstStyle/>
          <a:p>
            <a:pPr marL="742950" lvl="1" indent="-285750">
              <a:buFont typeface="Wingdings" pitchFamily="2" charset="2"/>
              <a:buChar char="u"/>
            </a:pPr>
            <a:r>
              <a:rPr lang="zh-CN" altLang="en-US" dirty="0">
                <a:hlinkClick r:id="rId3" action="ppaction://hlinksldjump"/>
              </a:rPr>
              <a:t>历史沿革</a:t>
            </a:r>
            <a:endParaRPr lang="zh-CN" altLang="en-US" dirty="0"/>
          </a:p>
          <a:p>
            <a:pPr marL="742950" lvl="1" indent="-285750">
              <a:buFont typeface="Wingdings" pitchFamily="2" charset="2"/>
              <a:buChar char="u"/>
            </a:pPr>
            <a:r>
              <a:rPr lang="zh-CN" altLang="en-US" dirty="0">
                <a:hlinkClick r:id="rId4" action="ppaction://hlinksldjump"/>
              </a:rPr>
              <a:t>行政区划</a:t>
            </a:r>
            <a:endParaRPr lang="zh-CN" altLang="en-US" dirty="0"/>
          </a:p>
          <a:p>
            <a:pPr marL="742950" lvl="1" indent="-285750">
              <a:buFont typeface="Wingdings" pitchFamily="2" charset="2"/>
              <a:buChar char="u"/>
            </a:pPr>
            <a:r>
              <a:rPr lang="zh-CN" altLang="en-US" dirty="0">
                <a:hlinkClick r:id="rId5" action="ppaction://hlinksldjump"/>
              </a:rPr>
              <a:t>地理环境</a:t>
            </a:r>
            <a:endParaRPr lang="zh-CN" altLang="en-US" dirty="0"/>
          </a:p>
          <a:p>
            <a:pPr marL="742950" lvl="1" indent="-285750">
              <a:buFont typeface="Wingdings" pitchFamily="2" charset="2"/>
              <a:buChar char="u"/>
            </a:pPr>
            <a:r>
              <a:rPr lang="zh-CN" altLang="en-US" dirty="0">
                <a:hlinkClick r:id="rId6" action="ppaction://hlinksldjump"/>
              </a:rPr>
              <a:t>自然资源</a:t>
            </a:r>
            <a:endParaRPr lang="zh-CN" altLang="en-US" dirty="0"/>
          </a:p>
          <a:p>
            <a:pPr marL="742950" lvl="1" indent="-285750">
              <a:buFont typeface="Wingdings" pitchFamily="2" charset="2"/>
              <a:buChar char="u"/>
            </a:pPr>
            <a:r>
              <a:rPr lang="zh-CN" altLang="en-US" dirty="0">
                <a:hlinkClick r:id="rId7" action="ppaction://hlinksldjump"/>
              </a:rPr>
              <a:t>人口民族</a:t>
            </a:r>
            <a:endParaRPr lang="zh-CN" altLang="en-US" dirty="0"/>
          </a:p>
          <a:p>
            <a:pPr marL="742950" lvl="1" indent="-285750">
              <a:buFont typeface="Wingdings" pitchFamily="2" charset="2"/>
              <a:buChar char="u"/>
            </a:pPr>
            <a:r>
              <a:rPr lang="zh-CN" altLang="en-US" dirty="0">
                <a:hlinkClick r:id="rId8" action="ppaction://hlinksldjump"/>
              </a:rPr>
              <a:t>区域经济</a:t>
            </a:r>
            <a:endParaRPr lang="zh-CN" altLang="en-US" dirty="0"/>
          </a:p>
          <a:p>
            <a:pPr marL="742950" lvl="1" indent="-285750">
              <a:buFont typeface="Wingdings" pitchFamily="2" charset="2"/>
              <a:buChar char="u"/>
            </a:pPr>
            <a:r>
              <a:rPr lang="zh-CN" altLang="en-US" dirty="0">
                <a:hlinkClick r:id="rId9" action="ppaction://hlinksldjump"/>
              </a:rPr>
              <a:t>城市交通</a:t>
            </a:r>
            <a:endParaRPr lang="zh-CN" altLang="en-US" dirty="0"/>
          </a:p>
          <a:p>
            <a:pPr marL="742950" lvl="1" indent="-285750">
              <a:buFont typeface="Wingdings" pitchFamily="2" charset="2"/>
              <a:buChar char="u"/>
            </a:pPr>
            <a:r>
              <a:rPr lang="zh-CN" altLang="en-US" dirty="0">
                <a:hlinkClick r:id="rId10" action="ppaction://hlinksldjump"/>
              </a:rPr>
              <a:t>区域教育</a:t>
            </a:r>
            <a:endParaRPr lang="zh-CN" altLang="en-US" dirty="0"/>
          </a:p>
          <a:p>
            <a:pPr marL="742950" lvl="1" indent="-285750">
              <a:buFont typeface="Wingdings" pitchFamily="2" charset="2"/>
              <a:buChar char="u"/>
            </a:pPr>
            <a:r>
              <a:rPr lang="zh-CN" altLang="en-US" dirty="0">
                <a:hlinkClick r:id="rId11" action="ppaction://hlinksldjump"/>
              </a:rPr>
              <a:t>区域文化</a:t>
            </a:r>
            <a:endParaRPr lang="zh-CN" altLang="en-US" dirty="0"/>
          </a:p>
          <a:p>
            <a:pPr marL="742950" lvl="1" indent="-285750">
              <a:buFont typeface="Wingdings" pitchFamily="2" charset="2"/>
              <a:buChar char="u"/>
            </a:pPr>
            <a:r>
              <a:rPr lang="zh-CN" altLang="en-US" dirty="0">
                <a:hlinkClick r:id="rId12" action="ppaction://hlinksldjump"/>
              </a:rPr>
              <a:t>社会事业</a:t>
            </a:r>
            <a:endParaRPr lang="zh-CN" altLang="en-US" dirty="0"/>
          </a:p>
          <a:p>
            <a:pPr marL="742950" lvl="1" indent="-285750">
              <a:buFont typeface="Wingdings" pitchFamily="2" charset="2"/>
              <a:buChar char="u"/>
            </a:pPr>
            <a:r>
              <a:rPr lang="zh-CN" altLang="en-US" dirty="0">
                <a:hlinkClick r:id="rId13" action="ppaction://hlinksldjump"/>
              </a:rPr>
              <a:t>城市旅游</a:t>
            </a:r>
            <a:endParaRPr lang="zh-CN" altLang="en-US" dirty="0"/>
          </a:p>
          <a:p>
            <a:pPr marL="742950" lvl="1" indent="-285750">
              <a:buFont typeface="Wingdings" pitchFamily="2" charset="2"/>
              <a:buChar char="u"/>
            </a:pPr>
            <a:r>
              <a:rPr lang="zh-CN" altLang="en-US" dirty="0">
                <a:hlinkClick r:id="rId14" action="ppaction://hlinksldjump"/>
              </a:rPr>
              <a:t>对外交流</a:t>
            </a:r>
            <a:endParaRPr lang="zh-CN" altLang="en-US" dirty="0"/>
          </a:p>
          <a:p>
            <a:pPr marL="742950" lvl="1" indent="-285750">
              <a:buFont typeface="Wingdings" pitchFamily="2" charset="2"/>
              <a:buChar char="u"/>
            </a:pPr>
            <a:r>
              <a:rPr lang="zh-CN" altLang="en-US" dirty="0">
                <a:hlinkClick r:id="rId15" action="ppaction://hlinksldjump"/>
              </a:rPr>
              <a:t>城市荣誉</a:t>
            </a:r>
            <a:endParaRPr lang="zh-CN" altLang="en-US" dirty="0"/>
          </a:p>
          <a:p>
            <a:pPr marL="742950" lvl="1" indent="-285750">
              <a:buFont typeface="Wingdings" pitchFamily="2" charset="2"/>
              <a:buChar char="u"/>
            </a:pPr>
            <a:r>
              <a:rPr lang="zh-CN" altLang="en-US" dirty="0">
                <a:hlinkClick r:id="rId16" action="ppaction://hlinksldjump"/>
              </a:rPr>
              <a:t>区域政治</a:t>
            </a:r>
            <a:endParaRPr lang="zh-CN" altLang="en-US" dirty="0"/>
          </a:p>
          <a:p>
            <a:pPr marL="742950" lvl="1" indent="-285750">
              <a:buFont typeface="Wingdings" pitchFamily="2" charset="2"/>
              <a:buChar char="u"/>
            </a:pPr>
            <a:r>
              <a:rPr lang="zh-CN" altLang="en-US" dirty="0">
                <a:hlinkClick r:id="rId17" action="ppaction://hlinksldjump"/>
              </a:rPr>
              <a:t>城市名人</a:t>
            </a:r>
            <a:endParaRPr lang="zh-CN" altLang="en-US" dirty="0"/>
          </a:p>
          <a:p>
            <a:pPr marL="342900" indent="-342900">
              <a:buFont typeface="Wingdings" pitchFamily="2" charset="2"/>
              <a:buChar char="u"/>
            </a:pPr>
            <a:endParaRPr lang="zh-CN" altLang="en-US" dirty="0"/>
          </a:p>
        </p:txBody>
      </p:sp>
      <p:sp>
        <p:nvSpPr>
          <p:cNvPr id="2" name="标题 1"/>
          <p:cNvSpPr>
            <a:spLocks noGrp="1"/>
          </p:cNvSpPr>
          <p:nvPr>
            <p:ph type="title"/>
          </p:nvPr>
        </p:nvSpPr>
        <p:spPr/>
        <p:txBody>
          <a:bodyPr>
            <a:normAutofit fontScale="90000"/>
          </a:bodyPr>
          <a:lstStyle/>
          <a:p>
            <a:r>
              <a:rPr lang="zh-CN" altLang="en-US" dirty="0"/>
              <a:t>目录</a:t>
            </a:r>
          </a:p>
        </p:txBody>
      </p:sp>
    </p:spTree>
    <p:extLst>
      <p:ext uri="{BB962C8B-B14F-4D97-AF65-F5344CB8AC3E}">
        <p14:creationId xmlns:p14="http://schemas.microsoft.com/office/powerpoint/2010/main" val="2780341436"/>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历史沿革</a:t>
            </a:r>
          </a:p>
        </p:txBody>
      </p:sp>
      <p:sp>
        <p:nvSpPr>
          <p:cNvPr id="3" name="内容占位符 2"/>
          <p:cNvSpPr>
            <a:spLocks noGrp="1"/>
          </p:cNvSpPr>
          <p:nvPr>
            <p:ph idx="1"/>
          </p:nvPr>
        </p:nvSpPr>
        <p:spPr/>
        <p:txBody>
          <a:bodyPr/>
          <a:lstStyle/>
          <a:p>
            <a:pPr lvl="1"/>
            <a:r>
              <a:rPr lang="zh-CN" altLang="en-US" dirty="0"/>
              <a:t>名字由来</a:t>
            </a:r>
          </a:p>
          <a:p>
            <a:pPr lvl="1"/>
            <a:r>
              <a:rPr lang="zh-CN" altLang="en-US" dirty="0"/>
              <a:t>建制沿革</a:t>
            </a:r>
          </a:p>
          <a:p>
            <a:pPr lvl="1"/>
            <a:r>
              <a:rPr lang="zh-CN" altLang="en-US" dirty="0"/>
              <a:t>建都朝代</a:t>
            </a:r>
          </a:p>
        </p:txBody>
      </p:sp>
      <p:graphicFrame>
        <p:nvGraphicFramePr>
          <p:cNvPr id="4" name="图示 3"/>
          <p:cNvGraphicFramePr/>
          <p:nvPr>
            <p:extLst>
              <p:ext uri="{D42A27DB-BD31-4B8C-83A1-F6EECF244321}">
                <p14:modId xmlns:p14="http://schemas.microsoft.com/office/powerpoint/2010/main" val="2165571342"/>
              </p:ext>
            </p:extLst>
          </p:nvPr>
        </p:nvGraphicFramePr>
        <p:xfrm>
          <a:off x="323528" y="2492896"/>
          <a:ext cx="8568952" cy="38884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8526739"/>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行政区划</a:t>
            </a:r>
          </a:p>
        </p:txBody>
      </p:sp>
      <p:sp>
        <p:nvSpPr>
          <p:cNvPr id="3" name="内容占位符 2"/>
          <p:cNvSpPr>
            <a:spLocks noGrp="1"/>
          </p:cNvSpPr>
          <p:nvPr>
            <p:ph sz="half" idx="1"/>
          </p:nvPr>
        </p:nvSpPr>
        <p:spPr/>
        <p:txBody>
          <a:bodyPr>
            <a:normAutofit/>
          </a:bodyPr>
          <a:lstStyle/>
          <a:p>
            <a:r>
              <a:rPr lang="en-US" altLang="zh-CN" dirty="0"/>
              <a:t>2016</a:t>
            </a:r>
            <a:r>
              <a:rPr lang="zh-CN" altLang="en-US" dirty="0"/>
              <a:t>年，北京市辖东城、西城、海淀、朝阳、丰台、门头沟、石景山、房山、通州、顺义、昌平、大兴、怀柔、平谷、延庆、密云</a:t>
            </a:r>
            <a:r>
              <a:rPr lang="en-US" altLang="zh-CN" dirty="0"/>
              <a:t>16</a:t>
            </a:r>
            <a:r>
              <a:rPr lang="zh-CN" altLang="en-US" dirty="0"/>
              <a:t>个市辖区（合计</a:t>
            </a:r>
            <a:r>
              <a:rPr lang="en-US" altLang="zh-CN" dirty="0"/>
              <a:t>16</a:t>
            </a:r>
            <a:r>
              <a:rPr lang="zh-CN" altLang="en-US" dirty="0"/>
              <a:t>个县级行政区划单位），</a:t>
            </a:r>
            <a:r>
              <a:rPr lang="en-US" altLang="zh-CN" dirty="0"/>
              <a:t>147</a:t>
            </a:r>
            <a:r>
              <a:rPr lang="zh-CN" altLang="en-US" dirty="0"/>
              <a:t>个街道、</a:t>
            </a:r>
            <a:r>
              <a:rPr lang="en-US" altLang="zh-CN" dirty="0"/>
              <a:t>144</a:t>
            </a:r>
            <a:r>
              <a:rPr lang="zh-CN" altLang="en-US" dirty="0"/>
              <a:t>个镇、</a:t>
            </a:r>
            <a:r>
              <a:rPr lang="en-US" altLang="zh-CN" dirty="0"/>
              <a:t>33</a:t>
            </a:r>
            <a:r>
              <a:rPr lang="zh-CN" altLang="en-US" dirty="0"/>
              <a:t>个乡、</a:t>
            </a:r>
            <a:r>
              <a:rPr lang="en-US" altLang="zh-CN" dirty="0"/>
              <a:t>5</a:t>
            </a:r>
            <a:r>
              <a:rPr lang="zh-CN" altLang="en-US" dirty="0"/>
              <a:t>个民族乡（合计</a:t>
            </a:r>
            <a:r>
              <a:rPr lang="en-US" altLang="zh-CN" dirty="0"/>
              <a:t>329</a:t>
            </a:r>
            <a:r>
              <a:rPr lang="zh-CN" altLang="en-US" dirty="0"/>
              <a:t>个乡级行政单位）。</a:t>
            </a:r>
          </a:p>
          <a:p>
            <a:endParaRPr lang="zh-CN" altLang="en-US" dirty="0"/>
          </a:p>
        </p:txBody>
      </p:sp>
      <p:pic>
        <p:nvPicPr>
          <p:cNvPr id="5" name="内容占位符 4"/>
          <p:cNvPicPr>
            <a:picLocks noGrp="1"/>
          </p:cNvPicPr>
          <p:nvPr>
            <p:ph sz="half" idx="2"/>
          </p:nvPr>
        </p:nvPicPr>
        <p:blipFill>
          <a:blip r:embed="rId2" cstate="print">
            <a:extLst>
              <a:ext uri="{BEBA8EAE-BF5A-486C-A8C5-ECC9F3942E4B}">
                <a14:imgProps xmlns:a14="http://schemas.microsoft.com/office/drawing/2010/main">
                  <a14:imgLayer r:embed="rId3">
                    <a14:imgEffect>
                      <a14:artisticLineDrawing/>
                    </a14:imgEffect>
                  </a14:imgLayer>
                </a14:imgProps>
              </a:ext>
              <a:ext uri="{28A0092B-C50C-407E-A947-70E740481C1C}">
                <a14:useLocalDpi xmlns:a14="http://schemas.microsoft.com/office/drawing/2010/main" val="0"/>
              </a:ext>
            </a:extLst>
          </a:blip>
          <a:stretch>
            <a:fillRect/>
          </a:stretch>
        </p:blipFill>
        <p:spPr>
          <a:xfrm>
            <a:off x="5148064" y="1556792"/>
            <a:ext cx="3240000" cy="39600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647765470"/>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地理环境</a:t>
            </a:r>
          </a:p>
        </p:txBody>
      </p:sp>
      <p:sp>
        <p:nvSpPr>
          <p:cNvPr id="3" name="内容占位符 2"/>
          <p:cNvSpPr>
            <a:spLocks noGrp="1"/>
          </p:cNvSpPr>
          <p:nvPr>
            <p:ph idx="1"/>
          </p:nvPr>
        </p:nvSpPr>
        <p:spPr/>
        <p:txBody>
          <a:bodyPr>
            <a:normAutofit fontScale="70000" lnSpcReduction="20000"/>
          </a:bodyPr>
          <a:lstStyle/>
          <a:p>
            <a:pPr lvl="1"/>
            <a:r>
              <a:rPr lang="zh-CN" altLang="en-US" dirty="0"/>
              <a:t>位置境域</a:t>
            </a:r>
          </a:p>
          <a:p>
            <a:r>
              <a:rPr lang="zh-CN" altLang="en-US" dirty="0"/>
              <a:t>北京位于东经</a:t>
            </a:r>
            <a:r>
              <a:rPr lang="en-US" altLang="zh-CN" dirty="0"/>
              <a:t>115.7°~ 117.4°</a:t>
            </a:r>
            <a:r>
              <a:rPr lang="zh-CN" altLang="en-US" dirty="0"/>
              <a:t>，北纬</a:t>
            </a:r>
            <a:r>
              <a:rPr lang="en-US" altLang="zh-CN" dirty="0"/>
              <a:t>39.4°~ 41.6°</a:t>
            </a:r>
            <a:r>
              <a:rPr lang="zh-CN" altLang="en-US" dirty="0"/>
              <a:t>，中心位于北纬</a:t>
            </a:r>
            <a:r>
              <a:rPr lang="en-US" altLang="zh-CN" dirty="0"/>
              <a:t>39°54′20″</a:t>
            </a:r>
            <a:r>
              <a:rPr lang="zh-CN" altLang="en-US" dirty="0"/>
              <a:t>，东经</a:t>
            </a:r>
            <a:r>
              <a:rPr lang="en-US" altLang="zh-CN" dirty="0"/>
              <a:t>116°25′29″</a:t>
            </a:r>
            <a:r>
              <a:rPr lang="zh-CN" altLang="en-US" dirty="0"/>
              <a:t>，总面积</a:t>
            </a:r>
            <a:r>
              <a:rPr lang="en-US" altLang="zh-CN" dirty="0"/>
              <a:t>16410.54</a:t>
            </a:r>
            <a:r>
              <a:rPr lang="zh-CN" altLang="en-US" dirty="0"/>
              <a:t>平方千米。位于华北平原北部，毗邻渤海湾，上靠辽东半岛，下临山东半岛。北京与天津相邻，并与天津一起被河北省环绕。</a:t>
            </a:r>
          </a:p>
          <a:p>
            <a:pPr lvl="1"/>
            <a:r>
              <a:rPr lang="zh-CN" altLang="en-US" dirty="0"/>
              <a:t>地形地貌</a:t>
            </a:r>
          </a:p>
          <a:p>
            <a:r>
              <a:rPr lang="zh-CN" altLang="en-US" dirty="0"/>
              <a:t>北京市山区面积</a:t>
            </a:r>
            <a:r>
              <a:rPr lang="en-US" altLang="zh-CN" dirty="0"/>
              <a:t>10200</a:t>
            </a:r>
            <a:r>
              <a:rPr lang="zh-CN" altLang="en-US" dirty="0"/>
              <a:t>平方千米，约占总面积的</a:t>
            </a:r>
            <a:r>
              <a:rPr lang="en-US" altLang="zh-CN" dirty="0"/>
              <a:t>62%</a:t>
            </a:r>
            <a:r>
              <a:rPr lang="zh-CN" altLang="en-US" dirty="0"/>
              <a:t>，平原区面积为</a:t>
            </a:r>
            <a:r>
              <a:rPr lang="en-US" altLang="zh-CN" dirty="0"/>
              <a:t>6200</a:t>
            </a:r>
            <a:r>
              <a:rPr lang="zh-CN" altLang="en-US" dirty="0"/>
              <a:t>平方千米，约占总面积的</a:t>
            </a:r>
            <a:r>
              <a:rPr lang="en-US" altLang="zh-CN" dirty="0"/>
              <a:t>38%</a:t>
            </a:r>
            <a:r>
              <a:rPr lang="zh-CN" altLang="en-US" dirty="0"/>
              <a:t>。北京的地形西北高，东南低。西部为西山属太行山脉；北部和东北部为军都山属燕山山脉。最高的山峰为京西门头沟区的东灵山。最低的地面为通州区东南边界。北京市平均海拔</a:t>
            </a:r>
            <a:r>
              <a:rPr lang="en-US" altLang="zh-CN" dirty="0"/>
              <a:t>43.5</a:t>
            </a:r>
            <a:r>
              <a:rPr lang="zh-CN" altLang="en-US" dirty="0"/>
              <a:t>米。北京平原的海拔高度在</a:t>
            </a:r>
            <a:r>
              <a:rPr lang="en-US" altLang="zh-CN" dirty="0"/>
              <a:t>20</a:t>
            </a:r>
            <a:r>
              <a:rPr lang="zh-CN" altLang="en-US" dirty="0"/>
              <a:t>～</a:t>
            </a:r>
            <a:r>
              <a:rPr lang="en-US" altLang="zh-CN" dirty="0"/>
              <a:t>60</a:t>
            </a:r>
            <a:r>
              <a:rPr lang="zh-CN" altLang="en-US" dirty="0"/>
              <a:t>米，山地一般海拔</a:t>
            </a:r>
            <a:r>
              <a:rPr lang="en-US" altLang="zh-CN" dirty="0"/>
              <a:t>1000</a:t>
            </a:r>
            <a:r>
              <a:rPr lang="zh-CN" altLang="en-US" dirty="0"/>
              <a:t>～</a:t>
            </a:r>
            <a:r>
              <a:rPr lang="en-US" altLang="zh-CN" dirty="0"/>
              <a:t>1500</a:t>
            </a:r>
            <a:r>
              <a:rPr lang="zh-CN" altLang="en-US" dirty="0"/>
              <a:t>米。</a:t>
            </a:r>
          </a:p>
          <a:p>
            <a:pPr lvl="1"/>
            <a:r>
              <a:rPr lang="zh-CN" altLang="en-US" dirty="0"/>
              <a:t>气候环境</a:t>
            </a:r>
          </a:p>
          <a:p>
            <a:r>
              <a:rPr lang="zh-CN" altLang="en-US" dirty="0"/>
              <a:t>北京的气候为典型的北温带半湿润大陆性季风气候，夏季高温多雨，冬季寒冷干燥，春、秋短促。全年无霜期</a:t>
            </a:r>
            <a:r>
              <a:rPr lang="en-US" altLang="zh-CN" dirty="0"/>
              <a:t>180</a:t>
            </a:r>
            <a:r>
              <a:rPr lang="zh-CN" altLang="en-US" dirty="0"/>
              <a:t>～</a:t>
            </a:r>
            <a:r>
              <a:rPr lang="en-US" altLang="zh-CN" dirty="0"/>
              <a:t>200</a:t>
            </a:r>
            <a:r>
              <a:rPr lang="zh-CN" altLang="en-US" dirty="0"/>
              <a:t>天，西部山区较短。</a:t>
            </a:r>
            <a:r>
              <a:rPr lang="en-US" altLang="zh-CN" dirty="0"/>
              <a:t>2007</a:t>
            </a:r>
            <a:r>
              <a:rPr lang="zh-CN" altLang="en-US" dirty="0"/>
              <a:t>年平均降雨量</a:t>
            </a:r>
            <a:r>
              <a:rPr lang="en-US" altLang="zh-CN" dirty="0"/>
              <a:t>483.9</a:t>
            </a:r>
            <a:r>
              <a:rPr lang="zh-CN" altLang="en-US" dirty="0"/>
              <a:t>毫米，为华北地区降雨最多的地区之一。降水季节分配很不均匀，全年降水的</a:t>
            </a:r>
            <a:r>
              <a:rPr lang="en-US" altLang="zh-CN" dirty="0"/>
              <a:t>80%</a:t>
            </a:r>
            <a:r>
              <a:rPr lang="zh-CN" altLang="en-US" dirty="0"/>
              <a:t>集中在夏季</a:t>
            </a:r>
            <a:r>
              <a:rPr lang="en-US" altLang="zh-CN" dirty="0"/>
              <a:t>6</a:t>
            </a:r>
            <a:r>
              <a:rPr lang="zh-CN" altLang="en-US" dirty="0"/>
              <a:t>、</a:t>
            </a:r>
            <a:r>
              <a:rPr lang="en-US" altLang="zh-CN" dirty="0"/>
              <a:t>7</a:t>
            </a:r>
            <a:r>
              <a:rPr lang="zh-CN" altLang="en-US" dirty="0"/>
              <a:t>、</a:t>
            </a:r>
            <a:r>
              <a:rPr lang="en-US" altLang="zh-CN" dirty="0"/>
              <a:t>8</a:t>
            </a:r>
            <a:r>
              <a:rPr lang="zh-CN" altLang="en-US" dirty="0"/>
              <a:t>三个月，</a:t>
            </a:r>
            <a:r>
              <a:rPr lang="en-US" altLang="zh-CN" dirty="0"/>
              <a:t>7</a:t>
            </a:r>
            <a:r>
              <a:rPr lang="zh-CN" altLang="en-US" dirty="0"/>
              <a:t>、</a:t>
            </a:r>
            <a:r>
              <a:rPr lang="en-US" altLang="zh-CN" dirty="0"/>
              <a:t>8</a:t>
            </a:r>
            <a:r>
              <a:rPr lang="zh-CN" altLang="en-US" dirty="0"/>
              <a:t>月有大雨。</a:t>
            </a:r>
          </a:p>
          <a:p>
            <a:endParaRPr lang="zh-CN" altLang="en-US" dirty="0"/>
          </a:p>
        </p:txBody>
      </p:sp>
    </p:spTree>
    <p:extLst>
      <p:ext uri="{BB962C8B-B14F-4D97-AF65-F5344CB8AC3E}">
        <p14:creationId xmlns:p14="http://schemas.microsoft.com/office/powerpoint/2010/main" val="2575493678"/>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自然资源</a:t>
            </a:r>
          </a:p>
        </p:txBody>
      </p:sp>
      <p:sp>
        <p:nvSpPr>
          <p:cNvPr id="3" name="内容占位符 2"/>
          <p:cNvSpPr>
            <a:spLocks noGrp="1"/>
          </p:cNvSpPr>
          <p:nvPr>
            <p:ph idx="1"/>
          </p:nvPr>
        </p:nvSpPr>
        <p:spPr/>
        <p:txBody>
          <a:bodyPr/>
          <a:lstStyle/>
          <a:p>
            <a:pPr lvl="1"/>
            <a:r>
              <a:rPr lang="zh-CN" altLang="en-US" dirty="0"/>
              <a:t>水资源</a:t>
            </a:r>
          </a:p>
          <a:p>
            <a:pPr lvl="1"/>
            <a:r>
              <a:rPr lang="zh-CN" altLang="en-US" dirty="0"/>
              <a:t>矿产资源</a:t>
            </a:r>
          </a:p>
          <a:p>
            <a:pPr lvl="1"/>
            <a:r>
              <a:rPr lang="zh-CN" altLang="en-US" dirty="0"/>
              <a:t>植物资源</a:t>
            </a:r>
          </a:p>
          <a:p>
            <a:pPr lvl="1"/>
            <a:r>
              <a:rPr lang="zh-CN" altLang="en-US" dirty="0"/>
              <a:t>动物资源</a:t>
            </a:r>
          </a:p>
          <a:p>
            <a:endParaRPr lang="zh-CN" altLang="en-US" dirty="0"/>
          </a:p>
        </p:txBody>
      </p:sp>
    </p:spTree>
    <p:extLst>
      <p:ext uri="{BB962C8B-B14F-4D97-AF65-F5344CB8AC3E}">
        <p14:creationId xmlns:p14="http://schemas.microsoft.com/office/powerpoint/2010/main" val="3339406537"/>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人口民族</a:t>
            </a:r>
          </a:p>
        </p:txBody>
      </p:sp>
      <p:sp>
        <p:nvSpPr>
          <p:cNvPr id="3" name="内容占位符 2"/>
          <p:cNvSpPr>
            <a:spLocks noGrp="1"/>
          </p:cNvSpPr>
          <p:nvPr>
            <p:ph idx="1"/>
          </p:nvPr>
        </p:nvSpPr>
        <p:spPr/>
        <p:txBody>
          <a:bodyPr/>
          <a:lstStyle/>
          <a:p>
            <a:r>
              <a:rPr lang="en-US" altLang="zh-CN" dirty="0"/>
              <a:t>2015</a:t>
            </a:r>
            <a:r>
              <a:rPr lang="zh-CN" altLang="en-US" dirty="0"/>
              <a:t>年</a:t>
            </a:r>
            <a:r>
              <a:rPr lang="en-US" altLang="zh-CN" dirty="0"/>
              <a:t>6</a:t>
            </a:r>
            <a:r>
              <a:rPr lang="zh-CN" altLang="en-US" dirty="0"/>
              <a:t>月北京市常住人口</a:t>
            </a:r>
            <a:r>
              <a:rPr lang="en-US" altLang="zh-CN" dirty="0"/>
              <a:t>2168.9</a:t>
            </a:r>
            <a:r>
              <a:rPr lang="zh-CN" altLang="en-US" dirty="0"/>
              <a:t>万人。</a:t>
            </a:r>
          </a:p>
          <a:p>
            <a:r>
              <a:rPr lang="zh-CN" altLang="en-US" dirty="0"/>
              <a:t>北京市是中国第一个齐聚</a:t>
            </a:r>
            <a:r>
              <a:rPr lang="en-US" altLang="zh-CN" dirty="0"/>
              <a:t>56</a:t>
            </a:r>
            <a:r>
              <a:rPr lang="zh-CN" altLang="en-US" dirty="0"/>
              <a:t>个民族的城市。</a:t>
            </a:r>
            <a:r>
              <a:rPr lang="en-US" altLang="zh-CN" dirty="0"/>
              <a:t>2009</a:t>
            </a:r>
            <a:r>
              <a:rPr lang="zh-CN" altLang="en-US" dirty="0"/>
              <a:t>年北京市</a:t>
            </a:r>
            <a:r>
              <a:rPr lang="en-US" altLang="zh-CN" dirty="0"/>
              <a:t>95.69%</a:t>
            </a:r>
            <a:r>
              <a:rPr lang="zh-CN" altLang="en-US" dirty="0"/>
              <a:t>人口为汉族，除汉族外，满族、蒙古族、回族人口均超过万人。</a:t>
            </a:r>
          </a:p>
          <a:p>
            <a:endParaRPr lang="zh-CN" altLang="en-US" dirty="0"/>
          </a:p>
        </p:txBody>
      </p:sp>
    </p:spTree>
    <p:extLst>
      <p:ext uri="{BB962C8B-B14F-4D97-AF65-F5344CB8AC3E}">
        <p14:creationId xmlns:p14="http://schemas.microsoft.com/office/powerpoint/2010/main" val="2142686815"/>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区域经济</a:t>
            </a:r>
          </a:p>
        </p:txBody>
      </p:sp>
      <p:sp>
        <p:nvSpPr>
          <p:cNvPr id="3" name="内容占位符 2"/>
          <p:cNvSpPr>
            <a:spLocks noGrp="1"/>
          </p:cNvSpPr>
          <p:nvPr>
            <p:ph idx="1"/>
          </p:nvPr>
        </p:nvSpPr>
        <p:spPr/>
        <p:txBody>
          <a:bodyPr/>
          <a:lstStyle/>
          <a:p>
            <a:pPr lvl="1"/>
            <a:r>
              <a:rPr lang="zh-CN" altLang="en-US" dirty="0"/>
              <a:t>综述</a:t>
            </a:r>
          </a:p>
          <a:p>
            <a:pPr lvl="1"/>
            <a:r>
              <a:rPr lang="zh-CN" altLang="en-US" dirty="0"/>
              <a:t>第一产业</a:t>
            </a:r>
          </a:p>
          <a:p>
            <a:pPr lvl="1"/>
            <a:r>
              <a:rPr lang="zh-CN" altLang="en-US" dirty="0"/>
              <a:t>第二产业</a:t>
            </a:r>
          </a:p>
          <a:p>
            <a:pPr lvl="1"/>
            <a:r>
              <a:rPr lang="zh-CN" altLang="en-US" dirty="0"/>
              <a:t>第三产业</a:t>
            </a:r>
          </a:p>
        </p:txBody>
      </p:sp>
    </p:spTree>
    <p:extLst>
      <p:ext uri="{BB962C8B-B14F-4D97-AF65-F5344CB8AC3E}">
        <p14:creationId xmlns:p14="http://schemas.microsoft.com/office/powerpoint/2010/main" val="1998130917"/>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城市交通</a:t>
            </a:r>
          </a:p>
        </p:txBody>
      </p:sp>
      <p:sp>
        <p:nvSpPr>
          <p:cNvPr id="3" name="内容占位符 2"/>
          <p:cNvSpPr>
            <a:spLocks noGrp="1"/>
          </p:cNvSpPr>
          <p:nvPr>
            <p:ph idx="1"/>
          </p:nvPr>
        </p:nvSpPr>
        <p:spPr/>
        <p:txBody>
          <a:bodyPr>
            <a:normAutofit/>
          </a:bodyPr>
          <a:lstStyle/>
          <a:p>
            <a:pPr lvl="1"/>
            <a:r>
              <a:rPr lang="zh-CN" altLang="en-US" dirty="0"/>
              <a:t>铁路</a:t>
            </a:r>
          </a:p>
          <a:p>
            <a:pPr lvl="1"/>
            <a:r>
              <a:rPr lang="zh-CN" altLang="en-US" dirty="0"/>
              <a:t>航空</a:t>
            </a:r>
          </a:p>
          <a:p>
            <a:pPr lvl="1"/>
            <a:r>
              <a:rPr lang="zh-CN" altLang="en-US" dirty="0"/>
              <a:t>市内交通</a:t>
            </a:r>
          </a:p>
          <a:p>
            <a:pPr lvl="1"/>
            <a:r>
              <a:rPr lang="zh-CN" altLang="en-US" dirty="0"/>
              <a:t>轨道交通</a:t>
            </a:r>
          </a:p>
          <a:p>
            <a:r>
              <a:rPr lang="en-US" altLang="zh-CN" dirty="0"/>
              <a:t>2015</a:t>
            </a:r>
            <a:r>
              <a:rPr lang="zh-CN" altLang="en-US" dirty="0"/>
              <a:t>年北京市轨道交通运营线路</a:t>
            </a:r>
            <a:r>
              <a:rPr lang="en-US" altLang="zh-CN" dirty="0"/>
              <a:t>18</a:t>
            </a:r>
            <a:r>
              <a:rPr lang="zh-CN" altLang="en-US" dirty="0"/>
              <a:t>条；运营线路长度</a:t>
            </a:r>
            <a:r>
              <a:rPr lang="en-US" altLang="zh-CN" dirty="0"/>
              <a:t>554</a:t>
            </a:r>
            <a:r>
              <a:rPr lang="zh-CN" altLang="en-US" dirty="0"/>
              <a:t>千米；运营列车</a:t>
            </a:r>
            <a:r>
              <a:rPr lang="en-US" altLang="zh-CN" dirty="0"/>
              <a:t>4688</a:t>
            </a:r>
            <a:r>
              <a:rPr lang="zh-CN" altLang="en-US" dirty="0"/>
              <a:t>辆；全年客运总量</a:t>
            </a:r>
            <a:r>
              <a:rPr lang="en-US" altLang="zh-CN" dirty="0"/>
              <a:t>32.5</a:t>
            </a:r>
            <a:r>
              <a:rPr lang="zh-CN" altLang="en-US" dirty="0"/>
              <a:t>亿人次。预计</a:t>
            </a:r>
            <a:r>
              <a:rPr lang="en-US" altLang="zh-CN" dirty="0"/>
              <a:t>2020</a:t>
            </a:r>
            <a:r>
              <a:rPr lang="zh-CN" altLang="en-US" dirty="0"/>
              <a:t>年北京地铁线路将达</a:t>
            </a:r>
            <a:r>
              <a:rPr lang="en-US" altLang="zh-CN" dirty="0"/>
              <a:t>31</a:t>
            </a:r>
            <a:r>
              <a:rPr lang="zh-CN" altLang="en-US" dirty="0"/>
              <a:t>条，总长超过</a:t>
            </a:r>
            <a:r>
              <a:rPr lang="en-US" altLang="zh-CN" dirty="0"/>
              <a:t>1000</a:t>
            </a:r>
            <a:r>
              <a:rPr lang="zh-CN" altLang="en-US" dirty="0"/>
              <a:t>千米。</a:t>
            </a:r>
          </a:p>
        </p:txBody>
      </p:sp>
    </p:spTree>
    <p:extLst>
      <p:ext uri="{BB962C8B-B14F-4D97-AF65-F5344CB8AC3E}">
        <p14:creationId xmlns:p14="http://schemas.microsoft.com/office/powerpoint/2010/main" val="2457847896"/>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区域教育</a:t>
            </a:r>
          </a:p>
        </p:txBody>
      </p:sp>
      <p:sp>
        <p:nvSpPr>
          <p:cNvPr id="3" name="内容占位符 2"/>
          <p:cNvSpPr>
            <a:spLocks noGrp="1"/>
          </p:cNvSpPr>
          <p:nvPr>
            <p:ph type="body" orient="vert" idx="1"/>
          </p:nvPr>
        </p:nvSpPr>
        <p:spPr/>
        <p:txBody>
          <a:bodyPr/>
          <a:lstStyle/>
          <a:p>
            <a:pPr lvl="1"/>
            <a:r>
              <a:rPr lang="zh-CN" altLang="en-US" dirty="0"/>
              <a:t>综述</a:t>
            </a:r>
          </a:p>
          <a:p>
            <a:pPr lvl="1"/>
            <a:r>
              <a:rPr lang="zh-CN" altLang="en-US" dirty="0"/>
              <a:t>基础教育</a:t>
            </a:r>
          </a:p>
          <a:p>
            <a:pPr lvl="1"/>
            <a:r>
              <a:rPr lang="zh-CN" altLang="en-US" dirty="0"/>
              <a:t>高等教育</a:t>
            </a:r>
          </a:p>
          <a:p>
            <a:pPr lvl="1"/>
            <a:r>
              <a:rPr lang="zh-CN" altLang="en-US" dirty="0"/>
              <a:t>科研院所</a:t>
            </a:r>
          </a:p>
          <a:p>
            <a:pPr lvl="1"/>
            <a:r>
              <a:rPr lang="zh-CN" altLang="en-US" dirty="0"/>
              <a:t>课外培训</a:t>
            </a:r>
          </a:p>
          <a:p>
            <a:pPr lvl="1"/>
            <a:endParaRPr lang="zh-CN" altLang="en-US" dirty="0"/>
          </a:p>
        </p:txBody>
      </p:sp>
    </p:spTree>
    <p:extLst>
      <p:ext uri="{BB962C8B-B14F-4D97-AF65-F5344CB8AC3E}">
        <p14:creationId xmlns:p14="http://schemas.microsoft.com/office/powerpoint/2010/main" val="1732212093"/>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区域文化</a:t>
            </a:r>
          </a:p>
        </p:txBody>
      </p:sp>
      <p:sp>
        <p:nvSpPr>
          <p:cNvPr id="3" name="内容占位符 2"/>
          <p:cNvSpPr>
            <a:spLocks noGrp="1"/>
          </p:cNvSpPr>
          <p:nvPr>
            <p:ph type="body" orient="vert" idx="1"/>
          </p:nvPr>
        </p:nvSpPr>
        <p:spPr/>
        <p:txBody>
          <a:bodyPr/>
          <a:lstStyle/>
          <a:p>
            <a:pPr lvl="1"/>
            <a:r>
              <a:rPr lang="zh-CN" altLang="en-US" dirty="0"/>
              <a:t>宗教</a:t>
            </a:r>
          </a:p>
          <a:p>
            <a:pPr lvl="1"/>
            <a:r>
              <a:rPr lang="zh-CN" altLang="en-US" dirty="0"/>
              <a:t>传统建筑</a:t>
            </a:r>
          </a:p>
          <a:p>
            <a:pPr lvl="1"/>
            <a:r>
              <a:rPr lang="zh-CN" altLang="en-US" dirty="0"/>
              <a:t>饮食文化</a:t>
            </a:r>
          </a:p>
          <a:p>
            <a:pPr lvl="1"/>
            <a:r>
              <a:rPr lang="zh-CN" altLang="en-US" dirty="0"/>
              <a:t>非物质文化遗产</a:t>
            </a:r>
          </a:p>
          <a:p>
            <a:pPr lvl="1"/>
            <a:r>
              <a:rPr lang="zh-CN" altLang="en-US" dirty="0"/>
              <a:t>老字号</a:t>
            </a:r>
          </a:p>
          <a:p>
            <a:endParaRPr lang="zh-CN" altLang="en-US" dirty="0"/>
          </a:p>
        </p:txBody>
      </p:sp>
    </p:spTree>
    <p:extLst>
      <p:ext uri="{BB962C8B-B14F-4D97-AF65-F5344CB8AC3E}">
        <p14:creationId xmlns:p14="http://schemas.microsoft.com/office/powerpoint/2010/main" val="2331454791"/>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社会事业</a:t>
            </a:r>
          </a:p>
        </p:txBody>
      </p:sp>
      <p:sp>
        <p:nvSpPr>
          <p:cNvPr id="3" name="内容占位符 2"/>
          <p:cNvSpPr>
            <a:spLocks noGrp="1"/>
          </p:cNvSpPr>
          <p:nvPr>
            <p:ph type="body" orient="vert" idx="1"/>
          </p:nvPr>
        </p:nvSpPr>
        <p:spPr/>
        <p:txBody>
          <a:bodyPr/>
          <a:lstStyle/>
          <a:p>
            <a:pPr lvl="1"/>
            <a:r>
              <a:rPr lang="zh-CN" altLang="en-US" dirty="0"/>
              <a:t>医疗卫生</a:t>
            </a:r>
          </a:p>
          <a:p>
            <a:pPr lvl="1"/>
            <a:r>
              <a:rPr lang="zh-CN" altLang="en-US" dirty="0"/>
              <a:t>体育事业</a:t>
            </a:r>
          </a:p>
          <a:p>
            <a:pPr lvl="1"/>
            <a:r>
              <a:rPr lang="zh-CN" altLang="en-US" dirty="0"/>
              <a:t>新闻出版</a:t>
            </a:r>
          </a:p>
          <a:p>
            <a:pPr lvl="1"/>
            <a:r>
              <a:rPr lang="zh-CN" altLang="en-US" dirty="0"/>
              <a:t>影视产业</a:t>
            </a:r>
          </a:p>
          <a:p>
            <a:pPr lvl="1"/>
            <a:r>
              <a:rPr lang="zh-CN" altLang="en-US" dirty="0"/>
              <a:t>人民生活</a:t>
            </a:r>
          </a:p>
          <a:p>
            <a:pPr lvl="1"/>
            <a:r>
              <a:rPr lang="zh-CN" altLang="en-US" dirty="0"/>
              <a:t>社会保障</a:t>
            </a:r>
          </a:p>
          <a:p>
            <a:pPr lvl="1"/>
            <a:endParaRPr lang="zh-CN" altLang="en-US" dirty="0"/>
          </a:p>
        </p:txBody>
      </p:sp>
    </p:spTree>
    <p:extLst>
      <p:ext uri="{BB962C8B-B14F-4D97-AF65-F5344CB8AC3E}">
        <p14:creationId xmlns:p14="http://schemas.microsoft.com/office/powerpoint/2010/main" val="1573155937"/>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城市旅游</a:t>
            </a:r>
          </a:p>
        </p:txBody>
      </p:sp>
      <p:sp>
        <p:nvSpPr>
          <p:cNvPr id="3" name="内容占位符 2"/>
          <p:cNvSpPr>
            <a:spLocks noGrp="1"/>
          </p:cNvSpPr>
          <p:nvPr>
            <p:ph idx="1"/>
          </p:nvPr>
        </p:nvSpPr>
        <p:spPr/>
        <p:txBody>
          <a:bodyPr>
            <a:normAutofit fontScale="77500" lnSpcReduction="20000"/>
          </a:bodyPr>
          <a:lstStyle/>
          <a:p>
            <a:pPr lvl="1"/>
            <a:r>
              <a:rPr lang="zh-CN" altLang="en-US" dirty="0"/>
              <a:t>概述</a:t>
            </a:r>
          </a:p>
          <a:p>
            <a:r>
              <a:rPr lang="zh-CN" altLang="en-US" dirty="0"/>
              <a:t>北京是全球拥有世界遗产（</a:t>
            </a:r>
            <a:r>
              <a:rPr lang="en-US" altLang="zh-CN" dirty="0"/>
              <a:t>7</a:t>
            </a:r>
            <a:r>
              <a:rPr lang="zh-CN" altLang="en-US" dirty="0"/>
              <a:t>处）最多的城市，是全球首个拥有世界地质公园的首都城市。北京对外开放的旅游景点达</a:t>
            </a:r>
            <a:r>
              <a:rPr lang="en-US" altLang="zh-CN" dirty="0"/>
              <a:t>200</a:t>
            </a:r>
            <a:r>
              <a:rPr lang="zh-CN" altLang="en-US" dirty="0"/>
              <a:t>多处，有世界上最大的皇宫紫禁城、祭天神庙天坛、皇家园林北海公园、颐和园和圆明园，还有八达岭长城、慕田峪长城以及世界上最大的四合院恭王府等名胜古迹。北京市共有文物古迹</a:t>
            </a:r>
            <a:r>
              <a:rPr lang="en-US" altLang="zh-CN" dirty="0"/>
              <a:t>7309</a:t>
            </a:r>
            <a:r>
              <a:rPr lang="zh-CN" altLang="en-US" dirty="0"/>
              <a:t>项，</a:t>
            </a:r>
            <a:r>
              <a:rPr lang="en-US" altLang="zh-CN" dirty="0"/>
              <a:t>99</a:t>
            </a:r>
            <a:r>
              <a:rPr lang="zh-CN" altLang="en-US" dirty="0"/>
              <a:t>处全国重点文物保护单位（含长城和京杭大运河的北京段）、</a:t>
            </a:r>
            <a:r>
              <a:rPr lang="en-US" altLang="zh-CN" dirty="0"/>
              <a:t>326</a:t>
            </a:r>
            <a:r>
              <a:rPr lang="zh-CN" altLang="en-US" dirty="0"/>
              <a:t>处市级文物保护单位、</a:t>
            </a:r>
            <a:r>
              <a:rPr lang="en-US" altLang="zh-CN" dirty="0"/>
              <a:t>5</a:t>
            </a:r>
            <a:r>
              <a:rPr lang="zh-CN" altLang="en-US" dirty="0"/>
              <a:t>处国家地质公园、</a:t>
            </a:r>
            <a:r>
              <a:rPr lang="en-US" altLang="zh-CN" dirty="0"/>
              <a:t>15</a:t>
            </a:r>
            <a:r>
              <a:rPr lang="zh-CN" altLang="en-US" dirty="0"/>
              <a:t>处国家森林公园。</a:t>
            </a:r>
          </a:p>
          <a:p>
            <a:pPr lvl="1"/>
            <a:r>
              <a:rPr lang="zh-CN" altLang="en-US" dirty="0"/>
              <a:t>旅游景点</a:t>
            </a:r>
          </a:p>
          <a:p>
            <a:pPr lvl="1"/>
            <a:r>
              <a:rPr lang="zh-CN" altLang="en-US" dirty="0"/>
              <a:t>风俗特产</a:t>
            </a:r>
          </a:p>
          <a:p>
            <a:pPr lvl="1"/>
            <a:r>
              <a:rPr lang="zh-CN" altLang="en-US" dirty="0"/>
              <a:t>主要场馆</a:t>
            </a:r>
          </a:p>
          <a:p>
            <a:pPr lvl="1"/>
            <a:r>
              <a:rPr lang="zh-CN" altLang="en-US" dirty="0"/>
              <a:t>现代文化</a:t>
            </a:r>
          </a:p>
          <a:p>
            <a:pPr lvl="1"/>
            <a:r>
              <a:rPr lang="zh-CN" altLang="en-US" dirty="0"/>
              <a:t>宗教文化</a:t>
            </a:r>
          </a:p>
          <a:p>
            <a:pPr lvl="1"/>
            <a:r>
              <a:rPr lang="zh-CN" altLang="en-US" dirty="0"/>
              <a:t>购物街区</a:t>
            </a:r>
          </a:p>
        </p:txBody>
      </p:sp>
    </p:spTree>
    <p:extLst>
      <p:ext uri="{BB962C8B-B14F-4D97-AF65-F5344CB8AC3E}">
        <p14:creationId xmlns:p14="http://schemas.microsoft.com/office/powerpoint/2010/main" val="4187634807"/>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对外交流</a:t>
            </a:r>
          </a:p>
        </p:txBody>
      </p:sp>
      <p:sp>
        <p:nvSpPr>
          <p:cNvPr id="3" name="内容占位符 2"/>
          <p:cNvSpPr>
            <a:spLocks noGrp="1"/>
          </p:cNvSpPr>
          <p:nvPr>
            <p:ph idx="1"/>
          </p:nvPr>
        </p:nvSpPr>
        <p:spPr/>
        <p:txBody>
          <a:bodyPr>
            <a:normAutofit/>
          </a:bodyPr>
          <a:lstStyle/>
          <a:p>
            <a:r>
              <a:rPr lang="zh-CN" altLang="en-US" dirty="0"/>
              <a:t>截至</a:t>
            </a:r>
            <a:r>
              <a:rPr lang="en-US" altLang="zh-CN" dirty="0"/>
              <a:t>2012</a:t>
            </a:r>
            <a:r>
              <a:rPr lang="zh-CN" altLang="en-US" dirty="0"/>
              <a:t>年，北京市与</a:t>
            </a:r>
            <a:r>
              <a:rPr lang="en-US" altLang="zh-CN" dirty="0"/>
              <a:t>72</a:t>
            </a:r>
            <a:r>
              <a:rPr lang="zh-CN" altLang="en-US" dirty="0"/>
              <a:t>个国家的</a:t>
            </a:r>
            <a:r>
              <a:rPr lang="en-US" altLang="zh-CN" dirty="0"/>
              <a:t>124</a:t>
            </a:r>
            <a:r>
              <a:rPr lang="zh-CN" altLang="en-US" dirty="0"/>
              <a:t>个首都和大城市有友好往来关系，其中已与</a:t>
            </a:r>
            <a:r>
              <a:rPr lang="en-US" altLang="zh-CN" dirty="0"/>
              <a:t>37</a:t>
            </a:r>
            <a:r>
              <a:rPr lang="zh-CN" altLang="en-US" dirty="0"/>
              <a:t>个国家的</a:t>
            </a:r>
            <a:r>
              <a:rPr lang="en-US" altLang="zh-CN" dirty="0"/>
              <a:t>41</a:t>
            </a:r>
            <a:r>
              <a:rPr lang="zh-CN" altLang="en-US" dirty="0"/>
              <a:t>个城市建立了友好关系。在读的外国留学生</a:t>
            </a:r>
            <a:r>
              <a:rPr lang="en-US" altLang="zh-CN" dirty="0"/>
              <a:t>29452</a:t>
            </a:r>
            <a:r>
              <a:rPr lang="zh-CN" altLang="en-US" dirty="0"/>
              <a:t>人。北京现有外国驻华大使馆</a:t>
            </a:r>
            <a:r>
              <a:rPr lang="en-US" altLang="zh-CN" dirty="0"/>
              <a:t>137</a:t>
            </a:r>
            <a:r>
              <a:rPr lang="zh-CN" altLang="en-US" dirty="0"/>
              <a:t>个，国际组织和地区代表机构</a:t>
            </a:r>
            <a:r>
              <a:rPr lang="en-US" altLang="zh-CN" dirty="0"/>
              <a:t>17</a:t>
            </a:r>
            <a:r>
              <a:rPr lang="zh-CN" altLang="en-US" dirty="0"/>
              <a:t>个，外国新闻机构</a:t>
            </a:r>
            <a:r>
              <a:rPr lang="en-US" altLang="zh-CN" dirty="0"/>
              <a:t>190</a:t>
            </a:r>
            <a:r>
              <a:rPr lang="zh-CN" altLang="en-US" dirty="0"/>
              <a:t>个。在北京设立的国外驻京代表机构已超过</a:t>
            </a:r>
            <a:r>
              <a:rPr lang="en-US" altLang="zh-CN" dirty="0"/>
              <a:t>7000</a:t>
            </a:r>
            <a:r>
              <a:rPr lang="zh-CN" altLang="en-US" dirty="0"/>
              <a:t>家，全球最大</a:t>
            </a:r>
            <a:r>
              <a:rPr lang="en-US" altLang="zh-CN" dirty="0"/>
              <a:t>500</a:t>
            </a:r>
            <a:r>
              <a:rPr lang="zh-CN" altLang="en-US" dirty="0"/>
              <a:t>家跨国公司已有</a:t>
            </a:r>
            <a:r>
              <a:rPr lang="en-US" altLang="zh-CN" dirty="0"/>
              <a:t>185</a:t>
            </a:r>
            <a:r>
              <a:rPr lang="zh-CN" altLang="en-US" dirty="0"/>
              <a:t>家来京投资。外国留学生</a:t>
            </a:r>
            <a:r>
              <a:rPr lang="en-US" altLang="zh-CN" dirty="0"/>
              <a:t>17000</a:t>
            </a:r>
            <a:r>
              <a:rPr lang="zh-CN" altLang="en-US" dirty="0"/>
              <a:t>多人。</a:t>
            </a:r>
          </a:p>
        </p:txBody>
      </p:sp>
    </p:spTree>
    <p:extLst>
      <p:ext uri="{BB962C8B-B14F-4D97-AF65-F5344CB8AC3E}">
        <p14:creationId xmlns:p14="http://schemas.microsoft.com/office/powerpoint/2010/main" val="1315556445"/>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城市荣誉</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3867919379"/>
              </p:ext>
            </p:extLst>
          </p:nvPr>
        </p:nvGraphicFramePr>
        <p:xfrm>
          <a:off x="457200" y="1076325"/>
          <a:ext cx="8229600" cy="5248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54846276"/>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3" fill="hold" grpId="0" nodeType="afterEffect">
                                  <p:stCondLst>
                                    <p:cond delay="0"/>
                                  </p:stCondLst>
                                  <p:childTnLst>
                                    <p:set>
                                      <p:cBhvr>
                                        <p:cTn id="6" dur="1" fill="hold">
                                          <p:stCondLst>
                                            <p:cond delay="0"/>
                                          </p:stCondLst>
                                        </p:cTn>
                                        <p:tgtEl>
                                          <p:spTgt spid="5">
                                            <p:graphicEl>
                                              <a:dgm id="{11D81295-DC00-4ACD-B5C2-BEA536FF867A}"/>
                                            </p:graphicEl>
                                          </p:spTgt>
                                        </p:tgtEl>
                                        <p:attrNameLst>
                                          <p:attrName>style.visibility</p:attrName>
                                        </p:attrNameLst>
                                      </p:cBhvr>
                                      <p:to>
                                        <p:strVal val="visible"/>
                                      </p:to>
                                    </p:set>
                                    <p:animEffect transition="in" filter="wheel(3)">
                                      <p:cBhvr>
                                        <p:cTn id="7" dur="2000"/>
                                        <p:tgtEl>
                                          <p:spTgt spid="5">
                                            <p:graphicEl>
                                              <a:dgm id="{11D81295-DC00-4ACD-B5C2-BEA536FF867A}"/>
                                            </p:graphicEl>
                                          </p:spTgt>
                                        </p:tgtEl>
                                      </p:cBhvr>
                                    </p:animEffect>
                                  </p:childTnLst>
                                </p:cTn>
                              </p:par>
                            </p:childTnLst>
                          </p:cTn>
                        </p:par>
                        <p:par>
                          <p:cTn id="8" fill="hold">
                            <p:stCondLst>
                              <p:cond delay="2000"/>
                            </p:stCondLst>
                            <p:childTnLst>
                              <p:par>
                                <p:cTn id="9" presetID="21" presetClass="entr" presetSubtype="3" fill="hold" grpId="0" nodeType="afterEffect">
                                  <p:stCondLst>
                                    <p:cond delay="0"/>
                                  </p:stCondLst>
                                  <p:childTnLst>
                                    <p:set>
                                      <p:cBhvr>
                                        <p:cTn id="10" dur="1" fill="hold">
                                          <p:stCondLst>
                                            <p:cond delay="0"/>
                                          </p:stCondLst>
                                        </p:cTn>
                                        <p:tgtEl>
                                          <p:spTgt spid="5">
                                            <p:graphicEl>
                                              <a:dgm id="{DCEE5B78-9438-4991-AA64-07CE39F1C89C}"/>
                                            </p:graphicEl>
                                          </p:spTgt>
                                        </p:tgtEl>
                                        <p:attrNameLst>
                                          <p:attrName>style.visibility</p:attrName>
                                        </p:attrNameLst>
                                      </p:cBhvr>
                                      <p:to>
                                        <p:strVal val="visible"/>
                                      </p:to>
                                    </p:set>
                                    <p:animEffect transition="in" filter="wheel(3)">
                                      <p:cBhvr>
                                        <p:cTn id="11" dur="2000"/>
                                        <p:tgtEl>
                                          <p:spTgt spid="5">
                                            <p:graphicEl>
                                              <a:dgm id="{DCEE5B78-9438-4991-AA64-07CE39F1C89C}"/>
                                            </p:graphicEl>
                                          </p:spTgt>
                                        </p:tgtEl>
                                      </p:cBhvr>
                                    </p:animEffect>
                                  </p:childTnLst>
                                </p:cTn>
                              </p:par>
                            </p:childTnLst>
                          </p:cTn>
                        </p:par>
                        <p:par>
                          <p:cTn id="12" fill="hold">
                            <p:stCondLst>
                              <p:cond delay="4000"/>
                            </p:stCondLst>
                            <p:childTnLst>
                              <p:par>
                                <p:cTn id="13" presetID="21" presetClass="entr" presetSubtype="3" fill="hold" grpId="0" nodeType="afterEffect">
                                  <p:stCondLst>
                                    <p:cond delay="0"/>
                                  </p:stCondLst>
                                  <p:childTnLst>
                                    <p:set>
                                      <p:cBhvr>
                                        <p:cTn id="14" dur="1" fill="hold">
                                          <p:stCondLst>
                                            <p:cond delay="0"/>
                                          </p:stCondLst>
                                        </p:cTn>
                                        <p:tgtEl>
                                          <p:spTgt spid="5">
                                            <p:graphicEl>
                                              <a:dgm id="{9DF176DB-9EE4-4730-BDAE-F293CA23DBA2}"/>
                                            </p:graphicEl>
                                          </p:spTgt>
                                        </p:tgtEl>
                                        <p:attrNameLst>
                                          <p:attrName>style.visibility</p:attrName>
                                        </p:attrNameLst>
                                      </p:cBhvr>
                                      <p:to>
                                        <p:strVal val="visible"/>
                                      </p:to>
                                    </p:set>
                                    <p:animEffect transition="in" filter="wheel(3)">
                                      <p:cBhvr>
                                        <p:cTn id="15" dur="2000"/>
                                        <p:tgtEl>
                                          <p:spTgt spid="5">
                                            <p:graphicEl>
                                              <a:dgm id="{9DF176DB-9EE4-4730-BDAE-F293CA23DBA2}"/>
                                            </p:graphicEl>
                                          </p:spTgt>
                                        </p:tgtEl>
                                      </p:cBhvr>
                                    </p:animEffect>
                                  </p:childTnLst>
                                </p:cTn>
                              </p:par>
                            </p:childTnLst>
                          </p:cTn>
                        </p:par>
                        <p:par>
                          <p:cTn id="16" fill="hold">
                            <p:stCondLst>
                              <p:cond delay="6000"/>
                            </p:stCondLst>
                            <p:childTnLst>
                              <p:par>
                                <p:cTn id="17" presetID="21" presetClass="entr" presetSubtype="3" fill="hold" grpId="0" nodeType="afterEffect">
                                  <p:stCondLst>
                                    <p:cond delay="0"/>
                                  </p:stCondLst>
                                  <p:childTnLst>
                                    <p:set>
                                      <p:cBhvr>
                                        <p:cTn id="18" dur="1" fill="hold">
                                          <p:stCondLst>
                                            <p:cond delay="0"/>
                                          </p:stCondLst>
                                        </p:cTn>
                                        <p:tgtEl>
                                          <p:spTgt spid="5">
                                            <p:graphicEl>
                                              <a:dgm id="{B1BB28DD-6933-44F9-B64F-73CA4700D30E}"/>
                                            </p:graphicEl>
                                          </p:spTgt>
                                        </p:tgtEl>
                                        <p:attrNameLst>
                                          <p:attrName>style.visibility</p:attrName>
                                        </p:attrNameLst>
                                      </p:cBhvr>
                                      <p:to>
                                        <p:strVal val="visible"/>
                                      </p:to>
                                    </p:set>
                                    <p:animEffect transition="in" filter="wheel(3)">
                                      <p:cBhvr>
                                        <p:cTn id="19" dur="2000"/>
                                        <p:tgtEl>
                                          <p:spTgt spid="5">
                                            <p:graphicEl>
                                              <a:dgm id="{B1BB28DD-6933-44F9-B64F-73CA4700D30E}"/>
                                            </p:graphicEl>
                                          </p:spTgt>
                                        </p:tgtEl>
                                      </p:cBhvr>
                                    </p:animEffect>
                                  </p:childTnLst>
                                </p:cTn>
                              </p:par>
                            </p:childTnLst>
                          </p:cTn>
                        </p:par>
                        <p:par>
                          <p:cTn id="20" fill="hold">
                            <p:stCondLst>
                              <p:cond delay="8000"/>
                            </p:stCondLst>
                            <p:childTnLst>
                              <p:par>
                                <p:cTn id="21" presetID="21" presetClass="entr" presetSubtype="3" fill="hold" grpId="0" nodeType="afterEffect">
                                  <p:stCondLst>
                                    <p:cond delay="0"/>
                                  </p:stCondLst>
                                  <p:childTnLst>
                                    <p:set>
                                      <p:cBhvr>
                                        <p:cTn id="22" dur="1" fill="hold">
                                          <p:stCondLst>
                                            <p:cond delay="0"/>
                                          </p:stCondLst>
                                        </p:cTn>
                                        <p:tgtEl>
                                          <p:spTgt spid="5">
                                            <p:graphicEl>
                                              <a:dgm id="{44584DFC-A2CF-4B66-A0FA-0E36D3FF9F25}"/>
                                            </p:graphicEl>
                                          </p:spTgt>
                                        </p:tgtEl>
                                        <p:attrNameLst>
                                          <p:attrName>style.visibility</p:attrName>
                                        </p:attrNameLst>
                                      </p:cBhvr>
                                      <p:to>
                                        <p:strVal val="visible"/>
                                      </p:to>
                                    </p:set>
                                    <p:animEffect transition="in" filter="wheel(3)">
                                      <p:cBhvr>
                                        <p:cTn id="23" dur="2000"/>
                                        <p:tgtEl>
                                          <p:spTgt spid="5">
                                            <p:graphicEl>
                                              <a:dgm id="{44584DFC-A2CF-4B66-A0FA-0E36D3FF9F25}"/>
                                            </p:graphicEl>
                                          </p:spTgt>
                                        </p:tgtEl>
                                      </p:cBhvr>
                                    </p:animEffect>
                                  </p:childTnLst>
                                </p:cTn>
                              </p:par>
                            </p:childTnLst>
                          </p:cTn>
                        </p:par>
                        <p:par>
                          <p:cTn id="24" fill="hold">
                            <p:stCondLst>
                              <p:cond delay="10000"/>
                            </p:stCondLst>
                            <p:childTnLst>
                              <p:par>
                                <p:cTn id="25" presetID="21" presetClass="entr" presetSubtype="3" fill="hold" grpId="0" nodeType="afterEffect">
                                  <p:stCondLst>
                                    <p:cond delay="0"/>
                                  </p:stCondLst>
                                  <p:childTnLst>
                                    <p:set>
                                      <p:cBhvr>
                                        <p:cTn id="26" dur="1" fill="hold">
                                          <p:stCondLst>
                                            <p:cond delay="0"/>
                                          </p:stCondLst>
                                        </p:cTn>
                                        <p:tgtEl>
                                          <p:spTgt spid="5">
                                            <p:graphicEl>
                                              <a:dgm id="{548CD487-3FD1-4BA7-8903-F3304C846EB6}"/>
                                            </p:graphicEl>
                                          </p:spTgt>
                                        </p:tgtEl>
                                        <p:attrNameLst>
                                          <p:attrName>style.visibility</p:attrName>
                                        </p:attrNameLst>
                                      </p:cBhvr>
                                      <p:to>
                                        <p:strVal val="visible"/>
                                      </p:to>
                                    </p:set>
                                    <p:animEffect transition="in" filter="wheel(3)">
                                      <p:cBhvr>
                                        <p:cTn id="27" dur="2000"/>
                                        <p:tgtEl>
                                          <p:spTgt spid="5">
                                            <p:graphicEl>
                                              <a:dgm id="{548CD487-3FD1-4BA7-8903-F3304C846EB6}"/>
                                            </p:graphicEl>
                                          </p:spTgt>
                                        </p:tgtEl>
                                      </p:cBhvr>
                                    </p:animEffect>
                                  </p:childTnLst>
                                </p:cTn>
                              </p:par>
                            </p:childTnLst>
                          </p:cTn>
                        </p:par>
                        <p:par>
                          <p:cTn id="28" fill="hold">
                            <p:stCondLst>
                              <p:cond delay="12000"/>
                            </p:stCondLst>
                            <p:childTnLst>
                              <p:par>
                                <p:cTn id="29" presetID="21" presetClass="entr" presetSubtype="3" fill="hold" grpId="0" nodeType="afterEffect">
                                  <p:stCondLst>
                                    <p:cond delay="0"/>
                                  </p:stCondLst>
                                  <p:childTnLst>
                                    <p:set>
                                      <p:cBhvr>
                                        <p:cTn id="30" dur="1" fill="hold">
                                          <p:stCondLst>
                                            <p:cond delay="0"/>
                                          </p:stCondLst>
                                        </p:cTn>
                                        <p:tgtEl>
                                          <p:spTgt spid="5">
                                            <p:graphicEl>
                                              <a:dgm id="{B7514A38-AA77-471A-9E38-9FEE52A94040}"/>
                                            </p:graphicEl>
                                          </p:spTgt>
                                        </p:tgtEl>
                                        <p:attrNameLst>
                                          <p:attrName>style.visibility</p:attrName>
                                        </p:attrNameLst>
                                      </p:cBhvr>
                                      <p:to>
                                        <p:strVal val="visible"/>
                                      </p:to>
                                    </p:set>
                                    <p:animEffect transition="in" filter="wheel(3)">
                                      <p:cBhvr>
                                        <p:cTn id="31" dur="2000"/>
                                        <p:tgtEl>
                                          <p:spTgt spid="5">
                                            <p:graphicEl>
                                              <a:dgm id="{B7514A38-AA77-471A-9E38-9FEE52A94040}"/>
                                            </p:graphicEl>
                                          </p:spTgt>
                                        </p:tgtEl>
                                      </p:cBhvr>
                                    </p:animEffect>
                                  </p:childTnLst>
                                </p:cTn>
                              </p:par>
                            </p:childTnLst>
                          </p:cTn>
                        </p:par>
                        <p:par>
                          <p:cTn id="32" fill="hold">
                            <p:stCondLst>
                              <p:cond delay="14000"/>
                            </p:stCondLst>
                            <p:childTnLst>
                              <p:par>
                                <p:cTn id="33" presetID="21" presetClass="entr" presetSubtype="3" fill="hold" grpId="0" nodeType="afterEffect">
                                  <p:stCondLst>
                                    <p:cond delay="0"/>
                                  </p:stCondLst>
                                  <p:childTnLst>
                                    <p:set>
                                      <p:cBhvr>
                                        <p:cTn id="34" dur="1" fill="hold">
                                          <p:stCondLst>
                                            <p:cond delay="0"/>
                                          </p:stCondLst>
                                        </p:cTn>
                                        <p:tgtEl>
                                          <p:spTgt spid="5">
                                            <p:graphicEl>
                                              <a:dgm id="{16ACA6CA-7EA2-4292-B873-83D66B6EB277}"/>
                                            </p:graphicEl>
                                          </p:spTgt>
                                        </p:tgtEl>
                                        <p:attrNameLst>
                                          <p:attrName>style.visibility</p:attrName>
                                        </p:attrNameLst>
                                      </p:cBhvr>
                                      <p:to>
                                        <p:strVal val="visible"/>
                                      </p:to>
                                    </p:set>
                                    <p:animEffect transition="in" filter="wheel(3)">
                                      <p:cBhvr>
                                        <p:cTn id="35" dur="2000"/>
                                        <p:tgtEl>
                                          <p:spTgt spid="5">
                                            <p:graphicEl>
                                              <a:dgm id="{16ACA6CA-7EA2-4292-B873-83D66B6EB277}"/>
                                            </p:graphicEl>
                                          </p:spTgt>
                                        </p:tgtEl>
                                      </p:cBhvr>
                                    </p:animEffect>
                                  </p:childTnLst>
                                </p:cTn>
                              </p:par>
                            </p:childTnLst>
                          </p:cTn>
                        </p:par>
                        <p:par>
                          <p:cTn id="36" fill="hold">
                            <p:stCondLst>
                              <p:cond delay="16000"/>
                            </p:stCondLst>
                            <p:childTnLst>
                              <p:par>
                                <p:cTn id="37" presetID="21" presetClass="entr" presetSubtype="3" fill="hold" grpId="0" nodeType="afterEffect">
                                  <p:stCondLst>
                                    <p:cond delay="0"/>
                                  </p:stCondLst>
                                  <p:childTnLst>
                                    <p:set>
                                      <p:cBhvr>
                                        <p:cTn id="38" dur="1" fill="hold">
                                          <p:stCondLst>
                                            <p:cond delay="0"/>
                                          </p:stCondLst>
                                        </p:cTn>
                                        <p:tgtEl>
                                          <p:spTgt spid="5">
                                            <p:graphicEl>
                                              <a:dgm id="{BE887511-A524-4AA8-9231-9F5E537ECDBF}"/>
                                            </p:graphicEl>
                                          </p:spTgt>
                                        </p:tgtEl>
                                        <p:attrNameLst>
                                          <p:attrName>style.visibility</p:attrName>
                                        </p:attrNameLst>
                                      </p:cBhvr>
                                      <p:to>
                                        <p:strVal val="visible"/>
                                      </p:to>
                                    </p:set>
                                    <p:animEffect transition="in" filter="wheel(3)">
                                      <p:cBhvr>
                                        <p:cTn id="39" dur="2000"/>
                                        <p:tgtEl>
                                          <p:spTgt spid="5">
                                            <p:graphicEl>
                                              <a:dgm id="{BE887511-A524-4AA8-9231-9F5E537ECDBF}"/>
                                            </p:graphicEl>
                                          </p:spTgt>
                                        </p:tgtEl>
                                      </p:cBhvr>
                                    </p:animEffect>
                                  </p:childTnLst>
                                </p:cTn>
                              </p:par>
                            </p:childTnLst>
                          </p:cTn>
                        </p:par>
                        <p:par>
                          <p:cTn id="40" fill="hold">
                            <p:stCondLst>
                              <p:cond delay="18000"/>
                            </p:stCondLst>
                            <p:childTnLst>
                              <p:par>
                                <p:cTn id="41" presetID="21" presetClass="entr" presetSubtype="3" fill="hold" grpId="0" nodeType="afterEffect">
                                  <p:stCondLst>
                                    <p:cond delay="0"/>
                                  </p:stCondLst>
                                  <p:childTnLst>
                                    <p:set>
                                      <p:cBhvr>
                                        <p:cTn id="42" dur="1" fill="hold">
                                          <p:stCondLst>
                                            <p:cond delay="0"/>
                                          </p:stCondLst>
                                        </p:cTn>
                                        <p:tgtEl>
                                          <p:spTgt spid="5">
                                            <p:graphicEl>
                                              <a:dgm id="{15891AFC-F943-4DE0-8062-B0D22502ADA0}"/>
                                            </p:graphicEl>
                                          </p:spTgt>
                                        </p:tgtEl>
                                        <p:attrNameLst>
                                          <p:attrName>style.visibility</p:attrName>
                                        </p:attrNameLst>
                                      </p:cBhvr>
                                      <p:to>
                                        <p:strVal val="visible"/>
                                      </p:to>
                                    </p:set>
                                    <p:animEffect transition="in" filter="wheel(3)">
                                      <p:cBhvr>
                                        <p:cTn id="43" dur="2000"/>
                                        <p:tgtEl>
                                          <p:spTgt spid="5">
                                            <p:graphicEl>
                                              <a:dgm id="{15891AFC-F943-4DE0-8062-B0D22502ADA0}"/>
                                            </p:graphicEl>
                                          </p:spTgt>
                                        </p:tgtEl>
                                      </p:cBhvr>
                                    </p:animEffect>
                                  </p:childTnLst>
                                </p:cTn>
                              </p:par>
                            </p:childTnLst>
                          </p:cTn>
                        </p:par>
                        <p:par>
                          <p:cTn id="44" fill="hold">
                            <p:stCondLst>
                              <p:cond delay="20000"/>
                            </p:stCondLst>
                            <p:childTnLst>
                              <p:par>
                                <p:cTn id="45" presetID="21" presetClass="entr" presetSubtype="3" fill="hold" grpId="0" nodeType="afterEffect">
                                  <p:stCondLst>
                                    <p:cond delay="0"/>
                                  </p:stCondLst>
                                  <p:childTnLst>
                                    <p:set>
                                      <p:cBhvr>
                                        <p:cTn id="46" dur="1" fill="hold">
                                          <p:stCondLst>
                                            <p:cond delay="0"/>
                                          </p:stCondLst>
                                        </p:cTn>
                                        <p:tgtEl>
                                          <p:spTgt spid="5">
                                            <p:graphicEl>
                                              <a:dgm id="{0B5D60DF-222B-4092-AAF2-875E7E87FEA2}"/>
                                            </p:graphicEl>
                                          </p:spTgt>
                                        </p:tgtEl>
                                        <p:attrNameLst>
                                          <p:attrName>style.visibility</p:attrName>
                                        </p:attrNameLst>
                                      </p:cBhvr>
                                      <p:to>
                                        <p:strVal val="visible"/>
                                      </p:to>
                                    </p:set>
                                    <p:animEffect transition="in" filter="wheel(3)">
                                      <p:cBhvr>
                                        <p:cTn id="47" dur="2000"/>
                                        <p:tgtEl>
                                          <p:spTgt spid="5">
                                            <p:graphicEl>
                                              <a:dgm id="{0B5D60DF-222B-4092-AAF2-875E7E87FEA2}"/>
                                            </p:graphicEl>
                                          </p:spTgt>
                                        </p:tgtEl>
                                      </p:cBhvr>
                                    </p:animEffect>
                                  </p:childTnLst>
                                </p:cTn>
                              </p:par>
                            </p:childTnLst>
                          </p:cTn>
                        </p:par>
                        <p:par>
                          <p:cTn id="48" fill="hold">
                            <p:stCondLst>
                              <p:cond delay="22000"/>
                            </p:stCondLst>
                            <p:childTnLst>
                              <p:par>
                                <p:cTn id="49" presetID="21" presetClass="entr" presetSubtype="3" fill="hold" grpId="0" nodeType="afterEffect">
                                  <p:stCondLst>
                                    <p:cond delay="0"/>
                                  </p:stCondLst>
                                  <p:childTnLst>
                                    <p:set>
                                      <p:cBhvr>
                                        <p:cTn id="50" dur="1" fill="hold">
                                          <p:stCondLst>
                                            <p:cond delay="0"/>
                                          </p:stCondLst>
                                        </p:cTn>
                                        <p:tgtEl>
                                          <p:spTgt spid="5">
                                            <p:graphicEl>
                                              <a:dgm id="{35A27EA6-BC65-45EB-A8EB-1AC932B07C8C}"/>
                                            </p:graphicEl>
                                          </p:spTgt>
                                        </p:tgtEl>
                                        <p:attrNameLst>
                                          <p:attrName>style.visibility</p:attrName>
                                        </p:attrNameLst>
                                      </p:cBhvr>
                                      <p:to>
                                        <p:strVal val="visible"/>
                                      </p:to>
                                    </p:set>
                                    <p:animEffect transition="in" filter="wheel(3)">
                                      <p:cBhvr>
                                        <p:cTn id="51" dur="2000"/>
                                        <p:tgtEl>
                                          <p:spTgt spid="5">
                                            <p:graphicEl>
                                              <a:dgm id="{35A27EA6-BC65-45EB-A8EB-1AC932B07C8C}"/>
                                            </p:graphicEl>
                                          </p:spTgt>
                                        </p:tgtEl>
                                      </p:cBhvr>
                                    </p:animEffect>
                                  </p:childTnLst>
                                </p:cTn>
                              </p:par>
                            </p:childTnLst>
                          </p:cTn>
                        </p:par>
                        <p:par>
                          <p:cTn id="52" fill="hold">
                            <p:stCondLst>
                              <p:cond delay="24000"/>
                            </p:stCondLst>
                            <p:childTnLst>
                              <p:par>
                                <p:cTn id="53" presetID="21" presetClass="entr" presetSubtype="3" fill="hold" grpId="0" nodeType="afterEffect">
                                  <p:stCondLst>
                                    <p:cond delay="0"/>
                                  </p:stCondLst>
                                  <p:childTnLst>
                                    <p:set>
                                      <p:cBhvr>
                                        <p:cTn id="54" dur="1" fill="hold">
                                          <p:stCondLst>
                                            <p:cond delay="0"/>
                                          </p:stCondLst>
                                        </p:cTn>
                                        <p:tgtEl>
                                          <p:spTgt spid="5">
                                            <p:graphicEl>
                                              <a:dgm id="{6C306014-BC28-488C-A4E5-313141BB45F5}"/>
                                            </p:graphicEl>
                                          </p:spTgt>
                                        </p:tgtEl>
                                        <p:attrNameLst>
                                          <p:attrName>style.visibility</p:attrName>
                                        </p:attrNameLst>
                                      </p:cBhvr>
                                      <p:to>
                                        <p:strVal val="visible"/>
                                      </p:to>
                                    </p:set>
                                    <p:animEffect transition="in" filter="wheel(3)">
                                      <p:cBhvr>
                                        <p:cTn id="55" dur="2000"/>
                                        <p:tgtEl>
                                          <p:spTgt spid="5">
                                            <p:graphicEl>
                                              <a:dgm id="{6C306014-BC28-488C-A4E5-313141BB45F5}"/>
                                            </p:graphicEl>
                                          </p:spTgt>
                                        </p:tgtEl>
                                      </p:cBhvr>
                                    </p:animEffect>
                                  </p:childTnLst>
                                </p:cTn>
                              </p:par>
                            </p:childTnLst>
                          </p:cTn>
                        </p:par>
                        <p:par>
                          <p:cTn id="56" fill="hold">
                            <p:stCondLst>
                              <p:cond delay="26000"/>
                            </p:stCondLst>
                            <p:childTnLst>
                              <p:par>
                                <p:cTn id="57" presetID="21" presetClass="entr" presetSubtype="3" fill="hold" grpId="0" nodeType="afterEffect">
                                  <p:stCondLst>
                                    <p:cond delay="0"/>
                                  </p:stCondLst>
                                  <p:childTnLst>
                                    <p:set>
                                      <p:cBhvr>
                                        <p:cTn id="58" dur="1" fill="hold">
                                          <p:stCondLst>
                                            <p:cond delay="0"/>
                                          </p:stCondLst>
                                        </p:cTn>
                                        <p:tgtEl>
                                          <p:spTgt spid="5">
                                            <p:graphicEl>
                                              <a:dgm id="{3337D347-7BA8-4559-95FD-5B631D9B3F1F}"/>
                                            </p:graphicEl>
                                          </p:spTgt>
                                        </p:tgtEl>
                                        <p:attrNameLst>
                                          <p:attrName>style.visibility</p:attrName>
                                        </p:attrNameLst>
                                      </p:cBhvr>
                                      <p:to>
                                        <p:strVal val="visible"/>
                                      </p:to>
                                    </p:set>
                                    <p:animEffect transition="in" filter="wheel(3)">
                                      <p:cBhvr>
                                        <p:cTn id="59" dur="2000"/>
                                        <p:tgtEl>
                                          <p:spTgt spid="5">
                                            <p:graphicEl>
                                              <a:dgm id="{3337D347-7BA8-4559-95FD-5B631D9B3F1F}"/>
                                            </p:graphicEl>
                                          </p:spTgt>
                                        </p:tgtEl>
                                      </p:cBhvr>
                                    </p:animEffect>
                                  </p:childTnLst>
                                </p:cTn>
                              </p:par>
                            </p:childTnLst>
                          </p:cTn>
                        </p:par>
                        <p:par>
                          <p:cTn id="60" fill="hold">
                            <p:stCondLst>
                              <p:cond delay="28000"/>
                            </p:stCondLst>
                            <p:childTnLst>
                              <p:par>
                                <p:cTn id="61" presetID="21" presetClass="entr" presetSubtype="3" fill="hold" grpId="0" nodeType="afterEffect">
                                  <p:stCondLst>
                                    <p:cond delay="0"/>
                                  </p:stCondLst>
                                  <p:childTnLst>
                                    <p:set>
                                      <p:cBhvr>
                                        <p:cTn id="62" dur="1" fill="hold">
                                          <p:stCondLst>
                                            <p:cond delay="0"/>
                                          </p:stCondLst>
                                        </p:cTn>
                                        <p:tgtEl>
                                          <p:spTgt spid="5">
                                            <p:graphicEl>
                                              <a:dgm id="{05E67F48-F889-455F-AE5C-5B99637F90FC}"/>
                                            </p:graphicEl>
                                          </p:spTgt>
                                        </p:tgtEl>
                                        <p:attrNameLst>
                                          <p:attrName>style.visibility</p:attrName>
                                        </p:attrNameLst>
                                      </p:cBhvr>
                                      <p:to>
                                        <p:strVal val="visible"/>
                                      </p:to>
                                    </p:set>
                                    <p:animEffect transition="in" filter="wheel(3)">
                                      <p:cBhvr>
                                        <p:cTn id="63" dur="2000"/>
                                        <p:tgtEl>
                                          <p:spTgt spid="5">
                                            <p:graphicEl>
                                              <a:dgm id="{05E67F48-F889-455F-AE5C-5B99637F90FC}"/>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区域政治</a:t>
            </a:r>
          </a:p>
        </p:txBody>
      </p:sp>
      <p:sp>
        <p:nvSpPr>
          <p:cNvPr id="3" name="内容占位符 2"/>
          <p:cNvSpPr>
            <a:spLocks noGrp="1"/>
          </p:cNvSpPr>
          <p:nvPr>
            <p:ph idx="1"/>
          </p:nvPr>
        </p:nvSpPr>
        <p:spPr/>
        <p:txBody>
          <a:bodyPr>
            <a:normAutofit fontScale="77500" lnSpcReduction="20000"/>
          </a:bodyPr>
          <a:lstStyle/>
          <a:p>
            <a:r>
              <a:rPr lang="zh-CN" altLang="en-US" dirty="0"/>
              <a:t>中央政府只是把办公地设在北京，并不直接管理北京地区，北京由地方政府北京市政府负责管理城市运行，市政，经济等各方面。</a:t>
            </a:r>
          </a:p>
          <a:p>
            <a:r>
              <a:rPr lang="zh-CN" altLang="en-US" dirty="0"/>
              <a:t>北京市人民代表大会及其常务委员会是北京市的国家权力机关。代表大会每届任期</a:t>
            </a:r>
            <a:r>
              <a:rPr lang="en-US" altLang="zh-CN" dirty="0"/>
              <a:t>5</a:t>
            </a:r>
            <a:r>
              <a:rPr lang="zh-CN" altLang="en-US" dirty="0"/>
              <a:t>年。</a:t>
            </a:r>
          </a:p>
          <a:p>
            <a:r>
              <a:rPr lang="zh-CN" altLang="en-US" dirty="0"/>
              <a:t>北京市人民政府是北京市人民代表大会的执行机构和北京市的国家行政机关，受国务院领导。市政府由市长、副市长、秘书长、各委员会主任和办公室主任、各局局长组成，每届任期五年。</a:t>
            </a:r>
          </a:p>
          <a:p>
            <a:r>
              <a:rPr lang="zh-CN" altLang="en-US" dirty="0"/>
              <a:t>中国人民政治协商会议北京市委员会是中共北京市委领导的由中共北京市委、北京市各民主党派、无党派民主人士、各人民团体、少数民族和各界代表、在京的台湾、港澳人士和归国华侨的代表以及特邀人士组成的，具有广泛代表性的北京市统一战线组织。市政协每届任期</a:t>
            </a:r>
            <a:r>
              <a:rPr lang="en-US" altLang="zh-CN" dirty="0"/>
              <a:t>5</a:t>
            </a:r>
            <a:r>
              <a:rPr lang="zh-CN" altLang="en-US" dirty="0"/>
              <a:t>年。</a:t>
            </a:r>
          </a:p>
          <a:p>
            <a:endParaRPr lang="zh-CN" altLang="en-US" dirty="0"/>
          </a:p>
        </p:txBody>
      </p:sp>
    </p:spTree>
    <p:extLst>
      <p:ext uri="{BB962C8B-B14F-4D97-AF65-F5344CB8AC3E}">
        <p14:creationId xmlns:p14="http://schemas.microsoft.com/office/powerpoint/2010/main" val="777698672"/>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城市名人</a:t>
            </a:r>
          </a:p>
        </p:txBody>
      </p:sp>
      <p:graphicFrame>
        <p:nvGraphicFramePr>
          <p:cNvPr id="5" name="表格占位符 4"/>
          <p:cNvGraphicFramePr>
            <a:graphicFrameLocks noGrp="1"/>
          </p:cNvGraphicFramePr>
          <p:nvPr>
            <p:ph type="tbl" idx="1"/>
            <p:extLst>
              <p:ext uri="{D42A27DB-BD31-4B8C-83A1-F6EECF244321}">
                <p14:modId xmlns:p14="http://schemas.microsoft.com/office/powerpoint/2010/main" val="2284884457"/>
              </p:ext>
            </p:extLst>
          </p:nvPr>
        </p:nvGraphicFramePr>
        <p:xfrm>
          <a:off x="683569" y="1484782"/>
          <a:ext cx="7848869" cy="4608516"/>
        </p:xfrm>
        <a:graphic>
          <a:graphicData uri="http://schemas.openxmlformats.org/drawingml/2006/table">
            <a:tbl>
              <a:tblPr firstCol="1" bandRow="1">
                <a:tableStyleId>{616DA210-FB5B-4158-B5E0-FEB733F419BA}</a:tableStyleId>
              </a:tblPr>
              <a:tblGrid>
                <a:gridCol w="1569077">
                  <a:extLst>
                    <a:ext uri="{9D8B030D-6E8A-4147-A177-3AD203B41FA5}">
                      <a16:colId xmlns:a16="http://schemas.microsoft.com/office/drawing/2014/main" val="20000"/>
                    </a:ext>
                  </a:extLst>
                </a:gridCol>
                <a:gridCol w="1569948">
                  <a:extLst>
                    <a:ext uri="{9D8B030D-6E8A-4147-A177-3AD203B41FA5}">
                      <a16:colId xmlns:a16="http://schemas.microsoft.com/office/drawing/2014/main" val="20001"/>
                    </a:ext>
                  </a:extLst>
                </a:gridCol>
                <a:gridCol w="1569948">
                  <a:extLst>
                    <a:ext uri="{9D8B030D-6E8A-4147-A177-3AD203B41FA5}">
                      <a16:colId xmlns:a16="http://schemas.microsoft.com/office/drawing/2014/main" val="20002"/>
                    </a:ext>
                  </a:extLst>
                </a:gridCol>
                <a:gridCol w="1569948">
                  <a:extLst>
                    <a:ext uri="{9D8B030D-6E8A-4147-A177-3AD203B41FA5}">
                      <a16:colId xmlns:a16="http://schemas.microsoft.com/office/drawing/2014/main" val="20003"/>
                    </a:ext>
                  </a:extLst>
                </a:gridCol>
                <a:gridCol w="1569948">
                  <a:extLst>
                    <a:ext uri="{9D8B030D-6E8A-4147-A177-3AD203B41FA5}">
                      <a16:colId xmlns:a16="http://schemas.microsoft.com/office/drawing/2014/main" val="20004"/>
                    </a:ext>
                  </a:extLst>
                </a:gridCol>
              </a:tblGrid>
              <a:tr h="768086">
                <a:tc>
                  <a:txBody>
                    <a:bodyPr/>
                    <a:lstStyle/>
                    <a:p>
                      <a:pPr algn="ctr">
                        <a:lnSpc>
                          <a:spcPts val="1200"/>
                        </a:lnSpc>
                        <a:spcAft>
                          <a:spcPts val="0"/>
                        </a:spcAft>
                      </a:pPr>
                      <a:r>
                        <a:rPr lang="zh-CN" sz="1600">
                          <a:effectLst/>
                        </a:rPr>
                        <a:t>文天祥</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于谦</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袁崇焕</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康有为</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张自忠</a:t>
                      </a:r>
                      <a:endParaRPr lang="zh-CN" sz="160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0"/>
                  </a:ext>
                </a:extLst>
              </a:tr>
              <a:tr h="768086">
                <a:tc>
                  <a:txBody>
                    <a:bodyPr/>
                    <a:lstStyle/>
                    <a:p>
                      <a:pPr algn="ctr">
                        <a:lnSpc>
                          <a:spcPts val="1200"/>
                        </a:lnSpc>
                        <a:spcAft>
                          <a:spcPts val="0"/>
                        </a:spcAft>
                      </a:pPr>
                      <a:r>
                        <a:rPr lang="zh-CN" sz="1600">
                          <a:effectLst/>
                        </a:rPr>
                        <a:t>溥仪</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曹雪芹</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老舍</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梅兰芳</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程砚秋</a:t>
                      </a:r>
                      <a:endParaRPr lang="zh-CN" sz="160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1"/>
                  </a:ext>
                </a:extLst>
              </a:tr>
              <a:tr h="768086">
                <a:tc>
                  <a:txBody>
                    <a:bodyPr/>
                    <a:lstStyle/>
                    <a:p>
                      <a:pPr algn="ctr">
                        <a:lnSpc>
                          <a:spcPts val="1200"/>
                        </a:lnSpc>
                        <a:spcAft>
                          <a:spcPts val="0"/>
                        </a:spcAft>
                      </a:pPr>
                      <a:r>
                        <a:rPr lang="zh-CN" sz="1600">
                          <a:effectLst/>
                        </a:rPr>
                        <a:t>马连良</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刘宝瑞</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袁隆平</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李连杰</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张怡宁</a:t>
                      </a:r>
                      <a:endParaRPr lang="zh-CN" sz="160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2"/>
                  </a:ext>
                </a:extLst>
              </a:tr>
              <a:tr h="768086">
                <a:tc>
                  <a:txBody>
                    <a:bodyPr/>
                    <a:lstStyle/>
                    <a:p>
                      <a:pPr algn="ctr">
                        <a:lnSpc>
                          <a:spcPts val="1200"/>
                        </a:lnSpc>
                        <a:spcAft>
                          <a:spcPts val="0"/>
                        </a:spcAft>
                      </a:pPr>
                      <a:r>
                        <a:rPr lang="zh-CN" sz="1600">
                          <a:effectLst/>
                        </a:rPr>
                        <a:t>梁启超</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梁思成</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梁从诫</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乐显扬</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关汉卿</a:t>
                      </a:r>
                      <a:endParaRPr lang="zh-CN" sz="160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3"/>
                  </a:ext>
                </a:extLst>
              </a:tr>
              <a:tr h="768086">
                <a:tc>
                  <a:txBody>
                    <a:bodyPr/>
                    <a:lstStyle/>
                    <a:p>
                      <a:pPr algn="ctr">
                        <a:lnSpc>
                          <a:spcPts val="1200"/>
                        </a:lnSpc>
                        <a:spcAft>
                          <a:spcPts val="0"/>
                        </a:spcAft>
                      </a:pPr>
                      <a:r>
                        <a:rPr lang="zh-CN" sz="1600">
                          <a:effectLst/>
                        </a:rPr>
                        <a:t>启功</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刘宝瑞</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关学曾</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侯宝林</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侯耀文</a:t>
                      </a:r>
                      <a:endParaRPr lang="zh-CN" sz="160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4"/>
                  </a:ext>
                </a:extLst>
              </a:tr>
              <a:tr h="768086">
                <a:tc>
                  <a:txBody>
                    <a:bodyPr/>
                    <a:lstStyle/>
                    <a:p>
                      <a:pPr algn="ctr">
                        <a:lnSpc>
                          <a:spcPts val="1200"/>
                        </a:lnSpc>
                        <a:spcAft>
                          <a:spcPts val="0"/>
                        </a:spcAft>
                      </a:pPr>
                      <a:r>
                        <a:rPr lang="zh-CN" sz="1600">
                          <a:effectLst/>
                        </a:rPr>
                        <a:t>杨沫</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马泰</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王朔</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a:effectLst/>
                        </a:rPr>
                        <a:t>王治郅</a:t>
                      </a:r>
                      <a:endParaRPr lang="zh-CN" sz="1600">
                        <a:effectLst/>
                        <a:latin typeface="Times New Roman"/>
                        <a:ea typeface="宋体"/>
                        <a:cs typeface="Times New Roman"/>
                      </a:endParaRPr>
                    </a:p>
                  </a:txBody>
                  <a:tcPr marL="68580" marR="68580" marT="0" marB="0" anchor="ctr"/>
                </a:tc>
                <a:tc>
                  <a:txBody>
                    <a:bodyPr/>
                    <a:lstStyle/>
                    <a:p>
                      <a:pPr algn="ctr">
                        <a:lnSpc>
                          <a:spcPts val="1200"/>
                        </a:lnSpc>
                        <a:spcAft>
                          <a:spcPts val="0"/>
                        </a:spcAft>
                      </a:pPr>
                      <a:r>
                        <a:rPr lang="zh-CN" sz="1600" dirty="0">
                          <a:effectLst/>
                        </a:rPr>
                        <a:t>崔健</a:t>
                      </a:r>
                      <a:endParaRPr lang="zh-CN" sz="1600" dirty="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43093724"/>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双波形 5"/>
          <p:cNvSpPr/>
          <p:nvPr/>
        </p:nvSpPr>
        <p:spPr>
          <a:xfrm>
            <a:off x="1763688" y="2930121"/>
            <a:ext cx="5867456" cy="1200329"/>
          </a:xfrm>
          <a:prstGeom prst="doubleWave">
            <a:avLst/>
          </a:prstGeom>
          <a:ln>
            <a:noFill/>
          </a:ln>
        </p:spPr>
        <p:style>
          <a:lnRef idx="1">
            <a:schemeClr val="accent3"/>
          </a:lnRef>
          <a:fillRef idx="2">
            <a:schemeClr val="accent3"/>
          </a:fillRef>
          <a:effectRef idx="1">
            <a:schemeClr val="accent3"/>
          </a:effectRef>
          <a:fontRef idx="minor">
            <a:schemeClr val="dk1"/>
          </a:fontRef>
        </p:style>
        <p:txBody>
          <a:bodyPr wrap="none" lIns="91440" tIns="45720" rIns="91440" bIns="45720">
            <a:prstTxWarp prst="textInflate">
              <a:avLst/>
            </a:prstTxWarp>
            <a:spAutoFit/>
            <a:scene3d>
              <a:camera prst="orthographicFront"/>
              <a:lightRig rig="soft" dir="tl">
                <a:rot lat="0" lon="0" rev="0"/>
              </a:lightRig>
            </a:scene3d>
            <a:sp3d extrusionH="57150" contourW="25400" prstMaterial="matte">
              <a:bevelT w="25400" h="55880" prst="convex"/>
              <a:contourClr>
                <a:schemeClr val="accent2">
                  <a:tint val="20000"/>
                </a:schemeClr>
              </a:contourClr>
            </a:sp3d>
          </a:bodyPr>
          <a:lstStyle/>
          <a:p>
            <a:pPr algn="ctr"/>
            <a:r>
              <a:rPr lang="zh-CN" altLang="en-US" sz="7200" b="1" spc="50" dirty="0">
                <a:ln w="11430">
                  <a:noFill/>
                </a:ln>
                <a:solidFill>
                  <a:srgbClr val="FF0000"/>
                </a:solidFill>
                <a:effectLst>
                  <a:glow rad="101600">
                    <a:srgbClr val="C32D2E">
                      <a:satMod val="175000"/>
                      <a:alpha val="40000"/>
                    </a:srgbClr>
                  </a:glow>
                  <a:outerShdw blurRad="76200" dist="50800" dir="5400000" algn="tl" rotWithShape="0">
                    <a:srgbClr val="000000">
                      <a:alpha val="65000"/>
                    </a:srgbClr>
                  </a:outerShdw>
                </a:effectLst>
                <a:latin typeface="迷你简蝶语" panose="02010604000101010101" pitchFamily="2" charset="-122"/>
                <a:ea typeface="迷你简蝶语" panose="02010604000101010101" pitchFamily="2" charset="-122"/>
              </a:rPr>
              <a:t>北京欢迎你！</a:t>
            </a:r>
          </a:p>
        </p:txBody>
      </p:sp>
    </p:spTree>
    <p:extLst>
      <p:ext uri="{BB962C8B-B14F-4D97-AF65-F5344CB8AC3E}">
        <p14:creationId xmlns:p14="http://schemas.microsoft.com/office/powerpoint/2010/main" val="3903364172"/>
      </p:ext>
    </p:extLst>
  </p:cSld>
  <p:clrMapOvr>
    <a:masterClrMapping/>
  </p:clrMapOvr>
  <mc:AlternateContent xmlns:mc="http://schemas.openxmlformats.org/markup-compatibility/2006" xmlns:p14="http://schemas.microsoft.com/office/powerpoint/2010/main">
    <mc:Choice Requires="p14">
      <p:transition spd="slow" p14:dur="2000" advTm="5000">
        <p14:ferris dir="l"/>
      </p:transition>
    </mc:Choice>
    <mc:Fallback xmlns="">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iterate type="lt">
                                    <p:tmPct val="100000"/>
                                  </p:iterate>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1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龙腾">
  <a:themeElements>
    <a:clrScheme name="气流">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自定义 1">
      <a:majorFont>
        <a:latin typeface="Arial"/>
        <a:ea typeface="微软雅黑"/>
        <a:cs typeface=""/>
      </a:majorFont>
      <a:minorFont>
        <a:latin typeface="Calibri"/>
        <a:ea typeface="仿宋"/>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db2004158l 1">
        <a:dk1>
          <a:srgbClr val="1D4940"/>
        </a:dk1>
        <a:lt1>
          <a:srgbClr val="FFFFFF"/>
        </a:lt1>
        <a:dk2>
          <a:srgbClr val="3F716F"/>
        </a:dk2>
        <a:lt2>
          <a:srgbClr val="C0C0C0"/>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clrMap bg1="lt1" tx1="dk1" bg2="lt2" tx2="dk2" accent1="accent1" accent2="accent2" accent3="accent3" accent4="accent4" accent5="accent5" accent6="accent6" hlink="hlink" folHlink="folHlink"/>
    </a:extraClrScheme>
    <a:extraClrScheme>
      <a:clrScheme name="cdb2004158l 2">
        <a:dk1>
          <a:srgbClr val="093575"/>
        </a:dk1>
        <a:lt1>
          <a:srgbClr val="FFFFFF"/>
        </a:lt1>
        <a:dk2>
          <a:srgbClr val="000066"/>
        </a:dk2>
        <a:lt2>
          <a:srgbClr val="808080"/>
        </a:lt2>
        <a:accent1>
          <a:srgbClr val="4B92E1"/>
        </a:accent1>
        <a:accent2>
          <a:srgbClr val="99CCFF"/>
        </a:accent2>
        <a:accent3>
          <a:srgbClr val="FFFFFF"/>
        </a:accent3>
        <a:accent4>
          <a:srgbClr val="062C63"/>
        </a:accent4>
        <a:accent5>
          <a:srgbClr val="B1C7EE"/>
        </a:accent5>
        <a:accent6>
          <a:srgbClr val="8AB9E7"/>
        </a:accent6>
        <a:hlink>
          <a:srgbClr val="0066CC"/>
        </a:hlink>
        <a:folHlink>
          <a:srgbClr val="AF67FF"/>
        </a:folHlink>
      </a:clrScheme>
      <a:clrMap bg1="lt1" tx1="dk1" bg2="lt2" tx2="dk2" accent1="accent1" accent2="accent2" accent3="accent3" accent4="accent4" accent5="accent5" accent6="accent6" hlink="hlink" folHlink="folHlink"/>
    </a:extraClrScheme>
    <a:extraClrScheme>
      <a:clrScheme name="cdb2004158l 3">
        <a:dk1>
          <a:srgbClr val="0B4C5B"/>
        </a:dk1>
        <a:lt1>
          <a:srgbClr val="FFFFFF"/>
        </a:lt1>
        <a:dk2>
          <a:srgbClr val="000000"/>
        </a:dk2>
        <a:lt2>
          <a:srgbClr val="969696"/>
        </a:lt2>
        <a:accent1>
          <a:srgbClr val="E3BE05"/>
        </a:accent1>
        <a:accent2>
          <a:srgbClr val="81C200"/>
        </a:accent2>
        <a:accent3>
          <a:srgbClr val="FFFFFF"/>
        </a:accent3>
        <a:accent4>
          <a:srgbClr val="08404C"/>
        </a:accent4>
        <a:accent5>
          <a:srgbClr val="EFDBAA"/>
        </a:accent5>
        <a:accent6>
          <a:srgbClr val="74B0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主题1">
  <a:themeElements>
    <a:clrScheme name="夏至">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21873A"/>
      </a:hlink>
      <a:folHlink>
        <a:srgbClr val="717E00"/>
      </a:folHlink>
    </a:clrScheme>
    <a:fontScheme name="Science Fair">
      <a:majorFont>
        <a:latin typeface="Tw Cen MT Condensed"/>
        <a:ea typeface=""/>
        <a:cs typeface=""/>
      </a:majorFont>
      <a:minorFont>
        <a:latin typeface="Tw Cen MT Condens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龙腾</Template>
  <TotalTime>53</TotalTime>
  <Words>1223</Words>
  <Application>Microsoft Office PowerPoint</Application>
  <PresentationFormat>全屏显示(4:3)</PresentationFormat>
  <Paragraphs>187</Paragraphs>
  <Slides>19</Slides>
  <Notes>0</Notes>
  <HiddenSlides>0</HiddenSlides>
  <MMClips>1</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19</vt:i4>
      </vt:variant>
    </vt:vector>
  </HeadingPairs>
  <TitlesOfParts>
    <vt:vector size="29" baseType="lpstr">
      <vt:lpstr>迷你简蝶语</vt:lpstr>
      <vt:lpstr>微软雅黑</vt:lpstr>
      <vt:lpstr>Arial</vt:lpstr>
      <vt:lpstr>Calibri</vt:lpstr>
      <vt:lpstr>Times New Roman</vt:lpstr>
      <vt:lpstr>Tw Cen MT Condensed</vt:lpstr>
      <vt:lpstr>Webdings</vt:lpstr>
      <vt:lpstr>Wingdings</vt:lpstr>
      <vt:lpstr>龙腾</vt:lpstr>
      <vt:lpstr>主题1</vt:lpstr>
      <vt:lpstr>北京，你知道多少？</vt:lpstr>
      <vt:lpstr>基本信息</vt:lpstr>
      <vt:lpstr>目录</vt:lpstr>
      <vt:lpstr>历史沿革</vt:lpstr>
      <vt:lpstr>行政区划</vt:lpstr>
      <vt:lpstr>地理环境</vt:lpstr>
      <vt:lpstr>自然资源</vt:lpstr>
      <vt:lpstr>人口民族</vt:lpstr>
      <vt:lpstr>区域经济</vt:lpstr>
      <vt:lpstr>城市交通</vt:lpstr>
      <vt:lpstr>区域教育</vt:lpstr>
      <vt:lpstr>区域文化</vt:lpstr>
      <vt:lpstr>社会事业</vt:lpstr>
      <vt:lpstr>城市旅游</vt:lpstr>
      <vt:lpstr>对外交流</vt:lpstr>
      <vt:lpstr>城市荣誉</vt:lpstr>
      <vt:lpstr>区域政治</vt:lpstr>
      <vt:lpstr>城市名人</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北京，你知道多少？</dc:title>
  <dc:creator>Administrator</dc:creator>
  <cp:lastModifiedBy>Administrator</cp:lastModifiedBy>
  <cp:revision>10</cp:revision>
  <dcterms:created xsi:type="dcterms:W3CDTF">2018-04-16T08:38:41Z</dcterms:created>
  <dcterms:modified xsi:type="dcterms:W3CDTF">2020-11-02T07:34:20Z</dcterms:modified>
</cp:coreProperties>
</file>