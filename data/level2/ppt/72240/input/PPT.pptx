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8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08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67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05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3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26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15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01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7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55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0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35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2612B-163E-43C0-B924-7B27E3B170D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A5641-548D-4E23-87A6-355192D9B6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36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宋体</vt:lpstr>
      <vt:lpstr>Arial</vt:lpstr>
      <vt:lpstr>Calibri</vt:lpstr>
      <vt:lpstr>Calibri Light</vt:lpstr>
      <vt:lpstr>Office 主题</vt:lpstr>
    </vt:vector>
  </TitlesOfParts>
  <Company>BaiDu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吉燕</dc:creator>
  <cp:lastModifiedBy>BJB-153</cp:lastModifiedBy>
  <cp:revision>1</cp:revision>
  <dcterms:created xsi:type="dcterms:W3CDTF">2019-03-18T04:00:59Z</dcterms:created>
  <dcterms:modified xsi:type="dcterms:W3CDTF">2020-10-20T09:43:28Z</dcterms:modified>
</cp:coreProperties>
</file>