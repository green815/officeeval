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2" r:id="rId1"/>
  </p:sldMasterIdLst>
  <p:notesMasterIdLst>
    <p:notesMasterId r:id="rId3"/>
  </p:notesMasterIdLst>
  <p:sldIdLst>
    <p:sldId id="257" r:id="rId2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2" d="100"/>
          <a:sy n="72" d="100"/>
        </p:scale>
        <p:origin x="1068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9D2C66-CE37-4968-A0D0-EDBF6C0621C0}" type="datetimeFigureOut">
              <a:rPr lang="zh-CN" altLang="en-US" smtClean="0"/>
              <a:t>2020/10/20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A8FECD-89B4-4464-B9C8-B4CF9DBF75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31282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71316" cy="6874935"/>
            <a:chOff x="-8466" y="-8468"/>
            <a:chExt cx="9171316" cy="6874935"/>
          </a:xfrm>
        </p:grpSpPr>
        <p:cxnSp>
          <p:nvCxnSpPr>
            <p:cNvPr id="28" name="Straight Connector 2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Freeform 2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Freeform 3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Freeform 3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Freeform 3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4" name="Freeform 3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5" name="Freeform 34"/>
            <p:cNvSpPr/>
            <p:nvPr/>
          </p:nvSpPr>
          <p:spPr>
            <a:xfrm>
              <a:off x="8094165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6" name="Freeform 35"/>
            <p:cNvSpPr/>
            <p:nvPr/>
          </p:nvSpPr>
          <p:spPr>
            <a:xfrm>
              <a:off x="8068764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1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645E3-164D-4608-913A-C2AE4E2E22B0}" type="datetimeFigureOut">
              <a:rPr lang="zh-CN" altLang="en-US" smtClean="0"/>
              <a:t>2020/10/20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A53B9-76D9-4E73-A06F-15EBBBB88F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24609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645E3-164D-4608-913A-C2AE4E2E22B0}" type="datetimeFigureOut">
              <a:rPr lang="zh-CN" altLang="en-US" smtClean="0"/>
              <a:t>2020/10/20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A53B9-76D9-4E73-A06F-15EBBBB88F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80560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645E3-164D-4608-913A-C2AE4E2E22B0}" type="datetimeFigureOut">
              <a:rPr lang="zh-CN" altLang="en-US" smtClean="0"/>
              <a:t>2020/10/20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A53B9-76D9-4E73-A06F-15EBBBB88F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81032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71317" cy="6874935"/>
            <a:chOff x="-8467" y="-8468"/>
            <a:chExt cx="9171317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94165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8764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2645E3-164D-4608-913A-C2AE4E2E22B0}" type="datetimeFigureOut">
              <a:rPr lang="zh-CN" altLang="en-US" smtClean="0"/>
              <a:t>2020/10/20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3E8A53B9-76D9-4E73-A06F-15EBBBB88F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78604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3" r:id="rId1"/>
    <p:sldLayoutId id="2147483754" r:id="rId2"/>
    <p:sldLayoutId id="2147483759" r:id="rId3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C:\OfficeEval\redacted\\lgi01a201409191900[1]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MosiaicBubbles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09149">
            <a:off x="4984996" y="4056470"/>
            <a:ext cx="2355229" cy="2228727"/>
          </a:xfrm>
          <a:prstGeom prst="hear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矩形 1"/>
          <p:cNvSpPr/>
          <p:nvPr/>
        </p:nvSpPr>
        <p:spPr>
          <a:xfrm>
            <a:off x="1029712" y="1994358"/>
            <a:ext cx="7141700" cy="923330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Deflate">
              <a:avLst/>
            </a:prstTxWarp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zh-CN" altLang="en-US" sz="5400" b="1" spc="50" dirty="0" smtClean="0">
                <a:ln w="11430">
                  <a:noFill/>
                </a:ln>
                <a:gradFill>
                  <a:gsLst>
                    <a:gs pos="0">
                      <a:srgbClr val="FF0000"/>
                    </a:gs>
                    <a:gs pos="0">
                      <a:srgbClr val="FFFF00"/>
                    </a:gs>
                    <a:gs pos="53000">
                      <a:srgbClr val="FF7373"/>
                    </a:gs>
                    <a:gs pos="51000">
                      <a:srgbClr val="FF0000"/>
                    </a:gs>
                    <a:gs pos="100000">
                      <a:srgbClr val="FF0000"/>
                    </a:gs>
                  </a:gsLst>
                  <a:path path="circle">
                    <a:fillToRect l="50000" t="50000" r="100000" b="100000"/>
                  </a:path>
                </a:gradFill>
                <a:effectLst>
                  <a:outerShdw dir="5520000" sy="-30000" kx="-800400" algn="bl" rotWithShape="0">
                    <a:srgbClr val="FF0000">
                      <a:alpha val="20000"/>
                    </a:srgbClr>
                  </a:outerShdw>
                </a:effectLst>
                <a:latin typeface="方正舒体" panose="02010601030101010101" pitchFamily="2" charset="-122"/>
                <a:ea typeface="方正舒体" panose="02010601030101010101" pitchFamily="2" charset="-122"/>
              </a:rPr>
              <a:t>热烈欢迎新员工！</a:t>
            </a:r>
            <a:endParaRPr lang="zh-CN" altLang="en-US" sz="5400" b="1" spc="50" dirty="0">
              <a:ln w="11430">
                <a:noFill/>
              </a:ln>
              <a:gradFill>
                <a:gsLst>
                  <a:gs pos="0">
                    <a:srgbClr val="FF0000"/>
                  </a:gs>
                  <a:gs pos="0">
                    <a:srgbClr val="FFFF00"/>
                  </a:gs>
                  <a:gs pos="53000">
                    <a:srgbClr val="FF7373"/>
                  </a:gs>
                  <a:gs pos="51000">
                    <a:srgbClr val="FF0000"/>
                  </a:gs>
                  <a:gs pos="100000">
                    <a:srgbClr val="FF0000"/>
                  </a:gs>
                </a:gsLst>
                <a:path path="circle">
                  <a:fillToRect l="50000" t="50000" r="100000" b="100000"/>
                </a:path>
              </a:gradFill>
              <a:effectLst>
                <a:outerShdw dir="5520000" sy="-30000" kx="-800400" algn="bl" rotWithShape="0">
                  <a:srgbClr val="FF0000">
                    <a:alpha val="20000"/>
                  </a:srgbClr>
                </a:outerShdw>
              </a:effectLst>
              <a:latin typeface="方正舒体" panose="02010601030101010101" pitchFamily="2" charset="-122"/>
              <a:ea typeface="方正舒体" panose="02010601030101010101" pitchFamily="2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29360" y="4098964"/>
            <a:ext cx="500720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 smtClean="0"/>
              <a:t>电话</a:t>
            </a:r>
            <a:r>
              <a:rPr lang="zh-CN" altLang="en-US" dirty="0" smtClean="0"/>
              <a:t>：</a:t>
            </a:r>
            <a:r>
              <a:rPr lang="en-US" altLang="zh-CN" dirty="0" smtClean="0"/>
              <a:t>	88888888    </a:t>
            </a:r>
          </a:p>
          <a:p>
            <a:r>
              <a:rPr lang="en-US" altLang="zh-CN" spc="600" dirty="0" smtClean="0"/>
              <a:t>QQ</a:t>
            </a:r>
            <a:r>
              <a:rPr lang="zh-CN" altLang="en-US" dirty="0" smtClean="0"/>
              <a:t>：</a:t>
            </a:r>
            <a:r>
              <a:rPr lang="en-US" altLang="zh-CN" dirty="0" smtClean="0"/>
              <a:t>	123456789  </a:t>
            </a:r>
          </a:p>
          <a:p>
            <a:r>
              <a:rPr lang="en-US" altLang="zh-CN" dirty="0" smtClean="0"/>
              <a:t>Email</a:t>
            </a:r>
            <a:r>
              <a:rPr lang="zh-CN" altLang="en-US" dirty="0" smtClean="0"/>
              <a:t>：</a:t>
            </a:r>
            <a:r>
              <a:rPr lang="en-US" altLang="zh-CN" dirty="0" smtClean="0"/>
              <a:t>	123456789@QQ.COM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480783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平面">
  <a:themeElements>
    <a:clrScheme name="平面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平面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平面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41</TotalTime>
  <Words>7</Words>
  <Application>Microsoft Office PowerPoint</Application>
  <PresentationFormat>全屏显示(4:3)</PresentationFormat>
  <Paragraphs>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方正舒体</vt:lpstr>
      <vt:lpstr>方正姚体</vt:lpstr>
      <vt:lpstr>华文新魏</vt:lpstr>
      <vt:lpstr>宋体</vt:lpstr>
      <vt:lpstr>Calibri</vt:lpstr>
      <vt:lpstr>Trebuchet MS</vt:lpstr>
      <vt:lpstr>Wingdings 3</vt:lpstr>
      <vt:lpstr>平面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吉燕</dc:creator>
  <cp:lastModifiedBy>BJB-153</cp:lastModifiedBy>
  <cp:revision>10</cp:revision>
  <dcterms:created xsi:type="dcterms:W3CDTF">2016-02-18T11:47:17Z</dcterms:created>
  <dcterms:modified xsi:type="dcterms:W3CDTF">2020-10-20T09:44:07Z</dcterms:modified>
</cp:coreProperties>
</file>