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4" r:id="rId2"/>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8" autoAdjust="0"/>
    <p:restoredTop sz="94660"/>
  </p:normalViewPr>
  <p:slideViewPr>
    <p:cSldViewPr snapToGrid="0">
      <p:cViewPr varScale="1">
        <p:scale>
          <a:sx n="53" d="100"/>
          <a:sy n="53" d="100"/>
        </p:scale>
        <p:origin x="84" y="8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1155EF-631B-427D-AC30-0CE586BE2AC3}" type="doc">
      <dgm:prSet loTypeId="urn:microsoft.com/office/officeart/2009/layout/CircleArrowProcess" loCatId="process" qsTypeId="urn:microsoft.com/office/officeart/2005/8/quickstyle/3d3" qsCatId="3D" csTypeId="urn:microsoft.com/office/officeart/2005/8/colors/colorful2" csCatId="colorful" phldr="1"/>
      <dgm:spPr/>
      <dgm:t>
        <a:bodyPr/>
        <a:lstStyle/>
        <a:p>
          <a:endParaRPr lang="zh-CN" altLang="en-US"/>
        </a:p>
      </dgm:t>
    </dgm:pt>
    <dgm:pt modelId="{EBC5E42B-E19D-40C9-9F28-5985B68460D7}">
      <dgm:prSet/>
      <dgm:spPr/>
      <dgm:t>
        <a:bodyPr/>
        <a:lstStyle/>
        <a:p>
          <a:pPr rtl="0"/>
          <a:r>
            <a:rPr lang="en-US" dirty="0" smtClean="0"/>
            <a:t>2010</a:t>
          </a:r>
          <a:r>
            <a:rPr lang="zh-CN" dirty="0" smtClean="0"/>
            <a:t>年</a:t>
          </a:r>
          <a:r>
            <a:rPr lang="en-US" dirty="0" smtClean="0"/>
            <a:t>10</a:t>
          </a:r>
          <a:r>
            <a:rPr lang="zh-CN" dirty="0" smtClean="0"/>
            <a:t>月</a:t>
          </a:r>
          <a:endParaRPr lang="zh-CN" dirty="0"/>
        </a:p>
      </dgm:t>
    </dgm:pt>
    <dgm:pt modelId="{422EA7ED-9CED-467F-9205-95F85AC3423C}" type="parTrans" cxnId="{B0B78A25-6FED-4091-AE3A-BBBB0C5DE0E7}">
      <dgm:prSet/>
      <dgm:spPr/>
      <dgm:t>
        <a:bodyPr/>
        <a:lstStyle/>
        <a:p>
          <a:endParaRPr lang="zh-CN" altLang="en-US"/>
        </a:p>
      </dgm:t>
    </dgm:pt>
    <dgm:pt modelId="{91A1AEF1-1297-4A11-B6E2-708BC318E6FB}" type="sibTrans" cxnId="{B0B78A25-6FED-4091-AE3A-BBBB0C5DE0E7}">
      <dgm:prSet/>
      <dgm:spPr/>
      <dgm:t>
        <a:bodyPr/>
        <a:lstStyle/>
        <a:p>
          <a:endParaRPr lang="zh-CN" altLang="en-US"/>
        </a:p>
      </dgm:t>
    </dgm:pt>
    <dgm:pt modelId="{3DA7179D-762A-4C9B-B35E-FCABF91A4B4C}">
      <dgm:prSet/>
      <dgm:spPr/>
      <dgm:t>
        <a:bodyPr/>
        <a:lstStyle/>
        <a:p>
          <a:pPr rtl="0"/>
          <a:r>
            <a:rPr lang="en-US" dirty="0" smtClean="0"/>
            <a:t>2012</a:t>
          </a:r>
          <a:r>
            <a:rPr lang="zh-CN" dirty="0" smtClean="0"/>
            <a:t>年</a:t>
          </a:r>
          <a:r>
            <a:rPr lang="en-US" dirty="0" smtClean="0"/>
            <a:t>12</a:t>
          </a:r>
          <a:r>
            <a:rPr lang="zh-CN" dirty="0" smtClean="0"/>
            <a:t>月</a:t>
          </a:r>
          <a:endParaRPr lang="zh-CN" dirty="0"/>
        </a:p>
      </dgm:t>
    </dgm:pt>
    <dgm:pt modelId="{C346C3CF-1BA1-4E2A-8ABD-EF4AA2CDA920}" type="parTrans" cxnId="{2ADF2531-FA8B-43F7-B5C9-1F1045CB84EC}">
      <dgm:prSet/>
      <dgm:spPr/>
      <dgm:t>
        <a:bodyPr/>
        <a:lstStyle/>
        <a:p>
          <a:endParaRPr lang="zh-CN" altLang="en-US"/>
        </a:p>
      </dgm:t>
    </dgm:pt>
    <dgm:pt modelId="{2342BB7A-3979-443D-8328-4F3C1B8848A2}" type="sibTrans" cxnId="{2ADF2531-FA8B-43F7-B5C9-1F1045CB84EC}">
      <dgm:prSet/>
      <dgm:spPr/>
      <dgm:t>
        <a:bodyPr/>
        <a:lstStyle/>
        <a:p>
          <a:endParaRPr lang="zh-CN" altLang="en-US"/>
        </a:p>
      </dgm:t>
    </dgm:pt>
    <dgm:pt modelId="{5A237C1A-2343-4B9A-97F7-892EBED0765B}">
      <dgm:prSet/>
      <dgm:spPr/>
      <dgm:t>
        <a:bodyPr/>
        <a:lstStyle/>
        <a:p>
          <a:pPr rtl="0"/>
          <a:r>
            <a:rPr lang="en-US" altLang="zh-CN" dirty="0" smtClean="0"/>
            <a:t>2014</a:t>
          </a:r>
          <a:r>
            <a:rPr lang="zh-CN" altLang="en-US" dirty="0" smtClean="0"/>
            <a:t>年</a:t>
          </a:r>
          <a:endParaRPr lang="zh-CN" dirty="0"/>
        </a:p>
      </dgm:t>
    </dgm:pt>
    <dgm:pt modelId="{D9100A62-07EE-462B-A4EF-B586D35927C1}" type="parTrans" cxnId="{7ADCA73D-4F64-4159-A3E6-634F90735429}">
      <dgm:prSet/>
      <dgm:spPr/>
      <dgm:t>
        <a:bodyPr/>
        <a:lstStyle/>
        <a:p>
          <a:endParaRPr lang="zh-CN" altLang="en-US"/>
        </a:p>
      </dgm:t>
    </dgm:pt>
    <dgm:pt modelId="{6A7C8359-DB90-4E71-BEDC-357B41FE1E0A}" type="sibTrans" cxnId="{7ADCA73D-4F64-4159-A3E6-634F90735429}">
      <dgm:prSet/>
      <dgm:spPr/>
      <dgm:t>
        <a:bodyPr/>
        <a:lstStyle/>
        <a:p>
          <a:endParaRPr lang="zh-CN" altLang="en-US"/>
        </a:p>
      </dgm:t>
    </dgm:pt>
    <dgm:pt modelId="{0EC76B82-D7E0-4B24-9B42-D044ECC240D8}">
      <dgm:prSet/>
      <dgm:spPr/>
      <dgm:t>
        <a:bodyPr/>
        <a:lstStyle/>
        <a:p>
          <a:pPr rtl="0"/>
          <a:r>
            <a:rPr lang="zh-CN" dirty="0" smtClean="0"/>
            <a:t>公司创立，最初由</a:t>
          </a:r>
          <a:r>
            <a:rPr lang="en-US" dirty="0" smtClean="0"/>
            <a:t>2</a:t>
          </a:r>
          <a:r>
            <a:rPr lang="zh-CN" dirty="0" smtClean="0"/>
            <a:t>位自然人股东出资</a:t>
          </a:r>
          <a:r>
            <a:rPr lang="en-US" dirty="0" smtClean="0"/>
            <a:t>30</a:t>
          </a:r>
          <a:r>
            <a:rPr lang="zh-CN" dirty="0" smtClean="0"/>
            <a:t>万元注册成立。</a:t>
          </a:r>
          <a:endParaRPr lang="zh-CN" dirty="0"/>
        </a:p>
      </dgm:t>
    </dgm:pt>
    <dgm:pt modelId="{426BE7EA-DE2F-4F43-A70A-E47D0BE257D4}" type="parTrans" cxnId="{E160421B-88DC-4D5D-8756-DE21CA767191}">
      <dgm:prSet/>
      <dgm:spPr/>
      <dgm:t>
        <a:bodyPr/>
        <a:lstStyle/>
        <a:p>
          <a:endParaRPr lang="zh-CN" altLang="en-US"/>
        </a:p>
      </dgm:t>
    </dgm:pt>
    <dgm:pt modelId="{F363CB93-DA13-4134-9009-8AE99C3C1440}" type="sibTrans" cxnId="{E160421B-88DC-4D5D-8756-DE21CA767191}">
      <dgm:prSet/>
      <dgm:spPr/>
      <dgm:t>
        <a:bodyPr/>
        <a:lstStyle/>
        <a:p>
          <a:endParaRPr lang="zh-CN" altLang="en-US"/>
        </a:p>
      </dgm:t>
    </dgm:pt>
    <dgm:pt modelId="{B46169D2-AE95-42E6-B691-F5AEFB53519F}">
      <dgm:prSet/>
      <dgm:spPr/>
      <dgm:t>
        <a:bodyPr/>
        <a:lstStyle/>
        <a:p>
          <a:pPr rtl="0"/>
          <a:r>
            <a:rPr lang="zh-CN" smtClean="0"/>
            <a:t>股东</a:t>
          </a:r>
          <a:r>
            <a:rPr lang="zh-CN" dirty="0" smtClean="0"/>
            <a:t>变更为三个法人公司，注册资金同时变更为</a:t>
          </a:r>
          <a:r>
            <a:rPr lang="en-US" dirty="0" smtClean="0"/>
            <a:t>5000</a:t>
          </a:r>
          <a:r>
            <a:rPr lang="zh-CN" dirty="0" smtClean="0"/>
            <a:t>万元。</a:t>
          </a:r>
          <a:endParaRPr lang="zh-CN" dirty="0"/>
        </a:p>
      </dgm:t>
    </dgm:pt>
    <dgm:pt modelId="{6899BE57-C5E3-4940-9798-8CA39CF09294}" type="parTrans" cxnId="{F869C999-1579-4C89-8250-D991856CC2AB}">
      <dgm:prSet/>
      <dgm:spPr/>
      <dgm:t>
        <a:bodyPr/>
        <a:lstStyle/>
        <a:p>
          <a:endParaRPr lang="zh-CN" altLang="en-US"/>
        </a:p>
      </dgm:t>
    </dgm:pt>
    <dgm:pt modelId="{11A22BB2-F6D4-4A46-B358-3334C6F9B8CD}" type="sibTrans" cxnId="{F869C999-1579-4C89-8250-D991856CC2AB}">
      <dgm:prSet/>
      <dgm:spPr/>
      <dgm:t>
        <a:bodyPr/>
        <a:lstStyle/>
        <a:p>
          <a:endParaRPr lang="zh-CN" altLang="en-US"/>
        </a:p>
      </dgm:t>
    </dgm:pt>
    <dgm:pt modelId="{E55AA77E-5077-412A-9CBB-358F3267197F}">
      <dgm:prSet/>
      <dgm:spPr/>
      <dgm:t>
        <a:bodyPr/>
        <a:lstStyle/>
        <a:p>
          <a:pPr rtl="0"/>
          <a:r>
            <a:rPr lang="zh-CN" dirty="0" smtClean="0"/>
            <a:t>计划进行再融资，注册资金达到</a:t>
          </a:r>
          <a:r>
            <a:rPr lang="en-US" dirty="0" smtClean="0"/>
            <a:t>1</a:t>
          </a:r>
          <a:r>
            <a:rPr lang="zh-CN" dirty="0" smtClean="0"/>
            <a:t>亿元。</a:t>
          </a:r>
          <a:endParaRPr lang="zh-CN" dirty="0"/>
        </a:p>
      </dgm:t>
    </dgm:pt>
    <dgm:pt modelId="{86835262-4755-46A3-8462-07D8CD657238}" type="parTrans" cxnId="{297E4A42-AC21-4D3D-9040-38E1D67C887D}">
      <dgm:prSet/>
      <dgm:spPr/>
      <dgm:t>
        <a:bodyPr/>
        <a:lstStyle/>
        <a:p>
          <a:endParaRPr lang="zh-CN" altLang="en-US"/>
        </a:p>
      </dgm:t>
    </dgm:pt>
    <dgm:pt modelId="{B86E2D00-6070-4785-B3D7-BA22B7E32D17}" type="sibTrans" cxnId="{297E4A42-AC21-4D3D-9040-38E1D67C887D}">
      <dgm:prSet/>
      <dgm:spPr/>
      <dgm:t>
        <a:bodyPr/>
        <a:lstStyle/>
        <a:p>
          <a:endParaRPr lang="zh-CN" altLang="en-US"/>
        </a:p>
      </dgm:t>
    </dgm:pt>
    <dgm:pt modelId="{87A36A54-BDE0-48F3-82DB-BC38082BA537}" type="pres">
      <dgm:prSet presAssocID="{691155EF-631B-427D-AC30-0CE586BE2AC3}" presName="Name0" presStyleCnt="0">
        <dgm:presLayoutVars>
          <dgm:chMax val="7"/>
          <dgm:chPref val="7"/>
          <dgm:dir/>
          <dgm:animLvl val="lvl"/>
        </dgm:presLayoutVars>
      </dgm:prSet>
      <dgm:spPr/>
      <dgm:t>
        <a:bodyPr/>
        <a:lstStyle/>
        <a:p>
          <a:endParaRPr lang="zh-CN" altLang="en-US"/>
        </a:p>
      </dgm:t>
    </dgm:pt>
    <dgm:pt modelId="{4A088CB0-CC1F-4CD6-934A-3F5284A5264A}" type="pres">
      <dgm:prSet presAssocID="{EBC5E42B-E19D-40C9-9F28-5985B68460D7}" presName="Accent1" presStyleCnt="0"/>
      <dgm:spPr/>
    </dgm:pt>
    <dgm:pt modelId="{8DC20CC5-82FA-4EFC-8298-94412346F6CE}" type="pres">
      <dgm:prSet presAssocID="{EBC5E42B-E19D-40C9-9F28-5985B68460D7}" presName="Accent" presStyleLbl="node1" presStyleIdx="0" presStyleCnt="3"/>
      <dgm:spPr/>
    </dgm:pt>
    <dgm:pt modelId="{34E5A35A-45BD-49E1-BD82-9593677B1BAC}" type="pres">
      <dgm:prSet presAssocID="{EBC5E42B-E19D-40C9-9F28-5985B68460D7}" presName="Child1" presStyleLbl="revTx" presStyleIdx="0" presStyleCnt="6">
        <dgm:presLayoutVars>
          <dgm:chMax val="0"/>
          <dgm:chPref val="0"/>
          <dgm:bulletEnabled val="1"/>
        </dgm:presLayoutVars>
      </dgm:prSet>
      <dgm:spPr/>
      <dgm:t>
        <a:bodyPr/>
        <a:lstStyle/>
        <a:p>
          <a:endParaRPr lang="zh-CN" altLang="en-US"/>
        </a:p>
      </dgm:t>
    </dgm:pt>
    <dgm:pt modelId="{56659B63-CC7E-44C6-A46C-8477F591E654}" type="pres">
      <dgm:prSet presAssocID="{EBC5E42B-E19D-40C9-9F28-5985B68460D7}" presName="Parent1" presStyleLbl="revTx" presStyleIdx="1" presStyleCnt="6">
        <dgm:presLayoutVars>
          <dgm:chMax val="1"/>
          <dgm:chPref val="1"/>
          <dgm:bulletEnabled val="1"/>
        </dgm:presLayoutVars>
      </dgm:prSet>
      <dgm:spPr/>
      <dgm:t>
        <a:bodyPr/>
        <a:lstStyle/>
        <a:p>
          <a:endParaRPr lang="zh-CN" altLang="en-US"/>
        </a:p>
      </dgm:t>
    </dgm:pt>
    <dgm:pt modelId="{32D7723B-B994-4041-B0F8-902D54BBCF8F}" type="pres">
      <dgm:prSet presAssocID="{3DA7179D-762A-4C9B-B35E-FCABF91A4B4C}" presName="Accent2" presStyleCnt="0"/>
      <dgm:spPr/>
    </dgm:pt>
    <dgm:pt modelId="{DD835315-0E38-430B-8F9B-58B5E3F97769}" type="pres">
      <dgm:prSet presAssocID="{3DA7179D-762A-4C9B-B35E-FCABF91A4B4C}" presName="Accent" presStyleLbl="node1" presStyleIdx="1" presStyleCnt="3"/>
      <dgm:spPr/>
    </dgm:pt>
    <dgm:pt modelId="{9FC3ABCB-8750-4BF5-9774-A66E3142CA39}" type="pres">
      <dgm:prSet presAssocID="{3DA7179D-762A-4C9B-B35E-FCABF91A4B4C}" presName="Child2" presStyleLbl="revTx" presStyleIdx="2" presStyleCnt="6">
        <dgm:presLayoutVars>
          <dgm:chMax val="0"/>
          <dgm:chPref val="0"/>
          <dgm:bulletEnabled val="1"/>
        </dgm:presLayoutVars>
      </dgm:prSet>
      <dgm:spPr/>
      <dgm:t>
        <a:bodyPr/>
        <a:lstStyle/>
        <a:p>
          <a:endParaRPr lang="zh-CN" altLang="en-US"/>
        </a:p>
      </dgm:t>
    </dgm:pt>
    <dgm:pt modelId="{8F108625-F6AF-4EAE-BA8E-5C939C2E433D}" type="pres">
      <dgm:prSet presAssocID="{3DA7179D-762A-4C9B-B35E-FCABF91A4B4C}" presName="Parent2" presStyleLbl="revTx" presStyleIdx="3" presStyleCnt="6">
        <dgm:presLayoutVars>
          <dgm:chMax val="1"/>
          <dgm:chPref val="1"/>
          <dgm:bulletEnabled val="1"/>
        </dgm:presLayoutVars>
      </dgm:prSet>
      <dgm:spPr/>
      <dgm:t>
        <a:bodyPr/>
        <a:lstStyle/>
        <a:p>
          <a:endParaRPr lang="zh-CN" altLang="en-US"/>
        </a:p>
      </dgm:t>
    </dgm:pt>
    <dgm:pt modelId="{F48D584F-4C74-4723-81A0-4EF89F1AB779}" type="pres">
      <dgm:prSet presAssocID="{5A237C1A-2343-4B9A-97F7-892EBED0765B}" presName="Accent3" presStyleCnt="0"/>
      <dgm:spPr/>
    </dgm:pt>
    <dgm:pt modelId="{FA13CC00-B42D-4EDE-ABBC-6B3EFAA8E980}" type="pres">
      <dgm:prSet presAssocID="{5A237C1A-2343-4B9A-97F7-892EBED0765B}" presName="Accent" presStyleLbl="node1" presStyleIdx="2" presStyleCnt="3"/>
      <dgm:spPr/>
    </dgm:pt>
    <dgm:pt modelId="{5EE23CD3-3A72-4044-A02B-9E5F2E4D2B80}" type="pres">
      <dgm:prSet presAssocID="{5A237C1A-2343-4B9A-97F7-892EBED0765B}" presName="Child3" presStyleLbl="revTx" presStyleIdx="4" presStyleCnt="6">
        <dgm:presLayoutVars>
          <dgm:chMax val="0"/>
          <dgm:chPref val="0"/>
          <dgm:bulletEnabled val="1"/>
        </dgm:presLayoutVars>
      </dgm:prSet>
      <dgm:spPr/>
      <dgm:t>
        <a:bodyPr/>
        <a:lstStyle/>
        <a:p>
          <a:endParaRPr lang="zh-CN" altLang="en-US"/>
        </a:p>
      </dgm:t>
    </dgm:pt>
    <dgm:pt modelId="{C3A7C1EC-D08F-49F7-BAF7-3430DFDC1883}" type="pres">
      <dgm:prSet presAssocID="{5A237C1A-2343-4B9A-97F7-892EBED0765B}" presName="Parent3" presStyleLbl="revTx" presStyleIdx="5" presStyleCnt="6">
        <dgm:presLayoutVars>
          <dgm:chMax val="1"/>
          <dgm:chPref val="1"/>
          <dgm:bulletEnabled val="1"/>
        </dgm:presLayoutVars>
      </dgm:prSet>
      <dgm:spPr/>
      <dgm:t>
        <a:bodyPr/>
        <a:lstStyle/>
        <a:p>
          <a:endParaRPr lang="zh-CN" altLang="en-US"/>
        </a:p>
      </dgm:t>
    </dgm:pt>
  </dgm:ptLst>
  <dgm:cxnLst>
    <dgm:cxn modelId="{7CBDD441-6CA5-498B-A0D2-2FB506583E67}" type="presOf" srcId="{5A237C1A-2343-4B9A-97F7-892EBED0765B}" destId="{C3A7C1EC-D08F-49F7-BAF7-3430DFDC1883}" srcOrd="0" destOrd="0" presId="urn:microsoft.com/office/officeart/2009/layout/CircleArrowProcess"/>
    <dgm:cxn modelId="{297E4A42-AC21-4D3D-9040-38E1D67C887D}" srcId="{5A237C1A-2343-4B9A-97F7-892EBED0765B}" destId="{E55AA77E-5077-412A-9CBB-358F3267197F}" srcOrd="0" destOrd="0" parTransId="{86835262-4755-46A3-8462-07D8CD657238}" sibTransId="{B86E2D00-6070-4785-B3D7-BA22B7E32D17}"/>
    <dgm:cxn modelId="{148889C9-2FCE-4FCA-B87A-298D25405C1D}" type="presOf" srcId="{E55AA77E-5077-412A-9CBB-358F3267197F}" destId="{5EE23CD3-3A72-4044-A02B-9E5F2E4D2B80}" srcOrd="0" destOrd="0" presId="urn:microsoft.com/office/officeart/2009/layout/CircleArrowProcess"/>
    <dgm:cxn modelId="{2ADF2531-FA8B-43F7-B5C9-1F1045CB84EC}" srcId="{691155EF-631B-427D-AC30-0CE586BE2AC3}" destId="{3DA7179D-762A-4C9B-B35E-FCABF91A4B4C}" srcOrd="1" destOrd="0" parTransId="{C346C3CF-1BA1-4E2A-8ABD-EF4AA2CDA920}" sibTransId="{2342BB7A-3979-443D-8328-4F3C1B8848A2}"/>
    <dgm:cxn modelId="{8188EC4A-82A3-4F85-BE7A-5755D8855AFF}" type="presOf" srcId="{691155EF-631B-427D-AC30-0CE586BE2AC3}" destId="{87A36A54-BDE0-48F3-82DB-BC38082BA537}" srcOrd="0" destOrd="0" presId="urn:microsoft.com/office/officeart/2009/layout/CircleArrowProcess"/>
    <dgm:cxn modelId="{7ADCA73D-4F64-4159-A3E6-634F90735429}" srcId="{691155EF-631B-427D-AC30-0CE586BE2AC3}" destId="{5A237C1A-2343-4B9A-97F7-892EBED0765B}" srcOrd="2" destOrd="0" parTransId="{D9100A62-07EE-462B-A4EF-B586D35927C1}" sibTransId="{6A7C8359-DB90-4E71-BEDC-357B41FE1E0A}"/>
    <dgm:cxn modelId="{27EB5525-C3E8-44DD-B23A-846183496C31}" type="presOf" srcId="{EBC5E42B-E19D-40C9-9F28-5985B68460D7}" destId="{56659B63-CC7E-44C6-A46C-8477F591E654}" srcOrd="0" destOrd="0" presId="urn:microsoft.com/office/officeart/2009/layout/CircleArrowProcess"/>
    <dgm:cxn modelId="{E160421B-88DC-4D5D-8756-DE21CA767191}" srcId="{EBC5E42B-E19D-40C9-9F28-5985B68460D7}" destId="{0EC76B82-D7E0-4B24-9B42-D044ECC240D8}" srcOrd="0" destOrd="0" parTransId="{426BE7EA-DE2F-4F43-A70A-E47D0BE257D4}" sibTransId="{F363CB93-DA13-4134-9009-8AE99C3C1440}"/>
    <dgm:cxn modelId="{B0B78A25-6FED-4091-AE3A-BBBB0C5DE0E7}" srcId="{691155EF-631B-427D-AC30-0CE586BE2AC3}" destId="{EBC5E42B-E19D-40C9-9F28-5985B68460D7}" srcOrd="0" destOrd="0" parTransId="{422EA7ED-9CED-467F-9205-95F85AC3423C}" sibTransId="{91A1AEF1-1297-4A11-B6E2-708BC318E6FB}"/>
    <dgm:cxn modelId="{5783A492-0498-4B2F-A402-C2585CB3FEA2}" type="presOf" srcId="{3DA7179D-762A-4C9B-B35E-FCABF91A4B4C}" destId="{8F108625-F6AF-4EAE-BA8E-5C939C2E433D}" srcOrd="0" destOrd="0" presId="urn:microsoft.com/office/officeart/2009/layout/CircleArrowProcess"/>
    <dgm:cxn modelId="{13B8BA27-74CD-490F-8D8A-5A3A6D9C957C}" type="presOf" srcId="{B46169D2-AE95-42E6-B691-F5AEFB53519F}" destId="{9FC3ABCB-8750-4BF5-9774-A66E3142CA39}" srcOrd="0" destOrd="0" presId="urn:microsoft.com/office/officeart/2009/layout/CircleArrowProcess"/>
    <dgm:cxn modelId="{F869C999-1579-4C89-8250-D991856CC2AB}" srcId="{3DA7179D-762A-4C9B-B35E-FCABF91A4B4C}" destId="{B46169D2-AE95-42E6-B691-F5AEFB53519F}" srcOrd="0" destOrd="0" parTransId="{6899BE57-C5E3-4940-9798-8CA39CF09294}" sibTransId="{11A22BB2-F6D4-4A46-B358-3334C6F9B8CD}"/>
    <dgm:cxn modelId="{54A872DF-220E-486C-A320-71CC14637F42}" type="presOf" srcId="{0EC76B82-D7E0-4B24-9B42-D044ECC240D8}" destId="{34E5A35A-45BD-49E1-BD82-9593677B1BAC}" srcOrd="0" destOrd="0" presId="urn:microsoft.com/office/officeart/2009/layout/CircleArrowProcess"/>
    <dgm:cxn modelId="{521B66F2-94F2-44A1-8B7E-BB7A0F4ED602}" type="presParOf" srcId="{87A36A54-BDE0-48F3-82DB-BC38082BA537}" destId="{4A088CB0-CC1F-4CD6-934A-3F5284A5264A}" srcOrd="0" destOrd="0" presId="urn:microsoft.com/office/officeart/2009/layout/CircleArrowProcess"/>
    <dgm:cxn modelId="{6FA6D973-765A-4791-ADE4-19006F442CD9}" type="presParOf" srcId="{4A088CB0-CC1F-4CD6-934A-3F5284A5264A}" destId="{8DC20CC5-82FA-4EFC-8298-94412346F6CE}" srcOrd="0" destOrd="0" presId="urn:microsoft.com/office/officeart/2009/layout/CircleArrowProcess"/>
    <dgm:cxn modelId="{D01E7FBC-4A6C-47DF-8962-D1BC2FF4D3FF}" type="presParOf" srcId="{87A36A54-BDE0-48F3-82DB-BC38082BA537}" destId="{34E5A35A-45BD-49E1-BD82-9593677B1BAC}" srcOrd="1" destOrd="0" presId="urn:microsoft.com/office/officeart/2009/layout/CircleArrowProcess"/>
    <dgm:cxn modelId="{1DA8850D-26EA-4B2B-8D59-356A86B45119}" type="presParOf" srcId="{87A36A54-BDE0-48F3-82DB-BC38082BA537}" destId="{56659B63-CC7E-44C6-A46C-8477F591E654}" srcOrd="2" destOrd="0" presId="urn:microsoft.com/office/officeart/2009/layout/CircleArrowProcess"/>
    <dgm:cxn modelId="{06F0ED83-C060-4877-AC94-85A1454BF8BF}" type="presParOf" srcId="{87A36A54-BDE0-48F3-82DB-BC38082BA537}" destId="{32D7723B-B994-4041-B0F8-902D54BBCF8F}" srcOrd="3" destOrd="0" presId="urn:microsoft.com/office/officeart/2009/layout/CircleArrowProcess"/>
    <dgm:cxn modelId="{AB22C747-B095-42FF-A616-6CA4B54CB9A8}" type="presParOf" srcId="{32D7723B-B994-4041-B0F8-902D54BBCF8F}" destId="{DD835315-0E38-430B-8F9B-58B5E3F97769}" srcOrd="0" destOrd="0" presId="urn:microsoft.com/office/officeart/2009/layout/CircleArrowProcess"/>
    <dgm:cxn modelId="{66764DFD-7DE9-41B5-B0A3-1C7171359C96}" type="presParOf" srcId="{87A36A54-BDE0-48F3-82DB-BC38082BA537}" destId="{9FC3ABCB-8750-4BF5-9774-A66E3142CA39}" srcOrd="4" destOrd="0" presId="urn:microsoft.com/office/officeart/2009/layout/CircleArrowProcess"/>
    <dgm:cxn modelId="{DF517C93-A140-4288-B32C-FA18BB929C4B}" type="presParOf" srcId="{87A36A54-BDE0-48F3-82DB-BC38082BA537}" destId="{8F108625-F6AF-4EAE-BA8E-5C939C2E433D}" srcOrd="5" destOrd="0" presId="urn:microsoft.com/office/officeart/2009/layout/CircleArrowProcess"/>
    <dgm:cxn modelId="{2BBE8686-4B77-41BB-B69D-45AC2B699805}" type="presParOf" srcId="{87A36A54-BDE0-48F3-82DB-BC38082BA537}" destId="{F48D584F-4C74-4723-81A0-4EF89F1AB779}" srcOrd="6" destOrd="0" presId="urn:microsoft.com/office/officeart/2009/layout/CircleArrowProcess"/>
    <dgm:cxn modelId="{4AB347A3-6C18-4BCE-B178-EBF741860708}" type="presParOf" srcId="{F48D584F-4C74-4723-81A0-4EF89F1AB779}" destId="{FA13CC00-B42D-4EDE-ABBC-6B3EFAA8E980}" srcOrd="0" destOrd="0" presId="urn:microsoft.com/office/officeart/2009/layout/CircleArrowProcess"/>
    <dgm:cxn modelId="{CE48D146-55F3-43D2-BD1E-2550172ECBC9}" type="presParOf" srcId="{87A36A54-BDE0-48F3-82DB-BC38082BA537}" destId="{5EE23CD3-3A72-4044-A02B-9E5F2E4D2B80}" srcOrd="7" destOrd="0" presId="urn:microsoft.com/office/officeart/2009/layout/CircleArrowProcess"/>
    <dgm:cxn modelId="{8BEF9AEB-DB04-4F77-8D01-36AD40CD877C}" type="presParOf" srcId="{87A36A54-BDE0-48F3-82DB-BC38082BA537}" destId="{C3A7C1EC-D08F-49F7-BAF7-3430DFDC1883}" srcOrd="8"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E74AAC-D746-4A9D-9F52-BEA27FD4A1B0}" type="doc">
      <dgm:prSet loTypeId="urn:microsoft.com/office/officeart/2005/8/layout/orgChart1" loCatId="hierarchy" qsTypeId="urn:microsoft.com/office/officeart/2005/8/quickstyle/3d1" qsCatId="3D" csTypeId="urn:microsoft.com/office/officeart/2005/8/colors/colorful2" csCatId="colorful" phldr="1"/>
      <dgm:spPr/>
      <dgm:t>
        <a:bodyPr/>
        <a:lstStyle/>
        <a:p>
          <a:endParaRPr lang="zh-CN" altLang="en-US"/>
        </a:p>
      </dgm:t>
    </dgm:pt>
    <dgm:pt modelId="{5CE8E443-4308-4460-B50B-1AC3B2580F61}">
      <dgm:prSet/>
      <dgm:spPr/>
      <dgm:t>
        <a:bodyPr/>
        <a:lstStyle/>
        <a:p>
          <a:pPr rtl="0"/>
          <a:r>
            <a:rPr lang="zh-CN" dirty="0" smtClean="0"/>
            <a:t>总经理</a:t>
          </a:r>
          <a:endParaRPr lang="zh-CN" dirty="0"/>
        </a:p>
      </dgm:t>
    </dgm:pt>
    <dgm:pt modelId="{A455A135-4D9D-4626-A1F5-63376689661D}" type="parTrans" cxnId="{E163DDB3-A530-45CF-A9D0-3910F1A2C70C}">
      <dgm:prSet/>
      <dgm:spPr/>
      <dgm:t>
        <a:bodyPr/>
        <a:lstStyle/>
        <a:p>
          <a:endParaRPr lang="zh-CN" altLang="en-US"/>
        </a:p>
      </dgm:t>
    </dgm:pt>
    <dgm:pt modelId="{CD4B8CFE-2A02-4911-BD3C-239586225601}" type="sibTrans" cxnId="{E163DDB3-A530-45CF-A9D0-3910F1A2C70C}">
      <dgm:prSet/>
      <dgm:spPr/>
      <dgm:t>
        <a:bodyPr/>
        <a:lstStyle/>
        <a:p>
          <a:endParaRPr lang="zh-CN" altLang="en-US"/>
        </a:p>
      </dgm:t>
    </dgm:pt>
    <dgm:pt modelId="{D0F28E47-65CA-4067-B1E7-BD6BE8EC5987}">
      <dgm:prSet/>
      <dgm:spPr/>
      <dgm:t>
        <a:bodyPr/>
        <a:lstStyle/>
        <a:p>
          <a:pPr rtl="0"/>
          <a:r>
            <a:rPr lang="zh-CN" dirty="0" smtClean="0"/>
            <a:t>综合管理部</a:t>
          </a:r>
          <a:endParaRPr lang="zh-CN" dirty="0"/>
        </a:p>
      </dgm:t>
    </dgm:pt>
    <dgm:pt modelId="{F37DE218-9C40-411F-981B-67D216E9D6FD}" type="parTrans" cxnId="{54C18EB6-0D3E-4ED4-85EA-0195FFF89C77}">
      <dgm:prSet/>
      <dgm:spPr/>
      <dgm:t>
        <a:bodyPr/>
        <a:lstStyle/>
        <a:p>
          <a:endParaRPr lang="zh-CN" altLang="en-US"/>
        </a:p>
      </dgm:t>
    </dgm:pt>
    <dgm:pt modelId="{A2345F18-5C50-46A0-ABE2-60D9116E28BE}" type="sibTrans" cxnId="{54C18EB6-0D3E-4ED4-85EA-0195FFF89C77}">
      <dgm:prSet/>
      <dgm:spPr/>
      <dgm:t>
        <a:bodyPr/>
        <a:lstStyle/>
        <a:p>
          <a:endParaRPr lang="zh-CN" altLang="en-US"/>
        </a:p>
      </dgm:t>
    </dgm:pt>
    <dgm:pt modelId="{B6827307-5690-47EE-A604-C8D9FA1D812A}">
      <dgm:prSet/>
      <dgm:spPr/>
      <dgm:t>
        <a:bodyPr/>
        <a:lstStyle/>
        <a:p>
          <a:pPr rtl="0"/>
          <a:r>
            <a:rPr lang="zh-CN" smtClean="0"/>
            <a:t>行政部</a:t>
          </a:r>
          <a:endParaRPr lang="zh-CN"/>
        </a:p>
      </dgm:t>
    </dgm:pt>
    <dgm:pt modelId="{DA819E44-310D-4C94-8AF7-29418DFB3682}" type="parTrans" cxnId="{6FD70FE9-E126-49DD-BA42-7925722C816D}">
      <dgm:prSet/>
      <dgm:spPr/>
      <dgm:t>
        <a:bodyPr/>
        <a:lstStyle/>
        <a:p>
          <a:endParaRPr lang="zh-CN" altLang="en-US"/>
        </a:p>
      </dgm:t>
    </dgm:pt>
    <dgm:pt modelId="{8877DD0B-EB88-488E-BD9A-994331E7FA9E}" type="sibTrans" cxnId="{6FD70FE9-E126-49DD-BA42-7925722C816D}">
      <dgm:prSet/>
      <dgm:spPr/>
      <dgm:t>
        <a:bodyPr/>
        <a:lstStyle/>
        <a:p>
          <a:endParaRPr lang="zh-CN" altLang="en-US"/>
        </a:p>
      </dgm:t>
    </dgm:pt>
    <dgm:pt modelId="{CDE265D6-B2C8-441B-8EBF-6C04A19DC0FB}">
      <dgm:prSet/>
      <dgm:spPr/>
      <dgm:t>
        <a:bodyPr/>
        <a:lstStyle/>
        <a:p>
          <a:pPr rtl="0"/>
          <a:r>
            <a:rPr lang="zh-CN" smtClean="0"/>
            <a:t>人事部</a:t>
          </a:r>
          <a:endParaRPr lang="zh-CN"/>
        </a:p>
      </dgm:t>
    </dgm:pt>
    <dgm:pt modelId="{082E0EE0-239C-4C63-9BFA-0986900B6CAC}" type="parTrans" cxnId="{394F338A-2466-4135-96A0-10694EC583B6}">
      <dgm:prSet/>
      <dgm:spPr/>
      <dgm:t>
        <a:bodyPr/>
        <a:lstStyle/>
        <a:p>
          <a:endParaRPr lang="zh-CN" altLang="en-US"/>
        </a:p>
      </dgm:t>
    </dgm:pt>
    <dgm:pt modelId="{7C33F43C-33B6-4A39-A314-3F266872D667}" type="sibTrans" cxnId="{394F338A-2466-4135-96A0-10694EC583B6}">
      <dgm:prSet/>
      <dgm:spPr/>
      <dgm:t>
        <a:bodyPr/>
        <a:lstStyle/>
        <a:p>
          <a:endParaRPr lang="zh-CN" altLang="en-US"/>
        </a:p>
      </dgm:t>
    </dgm:pt>
    <dgm:pt modelId="{D8ACA549-ED8A-490B-B67F-59619706106C}">
      <dgm:prSet/>
      <dgm:spPr/>
      <dgm:t>
        <a:bodyPr/>
        <a:lstStyle/>
        <a:p>
          <a:pPr rtl="0"/>
          <a:r>
            <a:rPr lang="zh-CN" smtClean="0"/>
            <a:t>外联部</a:t>
          </a:r>
          <a:endParaRPr lang="zh-CN"/>
        </a:p>
      </dgm:t>
    </dgm:pt>
    <dgm:pt modelId="{4BCBDE92-50CB-42C2-B7E5-9D064FF36D7C}" type="parTrans" cxnId="{118C4530-03A8-4DE5-A240-EF24C52E247B}">
      <dgm:prSet/>
      <dgm:spPr/>
      <dgm:t>
        <a:bodyPr/>
        <a:lstStyle/>
        <a:p>
          <a:endParaRPr lang="zh-CN" altLang="en-US"/>
        </a:p>
      </dgm:t>
    </dgm:pt>
    <dgm:pt modelId="{D433C420-2AA4-4625-88AE-A252A267C7F7}" type="sibTrans" cxnId="{118C4530-03A8-4DE5-A240-EF24C52E247B}">
      <dgm:prSet/>
      <dgm:spPr/>
      <dgm:t>
        <a:bodyPr/>
        <a:lstStyle/>
        <a:p>
          <a:endParaRPr lang="zh-CN" altLang="en-US"/>
        </a:p>
      </dgm:t>
    </dgm:pt>
    <dgm:pt modelId="{7CD966E1-0F04-4EB6-A552-8AABADA4E4B7}">
      <dgm:prSet/>
      <dgm:spPr/>
      <dgm:t>
        <a:bodyPr/>
        <a:lstStyle/>
        <a:p>
          <a:pPr rtl="0"/>
          <a:r>
            <a:rPr lang="zh-CN" smtClean="0"/>
            <a:t>财务部</a:t>
          </a:r>
          <a:endParaRPr lang="zh-CN"/>
        </a:p>
      </dgm:t>
    </dgm:pt>
    <dgm:pt modelId="{4F354DED-D245-4226-BB64-D34D8823E5A6}" type="parTrans" cxnId="{0901AE35-37C7-4E38-B4B5-1C22BDBCAE30}">
      <dgm:prSet/>
      <dgm:spPr/>
      <dgm:t>
        <a:bodyPr/>
        <a:lstStyle/>
        <a:p>
          <a:endParaRPr lang="zh-CN" altLang="en-US"/>
        </a:p>
      </dgm:t>
    </dgm:pt>
    <dgm:pt modelId="{263CD511-DBA3-463C-B5D9-28D12C0EEED7}" type="sibTrans" cxnId="{0901AE35-37C7-4E38-B4B5-1C22BDBCAE30}">
      <dgm:prSet/>
      <dgm:spPr/>
      <dgm:t>
        <a:bodyPr/>
        <a:lstStyle/>
        <a:p>
          <a:endParaRPr lang="zh-CN" altLang="en-US"/>
        </a:p>
      </dgm:t>
    </dgm:pt>
    <dgm:pt modelId="{470DF88E-9B4D-4A1A-B2C9-C167673E50C9}">
      <dgm:prSet/>
      <dgm:spPr/>
      <dgm:t>
        <a:bodyPr/>
        <a:lstStyle/>
        <a:p>
          <a:pPr rtl="0"/>
          <a:r>
            <a:rPr lang="zh-CN" smtClean="0"/>
            <a:t>市场营销部</a:t>
          </a:r>
          <a:endParaRPr lang="zh-CN"/>
        </a:p>
      </dgm:t>
    </dgm:pt>
    <dgm:pt modelId="{528DB7FF-7F60-4D1B-9D2D-DD1C37AADE09}" type="parTrans" cxnId="{C3A52691-6E2F-4844-8C1C-99EC78184B13}">
      <dgm:prSet/>
      <dgm:spPr/>
      <dgm:t>
        <a:bodyPr/>
        <a:lstStyle/>
        <a:p>
          <a:endParaRPr lang="zh-CN" altLang="en-US"/>
        </a:p>
      </dgm:t>
    </dgm:pt>
    <dgm:pt modelId="{39C46A1C-0E29-4A4A-918D-BBBBC8CF6E28}" type="sibTrans" cxnId="{C3A52691-6E2F-4844-8C1C-99EC78184B13}">
      <dgm:prSet/>
      <dgm:spPr/>
      <dgm:t>
        <a:bodyPr/>
        <a:lstStyle/>
        <a:p>
          <a:endParaRPr lang="zh-CN" altLang="en-US"/>
        </a:p>
      </dgm:t>
    </dgm:pt>
    <dgm:pt modelId="{59C397B0-9FC0-4F37-9F1C-DA4E03BFBADA}">
      <dgm:prSet/>
      <dgm:spPr/>
      <dgm:t>
        <a:bodyPr/>
        <a:lstStyle/>
        <a:p>
          <a:pPr rtl="0"/>
          <a:r>
            <a:rPr lang="zh-CN" smtClean="0"/>
            <a:t>工程项目部</a:t>
          </a:r>
          <a:endParaRPr lang="zh-CN"/>
        </a:p>
      </dgm:t>
    </dgm:pt>
    <dgm:pt modelId="{D3D3111D-52B7-47BA-86D0-102C32B36E80}" type="parTrans" cxnId="{127E733E-6FEF-4B24-A231-9C0803C23099}">
      <dgm:prSet/>
      <dgm:spPr/>
      <dgm:t>
        <a:bodyPr/>
        <a:lstStyle/>
        <a:p>
          <a:endParaRPr lang="zh-CN" altLang="en-US"/>
        </a:p>
      </dgm:t>
    </dgm:pt>
    <dgm:pt modelId="{9160B0F2-DCD4-4D44-B5D0-B5CE917723E9}" type="sibTrans" cxnId="{127E733E-6FEF-4B24-A231-9C0803C23099}">
      <dgm:prSet/>
      <dgm:spPr/>
      <dgm:t>
        <a:bodyPr/>
        <a:lstStyle/>
        <a:p>
          <a:endParaRPr lang="zh-CN" altLang="en-US"/>
        </a:p>
      </dgm:t>
    </dgm:pt>
    <dgm:pt modelId="{E0822936-7F90-4073-81D3-4337CFCB2842}" type="asst">
      <dgm:prSet/>
      <dgm:spPr/>
      <dgm:t>
        <a:bodyPr/>
        <a:lstStyle/>
        <a:p>
          <a:pPr rtl="0"/>
          <a:r>
            <a:rPr lang="zh-CN" dirty="0" smtClean="0"/>
            <a:t>经理助理</a:t>
          </a:r>
          <a:endParaRPr lang="zh-CN" altLang="en-US" dirty="0"/>
        </a:p>
      </dgm:t>
    </dgm:pt>
    <dgm:pt modelId="{91510E9B-6AA8-48C9-87FD-3539E954488A}" type="parTrans" cxnId="{C7F88197-1EA1-40CD-90F9-86E1B95131C7}">
      <dgm:prSet/>
      <dgm:spPr/>
      <dgm:t>
        <a:bodyPr/>
        <a:lstStyle/>
        <a:p>
          <a:endParaRPr lang="zh-CN" altLang="en-US"/>
        </a:p>
      </dgm:t>
    </dgm:pt>
    <dgm:pt modelId="{F67D8494-033D-4904-89B1-7A1BFDC0C3D7}" type="sibTrans" cxnId="{C7F88197-1EA1-40CD-90F9-86E1B95131C7}">
      <dgm:prSet/>
      <dgm:spPr/>
      <dgm:t>
        <a:bodyPr/>
        <a:lstStyle/>
        <a:p>
          <a:endParaRPr lang="zh-CN" altLang="en-US"/>
        </a:p>
      </dgm:t>
    </dgm:pt>
    <dgm:pt modelId="{6C1C16AF-ECEA-4B90-BF7A-6A1C77153D56}" type="pres">
      <dgm:prSet presAssocID="{27E74AAC-D746-4A9D-9F52-BEA27FD4A1B0}" presName="hierChild1" presStyleCnt="0">
        <dgm:presLayoutVars>
          <dgm:orgChart val="1"/>
          <dgm:chPref val="1"/>
          <dgm:dir/>
          <dgm:animOne val="branch"/>
          <dgm:animLvl val="lvl"/>
          <dgm:resizeHandles/>
        </dgm:presLayoutVars>
      </dgm:prSet>
      <dgm:spPr/>
      <dgm:t>
        <a:bodyPr/>
        <a:lstStyle/>
        <a:p>
          <a:endParaRPr lang="zh-CN" altLang="en-US"/>
        </a:p>
      </dgm:t>
    </dgm:pt>
    <dgm:pt modelId="{8C41C923-9F95-4E18-8ABF-43251E7F8CEC}" type="pres">
      <dgm:prSet presAssocID="{5CE8E443-4308-4460-B50B-1AC3B2580F61}" presName="hierRoot1" presStyleCnt="0">
        <dgm:presLayoutVars>
          <dgm:hierBranch val="init"/>
        </dgm:presLayoutVars>
      </dgm:prSet>
      <dgm:spPr/>
    </dgm:pt>
    <dgm:pt modelId="{9A35761F-E17B-48C5-8B10-47BFA77E2A3C}" type="pres">
      <dgm:prSet presAssocID="{5CE8E443-4308-4460-B50B-1AC3B2580F61}" presName="rootComposite1" presStyleCnt="0"/>
      <dgm:spPr/>
    </dgm:pt>
    <dgm:pt modelId="{477DD02D-1639-42E7-A93D-011BCAFC1EE1}" type="pres">
      <dgm:prSet presAssocID="{5CE8E443-4308-4460-B50B-1AC3B2580F61}" presName="rootText1" presStyleLbl="node0" presStyleIdx="0" presStyleCnt="1">
        <dgm:presLayoutVars>
          <dgm:chPref val="3"/>
        </dgm:presLayoutVars>
      </dgm:prSet>
      <dgm:spPr/>
      <dgm:t>
        <a:bodyPr/>
        <a:lstStyle/>
        <a:p>
          <a:endParaRPr lang="zh-CN" altLang="en-US"/>
        </a:p>
      </dgm:t>
    </dgm:pt>
    <dgm:pt modelId="{C481424F-C9EF-45FF-A29B-D00D513F344E}" type="pres">
      <dgm:prSet presAssocID="{5CE8E443-4308-4460-B50B-1AC3B2580F61}" presName="rootConnector1" presStyleLbl="node1" presStyleIdx="0" presStyleCnt="0"/>
      <dgm:spPr/>
      <dgm:t>
        <a:bodyPr/>
        <a:lstStyle/>
        <a:p>
          <a:endParaRPr lang="zh-CN" altLang="en-US"/>
        </a:p>
      </dgm:t>
    </dgm:pt>
    <dgm:pt modelId="{4C2A170F-BFA7-4F61-861A-E8F4419E0B71}" type="pres">
      <dgm:prSet presAssocID="{5CE8E443-4308-4460-B50B-1AC3B2580F61}" presName="hierChild2" presStyleCnt="0"/>
      <dgm:spPr/>
    </dgm:pt>
    <dgm:pt modelId="{E6C02AEE-BD49-468B-A30F-6F0D7B4AC148}" type="pres">
      <dgm:prSet presAssocID="{F37DE218-9C40-411F-981B-67D216E9D6FD}" presName="Name37" presStyleLbl="parChTrans1D2" presStyleIdx="0" presStyleCnt="5"/>
      <dgm:spPr/>
      <dgm:t>
        <a:bodyPr/>
        <a:lstStyle/>
        <a:p>
          <a:endParaRPr lang="zh-CN" altLang="en-US"/>
        </a:p>
      </dgm:t>
    </dgm:pt>
    <dgm:pt modelId="{CC425C5D-6248-405B-98A2-C7EDA34C241E}" type="pres">
      <dgm:prSet presAssocID="{D0F28E47-65CA-4067-B1E7-BD6BE8EC5987}" presName="hierRoot2" presStyleCnt="0">
        <dgm:presLayoutVars>
          <dgm:hierBranch val="init"/>
        </dgm:presLayoutVars>
      </dgm:prSet>
      <dgm:spPr/>
    </dgm:pt>
    <dgm:pt modelId="{21571568-1001-48F8-B4C3-55E56EA1703C}" type="pres">
      <dgm:prSet presAssocID="{D0F28E47-65CA-4067-B1E7-BD6BE8EC5987}" presName="rootComposite" presStyleCnt="0"/>
      <dgm:spPr/>
    </dgm:pt>
    <dgm:pt modelId="{0D4EA360-02BB-4FD3-93BA-326028DD7876}" type="pres">
      <dgm:prSet presAssocID="{D0F28E47-65CA-4067-B1E7-BD6BE8EC5987}" presName="rootText" presStyleLbl="node2" presStyleIdx="0" presStyleCnt="4">
        <dgm:presLayoutVars>
          <dgm:chPref val="3"/>
        </dgm:presLayoutVars>
      </dgm:prSet>
      <dgm:spPr/>
      <dgm:t>
        <a:bodyPr/>
        <a:lstStyle/>
        <a:p>
          <a:endParaRPr lang="zh-CN" altLang="en-US"/>
        </a:p>
      </dgm:t>
    </dgm:pt>
    <dgm:pt modelId="{E90CB7CA-1AD0-45CD-B192-A1B3B88540F5}" type="pres">
      <dgm:prSet presAssocID="{D0F28E47-65CA-4067-B1E7-BD6BE8EC5987}" presName="rootConnector" presStyleLbl="node2" presStyleIdx="0" presStyleCnt="4"/>
      <dgm:spPr/>
      <dgm:t>
        <a:bodyPr/>
        <a:lstStyle/>
        <a:p>
          <a:endParaRPr lang="zh-CN" altLang="en-US"/>
        </a:p>
      </dgm:t>
    </dgm:pt>
    <dgm:pt modelId="{93AF41FD-7A05-459F-9F90-4E230773726E}" type="pres">
      <dgm:prSet presAssocID="{D0F28E47-65CA-4067-B1E7-BD6BE8EC5987}" presName="hierChild4" presStyleCnt="0"/>
      <dgm:spPr/>
    </dgm:pt>
    <dgm:pt modelId="{8D3A666A-CC8E-41FB-8FD7-9F50EA1A8F42}" type="pres">
      <dgm:prSet presAssocID="{DA819E44-310D-4C94-8AF7-29418DFB3682}" presName="Name37" presStyleLbl="parChTrans1D3" presStyleIdx="0" presStyleCnt="3"/>
      <dgm:spPr/>
      <dgm:t>
        <a:bodyPr/>
        <a:lstStyle/>
        <a:p>
          <a:endParaRPr lang="zh-CN" altLang="en-US"/>
        </a:p>
      </dgm:t>
    </dgm:pt>
    <dgm:pt modelId="{62588B28-D4E9-44D3-9FC4-28FDA912F66C}" type="pres">
      <dgm:prSet presAssocID="{B6827307-5690-47EE-A604-C8D9FA1D812A}" presName="hierRoot2" presStyleCnt="0">
        <dgm:presLayoutVars>
          <dgm:hierBranch val="init"/>
        </dgm:presLayoutVars>
      </dgm:prSet>
      <dgm:spPr/>
    </dgm:pt>
    <dgm:pt modelId="{2BAD81BB-4C17-4586-ACA0-AA9E59422611}" type="pres">
      <dgm:prSet presAssocID="{B6827307-5690-47EE-A604-C8D9FA1D812A}" presName="rootComposite" presStyleCnt="0"/>
      <dgm:spPr/>
    </dgm:pt>
    <dgm:pt modelId="{3FE1FABD-B568-41CF-B5D8-9AFEFA252B99}" type="pres">
      <dgm:prSet presAssocID="{B6827307-5690-47EE-A604-C8D9FA1D812A}" presName="rootText" presStyleLbl="node3" presStyleIdx="0" presStyleCnt="3">
        <dgm:presLayoutVars>
          <dgm:chPref val="3"/>
        </dgm:presLayoutVars>
      </dgm:prSet>
      <dgm:spPr/>
      <dgm:t>
        <a:bodyPr/>
        <a:lstStyle/>
        <a:p>
          <a:endParaRPr lang="zh-CN" altLang="en-US"/>
        </a:p>
      </dgm:t>
    </dgm:pt>
    <dgm:pt modelId="{476F0041-DD3F-44AE-9257-F537CD316844}" type="pres">
      <dgm:prSet presAssocID="{B6827307-5690-47EE-A604-C8D9FA1D812A}" presName="rootConnector" presStyleLbl="node3" presStyleIdx="0" presStyleCnt="3"/>
      <dgm:spPr/>
      <dgm:t>
        <a:bodyPr/>
        <a:lstStyle/>
        <a:p>
          <a:endParaRPr lang="zh-CN" altLang="en-US"/>
        </a:p>
      </dgm:t>
    </dgm:pt>
    <dgm:pt modelId="{578ECF34-384C-4ECF-B9F8-2D0772B0BD2D}" type="pres">
      <dgm:prSet presAssocID="{B6827307-5690-47EE-A604-C8D9FA1D812A}" presName="hierChild4" presStyleCnt="0"/>
      <dgm:spPr/>
    </dgm:pt>
    <dgm:pt modelId="{69C3FDA5-E78F-4244-B74D-F9B2495ACB59}" type="pres">
      <dgm:prSet presAssocID="{B6827307-5690-47EE-A604-C8D9FA1D812A}" presName="hierChild5" presStyleCnt="0"/>
      <dgm:spPr/>
    </dgm:pt>
    <dgm:pt modelId="{6F45418D-AFD4-43FC-8D13-B17B352680BF}" type="pres">
      <dgm:prSet presAssocID="{082E0EE0-239C-4C63-9BFA-0986900B6CAC}" presName="Name37" presStyleLbl="parChTrans1D3" presStyleIdx="1" presStyleCnt="3"/>
      <dgm:spPr/>
      <dgm:t>
        <a:bodyPr/>
        <a:lstStyle/>
        <a:p>
          <a:endParaRPr lang="zh-CN" altLang="en-US"/>
        </a:p>
      </dgm:t>
    </dgm:pt>
    <dgm:pt modelId="{6DD6673A-F391-4B84-9E0E-DC591E2EEBF9}" type="pres">
      <dgm:prSet presAssocID="{CDE265D6-B2C8-441B-8EBF-6C04A19DC0FB}" presName="hierRoot2" presStyleCnt="0">
        <dgm:presLayoutVars>
          <dgm:hierBranch val="init"/>
        </dgm:presLayoutVars>
      </dgm:prSet>
      <dgm:spPr/>
    </dgm:pt>
    <dgm:pt modelId="{879C7093-E5F5-418E-B818-C27FAF6CE5AE}" type="pres">
      <dgm:prSet presAssocID="{CDE265D6-B2C8-441B-8EBF-6C04A19DC0FB}" presName="rootComposite" presStyleCnt="0"/>
      <dgm:spPr/>
    </dgm:pt>
    <dgm:pt modelId="{3FFA7F26-A369-41BF-892F-5B678BDD3D25}" type="pres">
      <dgm:prSet presAssocID="{CDE265D6-B2C8-441B-8EBF-6C04A19DC0FB}" presName="rootText" presStyleLbl="node3" presStyleIdx="1" presStyleCnt="3">
        <dgm:presLayoutVars>
          <dgm:chPref val="3"/>
        </dgm:presLayoutVars>
      </dgm:prSet>
      <dgm:spPr/>
      <dgm:t>
        <a:bodyPr/>
        <a:lstStyle/>
        <a:p>
          <a:endParaRPr lang="zh-CN" altLang="en-US"/>
        </a:p>
      </dgm:t>
    </dgm:pt>
    <dgm:pt modelId="{AAEC2BE2-66C5-4DA7-869F-B7AEEDA95055}" type="pres">
      <dgm:prSet presAssocID="{CDE265D6-B2C8-441B-8EBF-6C04A19DC0FB}" presName="rootConnector" presStyleLbl="node3" presStyleIdx="1" presStyleCnt="3"/>
      <dgm:spPr/>
      <dgm:t>
        <a:bodyPr/>
        <a:lstStyle/>
        <a:p>
          <a:endParaRPr lang="zh-CN" altLang="en-US"/>
        </a:p>
      </dgm:t>
    </dgm:pt>
    <dgm:pt modelId="{10B0DF86-B697-44E2-9F07-E0D6CD0A828A}" type="pres">
      <dgm:prSet presAssocID="{CDE265D6-B2C8-441B-8EBF-6C04A19DC0FB}" presName="hierChild4" presStyleCnt="0"/>
      <dgm:spPr/>
    </dgm:pt>
    <dgm:pt modelId="{4BC04472-173F-43BA-B262-F6DBF5A6E32C}" type="pres">
      <dgm:prSet presAssocID="{CDE265D6-B2C8-441B-8EBF-6C04A19DC0FB}" presName="hierChild5" presStyleCnt="0"/>
      <dgm:spPr/>
    </dgm:pt>
    <dgm:pt modelId="{90C7E16B-FEFF-49A3-9E06-1C0EE66883C2}" type="pres">
      <dgm:prSet presAssocID="{4BCBDE92-50CB-42C2-B7E5-9D064FF36D7C}" presName="Name37" presStyleLbl="parChTrans1D3" presStyleIdx="2" presStyleCnt="3"/>
      <dgm:spPr/>
      <dgm:t>
        <a:bodyPr/>
        <a:lstStyle/>
        <a:p>
          <a:endParaRPr lang="zh-CN" altLang="en-US"/>
        </a:p>
      </dgm:t>
    </dgm:pt>
    <dgm:pt modelId="{E4BCBEE1-1B0D-45B3-AAA5-13D5B0D3A374}" type="pres">
      <dgm:prSet presAssocID="{D8ACA549-ED8A-490B-B67F-59619706106C}" presName="hierRoot2" presStyleCnt="0">
        <dgm:presLayoutVars>
          <dgm:hierBranch val="init"/>
        </dgm:presLayoutVars>
      </dgm:prSet>
      <dgm:spPr/>
    </dgm:pt>
    <dgm:pt modelId="{A14CF4EA-421D-4BFB-9B79-226A874797DB}" type="pres">
      <dgm:prSet presAssocID="{D8ACA549-ED8A-490B-B67F-59619706106C}" presName="rootComposite" presStyleCnt="0"/>
      <dgm:spPr/>
    </dgm:pt>
    <dgm:pt modelId="{3CCEC79D-5AF8-4F56-AED1-1D150E41A059}" type="pres">
      <dgm:prSet presAssocID="{D8ACA549-ED8A-490B-B67F-59619706106C}" presName="rootText" presStyleLbl="node3" presStyleIdx="2" presStyleCnt="3">
        <dgm:presLayoutVars>
          <dgm:chPref val="3"/>
        </dgm:presLayoutVars>
      </dgm:prSet>
      <dgm:spPr/>
      <dgm:t>
        <a:bodyPr/>
        <a:lstStyle/>
        <a:p>
          <a:endParaRPr lang="zh-CN" altLang="en-US"/>
        </a:p>
      </dgm:t>
    </dgm:pt>
    <dgm:pt modelId="{044EADDB-E24D-433C-823E-9DD4B8988983}" type="pres">
      <dgm:prSet presAssocID="{D8ACA549-ED8A-490B-B67F-59619706106C}" presName="rootConnector" presStyleLbl="node3" presStyleIdx="2" presStyleCnt="3"/>
      <dgm:spPr/>
      <dgm:t>
        <a:bodyPr/>
        <a:lstStyle/>
        <a:p>
          <a:endParaRPr lang="zh-CN" altLang="en-US"/>
        </a:p>
      </dgm:t>
    </dgm:pt>
    <dgm:pt modelId="{690A503F-7A5B-449C-958F-E4EF4F1F679F}" type="pres">
      <dgm:prSet presAssocID="{D8ACA549-ED8A-490B-B67F-59619706106C}" presName="hierChild4" presStyleCnt="0"/>
      <dgm:spPr/>
    </dgm:pt>
    <dgm:pt modelId="{34B1E870-74EA-405C-A386-8125BD3FC369}" type="pres">
      <dgm:prSet presAssocID="{D8ACA549-ED8A-490B-B67F-59619706106C}" presName="hierChild5" presStyleCnt="0"/>
      <dgm:spPr/>
    </dgm:pt>
    <dgm:pt modelId="{D41B0848-CCD4-4241-841F-650BE5D7EADF}" type="pres">
      <dgm:prSet presAssocID="{D0F28E47-65CA-4067-B1E7-BD6BE8EC5987}" presName="hierChild5" presStyleCnt="0"/>
      <dgm:spPr/>
    </dgm:pt>
    <dgm:pt modelId="{7B4807B2-4040-4517-BAE9-8F72A4257663}" type="pres">
      <dgm:prSet presAssocID="{4F354DED-D245-4226-BB64-D34D8823E5A6}" presName="Name37" presStyleLbl="parChTrans1D2" presStyleIdx="1" presStyleCnt="5"/>
      <dgm:spPr/>
      <dgm:t>
        <a:bodyPr/>
        <a:lstStyle/>
        <a:p>
          <a:endParaRPr lang="zh-CN" altLang="en-US"/>
        </a:p>
      </dgm:t>
    </dgm:pt>
    <dgm:pt modelId="{6D29D0B8-2B63-4ABE-8A12-29545F00AD41}" type="pres">
      <dgm:prSet presAssocID="{7CD966E1-0F04-4EB6-A552-8AABADA4E4B7}" presName="hierRoot2" presStyleCnt="0">
        <dgm:presLayoutVars>
          <dgm:hierBranch val="init"/>
        </dgm:presLayoutVars>
      </dgm:prSet>
      <dgm:spPr/>
    </dgm:pt>
    <dgm:pt modelId="{C09F7F48-D4BE-4E6C-8D02-761839392367}" type="pres">
      <dgm:prSet presAssocID="{7CD966E1-0F04-4EB6-A552-8AABADA4E4B7}" presName="rootComposite" presStyleCnt="0"/>
      <dgm:spPr/>
    </dgm:pt>
    <dgm:pt modelId="{5D1DDF5A-6873-49F2-996A-94BF98DFE34C}" type="pres">
      <dgm:prSet presAssocID="{7CD966E1-0F04-4EB6-A552-8AABADA4E4B7}" presName="rootText" presStyleLbl="node2" presStyleIdx="1" presStyleCnt="4">
        <dgm:presLayoutVars>
          <dgm:chPref val="3"/>
        </dgm:presLayoutVars>
      </dgm:prSet>
      <dgm:spPr/>
      <dgm:t>
        <a:bodyPr/>
        <a:lstStyle/>
        <a:p>
          <a:endParaRPr lang="zh-CN" altLang="en-US"/>
        </a:p>
      </dgm:t>
    </dgm:pt>
    <dgm:pt modelId="{E0E921C1-4740-486C-855B-45A6C2B39D64}" type="pres">
      <dgm:prSet presAssocID="{7CD966E1-0F04-4EB6-A552-8AABADA4E4B7}" presName="rootConnector" presStyleLbl="node2" presStyleIdx="1" presStyleCnt="4"/>
      <dgm:spPr/>
      <dgm:t>
        <a:bodyPr/>
        <a:lstStyle/>
        <a:p>
          <a:endParaRPr lang="zh-CN" altLang="en-US"/>
        </a:p>
      </dgm:t>
    </dgm:pt>
    <dgm:pt modelId="{8E466019-8ABB-4996-A286-557B1C871523}" type="pres">
      <dgm:prSet presAssocID="{7CD966E1-0F04-4EB6-A552-8AABADA4E4B7}" presName="hierChild4" presStyleCnt="0"/>
      <dgm:spPr/>
    </dgm:pt>
    <dgm:pt modelId="{7CF12264-A6DF-4A2E-AEBD-EB15D84F5D35}" type="pres">
      <dgm:prSet presAssocID="{7CD966E1-0F04-4EB6-A552-8AABADA4E4B7}" presName="hierChild5" presStyleCnt="0"/>
      <dgm:spPr/>
    </dgm:pt>
    <dgm:pt modelId="{167C2CCC-5E3A-4B7C-96D7-6DC254D0B250}" type="pres">
      <dgm:prSet presAssocID="{528DB7FF-7F60-4D1B-9D2D-DD1C37AADE09}" presName="Name37" presStyleLbl="parChTrans1D2" presStyleIdx="2" presStyleCnt="5"/>
      <dgm:spPr/>
      <dgm:t>
        <a:bodyPr/>
        <a:lstStyle/>
        <a:p>
          <a:endParaRPr lang="zh-CN" altLang="en-US"/>
        </a:p>
      </dgm:t>
    </dgm:pt>
    <dgm:pt modelId="{1CB7AF41-B8A7-4459-A8F5-F4CA31E2C0A0}" type="pres">
      <dgm:prSet presAssocID="{470DF88E-9B4D-4A1A-B2C9-C167673E50C9}" presName="hierRoot2" presStyleCnt="0">
        <dgm:presLayoutVars>
          <dgm:hierBranch val="init"/>
        </dgm:presLayoutVars>
      </dgm:prSet>
      <dgm:spPr/>
    </dgm:pt>
    <dgm:pt modelId="{B3D330D3-5C29-441C-B7A7-BA1F27A71B75}" type="pres">
      <dgm:prSet presAssocID="{470DF88E-9B4D-4A1A-B2C9-C167673E50C9}" presName="rootComposite" presStyleCnt="0"/>
      <dgm:spPr/>
    </dgm:pt>
    <dgm:pt modelId="{115D3240-F4C2-4EA8-9F0B-FE520C76DEE8}" type="pres">
      <dgm:prSet presAssocID="{470DF88E-9B4D-4A1A-B2C9-C167673E50C9}" presName="rootText" presStyleLbl="node2" presStyleIdx="2" presStyleCnt="4">
        <dgm:presLayoutVars>
          <dgm:chPref val="3"/>
        </dgm:presLayoutVars>
      </dgm:prSet>
      <dgm:spPr/>
      <dgm:t>
        <a:bodyPr/>
        <a:lstStyle/>
        <a:p>
          <a:endParaRPr lang="zh-CN" altLang="en-US"/>
        </a:p>
      </dgm:t>
    </dgm:pt>
    <dgm:pt modelId="{D10759D9-DFD7-4E05-BABA-936D422296AE}" type="pres">
      <dgm:prSet presAssocID="{470DF88E-9B4D-4A1A-B2C9-C167673E50C9}" presName="rootConnector" presStyleLbl="node2" presStyleIdx="2" presStyleCnt="4"/>
      <dgm:spPr/>
      <dgm:t>
        <a:bodyPr/>
        <a:lstStyle/>
        <a:p>
          <a:endParaRPr lang="zh-CN" altLang="en-US"/>
        </a:p>
      </dgm:t>
    </dgm:pt>
    <dgm:pt modelId="{13AC2136-5940-49B1-84B0-D0B9E4FA1001}" type="pres">
      <dgm:prSet presAssocID="{470DF88E-9B4D-4A1A-B2C9-C167673E50C9}" presName="hierChild4" presStyleCnt="0"/>
      <dgm:spPr/>
    </dgm:pt>
    <dgm:pt modelId="{63E11DC3-DC72-41C1-A4A9-4C2746449F54}" type="pres">
      <dgm:prSet presAssocID="{470DF88E-9B4D-4A1A-B2C9-C167673E50C9}" presName="hierChild5" presStyleCnt="0"/>
      <dgm:spPr/>
    </dgm:pt>
    <dgm:pt modelId="{9935AADF-DC96-496A-AB5A-D609442B6861}" type="pres">
      <dgm:prSet presAssocID="{D3D3111D-52B7-47BA-86D0-102C32B36E80}" presName="Name37" presStyleLbl="parChTrans1D2" presStyleIdx="3" presStyleCnt="5"/>
      <dgm:spPr/>
      <dgm:t>
        <a:bodyPr/>
        <a:lstStyle/>
        <a:p>
          <a:endParaRPr lang="zh-CN" altLang="en-US"/>
        </a:p>
      </dgm:t>
    </dgm:pt>
    <dgm:pt modelId="{7EEDEAB0-B374-49AD-98E3-4738B5D871AC}" type="pres">
      <dgm:prSet presAssocID="{59C397B0-9FC0-4F37-9F1C-DA4E03BFBADA}" presName="hierRoot2" presStyleCnt="0">
        <dgm:presLayoutVars>
          <dgm:hierBranch val="init"/>
        </dgm:presLayoutVars>
      </dgm:prSet>
      <dgm:spPr/>
    </dgm:pt>
    <dgm:pt modelId="{B8254850-5E73-4ABF-9FE9-172643C01EC1}" type="pres">
      <dgm:prSet presAssocID="{59C397B0-9FC0-4F37-9F1C-DA4E03BFBADA}" presName="rootComposite" presStyleCnt="0"/>
      <dgm:spPr/>
    </dgm:pt>
    <dgm:pt modelId="{227CBDF2-231F-480C-B5A0-AEEE5BDE635E}" type="pres">
      <dgm:prSet presAssocID="{59C397B0-9FC0-4F37-9F1C-DA4E03BFBADA}" presName="rootText" presStyleLbl="node2" presStyleIdx="3" presStyleCnt="4">
        <dgm:presLayoutVars>
          <dgm:chPref val="3"/>
        </dgm:presLayoutVars>
      </dgm:prSet>
      <dgm:spPr/>
      <dgm:t>
        <a:bodyPr/>
        <a:lstStyle/>
        <a:p>
          <a:endParaRPr lang="zh-CN" altLang="en-US"/>
        </a:p>
      </dgm:t>
    </dgm:pt>
    <dgm:pt modelId="{82A01FC5-AAC7-4308-9D3D-645BD9A818D4}" type="pres">
      <dgm:prSet presAssocID="{59C397B0-9FC0-4F37-9F1C-DA4E03BFBADA}" presName="rootConnector" presStyleLbl="node2" presStyleIdx="3" presStyleCnt="4"/>
      <dgm:spPr/>
      <dgm:t>
        <a:bodyPr/>
        <a:lstStyle/>
        <a:p>
          <a:endParaRPr lang="zh-CN" altLang="en-US"/>
        </a:p>
      </dgm:t>
    </dgm:pt>
    <dgm:pt modelId="{347DE8BB-59AE-4B9A-A362-5985109476BB}" type="pres">
      <dgm:prSet presAssocID="{59C397B0-9FC0-4F37-9F1C-DA4E03BFBADA}" presName="hierChild4" presStyleCnt="0"/>
      <dgm:spPr/>
    </dgm:pt>
    <dgm:pt modelId="{968086CD-C5EA-4237-B32D-AF385BBD26EF}" type="pres">
      <dgm:prSet presAssocID="{59C397B0-9FC0-4F37-9F1C-DA4E03BFBADA}" presName="hierChild5" presStyleCnt="0"/>
      <dgm:spPr/>
    </dgm:pt>
    <dgm:pt modelId="{D56C0938-2E9A-403B-ABF5-10BAD08D4A70}" type="pres">
      <dgm:prSet presAssocID="{5CE8E443-4308-4460-B50B-1AC3B2580F61}" presName="hierChild3" presStyleCnt="0"/>
      <dgm:spPr/>
    </dgm:pt>
    <dgm:pt modelId="{7BDEC96F-A3B7-49FC-844E-8713DF8A40B5}" type="pres">
      <dgm:prSet presAssocID="{91510E9B-6AA8-48C9-87FD-3539E954488A}" presName="Name111" presStyleLbl="parChTrans1D2" presStyleIdx="4" presStyleCnt="5"/>
      <dgm:spPr/>
      <dgm:t>
        <a:bodyPr/>
        <a:lstStyle/>
        <a:p>
          <a:endParaRPr lang="zh-CN" altLang="en-US"/>
        </a:p>
      </dgm:t>
    </dgm:pt>
    <dgm:pt modelId="{B2079BD3-2860-46CB-9A9E-9CB300266BA4}" type="pres">
      <dgm:prSet presAssocID="{E0822936-7F90-4073-81D3-4337CFCB2842}" presName="hierRoot3" presStyleCnt="0">
        <dgm:presLayoutVars>
          <dgm:hierBranch val="init"/>
        </dgm:presLayoutVars>
      </dgm:prSet>
      <dgm:spPr/>
    </dgm:pt>
    <dgm:pt modelId="{38743A0C-8DA2-47CD-A7FC-318DFE249CA2}" type="pres">
      <dgm:prSet presAssocID="{E0822936-7F90-4073-81D3-4337CFCB2842}" presName="rootComposite3" presStyleCnt="0"/>
      <dgm:spPr/>
    </dgm:pt>
    <dgm:pt modelId="{2F17F81F-5FBC-46EF-B513-21AC78BB2018}" type="pres">
      <dgm:prSet presAssocID="{E0822936-7F90-4073-81D3-4337CFCB2842}" presName="rootText3" presStyleLbl="asst1" presStyleIdx="0" presStyleCnt="1">
        <dgm:presLayoutVars>
          <dgm:chPref val="3"/>
        </dgm:presLayoutVars>
      </dgm:prSet>
      <dgm:spPr/>
      <dgm:t>
        <a:bodyPr/>
        <a:lstStyle/>
        <a:p>
          <a:endParaRPr lang="zh-CN" altLang="en-US"/>
        </a:p>
      </dgm:t>
    </dgm:pt>
    <dgm:pt modelId="{505F2532-7F9F-472B-9400-5AAE76375979}" type="pres">
      <dgm:prSet presAssocID="{E0822936-7F90-4073-81D3-4337CFCB2842}" presName="rootConnector3" presStyleLbl="asst1" presStyleIdx="0" presStyleCnt="1"/>
      <dgm:spPr/>
      <dgm:t>
        <a:bodyPr/>
        <a:lstStyle/>
        <a:p>
          <a:endParaRPr lang="zh-CN" altLang="en-US"/>
        </a:p>
      </dgm:t>
    </dgm:pt>
    <dgm:pt modelId="{3373B466-98A7-40B3-9F8D-C5977D332353}" type="pres">
      <dgm:prSet presAssocID="{E0822936-7F90-4073-81D3-4337CFCB2842}" presName="hierChild6" presStyleCnt="0"/>
      <dgm:spPr/>
    </dgm:pt>
    <dgm:pt modelId="{A3E140EE-FF27-4CC1-AB0D-4449652AFF56}" type="pres">
      <dgm:prSet presAssocID="{E0822936-7F90-4073-81D3-4337CFCB2842}" presName="hierChild7" presStyleCnt="0"/>
      <dgm:spPr/>
    </dgm:pt>
  </dgm:ptLst>
  <dgm:cxnLst>
    <dgm:cxn modelId="{DE0E7CF3-95B9-4C92-890A-8AEDB022CF1C}" type="presOf" srcId="{59C397B0-9FC0-4F37-9F1C-DA4E03BFBADA}" destId="{82A01FC5-AAC7-4308-9D3D-645BD9A818D4}" srcOrd="1" destOrd="0" presId="urn:microsoft.com/office/officeart/2005/8/layout/orgChart1"/>
    <dgm:cxn modelId="{E163DDB3-A530-45CF-A9D0-3910F1A2C70C}" srcId="{27E74AAC-D746-4A9D-9F52-BEA27FD4A1B0}" destId="{5CE8E443-4308-4460-B50B-1AC3B2580F61}" srcOrd="0" destOrd="0" parTransId="{A455A135-4D9D-4626-A1F5-63376689661D}" sibTransId="{CD4B8CFE-2A02-4911-BD3C-239586225601}"/>
    <dgm:cxn modelId="{71517A26-AAC3-41AB-8361-475E3CDD278D}" type="presOf" srcId="{91510E9B-6AA8-48C9-87FD-3539E954488A}" destId="{7BDEC96F-A3B7-49FC-844E-8713DF8A40B5}" srcOrd="0" destOrd="0" presId="urn:microsoft.com/office/officeart/2005/8/layout/orgChart1"/>
    <dgm:cxn modelId="{52F830D9-F6DC-4284-B9A9-7AE6BD16EAF0}" type="presOf" srcId="{B6827307-5690-47EE-A604-C8D9FA1D812A}" destId="{476F0041-DD3F-44AE-9257-F537CD316844}" srcOrd="1" destOrd="0" presId="urn:microsoft.com/office/officeart/2005/8/layout/orgChart1"/>
    <dgm:cxn modelId="{394F338A-2466-4135-96A0-10694EC583B6}" srcId="{D0F28E47-65CA-4067-B1E7-BD6BE8EC5987}" destId="{CDE265D6-B2C8-441B-8EBF-6C04A19DC0FB}" srcOrd="1" destOrd="0" parTransId="{082E0EE0-239C-4C63-9BFA-0986900B6CAC}" sibTransId="{7C33F43C-33B6-4A39-A314-3F266872D667}"/>
    <dgm:cxn modelId="{C9A050FD-FE12-4B29-93CA-362DAACE9FC6}" type="presOf" srcId="{CDE265D6-B2C8-441B-8EBF-6C04A19DC0FB}" destId="{3FFA7F26-A369-41BF-892F-5B678BDD3D25}" srcOrd="0" destOrd="0" presId="urn:microsoft.com/office/officeart/2005/8/layout/orgChart1"/>
    <dgm:cxn modelId="{52F7C64C-58A3-456A-BB81-C86634087F20}" type="presOf" srcId="{4BCBDE92-50CB-42C2-B7E5-9D064FF36D7C}" destId="{90C7E16B-FEFF-49A3-9E06-1C0EE66883C2}" srcOrd="0" destOrd="0" presId="urn:microsoft.com/office/officeart/2005/8/layout/orgChart1"/>
    <dgm:cxn modelId="{6FD70FE9-E126-49DD-BA42-7925722C816D}" srcId="{D0F28E47-65CA-4067-B1E7-BD6BE8EC5987}" destId="{B6827307-5690-47EE-A604-C8D9FA1D812A}" srcOrd="0" destOrd="0" parTransId="{DA819E44-310D-4C94-8AF7-29418DFB3682}" sibTransId="{8877DD0B-EB88-488E-BD9A-994331E7FA9E}"/>
    <dgm:cxn modelId="{2279A0AC-2D87-48C4-BFB7-96CF68DE2B5B}" type="presOf" srcId="{470DF88E-9B4D-4A1A-B2C9-C167673E50C9}" destId="{D10759D9-DFD7-4E05-BABA-936D422296AE}" srcOrd="1" destOrd="0" presId="urn:microsoft.com/office/officeart/2005/8/layout/orgChart1"/>
    <dgm:cxn modelId="{127E733E-6FEF-4B24-A231-9C0803C23099}" srcId="{5CE8E443-4308-4460-B50B-1AC3B2580F61}" destId="{59C397B0-9FC0-4F37-9F1C-DA4E03BFBADA}" srcOrd="3" destOrd="0" parTransId="{D3D3111D-52B7-47BA-86D0-102C32B36E80}" sibTransId="{9160B0F2-DCD4-4D44-B5D0-B5CE917723E9}"/>
    <dgm:cxn modelId="{E61BC6D0-C25A-408C-84A4-58CD236AA749}" type="presOf" srcId="{CDE265D6-B2C8-441B-8EBF-6C04A19DC0FB}" destId="{AAEC2BE2-66C5-4DA7-869F-B7AEEDA95055}" srcOrd="1" destOrd="0" presId="urn:microsoft.com/office/officeart/2005/8/layout/orgChart1"/>
    <dgm:cxn modelId="{A2F0A73E-26BD-40A0-882C-FEF563B23452}" type="presOf" srcId="{4F354DED-D245-4226-BB64-D34D8823E5A6}" destId="{7B4807B2-4040-4517-BAE9-8F72A4257663}" srcOrd="0" destOrd="0" presId="urn:microsoft.com/office/officeart/2005/8/layout/orgChart1"/>
    <dgm:cxn modelId="{C7F88197-1EA1-40CD-90F9-86E1B95131C7}" srcId="{5CE8E443-4308-4460-B50B-1AC3B2580F61}" destId="{E0822936-7F90-4073-81D3-4337CFCB2842}" srcOrd="4" destOrd="0" parTransId="{91510E9B-6AA8-48C9-87FD-3539E954488A}" sibTransId="{F67D8494-033D-4904-89B1-7A1BFDC0C3D7}"/>
    <dgm:cxn modelId="{8AE8A439-7252-49E9-ABD1-D6A474839FA9}" type="presOf" srcId="{D8ACA549-ED8A-490B-B67F-59619706106C}" destId="{3CCEC79D-5AF8-4F56-AED1-1D150E41A059}" srcOrd="0" destOrd="0" presId="urn:microsoft.com/office/officeart/2005/8/layout/orgChart1"/>
    <dgm:cxn modelId="{EF90A4CC-1A70-42F9-8867-512931F5A669}" type="presOf" srcId="{E0822936-7F90-4073-81D3-4337CFCB2842}" destId="{2F17F81F-5FBC-46EF-B513-21AC78BB2018}" srcOrd="0" destOrd="0" presId="urn:microsoft.com/office/officeart/2005/8/layout/orgChart1"/>
    <dgm:cxn modelId="{118C4530-03A8-4DE5-A240-EF24C52E247B}" srcId="{D0F28E47-65CA-4067-B1E7-BD6BE8EC5987}" destId="{D8ACA549-ED8A-490B-B67F-59619706106C}" srcOrd="2" destOrd="0" parTransId="{4BCBDE92-50CB-42C2-B7E5-9D064FF36D7C}" sibTransId="{D433C420-2AA4-4625-88AE-A252A267C7F7}"/>
    <dgm:cxn modelId="{E932709F-3983-4F1F-B324-FC53988AA4B6}" type="presOf" srcId="{59C397B0-9FC0-4F37-9F1C-DA4E03BFBADA}" destId="{227CBDF2-231F-480C-B5A0-AEEE5BDE635E}" srcOrd="0" destOrd="0" presId="urn:microsoft.com/office/officeart/2005/8/layout/orgChart1"/>
    <dgm:cxn modelId="{C3A52691-6E2F-4844-8C1C-99EC78184B13}" srcId="{5CE8E443-4308-4460-B50B-1AC3B2580F61}" destId="{470DF88E-9B4D-4A1A-B2C9-C167673E50C9}" srcOrd="2" destOrd="0" parTransId="{528DB7FF-7F60-4D1B-9D2D-DD1C37AADE09}" sibTransId="{39C46A1C-0E29-4A4A-918D-BBBBC8CF6E28}"/>
    <dgm:cxn modelId="{5F5D1D02-C3B3-420E-905E-6B86C0C561EA}" type="presOf" srcId="{DA819E44-310D-4C94-8AF7-29418DFB3682}" destId="{8D3A666A-CC8E-41FB-8FD7-9F50EA1A8F42}" srcOrd="0" destOrd="0" presId="urn:microsoft.com/office/officeart/2005/8/layout/orgChart1"/>
    <dgm:cxn modelId="{6E23C57D-2EDA-4C8E-A3CC-7D2A91D05FF2}" type="presOf" srcId="{B6827307-5690-47EE-A604-C8D9FA1D812A}" destId="{3FE1FABD-B568-41CF-B5D8-9AFEFA252B99}" srcOrd="0" destOrd="0" presId="urn:microsoft.com/office/officeart/2005/8/layout/orgChart1"/>
    <dgm:cxn modelId="{0C17123E-9127-4E34-9320-127868476888}" type="presOf" srcId="{D8ACA549-ED8A-490B-B67F-59619706106C}" destId="{044EADDB-E24D-433C-823E-9DD4B8988983}" srcOrd="1" destOrd="0" presId="urn:microsoft.com/office/officeart/2005/8/layout/orgChart1"/>
    <dgm:cxn modelId="{FCC59B3B-E9AC-4BB2-AF8B-842BDD9648D6}" type="presOf" srcId="{D0F28E47-65CA-4067-B1E7-BD6BE8EC5987}" destId="{E90CB7CA-1AD0-45CD-B192-A1B3B88540F5}" srcOrd="1" destOrd="0" presId="urn:microsoft.com/office/officeart/2005/8/layout/orgChart1"/>
    <dgm:cxn modelId="{AD9D1146-06B5-4CA3-B7F5-EF214ACB04D6}" type="presOf" srcId="{5CE8E443-4308-4460-B50B-1AC3B2580F61}" destId="{C481424F-C9EF-45FF-A29B-D00D513F344E}" srcOrd="1" destOrd="0" presId="urn:microsoft.com/office/officeart/2005/8/layout/orgChart1"/>
    <dgm:cxn modelId="{FA8B4AFD-B46F-484A-85E6-5E7806AC2336}" type="presOf" srcId="{082E0EE0-239C-4C63-9BFA-0986900B6CAC}" destId="{6F45418D-AFD4-43FC-8D13-B17B352680BF}" srcOrd="0" destOrd="0" presId="urn:microsoft.com/office/officeart/2005/8/layout/orgChart1"/>
    <dgm:cxn modelId="{54C18EB6-0D3E-4ED4-85EA-0195FFF89C77}" srcId="{5CE8E443-4308-4460-B50B-1AC3B2580F61}" destId="{D0F28E47-65CA-4067-B1E7-BD6BE8EC5987}" srcOrd="0" destOrd="0" parTransId="{F37DE218-9C40-411F-981B-67D216E9D6FD}" sibTransId="{A2345F18-5C50-46A0-ABE2-60D9116E28BE}"/>
    <dgm:cxn modelId="{917F4025-AF0C-4753-ABE9-717B38B08781}" type="presOf" srcId="{F37DE218-9C40-411F-981B-67D216E9D6FD}" destId="{E6C02AEE-BD49-468B-A30F-6F0D7B4AC148}" srcOrd="0" destOrd="0" presId="urn:microsoft.com/office/officeart/2005/8/layout/orgChart1"/>
    <dgm:cxn modelId="{D6CCD35D-DC10-4CC6-B1FA-954E481E490E}" type="presOf" srcId="{D0F28E47-65CA-4067-B1E7-BD6BE8EC5987}" destId="{0D4EA360-02BB-4FD3-93BA-326028DD7876}" srcOrd="0" destOrd="0" presId="urn:microsoft.com/office/officeart/2005/8/layout/orgChart1"/>
    <dgm:cxn modelId="{29F326D3-69BF-44BE-89A6-BA9DA4C4EDB4}" type="presOf" srcId="{E0822936-7F90-4073-81D3-4337CFCB2842}" destId="{505F2532-7F9F-472B-9400-5AAE76375979}" srcOrd="1" destOrd="0" presId="urn:microsoft.com/office/officeart/2005/8/layout/orgChart1"/>
    <dgm:cxn modelId="{B99AF04E-7A83-4633-BB41-753C1BA9A0C5}" type="presOf" srcId="{5CE8E443-4308-4460-B50B-1AC3B2580F61}" destId="{477DD02D-1639-42E7-A93D-011BCAFC1EE1}" srcOrd="0" destOrd="0" presId="urn:microsoft.com/office/officeart/2005/8/layout/orgChart1"/>
    <dgm:cxn modelId="{8E12ECE1-2CE8-4683-80F4-E8C768F591CB}" type="presOf" srcId="{D3D3111D-52B7-47BA-86D0-102C32B36E80}" destId="{9935AADF-DC96-496A-AB5A-D609442B6861}" srcOrd="0" destOrd="0" presId="urn:microsoft.com/office/officeart/2005/8/layout/orgChart1"/>
    <dgm:cxn modelId="{6D290795-0366-4C83-B746-096B8D4AF9E2}" type="presOf" srcId="{470DF88E-9B4D-4A1A-B2C9-C167673E50C9}" destId="{115D3240-F4C2-4EA8-9F0B-FE520C76DEE8}" srcOrd="0" destOrd="0" presId="urn:microsoft.com/office/officeart/2005/8/layout/orgChart1"/>
    <dgm:cxn modelId="{0BB0BF61-A793-4D71-BCE7-F6A2B4B16001}" type="presOf" srcId="{528DB7FF-7F60-4D1B-9D2D-DD1C37AADE09}" destId="{167C2CCC-5E3A-4B7C-96D7-6DC254D0B250}" srcOrd="0" destOrd="0" presId="urn:microsoft.com/office/officeart/2005/8/layout/orgChart1"/>
    <dgm:cxn modelId="{B36454BE-F65F-44A0-B353-F9D56CC2AB0E}" type="presOf" srcId="{7CD966E1-0F04-4EB6-A552-8AABADA4E4B7}" destId="{5D1DDF5A-6873-49F2-996A-94BF98DFE34C}" srcOrd="0" destOrd="0" presId="urn:microsoft.com/office/officeart/2005/8/layout/orgChart1"/>
    <dgm:cxn modelId="{716F4B78-3BE0-4E46-A142-250335D65B25}" type="presOf" srcId="{7CD966E1-0F04-4EB6-A552-8AABADA4E4B7}" destId="{E0E921C1-4740-486C-855B-45A6C2B39D64}" srcOrd="1" destOrd="0" presId="urn:microsoft.com/office/officeart/2005/8/layout/orgChart1"/>
    <dgm:cxn modelId="{0901AE35-37C7-4E38-B4B5-1C22BDBCAE30}" srcId="{5CE8E443-4308-4460-B50B-1AC3B2580F61}" destId="{7CD966E1-0F04-4EB6-A552-8AABADA4E4B7}" srcOrd="1" destOrd="0" parTransId="{4F354DED-D245-4226-BB64-D34D8823E5A6}" sibTransId="{263CD511-DBA3-463C-B5D9-28D12C0EEED7}"/>
    <dgm:cxn modelId="{06A6875C-7FA6-4A4A-ABB6-4A9D379B12E1}" type="presOf" srcId="{27E74AAC-D746-4A9D-9F52-BEA27FD4A1B0}" destId="{6C1C16AF-ECEA-4B90-BF7A-6A1C77153D56}" srcOrd="0" destOrd="0" presId="urn:microsoft.com/office/officeart/2005/8/layout/orgChart1"/>
    <dgm:cxn modelId="{AAAD8F54-3551-45AC-8ABD-79150460F212}" type="presParOf" srcId="{6C1C16AF-ECEA-4B90-BF7A-6A1C77153D56}" destId="{8C41C923-9F95-4E18-8ABF-43251E7F8CEC}" srcOrd="0" destOrd="0" presId="urn:microsoft.com/office/officeart/2005/8/layout/orgChart1"/>
    <dgm:cxn modelId="{641386D2-3FB3-4292-A27D-F907FCB1CBAC}" type="presParOf" srcId="{8C41C923-9F95-4E18-8ABF-43251E7F8CEC}" destId="{9A35761F-E17B-48C5-8B10-47BFA77E2A3C}" srcOrd="0" destOrd="0" presId="urn:microsoft.com/office/officeart/2005/8/layout/orgChart1"/>
    <dgm:cxn modelId="{11539066-2171-480F-8527-9A033A4129CA}" type="presParOf" srcId="{9A35761F-E17B-48C5-8B10-47BFA77E2A3C}" destId="{477DD02D-1639-42E7-A93D-011BCAFC1EE1}" srcOrd="0" destOrd="0" presId="urn:microsoft.com/office/officeart/2005/8/layout/orgChart1"/>
    <dgm:cxn modelId="{9AF3AAB5-542F-49E8-BA74-5393A20BCE27}" type="presParOf" srcId="{9A35761F-E17B-48C5-8B10-47BFA77E2A3C}" destId="{C481424F-C9EF-45FF-A29B-D00D513F344E}" srcOrd="1" destOrd="0" presId="urn:microsoft.com/office/officeart/2005/8/layout/orgChart1"/>
    <dgm:cxn modelId="{F6FFDA6C-2525-4AE6-9997-3CB6EBD93F2C}" type="presParOf" srcId="{8C41C923-9F95-4E18-8ABF-43251E7F8CEC}" destId="{4C2A170F-BFA7-4F61-861A-E8F4419E0B71}" srcOrd="1" destOrd="0" presId="urn:microsoft.com/office/officeart/2005/8/layout/orgChart1"/>
    <dgm:cxn modelId="{C60CCB85-A2D6-49AE-ADA5-F509097A9D26}" type="presParOf" srcId="{4C2A170F-BFA7-4F61-861A-E8F4419E0B71}" destId="{E6C02AEE-BD49-468B-A30F-6F0D7B4AC148}" srcOrd="0" destOrd="0" presId="urn:microsoft.com/office/officeart/2005/8/layout/orgChart1"/>
    <dgm:cxn modelId="{49407DE6-7314-4822-AC7D-EF035771FE13}" type="presParOf" srcId="{4C2A170F-BFA7-4F61-861A-E8F4419E0B71}" destId="{CC425C5D-6248-405B-98A2-C7EDA34C241E}" srcOrd="1" destOrd="0" presId="urn:microsoft.com/office/officeart/2005/8/layout/orgChart1"/>
    <dgm:cxn modelId="{854D797F-1543-4906-B56C-7068FC8EDD85}" type="presParOf" srcId="{CC425C5D-6248-405B-98A2-C7EDA34C241E}" destId="{21571568-1001-48F8-B4C3-55E56EA1703C}" srcOrd="0" destOrd="0" presId="urn:microsoft.com/office/officeart/2005/8/layout/orgChart1"/>
    <dgm:cxn modelId="{88114270-A3B8-442C-A763-6BD40E113667}" type="presParOf" srcId="{21571568-1001-48F8-B4C3-55E56EA1703C}" destId="{0D4EA360-02BB-4FD3-93BA-326028DD7876}" srcOrd="0" destOrd="0" presId="urn:microsoft.com/office/officeart/2005/8/layout/orgChart1"/>
    <dgm:cxn modelId="{9AC213AB-0EC3-4E36-890E-140837810A2B}" type="presParOf" srcId="{21571568-1001-48F8-B4C3-55E56EA1703C}" destId="{E90CB7CA-1AD0-45CD-B192-A1B3B88540F5}" srcOrd="1" destOrd="0" presId="urn:microsoft.com/office/officeart/2005/8/layout/orgChart1"/>
    <dgm:cxn modelId="{B80B2600-3EB8-4C60-8ED2-DF174737099F}" type="presParOf" srcId="{CC425C5D-6248-405B-98A2-C7EDA34C241E}" destId="{93AF41FD-7A05-459F-9F90-4E230773726E}" srcOrd="1" destOrd="0" presId="urn:microsoft.com/office/officeart/2005/8/layout/orgChart1"/>
    <dgm:cxn modelId="{0FDECF88-F429-422F-BDB8-DB0FA1E5C6DF}" type="presParOf" srcId="{93AF41FD-7A05-459F-9F90-4E230773726E}" destId="{8D3A666A-CC8E-41FB-8FD7-9F50EA1A8F42}" srcOrd="0" destOrd="0" presId="urn:microsoft.com/office/officeart/2005/8/layout/orgChart1"/>
    <dgm:cxn modelId="{33691836-655D-48AD-B244-F81C42B73F8B}" type="presParOf" srcId="{93AF41FD-7A05-459F-9F90-4E230773726E}" destId="{62588B28-D4E9-44D3-9FC4-28FDA912F66C}" srcOrd="1" destOrd="0" presId="urn:microsoft.com/office/officeart/2005/8/layout/orgChart1"/>
    <dgm:cxn modelId="{718050A5-9B2D-4121-8F3D-A21FAB5A0D6C}" type="presParOf" srcId="{62588B28-D4E9-44D3-9FC4-28FDA912F66C}" destId="{2BAD81BB-4C17-4586-ACA0-AA9E59422611}" srcOrd="0" destOrd="0" presId="urn:microsoft.com/office/officeart/2005/8/layout/orgChart1"/>
    <dgm:cxn modelId="{7A646A85-06FF-4FE9-AD00-C2E38691CE31}" type="presParOf" srcId="{2BAD81BB-4C17-4586-ACA0-AA9E59422611}" destId="{3FE1FABD-B568-41CF-B5D8-9AFEFA252B99}" srcOrd="0" destOrd="0" presId="urn:microsoft.com/office/officeart/2005/8/layout/orgChart1"/>
    <dgm:cxn modelId="{EF8DCC21-6D26-4C28-8F3A-EC02F0E812F4}" type="presParOf" srcId="{2BAD81BB-4C17-4586-ACA0-AA9E59422611}" destId="{476F0041-DD3F-44AE-9257-F537CD316844}" srcOrd="1" destOrd="0" presId="urn:microsoft.com/office/officeart/2005/8/layout/orgChart1"/>
    <dgm:cxn modelId="{D9DC7D2E-10B1-4C6C-98C2-C59BA615406F}" type="presParOf" srcId="{62588B28-D4E9-44D3-9FC4-28FDA912F66C}" destId="{578ECF34-384C-4ECF-B9F8-2D0772B0BD2D}" srcOrd="1" destOrd="0" presId="urn:microsoft.com/office/officeart/2005/8/layout/orgChart1"/>
    <dgm:cxn modelId="{97FE8D6C-3FEA-4DE3-BA7D-F256CAE41B7C}" type="presParOf" srcId="{62588B28-D4E9-44D3-9FC4-28FDA912F66C}" destId="{69C3FDA5-E78F-4244-B74D-F9B2495ACB59}" srcOrd="2" destOrd="0" presId="urn:microsoft.com/office/officeart/2005/8/layout/orgChart1"/>
    <dgm:cxn modelId="{ACC543EE-4D03-4EB0-9946-8C1B657BD236}" type="presParOf" srcId="{93AF41FD-7A05-459F-9F90-4E230773726E}" destId="{6F45418D-AFD4-43FC-8D13-B17B352680BF}" srcOrd="2" destOrd="0" presId="urn:microsoft.com/office/officeart/2005/8/layout/orgChart1"/>
    <dgm:cxn modelId="{3DDCE4A8-66DA-4EFC-8E57-13C016DDDC35}" type="presParOf" srcId="{93AF41FD-7A05-459F-9F90-4E230773726E}" destId="{6DD6673A-F391-4B84-9E0E-DC591E2EEBF9}" srcOrd="3" destOrd="0" presId="urn:microsoft.com/office/officeart/2005/8/layout/orgChart1"/>
    <dgm:cxn modelId="{E82C8A8F-356B-40A3-86AE-D59E01ACD153}" type="presParOf" srcId="{6DD6673A-F391-4B84-9E0E-DC591E2EEBF9}" destId="{879C7093-E5F5-418E-B818-C27FAF6CE5AE}" srcOrd="0" destOrd="0" presId="urn:microsoft.com/office/officeart/2005/8/layout/orgChart1"/>
    <dgm:cxn modelId="{2D8D24F5-DDE2-493F-98F8-CA7D25CB1F37}" type="presParOf" srcId="{879C7093-E5F5-418E-B818-C27FAF6CE5AE}" destId="{3FFA7F26-A369-41BF-892F-5B678BDD3D25}" srcOrd="0" destOrd="0" presId="urn:microsoft.com/office/officeart/2005/8/layout/orgChart1"/>
    <dgm:cxn modelId="{EE1007DE-D233-4F30-84A4-143F5F391643}" type="presParOf" srcId="{879C7093-E5F5-418E-B818-C27FAF6CE5AE}" destId="{AAEC2BE2-66C5-4DA7-869F-B7AEEDA95055}" srcOrd="1" destOrd="0" presId="urn:microsoft.com/office/officeart/2005/8/layout/orgChart1"/>
    <dgm:cxn modelId="{91E69D9A-A2EA-464B-B0AB-58C01FC459AE}" type="presParOf" srcId="{6DD6673A-F391-4B84-9E0E-DC591E2EEBF9}" destId="{10B0DF86-B697-44E2-9F07-E0D6CD0A828A}" srcOrd="1" destOrd="0" presId="urn:microsoft.com/office/officeart/2005/8/layout/orgChart1"/>
    <dgm:cxn modelId="{C6C59810-244A-4136-9CED-7B92FDED0DB3}" type="presParOf" srcId="{6DD6673A-F391-4B84-9E0E-DC591E2EEBF9}" destId="{4BC04472-173F-43BA-B262-F6DBF5A6E32C}" srcOrd="2" destOrd="0" presId="urn:microsoft.com/office/officeart/2005/8/layout/orgChart1"/>
    <dgm:cxn modelId="{8FF5CED3-153E-463C-A2AC-F9503FBCD2C3}" type="presParOf" srcId="{93AF41FD-7A05-459F-9F90-4E230773726E}" destId="{90C7E16B-FEFF-49A3-9E06-1C0EE66883C2}" srcOrd="4" destOrd="0" presId="urn:microsoft.com/office/officeart/2005/8/layout/orgChart1"/>
    <dgm:cxn modelId="{DB8B0D94-278B-40EA-A9C2-B1F5654C6ABA}" type="presParOf" srcId="{93AF41FD-7A05-459F-9F90-4E230773726E}" destId="{E4BCBEE1-1B0D-45B3-AAA5-13D5B0D3A374}" srcOrd="5" destOrd="0" presId="urn:microsoft.com/office/officeart/2005/8/layout/orgChart1"/>
    <dgm:cxn modelId="{CE858A3C-0343-4221-AC11-7F49851D280A}" type="presParOf" srcId="{E4BCBEE1-1B0D-45B3-AAA5-13D5B0D3A374}" destId="{A14CF4EA-421D-4BFB-9B79-226A874797DB}" srcOrd="0" destOrd="0" presId="urn:microsoft.com/office/officeart/2005/8/layout/orgChart1"/>
    <dgm:cxn modelId="{B108DE2C-489C-4FC7-B9F5-C9BB9F1EEB36}" type="presParOf" srcId="{A14CF4EA-421D-4BFB-9B79-226A874797DB}" destId="{3CCEC79D-5AF8-4F56-AED1-1D150E41A059}" srcOrd="0" destOrd="0" presId="urn:microsoft.com/office/officeart/2005/8/layout/orgChart1"/>
    <dgm:cxn modelId="{9484AB7B-B099-45DC-BFD6-7A4DB255CAF6}" type="presParOf" srcId="{A14CF4EA-421D-4BFB-9B79-226A874797DB}" destId="{044EADDB-E24D-433C-823E-9DD4B8988983}" srcOrd="1" destOrd="0" presId="urn:microsoft.com/office/officeart/2005/8/layout/orgChart1"/>
    <dgm:cxn modelId="{7DF1C252-F59D-471E-B9B4-6138D174FF66}" type="presParOf" srcId="{E4BCBEE1-1B0D-45B3-AAA5-13D5B0D3A374}" destId="{690A503F-7A5B-449C-958F-E4EF4F1F679F}" srcOrd="1" destOrd="0" presId="urn:microsoft.com/office/officeart/2005/8/layout/orgChart1"/>
    <dgm:cxn modelId="{335F7686-7559-4FAE-8849-F77A1CAE6D49}" type="presParOf" srcId="{E4BCBEE1-1B0D-45B3-AAA5-13D5B0D3A374}" destId="{34B1E870-74EA-405C-A386-8125BD3FC369}" srcOrd="2" destOrd="0" presId="urn:microsoft.com/office/officeart/2005/8/layout/orgChart1"/>
    <dgm:cxn modelId="{F7FB8149-DE33-4ECC-B187-62119FA4BA03}" type="presParOf" srcId="{CC425C5D-6248-405B-98A2-C7EDA34C241E}" destId="{D41B0848-CCD4-4241-841F-650BE5D7EADF}" srcOrd="2" destOrd="0" presId="urn:microsoft.com/office/officeart/2005/8/layout/orgChart1"/>
    <dgm:cxn modelId="{265146D9-EA6B-4065-9EB3-879F04AB1445}" type="presParOf" srcId="{4C2A170F-BFA7-4F61-861A-E8F4419E0B71}" destId="{7B4807B2-4040-4517-BAE9-8F72A4257663}" srcOrd="2" destOrd="0" presId="urn:microsoft.com/office/officeart/2005/8/layout/orgChart1"/>
    <dgm:cxn modelId="{A1A1EF7B-124B-4C1F-813F-EC5AAF514873}" type="presParOf" srcId="{4C2A170F-BFA7-4F61-861A-E8F4419E0B71}" destId="{6D29D0B8-2B63-4ABE-8A12-29545F00AD41}" srcOrd="3" destOrd="0" presId="urn:microsoft.com/office/officeart/2005/8/layout/orgChart1"/>
    <dgm:cxn modelId="{CA87E056-6C90-44E7-8033-6421C1DA1C45}" type="presParOf" srcId="{6D29D0B8-2B63-4ABE-8A12-29545F00AD41}" destId="{C09F7F48-D4BE-4E6C-8D02-761839392367}" srcOrd="0" destOrd="0" presId="urn:microsoft.com/office/officeart/2005/8/layout/orgChart1"/>
    <dgm:cxn modelId="{BD228BC1-8B2F-4D4E-AC20-B165319F5445}" type="presParOf" srcId="{C09F7F48-D4BE-4E6C-8D02-761839392367}" destId="{5D1DDF5A-6873-49F2-996A-94BF98DFE34C}" srcOrd="0" destOrd="0" presId="urn:microsoft.com/office/officeart/2005/8/layout/orgChart1"/>
    <dgm:cxn modelId="{98A0F651-412E-4761-8D64-31715AACC790}" type="presParOf" srcId="{C09F7F48-D4BE-4E6C-8D02-761839392367}" destId="{E0E921C1-4740-486C-855B-45A6C2B39D64}" srcOrd="1" destOrd="0" presId="urn:microsoft.com/office/officeart/2005/8/layout/orgChart1"/>
    <dgm:cxn modelId="{336F616C-0EA9-470B-B5B1-F8E53FA97C0A}" type="presParOf" srcId="{6D29D0B8-2B63-4ABE-8A12-29545F00AD41}" destId="{8E466019-8ABB-4996-A286-557B1C871523}" srcOrd="1" destOrd="0" presId="urn:microsoft.com/office/officeart/2005/8/layout/orgChart1"/>
    <dgm:cxn modelId="{8AFBCA98-E9B6-416C-8E3A-8C55BE17FAB8}" type="presParOf" srcId="{6D29D0B8-2B63-4ABE-8A12-29545F00AD41}" destId="{7CF12264-A6DF-4A2E-AEBD-EB15D84F5D35}" srcOrd="2" destOrd="0" presId="urn:microsoft.com/office/officeart/2005/8/layout/orgChart1"/>
    <dgm:cxn modelId="{487889D5-D809-4F39-B26D-54410850B334}" type="presParOf" srcId="{4C2A170F-BFA7-4F61-861A-E8F4419E0B71}" destId="{167C2CCC-5E3A-4B7C-96D7-6DC254D0B250}" srcOrd="4" destOrd="0" presId="urn:microsoft.com/office/officeart/2005/8/layout/orgChart1"/>
    <dgm:cxn modelId="{3E3C9671-0638-45F0-A3E3-4C9B470D1EB3}" type="presParOf" srcId="{4C2A170F-BFA7-4F61-861A-E8F4419E0B71}" destId="{1CB7AF41-B8A7-4459-A8F5-F4CA31E2C0A0}" srcOrd="5" destOrd="0" presId="urn:microsoft.com/office/officeart/2005/8/layout/orgChart1"/>
    <dgm:cxn modelId="{931EAB49-61A2-42F3-A27E-8E9935872446}" type="presParOf" srcId="{1CB7AF41-B8A7-4459-A8F5-F4CA31E2C0A0}" destId="{B3D330D3-5C29-441C-B7A7-BA1F27A71B75}" srcOrd="0" destOrd="0" presId="urn:microsoft.com/office/officeart/2005/8/layout/orgChart1"/>
    <dgm:cxn modelId="{74CC5641-7134-45B0-9A4E-E17030353DD4}" type="presParOf" srcId="{B3D330D3-5C29-441C-B7A7-BA1F27A71B75}" destId="{115D3240-F4C2-4EA8-9F0B-FE520C76DEE8}" srcOrd="0" destOrd="0" presId="urn:microsoft.com/office/officeart/2005/8/layout/orgChart1"/>
    <dgm:cxn modelId="{07BD1D3D-A899-45D7-81CA-E63B09305DA0}" type="presParOf" srcId="{B3D330D3-5C29-441C-B7A7-BA1F27A71B75}" destId="{D10759D9-DFD7-4E05-BABA-936D422296AE}" srcOrd="1" destOrd="0" presId="urn:microsoft.com/office/officeart/2005/8/layout/orgChart1"/>
    <dgm:cxn modelId="{13FCC378-7F09-4694-9309-AB58A9B76801}" type="presParOf" srcId="{1CB7AF41-B8A7-4459-A8F5-F4CA31E2C0A0}" destId="{13AC2136-5940-49B1-84B0-D0B9E4FA1001}" srcOrd="1" destOrd="0" presId="urn:microsoft.com/office/officeart/2005/8/layout/orgChart1"/>
    <dgm:cxn modelId="{1A61B542-9EB6-49CC-9AF5-D023FF6F17BB}" type="presParOf" srcId="{1CB7AF41-B8A7-4459-A8F5-F4CA31E2C0A0}" destId="{63E11DC3-DC72-41C1-A4A9-4C2746449F54}" srcOrd="2" destOrd="0" presId="urn:microsoft.com/office/officeart/2005/8/layout/orgChart1"/>
    <dgm:cxn modelId="{7873695C-0378-48B3-9F3D-DD233765D1AE}" type="presParOf" srcId="{4C2A170F-BFA7-4F61-861A-E8F4419E0B71}" destId="{9935AADF-DC96-496A-AB5A-D609442B6861}" srcOrd="6" destOrd="0" presId="urn:microsoft.com/office/officeart/2005/8/layout/orgChart1"/>
    <dgm:cxn modelId="{3DF47E91-EFCA-493C-9099-E22D1DF79C50}" type="presParOf" srcId="{4C2A170F-BFA7-4F61-861A-E8F4419E0B71}" destId="{7EEDEAB0-B374-49AD-98E3-4738B5D871AC}" srcOrd="7" destOrd="0" presId="urn:microsoft.com/office/officeart/2005/8/layout/orgChart1"/>
    <dgm:cxn modelId="{7E63D877-91A4-4031-B452-06DA0C892D83}" type="presParOf" srcId="{7EEDEAB0-B374-49AD-98E3-4738B5D871AC}" destId="{B8254850-5E73-4ABF-9FE9-172643C01EC1}" srcOrd="0" destOrd="0" presId="urn:microsoft.com/office/officeart/2005/8/layout/orgChart1"/>
    <dgm:cxn modelId="{B25247C5-BABA-41C0-B9A2-40E81C18F828}" type="presParOf" srcId="{B8254850-5E73-4ABF-9FE9-172643C01EC1}" destId="{227CBDF2-231F-480C-B5A0-AEEE5BDE635E}" srcOrd="0" destOrd="0" presId="urn:microsoft.com/office/officeart/2005/8/layout/orgChart1"/>
    <dgm:cxn modelId="{06C13CB9-38F9-4013-8AA1-17C03F7ACA4D}" type="presParOf" srcId="{B8254850-5E73-4ABF-9FE9-172643C01EC1}" destId="{82A01FC5-AAC7-4308-9D3D-645BD9A818D4}" srcOrd="1" destOrd="0" presId="urn:microsoft.com/office/officeart/2005/8/layout/orgChart1"/>
    <dgm:cxn modelId="{114BAF40-FCA1-4928-B60E-9CC690E8EDF5}" type="presParOf" srcId="{7EEDEAB0-B374-49AD-98E3-4738B5D871AC}" destId="{347DE8BB-59AE-4B9A-A362-5985109476BB}" srcOrd="1" destOrd="0" presId="urn:microsoft.com/office/officeart/2005/8/layout/orgChart1"/>
    <dgm:cxn modelId="{6CC78ED0-4237-4CC5-8D37-48AB1EB2FEF8}" type="presParOf" srcId="{7EEDEAB0-B374-49AD-98E3-4738B5D871AC}" destId="{968086CD-C5EA-4237-B32D-AF385BBD26EF}" srcOrd="2" destOrd="0" presId="urn:microsoft.com/office/officeart/2005/8/layout/orgChart1"/>
    <dgm:cxn modelId="{6188C756-C40E-482A-80B6-A777D1E78794}" type="presParOf" srcId="{8C41C923-9F95-4E18-8ABF-43251E7F8CEC}" destId="{D56C0938-2E9A-403B-ABF5-10BAD08D4A70}" srcOrd="2" destOrd="0" presId="urn:microsoft.com/office/officeart/2005/8/layout/orgChart1"/>
    <dgm:cxn modelId="{515EC153-0D1F-458D-892C-DA66B76F58BC}" type="presParOf" srcId="{D56C0938-2E9A-403B-ABF5-10BAD08D4A70}" destId="{7BDEC96F-A3B7-49FC-844E-8713DF8A40B5}" srcOrd="0" destOrd="0" presId="urn:microsoft.com/office/officeart/2005/8/layout/orgChart1"/>
    <dgm:cxn modelId="{86D59792-38F6-4736-9CFF-E5329E1548BF}" type="presParOf" srcId="{D56C0938-2E9A-403B-ABF5-10BAD08D4A70}" destId="{B2079BD3-2860-46CB-9A9E-9CB300266BA4}" srcOrd="1" destOrd="0" presId="urn:microsoft.com/office/officeart/2005/8/layout/orgChart1"/>
    <dgm:cxn modelId="{DA89958A-AF8D-49A5-A5F1-EDDAAE5D729A}" type="presParOf" srcId="{B2079BD3-2860-46CB-9A9E-9CB300266BA4}" destId="{38743A0C-8DA2-47CD-A7FC-318DFE249CA2}" srcOrd="0" destOrd="0" presId="urn:microsoft.com/office/officeart/2005/8/layout/orgChart1"/>
    <dgm:cxn modelId="{14F45FE2-AEB3-4A1C-AF81-728D0A10A1C2}" type="presParOf" srcId="{38743A0C-8DA2-47CD-A7FC-318DFE249CA2}" destId="{2F17F81F-5FBC-46EF-B513-21AC78BB2018}" srcOrd="0" destOrd="0" presId="urn:microsoft.com/office/officeart/2005/8/layout/orgChart1"/>
    <dgm:cxn modelId="{017135DD-6645-438C-A946-D55CA8338750}" type="presParOf" srcId="{38743A0C-8DA2-47CD-A7FC-318DFE249CA2}" destId="{505F2532-7F9F-472B-9400-5AAE76375979}" srcOrd="1" destOrd="0" presId="urn:microsoft.com/office/officeart/2005/8/layout/orgChart1"/>
    <dgm:cxn modelId="{23E0717E-8889-4FE8-9BA3-3D56B374E966}" type="presParOf" srcId="{B2079BD3-2860-46CB-9A9E-9CB300266BA4}" destId="{3373B466-98A7-40B3-9F8D-C5977D332353}" srcOrd="1" destOrd="0" presId="urn:microsoft.com/office/officeart/2005/8/layout/orgChart1"/>
    <dgm:cxn modelId="{CC140EEF-D191-4059-BB16-64662B14A3D7}" type="presParOf" srcId="{B2079BD3-2860-46CB-9A9E-9CB300266BA4}" destId="{A3E140EE-FF27-4CC1-AB0D-4449652AFF5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C20CC5-82FA-4EFC-8298-94412346F6CE}">
      <dsp:nvSpPr>
        <dsp:cNvPr id="0" name=""/>
        <dsp:cNvSpPr/>
      </dsp:nvSpPr>
      <dsp:spPr>
        <a:xfrm>
          <a:off x="1446656" y="0"/>
          <a:ext cx="1442246" cy="1442465"/>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4E5A35A-45BD-49E1-BD82-9593677B1BAC}">
      <dsp:nvSpPr>
        <dsp:cNvPr id="0" name=""/>
        <dsp:cNvSpPr/>
      </dsp:nvSpPr>
      <dsp:spPr>
        <a:xfrm>
          <a:off x="2889174" y="429983"/>
          <a:ext cx="865347" cy="577106"/>
        </a:xfrm>
        <a:prstGeom prst="rect">
          <a:avLst/>
        </a:prstGeom>
        <a:noFill/>
        <a:ln w="6350" cap="flat" cmpd="sng" algn="in">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57150" lvl="1" indent="-57150" algn="l" defTabSz="355600" rtl="0">
            <a:lnSpc>
              <a:spcPct val="90000"/>
            </a:lnSpc>
            <a:spcBef>
              <a:spcPct val="0"/>
            </a:spcBef>
            <a:spcAft>
              <a:spcPct val="15000"/>
            </a:spcAft>
            <a:buChar char="••"/>
          </a:pPr>
          <a:r>
            <a:rPr lang="zh-CN" sz="800" kern="1200" dirty="0" smtClean="0"/>
            <a:t>公司创立，最初由</a:t>
          </a:r>
          <a:r>
            <a:rPr lang="en-US" sz="800" kern="1200" dirty="0" smtClean="0"/>
            <a:t>2</a:t>
          </a:r>
          <a:r>
            <a:rPr lang="zh-CN" sz="800" kern="1200" dirty="0" smtClean="0"/>
            <a:t>位自然人股东出资</a:t>
          </a:r>
          <a:r>
            <a:rPr lang="en-US" sz="800" kern="1200" dirty="0" smtClean="0"/>
            <a:t>30</a:t>
          </a:r>
          <a:r>
            <a:rPr lang="zh-CN" sz="800" kern="1200" dirty="0" smtClean="0"/>
            <a:t>万元注册成立。</a:t>
          </a:r>
          <a:endParaRPr lang="zh-CN" sz="800" kern="1200" dirty="0"/>
        </a:p>
      </dsp:txBody>
      <dsp:txXfrm>
        <a:off x="2889174" y="429983"/>
        <a:ext cx="865347" cy="577106"/>
      </dsp:txXfrm>
    </dsp:sp>
    <dsp:sp modelId="{56659B63-CC7E-44C6-A46C-8477F591E654}">
      <dsp:nvSpPr>
        <dsp:cNvPr id="0" name=""/>
        <dsp:cNvSpPr/>
      </dsp:nvSpPr>
      <dsp:spPr>
        <a:xfrm>
          <a:off x="1765440" y="520773"/>
          <a:ext cx="801428" cy="400618"/>
        </a:xfrm>
        <a:prstGeom prst="rect">
          <a:avLst/>
        </a:prstGeom>
        <a:noFill/>
        <a:ln w="6350" cap="flat" cmpd="sng" algn="in">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dirty="0" smtClean="0"/>
            <a:t>2010</a:t>
          </a:r>
          <a:r>
            <a:rPr lang="zh-CN" sz="1200" kern="1200" dirty="0" smtClean="0"/>
            <a:t>年</a:t>
          </a:r>
          <a:r>
            <a:rPr lang="en-US" sz="1200" kern="1200" dirty="0" smtClean="0"/>
            <a:t>10</a:t>
          </a:r>
          <a:r>
            <a:rPr lang="zh-CN" sz="1200" kern="1200" dirty="0" smtClean="0"/>
            <a:t>月</a:t>
          </a:r>
          <a:endParaRPr lang="zh-CN" sz="1200" kern="1200" dirty="0"/>
        </a:p>
      </dsp:txBody>
      <dsp:txXfrm>
        <a:off x="1765440" y="520773"/>
        <a:ext cx="801428" cy="400618"/>
      </dsp:txXfrm>
    </dsp:sp>
    <dsp:sp modelId="{DD835315-0E38-430B-8F9B-58B5E3F97769}">
      <dsp:nvSpPr>
        <dsp:cNvPr id="0" name=""/>
        <dsp:cNvSpPr/>
      </dsp:nvSpPr>
      <dsp:spPr>
        <a:xfrm>
          <a:off x="1046077" y="828803"/>
          <a:ext cx="1442246" cy="1442465"/>
        </a:xfrm>
        <a:prstGeom prst="leftCircularArrow">
          <a:avLst>
            <a:gd name="adj1" fmla="val 10980"/>
            <a:gd name="adj2" fmla="val 1142322"/>
            <a:gd name="adj3" fmla="val 6300000"/>
            <a:gd name="adj4" fmla="val 18900000"/>
            <a:gd name="adj5" fmla="val 12500"/>
          </a:avLst>
        </a:prstGeom>
        <a:solidFill>
          <a:schemeClr val="accent2">
            <a:hueOff val="3119331"/>
            <a:satOff val="17752"/>
            <a:lumOff val="549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FC3ABCB-8750-4BF5-9774-A66E3142CA39}">
      <dsp:nvSpPr>
        <dsp:cNvPr id="0" name=""/>
        <dsp:cNvSpPr/>
      </dsp:nvSpPr>
      <dsp:spPr>
        <a:xfrm>
          <a:off x="2488324" y="1263581"/>
          <a:ext cx="865347" cy="577106"/>
        </a:xfrm>
        <a:prstGeom prst="rect">
          <a:avLst/>
        </a:prstGeom>
        <a:noFill/>
        <a:ln w="6350" cap="flat" cmpd="sng" algn="in">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57150" lvl="1" indent="-57150" algn="l" defTabSz="355600" rtl="0">
            <a:lnSpc>
              <a:spcPct val="90000"/>
            </a:lnSpc>
            <a:spcBef>
              <a:spcPct val="0"/>
            </a:spcBef>
            <a:spcAft>
              <a:spcPct val="15000"/>
            </a:spcAft>
            <a:buChar char="••"/>
          </a:pPr>
          <a:r>
            <a:rPr lang="zh-CN" sz="800" kern="1200" smtClean="0"/>
            <a:t>股东</a:t>
          </a:r>
          <a:r>
            <a:rPr lang="zh-CN" sz="800" kern="1200" dirty="0" smtClean="0"/>
            <a:t>变更为三个法人公司，注册资金同时变更为</a:t>
          </a:r>
          <a:r>
            <a:rPr lang="en-US" sz="800" kern="1200" dirty="0" smtClean="0"/>
            <a:t>5000</a:t>
          </a:r>
          <a:r>
            <a:rPr lang="zh-CN" sz="800" kern="1200" dirty="0" smtClean="0"/>
            <a:t>万元。</a:t>
          </a:r>
          <a:endParaRPr lang="zh-CN" sz="800" kern="1200" dirty="0"/>
        </a:p>
      </dsp:txBody>
      <dsp:txXfrm>
        <a:off x="2488324" y="1263581"/>
        <a:ext cx="865347" cy="577106"/>
      </dsp:txXfrm>
    </dsp:sp>
    <dsp:sp modelId="{8F108625-F6AF-4EAE-BA8E-5C939C2E433D}">
      <dsp:nvSpPr>
        <dsp:cNvPr id="0" name=""/>
        <dsp:cNvSpPr/>
      </dsp:nvSpPr>
      <dsp:spPr>
        <a:xfrm>
          <a:off x="1366486" y="1354371"/>
          <a:ext cx="801428" cy="400618"/>
        </a:xfrm>
        <a:prstGeom prst="rect">
          <a:avLst/>
        </a:prstGeom>
        <a:noFill/>
        <a:ln w="6350" cap="flat" cmpd="sng" algn="in">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dirty="0" smtClean="0"/>
            <a:t>2012</a:t>
          </a:r>
          <a:r>
            <a:rPr lang="zh-CN" sz="1200" kern="1200" dirty="0" smtClean="0"/>
            <a:t>年</a:t>
          </a:r>
          <a:r>
            <a:rPr lang="en-US" sz="1200" kern="1200" dirty="0" smtClean="0"/>
            <a:t>12</a:t>
          </a:r>
          <a:r>
            <a:rPr lang="zh-CN" sz="1200" kern="1200" dirty="0" smtClean="0"/>
            <a:t>月</a:t>
          </a:r>
          <a:endParaRPr lang="zh-CN" sz="1200" kern="1200" dirty="0"/>
        </a:p>
      </dsp:txBody>
      <dsp:txXfrm>
        <a:off x="1366486" y="1354371"/>
        <a:ext cx="801428" cy="400618"/>
      </dsp:txXfrm>
    </dsp:sp>
    <dsp:sp modelId="{FA13CC00-B42D-4EDE-ABBC-6B3EFAA8E980}">
      <dsp:nvSpPr>
        <dsp:cNvPr id="0" name=""/>
        <dsp:cNvSpPr/>
      </dsp:nvSpPr>
      <dsp:spPr>
        <a:xfrm>
          <a:off x="1549306" y="1756788"/>
          <a:ext cx="1239113" cy="1239609"/>
        </a:xfrm>
        <a:prstGeom prst="blockArc">
          <a:avLst>
            <a:gd name="adj1" fmla="val 13500000"/>
            <a:gd name="adj2" fmla="val 10800000"/>
            <a:gd name="adj3" fmla="val 12740"/>
          </a:avLst>
        </a:prstGeom>
        <a:solidFill>
          <a:schemeClr val="accent2">
            <a:hueOff val="6238661"/>
            <a:satOff val="35504"/>
            <a:lumOff val="1098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EE23CD3-3A72-4044-A02B-9E5F2E4D2B80}">
      <dsp:nvSpPr>
        <dsp:cNvPr id="0" name=""/>
        <dsp:cNvSpPr/>
      </dsp:nvSpPr>
      <dsp:spPr>
        <a:xfrm>
          <a:off x="2889174" y="2096879"/>
          <a:ext cx="865347" cy="577106"/>
        </a:xfrm>
        <a:prstGeom prst="rect">
          <a:avLst/>
        </a:prstGeom>
        <a:noFill/>
        <a:ln w="6350" cap="flat" cmpd="sng" algn="in">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6350" tIns="6350" rIns="6350" bIns="6350" numCol="1" spcCol="1270" anchor="ctr" anchorCtr="0">
          <a:noAutofit/>
        </a:bodyPr>
        <a:lstStyle/>
        <a:p>
          <a:pPr marL="57150" lvl="1" indent="-57150" algn="l" defTabSz="355600" rtl="0">
            <a:lnSpc>
              <a:spcPct val="90000"/>
            </a:lnSpc>
            <a:spcBef>
              <a:spcPct val="0"/>
            </a:spcBef>
            <a:spcAft>
              <a:spcPct val="15000"/>
            </a:spcAft>
            <a:buChar char="••"/>
          </a:pPr>
          <a:r>
            <a:rPr lang="zh-CN" sz="800" kern="1200" dirty="0" smtClean="0"/>
            <a:t>计划进行再融资，注册资金达到</a:t>
          </a:r>
          <a:r>
            <a:rPr lang="en-US" sz="800" kern="1200" dirty="0" smtClean="0"/>
            <a:t>1</a:t>
          </a:r>
          <a:r>
            <a:rPr lang="zh-CN" sz="800" kern="1200" dirty="0" smtClean="0"/>
            <a:t>亿元。</a:t>
          </a:r>
          <a:endParaRPr lang="zh-CN" sz="800" kern="1200" dirty="0"/>
        </a:p>
      </dsp:txBody>
      <dsp:txXfrm>
        <a:off x="2889174" y="2096879"/>
        <a:ext cx="865347" cy="577106"/>
      </dsp:txXfrm>
    </dsp:sp>
    <dsp:sp modelId="{C3A7C1EC-D08F-49F7-BAF7-3430DFDC1883}">
      <dsp:nvSpPr>
        <dsp:cNvPr id="0" name=""/>
        <dsp:cNvSpPr/>
      </dsp:nvSpPr>
      <dsp:spPr>
        <a:xfrm>
          <a:off x="1767336" y="2189168"/>
          <a:ext cx="801428" cy="400618"/>
        </a:xfrm>
        <a:prstGeom prst="rect">
          <a:avLst/>
        </a:prstGeom>
        <a:noFill/>
        <a:ln w="6350" cap="flat" cmpd="sng" algn="in">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altLang="zh-CN" sz="1200" kern="1200" dirty="0" smtClean="0"/>
            <a:t>2014</a:t>
          </a:r>
          <a:r>
            <a:rPr lang="zh-CN" altLang="en-US" sz="1200" kern="1200" dirty="0" smtClean="0"/>
            <a:t>年</a:t>
          </a:r>
          <a:endParaRPr lang="zh-CN" sz="1200" kern="1200" dirty="0"/>
        </a:p>
      </dsp:txBody>
      <dsp:txXfrm>
        <a:off x="1767336" y="2189168"/>
        <a:ext cx="801428" cy="4006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EC96F-A3B7-49FC-844E-8713DF8A40B5}">
      <dsp:nvSpPr>
        <dsp:cNvPr id="0" name=""/>
        <dsp:cNvSpPr/>
      </dsp:nvSpPr>
      <dsp:spPr>
        <a:xfrm>
          <a:off x="2950150" y="618142"/>
          <a:ext cx="129058" cy="565398"/>
        </a:xfrm>
        <a:custGeom>
          <a:avLst/>
          <a:gdLst/>
          <a:ahLst/>
          <a:cxnLst/>
          <a:rect l="0" t="0" r="0" b="0"/>
          <a:pathLst>
            <a:path>
              <a:moveTo>
                <a:pt x="129058" y="0"/>
              </a:moveTo>
              <a:lnTo>
                <a:pt x="129058" y="565398"/>
              </a:lnTo>
              <a:lnTo>
                <a:pt x="0" y="565398"/>
              </a:lnTo>
            </a:path>
          </a:pathLst>
        </a:custGeom>
        <a:noFill/>
        <a:ln w="12700" cap="flat" cmpd="sng" algn="in">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9935AADF-DC96-496A-AB5A-D609442B6861}">
      <dsp:nvSpPr>
        <dsp:cNvPr id="0" name=""/>
        <dsp:cNvSpPr/>
      </dsp:nvSpPr>
      <dsp:spPr>
        <a:xfrm>
          <a:off x="3079208" y="618142"/>
          <a:ext cx="2230866" cy="1130797"/>
        </a:xfrm>
        <a:custGeom>
          <a:avLst/>
          <a:gdLst/>
          <a:ahLst/>
          <a:cxnLst/>
          <a:rect l="0" t="0" r="0" b="0"/>
          <a:pathLst>
            <a:path>
              <a:moveTo>
                <a:pt x="0" y="0"/>
              </a:moveTo>
              <a:lnTo>
                <a:pt x="0" y="1001739"/>
              </a:lnTo>
              <a:lnTo>
                <a:pt x="2230866" y="1001739"/>
              </a:lnTo>
              <a:lnTo>
                <a:pt x="2230866" y="1130797"/>
              </a:lnTo>
            </a:path>
          </a:pathLst>
        </a:custGeom>
        <a:noFill/>
        <a:ln w="12700" cap="flat" cmpd="sng" algn="in">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67C2CCC-5E3A-4B7C-96D7-6DC254D0B250}">
      <dsp:nvSpPr>
        <dsp:cNvPr id="0" name=""/>
        <dsp:cNvSpPr/>
      </dsp:nvSpPr>
      <dsp:spPr>
        <a:xfrm>
          <a:off x="3079208" y="618142"/>
          <a:ext cx="743622" cy="1130797"/>
        </a:xfrm>
        <a:custGeom>
          <a:avLst/>
          <a:gdLst/>
          <a:ahLst/>
          <a:cxnLst/>
          <a:rect l="0" t="0" r="0" b="0"/>
          <a:pathLst>
            <a:path>
              <a:moveTo>
                <a:pt x="0" y="0"/>
              </a:moveTo>
              <a:lnTo>
                <a:pt x="0" y="1001739"/>
              </a:lnTo>
              <a:lnTo>
                <a:pt x="743622" y="1001739"/>
              </a:lnTo>
              <a:lnTo>
                <a:pt x="743622" y="1130797"/>
              </a:lnTo>
            </a:path>
          </a:pathLst>
        </a:custGeom>
        <a:noFill/>
        <a:ln w="12700" cap="flat" cmpd="sng" algn="in">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B4807B2-4040-4517-BAE9-8F72A4257663}">
      <dsp:nvSpPr>
        <dsp:cNvPr id="0" name=""/>
        <dsp:cNvSpPr/>
      </dsp:nvSpPr>
      <dsp:spPr>
        <a:xfrm>
          <a:off x="2335586" y="618142"/>
          <a:ext cx="743622" cy="1130797"/>
        </a:xfrm>
        <a:custGeom>
          <a:avLst/>
          <a:gdLst/>
          <a:ahLst/>
          <a:cxnLst/>
          <a:rect l="0" t="0" r="0" b="0"/>
          <a:pathLst>
            <a:path>
              <a:moveTo>
                <a:pt x="743622" y="0"/>
              </a:moveTo>
              <a:lnTo>
                <a:pt x="743622" y="1001739"/>
              </a:lnTo>
              <a:lnTo>
                <a:pt x="0" y="1001739"/>
              </a:lnTo>
              <a:lnTo>
                <a:pt x="0" y="1130797"/>
              </a:lnTo>
            </a:path>
          </a:pathLst>
        </a:custGeom>
        <a:noFill/>
        <a:ln w="12700" cap="flat" cmpd="sng" algn="in">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90C7E16B-FEFF-49A3-9E06-1C0EE66883C2}">
      <dsp:nvSpPr>
        <dsp:cNvPr id="0" name=""/>
        <dsp:cNvSpPr/>
      </dsp:nvSpPr>
      <dsp:spPr>
        <a:xfrm>
          <a:off x="356691" y="2363503"/>
          <a:ext cx="184369" cy="2310759"/>
        </a:xfrm>
        <a:custGeom>
          <a:avLst/>
          <a:gdLst/>
          <a:ahLst/>
          <a:cxnLst/>
          <a:rect l="0" t="0" r="0" b="0"/>
          <a:pathLst>
            <a:path>
              <a:moveTo>
                <a:pt x="0" y="0"/>
              </a:moveTo>
              <a:lnTo>
                <a:pt x="0" y="2310759"/>
              </a:lnTo>
              <a:lnTo>
                <a:pt x="184369" y="2310759"/>
              </a:lnTo>
            </a:path>
          </a:pathLst>
        </a:custGeom>
        <a:noFill/>
        <a:ln w="12700" cap="flat" cmpd="sng" algn="in">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F45418D-AFD4-43FC-8D13-B17B352680BF}">
      <dsp:nvSpPr>
        <dsp:cNvPr id="0" name=""/>
        <dsp:cNvSpPr/>
      </dsp:nvSpPr>
      <dsp:spPr>
        <a:xfrm>
          <a:off x="356691" y="2363503"/>
          <a:ext cx="184369" cy="1438079"/>
        </a:xfrm>
        <a:custGeom>
          <a:avLst/>
          <a:gdLst/>
          <a:ahLst/>
          <a:cxnLst/>
          <a:rect l="0" t="0" r="0" b="0"/>
          <a:pathLst>
            <a:path>
              <a:moveTo>
                <a:pt x="0" y="0"/>
              </a:moveTo>
              <a:lnTo>
                <a:pt x="0" y="1438079"/>
              </a:lnTo>
              <a:lnTo>
                <a:pt x="184369" y="1438079"/>
              </a:lnTo>
            </a:path>
          </a:pathLst>
        </a:custGeom>
        <a:noFill/>
        <a:ln w="12700" cap="flat" cmpd="sng" algn="in">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D3A666A-CC8E-41FB-8FD7-9F50EA1A8F42}">
      <dsp:nvSpPr>
        <dsp:cNvPr id="0" name=""/>
        <dsp:cNvSpPr/>
      </dsp:nvSpPr>
      <dsp:spPr>
        <a:xfrm>
          <a:off x="356691" y="2363503"/>
          <a:ext cx="184369" cy="565398"/>
        </a:xfrm>
        <a:custGeom>
          <a:avLst/>
          <a:gdLst/>
          <a:ahLst/>
          <a:cxnLst/>
          <a:rect l="0" t="0" r="0" b="0"/>
          <a:pathLst>
            <a:path>
              <a:moveTo>
                <a:pt x="0" y="0"/>
              </a:moveTo>
              <a:lnTo>
                <a:pt x="0" y="565398"/>
              </a:lnTo>
              <a:lnTo>
                <a:pt x="184369" y="565398"/>
              </a:lnTo>
            </a:path>
          </a:pathLst>
        </a:custGeom>
        <a:noFill/>
        <a:ln w="12700" cap="flat" cmpd="sng" algn="in">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E6C02AEE-BD49-468B-A30F-6F0D7B4AC148}">
      <dsp:nvSpPr>
        <dsp:cNvPr id="0" name=""/>
        <dsp:cNvSpPr/>
      </dsp:nvSpPr>
      <dsp:spPr>
        <a:xfrm>
          <a:off x="848342" y="618142"/>
          <a:ext cx="2230866" cy="1130797"/>
        </a:xfrm>
        <a:custGeom>
          <a:avLst/>
          <a:gdLst/>
          <a:ahLst/>
          <a:cxnLst/>
          <a:rect l="0" t="0" r="0" b="0"/>
          <a:pathLst>
            <a:path>
              <a:moveTo>
                <a:pt x="2230866" y="0"/>
              </a:moveTo>
              <a:lnTo>
                <a:pt x="2230866" y="1001739"/>
              </a:lnTo>
              <a:lnTo>
                <a:pt x="0" y="1001739"/>
              </a:lnTo>
              <a:lnTo>
                <a:pt x="0" y="1130797"/>
              </a:lnTo>
            </a:path>
          </a:pathLst>
        </a:custGeom>
        <a:noFill/>
        <a:ln w="12700" cap="flat" cmpd="sng" algn="in">
          <a:solidFill>
            <a:schemeClr val="accent3">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477DD02D-1639-42E7-A93D-011BCAFC1EE1}">
      <dsp:nvSpPr>
        <dsp:cNvPr id="0" name=""/>
        <dsp:cNvSpPr/>
      </dsp:nvSpPr>
      <dsp:spPr>
        <a:xfrm>
          <a:off x="2464645" y="3578"/>
          <a:ext cx="1229127" cy="614563"/>
        </a:xfrm>
        <a:prstGeom prst="rect">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dirty="0" smtClean="0"/>
            <a:t>总经理</a:t>
          </a:r>
          <a:endParaRPr lang="zh-CN" sz="1800" kern="1200" dirty="0"/>
        </a:p>
      </dsp:txBody>
      <dsp:txXfrm>
        <a:off x="2464645" y="3578"/>
        <a:ext cx="1229127" cy="614563"/>
      </dsp:txXfrm>
    </dsp:sp>
    <dsp:sp modelId="{0D4EA360-02BB-4FD3-93BA-326028DD7876}">
      <dsp:nvSpPr>
        <dsp:cNvPr id="0" name=""/>
        <dsp:cNvSpPr/>
      </dsp:nvSpPr>
      <dsp:spPr>
        <a:xfrm>
          <a:off x="233778" y="1748939"/>
          <a:ext cx="1229127" cy="614563"/>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dirty="0" smtClean="0"/>
            <a:t>综合管理部</a:t>
          </a:r>
          <a:endParaRPr lang="zh-CN" sz="1800" kern="1200" dirty="0"/>
        </a:p>
      </dsp:txBody>
      <dsp:txXfrm>
        <a:off x="233778" y="1748939"/>
        <a:ext cx="1229127" cy="614563"/>
      </dsp:txXfrm>
    </dsp:sp>
    <dsp:sp modelId="{3FE1FABD-B568-41CF-B5D8-9AFEFA252B99}">
      <dsp:nvSpPr>
        <dsp:cNvPr id="0" name=""/>
        <dsp:cNvSpPr/>
      </dsp:nvSpPr>
      <dsp:spPr>
        <a:xfrm>
          <a:off x="541060" y="2621620"/>
          <a:ext cx="1229127" cy="614563"/>
        </a:xfrm>
        <a:prstGeom prst="rect">
          <a:avLst/>
        </a:prstGeom>
        <a:gradFill rotWithShape="0">
          <a:gsLst>
            <a:gs pos="0">
              <a:schemeClr val="accent4">
                <a:hueOff val="0"/>
                <a:satOff val="0"/>
                <a:lumOff val="0"/>
                <a:alphaOff val="0"/>
                <a:tint val="94000"/>
                <a:satMod val="103000"/>
                <a:lumMod val="102000"/>
              </a:schemeClr>
            </a:gs>
            <a:gs pos="50000">
              <a:schemeClr val="accent4">
                <a:hueOff val="0"/>
                <a:satOff val="0"/>
                <a:lumOff val="0"/>
                <a:alphaOff val="0"/>
                <a:shade val="100000"/>
                <a:satMod val="110000"/>
                <a:lumMod val="100000"/>
              </a:schemeClr>
            </a:gs>
            <a:gs pos="100000">
              <a:schemeClr val="accent4">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smtClean="0"/>
            <a:t>行政部</a:t>
          </a:r>
          <a:endParaRPr lang="zh-CN" sz="1800" kern="1200"/>
        </a:p>
      </dsp:txBody>
      <dsp:txXfrm>
        <a:off x="541060" y="2621620"/>
        <a:ext cx="1229127" cy="614563"/>
      </dsp:txXfrm>
    </dsp:sp>
    <dsp:sp modelId="{3FFA7F26-A369-41BF-892F-5B678BDD3D25}">
      <dsp:nvSpPr>
        <dsp:cNvPr id="0" name=""/>
        <dsp:cNvSpPr/>
      </dsp:nvSpPr>
      <dsp:spPr>
        <a:xfrm>
          <a:off x="541060" y="3494301"/>
          <a:ext cx="1229127" cy="614563"/>
        </a:xfrm>
        <a:prstGeom prst="rect">
          <a:avLst/>
        </a:prstGeom>
        <a:gradFill rotWithShape="0">
          <a:gsLst>
            <a:gs pos="0">
              <a:schemeClr val="accent4">
                <a:hueOff val="0"/>
                <a:satOff val="0"/>
                <a:lumOff val="0"/>
                <a:alphaOff val="0"/>
                <a:tint val="94000"/>
                <a:satMod val="103000"/>
                <a:lumMod val="102000"/>
              </a:schemeClr>
            </a:gs>
            <a:gs pos="50000">
              <a:schemeClr val="accent4">
                <a:hueOff val="0"/>
                <a:satOff val="0"/>
                <a:lumOff val="0"/>
                <a:alphaOff val="0"/>
                <a:shade val="100000"/>
                <a:satMod val="110000"/>
                <a:lumMod val="100000"/>
              </a:schemeClr>
            </a:gs>
            <a:gs pos="100000">
              <a:schemeClr val="accent4">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smtClean="0"/>
            <a:t>人事部</a:t>
          </a:r>
          <a:endParaRPr lang="zh-CN" sz="1800" kern="1200"/>
        </a:p>
      </dsp:txBody>
      <dsp:txXfrm>
        <a:off x="541060" y="3494301"/>
        <a:ext cx="1229127" cy="614563"/>
      </dsp:txXfrm>
    </dsp:sp>
    <dsp:sp modelId="{3CCEC79D-5AF8-4F56-AED1-1D150E41A059}">
      <dsp:nvSpPr>
        <dsp:cNvPr id="0" name=""/>
        <dsp:cNvSpPr/>
      </dsp:nvSpPr>
      <dsp:spPr>
        <a:xfrm>
          <a:off x="541060" y="4366981"/>
          <a:ext cx="1229127" cy="614563"/>
        </a:xfrm>
        <a:prstGeom prst="rect">
          <a:avLst/>
        </a:prstGeom>
        <a:gradFill rotWithShape="0">
          <a:gsLst>
            <a:gs pos="0">
              <a:schemeClr val="accent4">
                <a:hueOff val="0"/>
                <a:satOff val="0"/>
                <a:lumOff val="0"/>
                <a:alphaOff val="0"/>
                <a:tint val="94000"/>
                <a:satMod val="103000"/>
                <a:lumMod val="102000"/>
              </a:schemeClr>
            </a:gs>
            <a:gs pos="50000">
              <a:schemeClr val="accent4">
                <a:hueOff val="0"/>
                <a:satOff val="0"/>
                <a:lumOff val="0"/>
                <a:alphaOff val="0"/>
                <a:shade val="100000"/>
                <a:satMod val="110000"/>
                <a:lumMod val="100000"/>
              </a:schemeClr>
            </a:gs>
            <a:gs pos="100000">
              <a:schemeClr val="accent4">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smtClean="0"/>
            <a:t>外联部</a:t>
          </a:r>
          <a:endParaRPr lang="zh-CN" sz="1800" kern="1200"/>
        </a:p>
      </dsp:txBody>
      <dsp:txXfrm>
        <a:off x="541060" y="4366981"/>
        <a:ext cx="1229127" cy="614563"/>
      </dsp:txXfrm>
    </dsp:sp>
    <dsp:sp modelId="{5D1DDF5A-6873-49F2-996A-94BF98DFE34C}">
      <dsp:nvSpPr>
        <dsp:cNvPr id="0" name=""/>
        <dsp:cNvSpPr/>
      </dsp:nvSpPr>
      <dsp:spPr>
        <a:xfrm>
          <a:off x="1721022" y="1748939"/>
          <a:ext cx="1229127" cy="614563"/>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smtClean="0"/>
            <a:t>财务部</a:t>
          </a:r>
          <a:endParaRPr lang="zh-CN" sz="1800" kern="1200"/>
        </a:p>
      </dsp:txBody>
      <dsp:txXfrm>
        <a:off x="1721022" y="1748939"/>
        <a:ext cx="1229127" cy="614563"/>
      </dsp:txXfrm>
    </dsp:sp>
    <dsp:sp modelId="{115D3240-F4C2-4EA8-9F0B-FE520C76DEE8}">
      <dsp:nvSpPr>
        <dsp:cNvPr id="0" name=""/>
        <dsp:cNvSpPr/>
      </dsp:nvSpPr>
      <dsp:spPr>
        <a:xfrm>
          <a:off x="3208267" y="1748939"/>
          <a:ext cx="1229127" cy="614563"/>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smtClean="0"/>
            <a:t>市场营销部</a:t>
          </a:r>
          <a:endParaRPr lang="zh-CN" sz="1800" kern="1200"/>
        </a:p>
      </dsp:txBody>
      <dsp:txXfrm>
        <a:off x="3208267" y="1748939"/>
        <a:ext cx="1229127" cy="614563"/>
      </dsp:txXfrm>
    </dsp:sp>
    <dsp:sp modelId="{227CBDF2-231F-480C-B5A0-AEEE5BDE635E}">
      <dsp:nvSpPr>
        <dsp:cNvPr id="0" name=""/>
        <dsp:cNvSpPr/>
      </dsp:nvSpPr>
      <dsp:spPr>
        <a:xfrm>
          <a:off x="4695511" y="1748939"/>
          <a:ext cx="1229127" cy="614563"/>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smtClean="0"/>
            <a:t>工程项目部</a:t>
          </a:r>
          <a:endParaRPr lang="zh-CN" sz="1800" kern="1200"/>
        </a:p>
      </dsp:txBody>
      <dsp:txXfrm>
        <a:off x="4695511" y="1748939"/>
        <a:ext cx="1229127" cy="614563"/>
      </dsp:txXfrm>
    </dsp:sp>
    <dsp:sp modelId="{2F17F81F-5FBC-46EF-B513-21AC78BB2018}">
      <dsp:nvSpPr>
        <dsp:cNvPr id="0" name=""/>
        <dsp:cNvSpPr/>
      </dsp:nvSpPr>
      <dsp:spPr>
        <a:xfrm>
          <a:off x="1721022" y="876259"/>
          <a:ext cx="1229127" cy="614563"/>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kern="1200" dirty="0" smtClean="0"/>
            <a:t>经理助理</a:t>
          </a:r>
          <a:endParaRPr lang="zh-CN" altLang="en-US" sz="1800" kern="1200" dirty="0"/>
        </a:p>
      </dsp:txBody>
      <dsp:txXfrm>
        <a:off x="1721022" y="876259"/>
        <a:ext cx="1229127" cy="614563"/>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7999A-1002-4C69-A20C-9746884D5F16}" type="datetimeFigureOut">
              <a:rPr lang="zh-CN" altLang="en-US" smtClean="0"/>
              <a:t>2021/4/14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5D0F11-BEC0-449B-BF85-1545562BC9DF}" type="slidenum">
              <a:rPr lang="zh-CN" altLang="en-US" smtClean="0"/>
              <a:t>‹#›</a:t>
            </a:fld>
            <a:endParaRPr lang="zh-CN" altLang="en-US"/>
          </a:p>
        </p:txBody>
      </p:sp>
    </p:spTree>
    <p:extLst>
      <p:ext uri="{BB962C8B-B14F-4D97-AF65-F5344CB8AC3E}">
        <p14:creationId xmlns:p14="http://schemas.microsoft.com/office/powerpoint/2010/main" val="2747675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1132612B-163E-43C0-B924-7B27E3B170D0}" type="datetimeFigureOut">
              <a:rPr lang="zh-CN" altLang="en-US" smtClean="0"/>
              <a:t>2021/4/14</a:t>
            </a:fld>
            <a:endParaRPr lang="zh-CN" alt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zh-CN" alt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48DA5641-548D-4E23-87A6-355192D9B6E8}" type="slidenum">
              <a:rPr lang="zh-CN" altLang="en-US" smtClean="0"/>
              <a:t>‹#›</a:t>
            </a:fld>
            <a:endParaRPr lang="zh-CN" alt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80810291"/>
      </p:ext>
    </p:extLst>
  </p:cSld>
  <p:clrMapOvr>
    <a:masterClrMapping/>
  </p:clrMapOvr>
  <p:transition spd="slow" advTm="5000">
    <p:push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32612B-163E-43C0-B924-7B27E3B170D0}" type="datetimeFigureOut">
              <a:rPr lang="zh-CN" altLang="en-US" smtClean="0"/>
              <a:t>2021/4/14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DA5641-548D-4E23-87A6-355192D9B6E8}" type="slidenum">
              <a:rPr lang="zh-CN" altLang="en-US" smtClean="0"/>
              <a:t>‹#›</a:t>
            </a:fld>
            <a:endParaRPr lang="zh-CN" altLang="en-US"/>
          </a:p>
        </p:txBody>
      </p:sp>
    </p:spTree>
    <p:extLst>
      <p:ext uri="{BB962C8B-B14F-4D97-AF65-F5344CB8AC3E}">
        <p14:creationId xmlns:p14="http://schemas.microsoft.com/office/powerpoint/2010/main" val="1817969228"/>
      </p:ext>
    </p:extLst>
  </p:cSld>
  <p:clrMapOvr>
    <a:masterClrMapping/>
  </p:clrMapOvr>
  <p:transition spd="slow" advTm="5000">
    <p:push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1132612B-163E-43C0-B924-7B27E3B170D0}" type="datetimeFigureOut">
              <a:rPr lang="zh-CN" altLang="en-US" smtClean="0"/>
              <a:t>2021/4/14</a:t>
            </a:fld>
            <a:endParaRPr lang="zh-CN" alt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zh-CN" alt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48DA5641-548D-4E23-87A6-355192D9B6E8}" type="slidenum">
              <a:rPr lang="zh-CN" altLang="en-US" smtClean="0"/>
              <a:t>‹#›</a:t>
            </a:fld>
            <a:endParaRPr lang="zh-CN" alt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465195973"/>
      </p:ext>
    </p:extLst>
  </p:cSld>
  <p:clrMapOvr>
    <a:overrideClrMapping bg1="dk1" tx1="lt1" bg2="dk2" tx2="lt2" accent1="accent1" accent2="accent2" accent3="accent3" accent4="accent4" accent5="accent5" accent6="accent6" hlink="hlink" folHlink="folHlink"/>
  </p:clrMapOvr>
  <p:transition spd="slow" advTm="5000">
    <p:push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132612B-163E-43C0-B924-7B27E3B170D0}" type="datetimeFigureOut">
              <a:rPr lang="zh-CN" altLang="en-US" smtClean="0"/>
              <a:t>2021/4/14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8DA5641-548D-4E23-87A6-355192D9B6E8}" type="slidenum">
              <a:rPr lang="zh-CN" altLang="en-US" smtClean="0"/>
              <a:t>‹#›</a:t>
            </a:fld>
            <a:endParaRPr lang="zh-CN" altLang="en-US"/>
          </a:p>
        </p:txBody>
      </p:sp>
    </p:spTree>
    <p:extLst>
      <p:ext uri="{BB962C8B-B14F-4D97-AF65-F5344CB8AC3E}">
        <p14:creationId xmlns:p14="http://schemas.microsoft.com/office/powerpoint/2010/main" val="3041046749"/>
      </p:ext>
    </p:extLst>
  </p:cSld>
  <p:clrMapOvr>
    <a:masterClrMapping/>
  </p:clrMapOvr>
  <p:transition spd="slow" advTm="5000">
    <p:push dir="u"/>
  </p:transition>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257300" y="2909102"/>
            <a:ext cx="4800600" cy="299639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633864" y="2909102"/>
            <a:ext cx="4800600" cy="299639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132612B-163E-43C0-B924-7B27E3B170D0}" type="datetimeFigureOut">
              <a:rPr lang="zh-CN" altLang="en-US" smtClean="0"/>
              <a:t>2021/4/14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8DA5641-548D-4E23-87A6-355192D9B6E8}" type="slidenum">
              <a:rPr lang="zh-CN" altLang="en-US" smtClean="0"/>
              <a:t>‹#›</a:t>
            </a:fld>
            <a:endParaRPr lang="zh-CN" altLang="en-US"/>
          </a:p>
        </p:txBody>
      </p:sp>
    </p:spTree>
    <p:extLst>
      <p:ext uri="{BB962C8B-B14F-4D97-AF65-F5344CB8AC3E}">
        <p14:creationId xmlns:p14="http://schemas.microsoft.com/office/powerpoint/2010/main" val="426758580"/>
      </p:ext>
    </p:extLst>
  </p:cSld>
  <p:clrMapOvr>
    <a:masterClrMapping/>
  </p:clrMapOvr>
  <p:transition spd="slow" advTm="5000">
    <p:push dir="u"/>
  </p:transition>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132612B-163E-43C0-B924-7B27E3B170D0}" type="datetimeFigureOut">
              <a:rPr lang="zh-CN" altLang="en-US" smtClean="0"/>
              <a:t>2021/4/14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8DA5641-548D-4E23-87A6-355192D9B6E8}" type="slidenum">
              <a:rPr lang="zh-CN" altLang="en-US" smtClean="0"/>
              <a:t>‹#›</a:t>
            </a:fld>
            <a:endParaRPr lang="zh-CN" altLang="en-US"/>
          </a:p>
        </p:txBody>
      </p:sp>
    </p:spTree>
    <p:extLst>
      <p:ext uri="{BB962C8B-B14F-4D97-AF65-F5344CB8AC3E}">
        <p14:creationId xmlns:p14="http://schemas.microsoft.com/office/powerpoint/2010/main" val="1628504702"/>
      </p:ext>
    </p:extLst>
  </p:cSld>
  <p:clrMapOvr>
    <a:masterClrMapping/>
  </p:clrMapOvr>
  <p:transition spd="slow" advTm="5000">
    <p:push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32612B-163E-43C0-B924-7B27E3B170D0}" type="datetimeFigureOut">
              <a:rPr lang="zh-CN" altLang="en-US" smtClean="0"/>
              <a:t>2021/4/14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8DA5641-548D-4E23-87A6-355192D9B6E8}" type="slidenum">
              <a:rPr lang="zh-CN" altLang="en-US" smtClean="0"/>
              <a:t>‹#›</a:t>
            </a:fld>
            <a:endParaRPr lang="zh-CN" altLang="en-US"/>
          </a:p>
        </p:txBody>
      </p:sp>
    </p:spTree>
    <p:extLst>
      <p:ext uri="{BB962C8B-B14F-4D97-AF65-F5344CB8AC3E}">
        <p14:creationId xmlns:p14="http://schemas.microsoft.com/office/powerpoint/2010/main" val="419264363"/>
      </p:ext>
    </p:extLst>
  </p:cSld>
  <p:clrMapOvr>
    <a:masterClrMapping/>
  </p:clrMapOvr>
  <p:transition spd="slow" advTm="5000">
    <p:push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a:xfrm>
            <a:off x="765051" y="6375679"/>
            <a:ext cx="1233355" cy="348462"/>
          </a:xfrm>
        </p:spPr>
        <p:txBody>
          <a:bodyPr/>
          <a:lstStyle/>
          <a:p>
            <a:fld id="{1132612B-163E-43C0-B924-7B27E3B170D0}" type="datetimeFigureOut">
              <a:rPr lang="zh-CN" altLang="en-US" smtClean="0"/>
              <a:t>2021/4/14</a:t>
            </a:fld>
            <a:endParaRPr lang="zh-CN" altLang="en-US"/>
          </a:p>
        </p:txBody>
      </p:sp>
      <p:sp>
        <p:nvSpPr>
          <p:cNvPr id="6" name="Footer Placeholder 5"/>
          <p:cNvSpPr>
            <a:spLocks noGrp="1"/>
          </p:cNvSpPr>
          <p:nvPr>
            <p:ph type="ftr" sz="quarter" idx="11"/>
          </p:nvPr>
        </p:nvSpPr>
        <p:spPr>
          <a:xfrm>
            <a:off x="2103620" y="6375679"/>
            <a:ext cx="3482179" cy="345796"/>
          </a:xfrm>
        </p:spPr>
        <p:txBody>
          <a:bodyPr/>
          <a:lstStyle/>
          <a:p>
            <a:endParaRPr lang="zh-CN" altLang="en-US"/>
          </a:p>
        </p:txBody>
      </p:sp>
      <p:sp>
        <p:nvSpPr>
          <p:cNvPr id="7" name="Slide Number Placeholder 6"/>
          <p:cNvSpPr>
            <a:spLocks noGrp="1"/>
          </p:cNvSpPr>
          <p:nvPr>
            <p:ph type="sldNum" sz="quarter" idx="12"/>
          </p:nvPr>
        </p:nvSpPr>
        <p:spPr>
          <a:xfrm>
            <a:off x="5691014" y="6375679"/>
            <a:ext cx="1232456" cy="345796"/>
          </a:xfrm>
        </p:spPr>
        <p:txBody>
          <a:bodyPr/>
          <a:lstStyle/>
          <a:p>
            <a:fld id="{48DA5641-548D-4E23-87A6-355192D9B6E8}" type="slidenum">
              <a:rPr lang="zh-CN" altLang="en-US" smtClean="0"/>
              <a:t>‹#›</a:t>
            </a:fld>
            <a:endParaRPr lang="zh-CN" alt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矩形 9"/>
          <p:cNvSpPr/>
          <p:nvPr userDrawn="1"/>
        </p:nvSpPr>
        <p:spPr>
          <a:xfrm rot="3600000">
            <a:off x="4272423" y="2967335"/>
            <a:ext cx="3647153" cy="923330"/>
          </a:xfrm>
          <a:prstGeom prst="rect">
            <a:avLst/>
          </a:prstGeom>
          <a:noFill/>
        </p:spPr>
        <p:txBody>
          <a:bodyPr wrap="none" lIns="91440" tIns="45720" rIns="91440" bIns="45720">
            <a:spAutoFit/>
          </a:bodyPr>
          <a:lstStyle/>
          <a:p>
            <a:pPr algn="ctr"/>
            <a:r>
              <a:rPr lang="zh-CN" altLang="en-US" sz="5400" b="0" cap="none" spc="0" dirty="0" smtClean="0">
                <a:ln w="0"/>
                <a:solidFill>
                  <a:schemeClr val="accent1"/>
                </a:solidFill>
                <a:effectLst>
                  <a:outerShdw blurRad="38100" dist="25400" dir="5400000" algn="ctr" rotWithShape="0">
                    <a:srgbClr val="6E747A">
                      <a:alpha val="43000"/>
                    </a:srgbClr>
                  </a:outerShdw>
                </a:effectLst>
              </a:rPr>
              <a:t>新世界数码</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740933736"/>
      </p:ext>
    </p:extLst>
  </p:cSld>
  <p:clrMapOvr>
    <a:masterClrMapping/>
  </p:clrMapOvr>
  <p:transition spd="slow" advTm="5000">
    <p:push dir="u"/>
  </p:transition>
  <p:timing>
    <p:tnLst>
      <p:par>
        <p:cTn id="1" dur="indefinite" restart="never" nodeType="tmRoot"/>
      </p:par>
    </p:tnLst>
  </p:timing>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a:xfrm>
            <a:off x="765950" y="6375679"/>
            <a:ext cx="1232456" cy="348462"/>
          </a:xfrm>
        </p:spPr>
        <p:txBody>
          <a:bodyPr/>
          <a:lstStyle/>
          <a:p>
            <a:fld id="{1132612B-163E-43C0-B924-7B27E3B170D0}" type="datetimeFigureOut">
              <a:rPr lang="zh-CN" altLang="en-US" smtClean="0"/>
              <a:t>2021/4/14</a:t>
            </a:fld>
            <a:endParaRPr lang="zh-CN" altLang="en-US"/>
          </a:p>
        </p:txBody>
      </p:sp>
      <p:sp>
        <p:nvSpPr>
          <p:cNvPr id="6" name="Footer Placeholder 5"/>
          <p:cNvSpPr>
            <a:spLocks noGrp="1"/>
          </p:cNvSpPr>
          <p:nvPr>
            <p:ph type="ftr" sz="quarter" idx="11"/>
          </p:nvPr>
        </p:nvSpPr>
        <p:spPr>
          <a:xfrm>
            <a:off x="2103621" y="6375679"/>
            <a:ext cx="3482178" cy="345796"/>
          </a:xfrm>
        </p:spPr>
        <p:txBody>
          <a:bodyPr/>
          <a:lstStyle/>
          <a:p>
            <a:endParaRPr lang="zh-CN" altLang="en-US"/>
          </a:p>
        </p:txBody>
      </p:sp>
      <p:sp>
        <p:nvSpPr>
          <p:cNvPr id="7" name="Slide Number Placeholder 6"/>
          <p:cNvSpPr>
            <a:spLocks noGrp="1"/>
          </p:cNvSpPr>
          <p:nvPr>
            <p:ph type="sldNum" sz="quarter" idx="12"/>
          </p:nvPr>
        </p:nvSpPr>
        <p:spPr>
          <a:xfrm>
            <a:off x="5687568" y="6375679"/>
            <a:ext cx="1234440" cy="345796"/>
          </a:xfrm>
        </p:spPr>
        <p:txBody>
          <a:bodyPr/>
          <a:lstStyle/>
          <a:p>
            <a:fld id="{48DA5641-548D-4E23-87A6-355192D9B6E8}" type="slidenum">
              <a:rPr lang="zh-CN" altLang="en-US" smtClean="0"/>
              <a:t>‹#›</a:t>
            </a:fld>
            <a:endParaRPr lang="zh-CN" altLang="en-US"/>
          </a:p>
        </p:txBody>
      </p:sp>
      <p:sp>
        <p:nvSpPr>
          <p:cNvPr id="10" name="矩形 9"/>
          <p:cNvSpPr/>
          <p:nvPr userDrawn="1"/>
        </p:nvSpPr>
        <p:spPr>
          <a:xfrm rot="3600000">
            <a:off x="4272423" y="2967335"/>
            <a:ext cx="3647153" cy="923330"/>
          </a:xfrm>
          <a:prstGeom prst="rect">
            <a:avLst/>
          </a:prstGeom>
          <a:noFill/>
        </p:spPr>
        <p:txBody>
          <a:bodyPr wrap="none" lIns="91440" tIns="45720" rIns="91440" bIns="45720">
            <a:spAutoFit/>
          </a:bodyPr>
          <a:lstStyle/>
          <a:p>
            <a:pPr algn="ctr"/>
            <a:r>
              <a:rPr lang="zh-CN" altLang="en-US" sz="5400" b="0" cap="none" spc="0" dirty="0" smtClean="0">
                <a:ln w="0"/>
                <a:solidFill>
                  <a:schemeClr val="accent1"/>
                </a:solidFill>
                <a:effectLst>
                  <a:outerShdw blurRad="38100" dist="25400" dir="5400000" algn="ctr" rotWithShape="0">
                    <a:srgbClr val="6E747A">
                      <a:alpha val="43000"/>
                    </a:srgbClr>
                  </a:outerShdw>
                </a:effectLst>
              </a:rPr>
              <a:t>新世界数码</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105495035"/>
      </p:ext>
    </p:extLst>
  </p:cSld>
  <p:clrMapOvr>
    <a:masterClrMapping/>
  </p:clrMapOvr>
  <p:transition spd="slow" advTm="5000">
    <p:push dir="u"/>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32612B-163E-43C0-B924-7B27E3B170D0}" type="datetimeFigureOut">
              <a:rPr lang="zh-CN" altLang="en-US" smtClean="0"/>
              <a:t>2021/4/14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DA5641-548D-4E23-87A6-355192D9B6E8}" type="slidenum">
              <a:rPr lang="zh-CN" altLang="en-US" smtClean="0"/>
              <a:t>‹#›</a:t>
            </a:fld>
            <a:endParaRPr lang="zh-CN" altLang="en-US"/>
          </a:p>
        </p:txBody>
      </p:sp>
    </p:spTree>
    <p:extLst>
      <p:ext uri="{BB962C8B-B14F-4D97-AF65-F5344CB8AC3E}">
        <p14:creationId xmlns:p14="http://schemas.microsoft.com/office/powerpoint/2010/main" val="2913956720"/>
      </p:ext>
    </p:extLst>
  </p:cSld>
  <p:clrMapOvr>
    <a:masterClrMapping/>
  </p:clrMapOvr>
  <p:transition spd="slow" advTm="5000">
    <p:push dir="u"/>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32612B-163E-43C0-B924-7B27E3B170D0}" type="datetimeFigureOut">
              <a:rPr lang="zh-CN" altLang="en-US" smtClean="0"/>
              <a:t>2021/4/14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DA5641-548D-4E23-87A6-355192D9B6E8}" type="slidenum">
              <a:rPr lang="zh-CN" altLang="en-US" smtClean="0"/>
              <a:t>‹#›</a:t>
            </a:fld>
            <a:endParaRPr lang="zh-CN" altLang="en-US"/>
          </a:p>
        </p:txBody>
      </p:sp>
    </p:spTree>
    <p:extLst>
      <p:ext uri="{BB962C8B-B14F-4D97-AF65-F5344CB8AC3E}">
        <p14:creationId xmlns:p14="http://schemas.microsoft.com/office/powerpoint/2010/main" val="1070440243"/>
      </p:ext>
    </p:extLst>
  </p:cSld>
  <p:clrMapOvr>
    <a:masterClrMapping/>
  </p:clrMapOvr>
  <p:transition spd="slow" advTm="5000">
    <p:push dir="u"/>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82507A2-7425-48B3-B685-CF799F9E5B8E}" type="datetimeFigureOut">
              <a:rPr lang="zh-CN" altLang="en-US" smtClean="0"/>
              <a:t>2021/4/14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6DF8F96-4FD5-405A-ABB7-041601042C9C}" type="slidenum">
              <a:rPr lang="zh-CN" altLang="en-US" smtClean="0"/>
              <a:t>‹#›</a:t>
            </a:fld>
            <a:endParaRPr lang="zh-CN" altLang="en-US"/>
          </a:p>
        </p:txBody>
      </p:sp>
    </p:spTree>
    <p:extLst>
      <p:ext uri="{BB962C8B-B14F-4D97-AF65-F5344CB8AC3E}">
        <p14:creationId xmlns:p14="http://schemas.microsoft.com/office/powerpoint/2010/main" val="3899130993"/>
      </p:ext>
    </p:extLst>
  </p:cSld>
  <p:clrMapOvr>
    <a:masterClrMapping/>
  </p:clrMapOvr>
  <p:transition spd="slow" advTm="5000">
    <p:push dir="u"/>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11288" y="-8468"/>
            <a:ext cx="12228421"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752645E3-164D-4608-913A-C2AE4E2E22B0}" type="datetimeFigureOut">
              <a:rPr lang="zh-CN" altLang="en-US" smtClean="0">
                <a:solidFill>
                  <a:prstClr val="black">
                    <a:tint val="75000"/>
                  </a:prstClr>
                </a:solidFill>
              </a:rPr>
              <a:pPr/>
              <a:t>2021/4/14</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E8A53B9-76D9-4E73-A06F-15EBBBB88F5E}" type="slidenum">
              <a:rPr lang="zh-CN" altLang="en-US" smtClean="0">
                <a:solidFill>
                  <a:srgbClr val="5FCBEF"/>
                </a:solidFill>
              </a:rPr>
              <a:pPr/>
              <a:t>‹#›</a:t>
            </a:fld>
            <a:endParaRPr lang="zh-CN" altLang="en-US">
              <a:solidFill>
                <a:srgbClr val="5FCBEF"/>
              </a:solidFill>
            </a:endParaRPr>
          </a:p>
        </p:txBody>
      </p:sp>
    </p:spTree>
    <p:extLst>
      <p:ext uri="{BB962C8B-B14F-4D97-AF65-F5344CB8AC3E}">
        <p14:creationId xmlns:p14="http://schemas.microsoft.com/office/powerpoint/2010/main" val="48545533"/>
      </p:ext>
    </p:extLst>
  </p:cSld>
  <p:clrMapOvr>
    <a:masterClrMapping/>
  </p:clrMapOvr>
  <p:transition spd="slow" advTm="5000">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752645E3-164D-4608-913A-C2AE4E2E22B0}" type="datetimeFigureOut">
              <a:rPr lang="zh-CN" altLang="en-US" smtClean="0">
                <a:solidFill>
                  <a:prstClr val="black">
                    <a:tint val="75000"/>
                  </a:prstClr>
                </a:solidFill>
              </a:rPr>
              <a:pPr/>
              <a:t>2021/4/14</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E8A53B9-76D9-4E73-A06F-15EBBBB88F5E}" type="slidenum">
              <a:rPr lang="zh-CN" altLang="en-US" smtClean="0">
                <a:solidFill>
                  <a:srgbClr val="5FCBEF"/>
                </a:solidFill>
              </a:rPr>
              <a:pPr/>
              <a:t>‹#›</a:t>
            </a:fld>
            <a:endParaRPr lang="zh-CN" altLang="en-US">
              <a:solidFill>
                <a:srgbClr val="5FCBEF"/>
              </a:solidFill>
            </a:endParaRPr>
          </a:p>
        </p:txBody>
      </p:sp>
    </p:spTree>
    <p:extLst>
      <p:ext uri="{BB962C8B-B14F-4D97-AF65-F5344CB8AC3E}">
        <p14:creationId xmlns:p14="http://schemas.microsoft.com/office/powerpoint/2010/main" val="48477230"/>
      </p:ext>
    </p:extLst>
  </p:cSld>
  <p:clrMapOvr>
    <a:masterClrMapping/>
  </p:clrMapOvr>
  <p:transition spd="slow" advTm="5000">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2645E3-164D-4608-913A-C2AE4E2E22B0}" type="datetimeFigureOut">
              <a:rPr lang="zh-CN" altLang="en-US" smtClean="0">
                <a:solidFill>
                  <a:prstClr val="black">
                    <a:tint val="75000"/>
                  </a:prstClr>
                </a:solidFill>
              </a:rPr>
              <a:pPr/>
              <a:t>2021/4/14</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3E8A53B9-76D9-4E73-A06F-15EBBBB88F5E}" type="slidenum">
              <a:rPr lang="zh-CN" altLang="en-US" smtClean="0">
                <a:solidFill>
                  <a:srgbClr val="5FCBEF"/>
                </a:solidFill>
              </a:rPr>
              <a:pPr/>
              <a:t>‹#›</a:t>
            </a:fld>
            <a:endParaRPr lang="zh-CN" altLang="en-US">
              <a:solidFill>
                <a:srgbClr val="5FCBEF"/>
              </a:solidFill>
            </a:endParaRPr>
          </a:p>
        </p:txBody>
      </p:sp>
    </p:spTree>
    <p:extLst>
      <p:ext uri="{BB962C8B-B14F-4D97-AF65-F5344CB8AC3E}">
        <p14:creationId xmlns:p14="http://schemas.microsoft.com/office/powerpoint/2010/main" val="4089667553"/>
      </p:ext>
    </p:extLst>
  </p:cSld>
  <p:clrMapOvr>
    <a:masterClrMapping/>
  </p:clrMapOvr>
  <p:transition spd="slow" advTm="5000">
    <p:push dir="u"/>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nvSpPr>
        <p:spPr>
          <a:xfrm rot="3600000">
            <a:off x="4272423" y="2967335"/>
            <a:ext cx="3647153" cy="923330"/>
          </a:xfrm>
          <a:prstGeom prst="rect">
            <a:avLst/>
          </a:prstGeom>
          <a:noFill/>
        </p:spPr>
        <p:txBody>
          <a:bodyPr wrap="none" lIns="91440" tIns="45720" rIns="91440" bIns="45720">
            <a:spAutoFit/>
          </a:bodyPr>
          <a:lstStyle/>
          <a:p>
            <a:pPr algn="ctr"/>
            <a:r>
              <a:rPr lang="zh-CN" altLang="en-US" sz="5400" b="0" cap="none" spc="0" dirty="0" smtClean="0">
                <a:ln w="0"/>
                <a:solidFill>
                  <a:schemeClr val="accent1"/>
                </a:solidFill>
                <a:effectLst>
                  <a:outerShdw blurRad="38100" dist="25400" dir="5400000" algn="ctr" rotWithShape="0">
                    <a:srgbClr val="6E747A">
                      <a:alpha val="43000"/>
                    </a:srgbClr>
                  </a:outerShdw>
                </a:effectLst>
              </a:rPr>
              <a:t>新世界数码</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1132612B-163E-43C0-B924-7B27E3B170D0}" type="datetimeFigureOut">
              <a:rPr lang="zh-CN" altLang="en-US" smtClean="0"/>
              <a:t>2021/4/14</a:t>
            </a:fld>
            <a:endParaRPr lang="zh-CN" alt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zh-CN" alt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48DA5641-548D-4E23-87A6-355192D9B6E8}" type="slidenum">
              <a:rPr lang="zh-CN" altLang="en-US" smtClean="0"/>
              <a:t>‹#›</a:t>
            </a:fld>
            <a:endParaRPr lang="zh-CN" alt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555552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spd="slow" advTm="5000">
    <p:push dir="u"/>
  </p:transition>
  <p:timing>
    <p:tnLst>
      <p:par>
        <p:cTn id="1" dur="indefinite" restart="never" nodeType="tmRoot"/>
      </p:par>
    </p:tnLst>
  </p:timing>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8423"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52645E3-164D-4608-913A-C2AE4E2E22B0}" type="datetimeFigureOut">
              <a:rPr lang="zh-CN" altLang="en-US" smtClean="0">
                <a:solidFill>
                  <a:prstClr val="black">
                    <a:tint val="75000"/>
                  </a:prstClr>
                </a:solidFill>
              </a:rPr>
              <a:pPr/>
              <a:t>2021/4/14</a:t>
            </a:fld>
            <a:endParaRPr lang="zh-CN" altLang="en-US">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3E8A53B9-76D9-4E73-A06F-15EBBBB88F5E}" type="slidenum">
              <a:rPr lang="zh-CN" altLang="en-US" smtClean="0">
                <a:solidFill>
                  <a:srgbClr val="5FCBEF"/>
                </a:solidFill>
              </a:rPr>
              <a:pPr/>
              <a:t>‹#›</a:t>
            </a:fld>
            <a:endParaRPr lang="zh-CN" altLang="en-US">
              <a:solidFill>
                <a:srgbClr val="5FCBEF"/>
              </a:solidFill>
            </a:endParaRPr>
          </a:p>
        </p:txBody>
      </p:sp>
    </p:spTree>
    <p:extLst>
      <p:ext uri="{BB962C8B-B14F-4D97-AF65-F5344CB8AC3E}">
        <p14:creationId xmlns:p14="http://schemas.microsoft.com/office/powerpoint/2010/main" val="93000474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transition spd="slow" advTm="5000">
    <p:push dir="u"/>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Layout" Target="../slideLayouts/slideLayout12.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hyperlink" Target="&#21592;&#24037;&#23432;&#21017;.docx"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B0F0">
            <a:alpha val="50000"/>
          </a:srgbClr>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mtClean="0"/>
              <a:t>欢迎加入</a:t>
            </a:r>
          </a:p>
        </p:txBody>
      </p:sp>
      <p:sp>
        <p:nvSpPr>
          <p:cNvPr id="3" name="文本占位符 2"/>
          <p:cNvSpPr>
            <a:spLocks noGrp="1"/>
          </p:cNvSpPr>
          <p:nvPr>
            <p:ph type="subTitle" idx="1"/>
          </p:nvPr>
        </p:nvSpPr>
        <p:spPr/>
        <p:txBody>
          <a:bodyPr/>
          <a:lstStyle/>
          <a:p>
            <a:pPr lvl="0"/>
            <a:r>
              <a:rPr lang="zh-CN" altLang="en-US" smtClean="0"/>
              <a:t>新世界数码技术有限公司</a:t>
            </a:r>
          </a:p>
        </p:txBody>
      </p:sp>
    </p:spTree>
    <p:extLst>
      <p:ext uri="{BB962C8B-B14F-4D97-AF65-F5344CB8AC3E}">
        <p14:creationId xmlns:p14="http://schemas.microsoft.com/office/powerpoint/2010/main" val="4241478756"/>
      </p:ext>
    </p:extLst>
  </p:cSld>
  <p:clrMapOvr>
    <a:masterClrMapping/>
  </p:clrMapOvr>
  <p:transition spd="slow" advTm="5000">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培训内容及安排</a:t>
            </a:r>
          </a:p>
        </p:txBody>
      </p:sp>
      <p:sp>
        <p:nvSpPr>
          <p:cNvPr id="3" name="文本占位符 2"/>
          <p:cNvSpPr>
            <a:spLocks noGrp="1"/>
          </p:cNvSpPr>
          <p:nvPr>
            <p:ph type="body" idx="1"/>
          </p:nvPr>
        </p:nvSpPr>
        <p:spPr/>
        <p:txBody>
          <a:bodyPr/>
          <a:lstStyle/>
          <a:p>
            <a:pPr lvl="0"/>
            <a:r>
              <a:rPr lang="zh-CN" altLang="en-US" dirty="0" smtClean="0">
                <a:hlinkClick r:id="rId2" action="ppaction://hlinksldjump"/>
              </a:rPr>
              <a:t>公司的过去、现在及未来</a:t>
            </a:r>
            <a:endParaRPr lang="zh-CN" altLang="en-US" dirty="0" smtClean="0"/>
          </a:p>
          <a:p>
            <a:pPr lvl="0"/>
            <a:r>
              <a:rPr lang="zh-CN" altLang="en-US" dirty="0" smtClean="0">
                <a:hlinkClick r:id="rId3" action="ppaction://hlinksldjump"/>
              </a:rPr>
              <a:t>公司的组织架构</a:t>
            </a:r>
            <a:endParaRPr lang="zh-CN" altLang="en-US" dirty="0" smtClean="0"/>
          </a:p>
          <a:p>
            <a:pPr lvl="0"/>
            <a:r>
              <a:rPr lang="zh-CN" altLang="en-US" dirty="0" smtClean="0">
                <a:hlinkClick r:id="rId4" action="ppaction://hlinksldjump"/>
              </a:rPr>
              <a:t>公司规章与制度</a:t>
            </a:r>
            <a:endParaRPr lang="zh-CN" altLang="en-US" dirty="0" smtClean="0"/>
          </a:p>
          <a:p>
            <a:pPr lvl="0"/>
            <a:r>
              <a:rPr lang="zh-CN" altLang="en-US" dirty="0" smtClean="0">
                <a:hlinkClick r:id="rId5" action="ppaction://hlinksldjump"/>
              </a:rPr>
              <a:t>工作与同事</a:t>
            </a:r>
            <a:endParaRPr lang="zh-CN" altLang="en-US" dirty="0" smtClean="0"/>
          </a:p>
          <a:p>
            <a:pPr lvl="0"/>
            <a:r>
              <a:rPr lang="zh-CN" altLang="en-US" dirty="0" smtClean="0">
                <a:hlinkClick r:id="rId6" action="ppaction://hlinksldjump"/>
              </a:rPr>
              <a:t>培训总结</a:t>
            </a:r>
            <a:endParaRPr lang="zh-CN" altLang="en-US" dirty="0" smtClean="0"/>
          </a:p>
        </p:txBody>
      </p:sp>
    </p:spTree>
    <p:extLst>
      <p:ext uri="{BB962C8B-B14F-4D97-AF65-F5344CB8AC3E}">
        <p14:creationId xmlns:p14="http://schemas.microsoft.com/office/powerpoint/2010/main" val="2886287000"/>
      </p:ext>
    </p:extLst>
  </p:cSld>
  <p:clrMapOvr>
    <a:masterClrMapping/>
  </p:clrMapOvr>
  <p:transition spd="slow" advTm="5000">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培训时间安排</a:t>
            </a:r>
          </a:p>
        </p:txBody>
      </p:sp>
      <p:graphicFrame>
        <p:nvGraphicFramePr>
          <p:cNvPr id="6" name="表格 5"/>
          <p:cNvGraphicFramePr>
            <a:graphicFrameLocks noGrp="1"/>
          </p:cNvGraphicFramePr>
          <p:nvPr>
            <p:extLst>
              <p:ext uri="{D42A27DB-BD31-4B8C-83A1-F6EECF244321}">
                <p14:modId xmlns:p14="http://schemas.microsoft.com/office/powerpoint/2010/main" val="1879330848"/>
              </p:ext>
            </p:extLst>
          </p:nvPr>
        </p:nvGraphicFramePr>
        <p:xfrm>
          <a:off x="1660849" y="1874512"/>
          <a:ext cx="7931020" cy="4302352"/>
        </p:xfrm>
        <a:graphic>
          <a:graphicData uri="http://schemas.openxmlformats.org/drawingml/2006/table">
            <a:tbl>
              <a:tblPr firstCol="1" bandRow="1">
                <a:tableStyleId>{5C22544A-7EE6-4342-B048-85BDC9FD1C3A}</a:tableStyleId>
              </a:tblPr>
              <a:tblGrid>
                <a:gridCol w="3965510">
                  <a:extLst>
                    <a:ext uri="{9D8B030D-6E8A-4147-A177-3AD203B41FA5}">
                      <a16:colId xmlns:a16="http://schemas.microsoft.com/office/drawing/2014/main" val="3490008628"/>
                    </a:ext>
                  </a:extLst>
                </a:gridCol>
                <a:gridCol w="3965510">
                  <a:extLst>
                    <a:ext uri="{9D8B030D-6E8A-4147-A177-3AD203B41FA5}">
                      <a16:colId xmlns:a16="http://schemas.microsoft.com/office/drawing/2014/main" val="866550357"/>
                    </a:ext>
                  </a:extLst>
                </a:gridCol>
              </a:tblGrid>
              <a:tr h="537794">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9:00~9:30</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总经理致辞</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34186242"/>
                  </a:ext>
                </a:extLst>
              </a:tr>
              <a:tr h="537794">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9:30~9:40</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人事经理谈培训安排</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32545394"/>
                  </a:ext>
                </a:extLst>
              </a:tr>
              <a:tr h="537794">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9:50~10:00</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休息时间</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75201084"/>
                  </a:ext>
                </a:extLst>
              </a:tr>
              <a:tr h="537794">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10:00~10:40</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公司发展历程及未来展望</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71877055"/>
                  </a:ext>
                </a:extLst>
              </a:tr>
              <a:tr h="537794">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10:40~10:50</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休息时间</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4851956"/>
                  </a:ext>
                </a:extLst>
              </a:tr>
              <a:tr h="537794">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10:50~11:50</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公司制度及员工守则</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19767979"/>
                  </a:ext>
                </a:extLst>
              </a:tr>
              <a:tr h="537794">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12:00~13:30</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午餐</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59743753"/>
                  </a:ext>
                </a:extLst>
              </a:tr>
              <a:tr h="537794">
                <a:tc>
                  <a:txBody>
                    <a:bodyPr/>
                    <a:lstStyle/>
                    <a:p>
                      <a:pPr algn="l">
                        <a:spcAft>
                          <a:spcPts val="0"/>
                        </a:spcAft>
                      </a:pPr>
                      <a:r>
                        <a:rPr lang="zh-CN" sz="1800" kern="0">
                          <a:effectLst/>
                          <a:latin typeface="微软雅黑" panose="020B0503020204020204" pitchFamily="34" charset="-122"/>
                          <a:ea typeface="微软雅黑" panose="020B0503020204020204" pitchFamily="34" charset="-122"/>
                        </a:rPr>
                        <a:t>14:00~17:00</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spcAft>
                          <a:spcPts val="0"/>
                        </a:spcAft>
                      </a:pPr>
                      <a:r>
                        <a:rPr lang="zh-CN" sz="1800" kern="0" dirty="0">
                          <a:effectLst/>
                          <a:latin typeface="微软雅黑" panose="020B0503020204020204" pitchFamily="34" charset="-122"/>
                          <a:ea typeface="微软雅黑" panose="020B0503020204020204" pitchFamily="34" charset="-122"/>
                        </a:rPr>
                        <a:t>参观公司</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54457568"/>
                  </a:ext>
                </a:extLst>
              </a:tr>
            </a:tbl>
          </a:graphicData>
        </a:graphic>
      </p:graphicFrame>
    </p:spTree>
    <p:extLst>
      <p:ext uri="{BB962C8B-B14F-4D97-AF65-F5344CB8AC3E}">
        <p14:creationId xmlns:p14="http://schemas.microsoft.com/office/powerpoint/2010/main" val="1288041244"/>
      </p:ext>
    </p:extLst>
  </p:cSld>
  <p:clrMapOvr>
    <a:masterClrMapping/>
  </p:clrMapOvr>
  <p:transition spd="slow" advTm="5000">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公司的过去、现在及未来</a:t>
            </a:r>
          </a:p>
        </p:txBody>
      </p:sp>
      <p:sp>
        <p:nvSpPr>
          <p:cNvPr id="3" name="文本占位符 2"/>
          <p:cNvSpPr>
            <a:spLocks noGrp="1"/>
          </p:cNvSpPr>
          <p:nvPr>
            <p:ph type="body" idx="1"/>
          </p:nvPr>
        </p:nvSpPr>
        <p:spPr/>
        <p:txBody>
          <a:bodyPr/>
          <a:lstStyle/>
          <a:p>
            <a:pPr lvl="0"/>
            <a:r>
              <a:rPr lang="zh-CN" altLang="en-US" dirty="0" smtClean="0"/>
              <a:t>公司的主要业务</a:t>
            </a:r>
          </a:p>
        </p:txBody>
      </p:sp>
      <p:sp>
        <p:nvSpPr>
          <p:cNvPr id="6" name="内容占位符 5"/>
          <p:cNvSpPr>
            <a:spLocks noGrp="1"/>
          </p:cNvSpPr>
          <p:nvPr>
            <p:ph sz="half" idx="2"/>
          </p:nvPr>
        </p:nvSpPr>
        <p:spPr/>
        <p:txBody>
          <a:bodyPr/>
          <a:lstStyle/>
          <a:p>
            <a:pPr lvl="1"/>
            <a:r>
              <a:rPr lang="zh-CN" altLang="en-US" dirty="0"/>
              <a:t>酒店管理、房屋租赁，会议服务，物业服务以及其他相关的现代服务</a:t>
            </a:r>
          </a:p>
          <a:p>
            <a:pPr lvl="1"/>
            <a:r>
              <a:rPr lang="zh-CN" altLang="en-US" dirty="0"/>
              <a:t>公司目前正承接一个房产装修改造的管理项目，项目结束，公司获了以该房产</a:t>
            </a:r>
            <a:r>
              <a:rPr lang="en-US" altLang="zh-CN" dirty="0"/>
              <a:t>20</a:t>
            </a:r>
            <a:r>
              <a:rPr lang="zh-CN" altLang="en-US" dirty="0"/>
              <a:t>年的经营使用权</a:t>
            </a:r>
            <a:r>
              <a:rPr lang="zh-CN" altLang="en-US" dirty="0" smtClean="0"/>
              <a:t>。</a:t>
            </a:r>
            <a:endParaRPr lang="zh-CN" altLang="en-US" dirty="0"/>
          </a:p>
        </p:txBody>
      </p:sp>
      <p:sp>
        <p:nvSpPr>
          <p:cNvPr id="7" name="文本占位符 6"/>
          <p:cNvSpPr>
            <a:spLocks noGrp="1"/>
          </p:cNvSpPr>
          <p:nvPr>
            <p:ph type="body" sz="quarter" idx="3"/>
          </p:nvPr>
        </p:nvSpPr>
        <p:spPr/>
        <p:txBody>
          <a:bodyPr/>
          <a:lstStyle/>
          <a:p>
            <a:r>
              <a:rPr lang="zh-CN" altLang="en-US" dirty="0"/>
              <a:t>公司</a:t>
            </a:r>
            <a:r>
              <a:rPr lang="zh-CN" altLang="en-US" dirty="0" smtClean="0"/>
              <a:t>创立</a:t>
            </a:r>
            <a:endParaRPr lang="zh-CN" altLang="en-US" dirty="0"/>
          </a:p>
        </p:txBody>
      </p:sp>
      <p:graphicFrame>
        <p:nvGraphicFramePr>
          <p:cNvPr id="9" name="内容占位符 8"/>
          <p:cNvGraphicFramePr>
            <a:graphicFrameLocks noGrp="1"/>
          </p:cNvGraphicFramePr>
          <p:nvPr>
            <p:ph sz="quarter" idx="4"/>
            <p:extLst>
              <p:ext uri="{D42A27DB-BD31-4B8C-83A1-F6EECF244321}">
                <p14:modId xmlns:p14="http://schemas.microsoft.com/office/powerpoint/2010/main" val="3930025859"/>
              </p:ext>
            </p:extLst>
          </p:nvPr>
        </p:nvGraphicFramePr>
        <p:xfrm>
          <a:off x="6633864" y="2909102"/>
          <a:ext cx="4800600" cy="29963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1622417"/>
      </p:ext>
    </p:extLst>
  </p:cSld>
  <p:clrMapOvr>
    <a:masterClrMapping/>
  </p:clrMapOvr>
  <p:transition spd="slow" advTm="5000">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公司的组织架构</a:t>
            </a:r>
          </a:p>
        </p:txBody>
      </p:sp>
      <p:graphicFrame>
        <p:nvGraphicFramePr>
          <p:cNvPr id="10" name="内容占位符 9"/>
          <p:cNvGraphicFramePr>
            <a:graphicFrameLocks noGrp="1"/>
          </p:cNvGraphicFramePr>
          <p:nvPr>
            <p:ph idx="1"/>
            <p:extLst>
              <p:ext uri="{D42A27DB-BD31-4B8C-83A1-F6EECF244321}">
                <p14:modId xmlns:p14="http://schemas.microsoft.com/office/powerpoint/2010/main" val="723093566"/>
              </p:ext>
            </p:extLst>
          </p:nvPr>
        </p:nvGraphicFramePr>
        <p:xfrm>
          <a:off x="765051" y="920377"/>
          <a:ext cx="6158418" cy="49851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占位符 2"/>
          <p:cNvSpPr>
            <a:spLocks noGrp="1"/>
          </p:cNvSpPr>
          <p:nvPr>
            <p:ph type="body" sz="half" idx="2"/>
          </p:nvPr>
        </p:nvSpPr>
        <p:spPr/>
        <p:txBody>
          <a:bodyPr>
            <a:normAutofit/>
          </a:bodyPr>
          <a:lstStyle/>
          <a:p>
            <a:pPr lvl="0"/>
            <a:r>
              <a:rPr lang="zh-CN" altLang="en-US" dirty="0" smtClean="0"/>
              <a:t>董事会领导下总经理负责制，这是适应现代化大生产和市场经济发展要求而产生的行之有效的公司领导体制。</a:t>
            </a:r>
          </a:p>
        </p:txBody>
      </p:sp>
    </p:spTree>
    <p:extLst>
      <p:ext uri="{BB962C8B-B14F-4D97-AF65-F5344CB8AC3E}">
        <p14:creationId xmlns:p14="http://schemas.microsoft.com/office/powerpoint/2010/main" val="4207315616"/>
      </p:ext>
    </p:extLst>
  </p:cSld>
  <p:clrMapOvr>
    <a:masterClrMapping/>
  </p:clrMapOvr>
  <p:transition spd="slow" advTm="5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graphicEl>
                                              <a:dgm id="{477DD02D-1639-42E7-A93D-011BCAFC1EE1}"/>
                                            </p:graphicEl>
                                          </p:spTgt>
                                        </p:tgtEl>
                                        <p:attrNameLst>
                                          <p:attrName>style.visibility</p:attrName>
                                        </p:attrNameLst>
                                      </p:cBhvr>
                                      <p:to>
                                        <p:strVal val="visible"/>
                                      </p:to>
                                    </p:set>
                                    <p:anim calcmode="lin" valueType="num">
                                      <p:cBhvr additive="base">
                                        <p:cTn id="7" dur="500" fill="hold"/>
                                        <p:tgtEl>
                                          <p:spTgt spid="10">
                                            <p:graphicEl>
                                              <a:dgm id="{477DD02D-1639-42E7-A93D-011BCAFC1EE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graphicEl>
                                              <a:dgm id="{477DD02D-1639-42E7-A93D-011BCAFC1EE1}"/>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graphicEl>
                                              <a:dgm id="{E6C02AEE-BD49-468B-A30F-6F0D7B4AC148}"/>
                                            </p:graphicEl>
                                          </p:spTgt>
                                        </p:tgtEl>
                                        <p:attrNameLst>
                                          <p:attrName>style.visibility</p:attrName>
                                        </p:attrNameLst>
                                      </p:cBhvr>
                                      <p:to>
                                        <p:strVal val="visible"/>
                                      </p:to>
                                    </p:set>
                                    <p:anim calcmode="lin" valueType="num">
                                      <p:cBhvr additive="base">
                                        <p:cTn id="13" dur="500" fill="hold"/>
                                        <p:tgtEl>
                                          <p:spTgt spid="10">
                                            <p:graphicEl>
                                              <a:dgm id="{E6C02AEE-BD49-468B-A30F-6F0D7B4AC148}"/>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graphicEl>
                                              <a:dgm id="{E6C02AEE-BD49-468B-A30F-6F0D7B4AC148}"/>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0">
                                            <p:graphicEl>
                                              <a:dgm id="{0D4EA360-02BB-4FD3-93BA-326028DD7876}"/>
                                            </p:graphicEl>
                                          </p:spTgt>
                                        </p:tgtEl>
                                        <p:attrNameLst>
                                          <p:attrName>style.visibility</p:attrName>
                                        </p:attrNameLst>
                                      </p:cBhvr>
                                      <p:to>
                                        <p:strVal val="visible"/>
                                      </p:to>
                                    </p:set>
                                    <p:anim calcmode="lin" valueType="num">
                                      <p:cBhvr additive="base">
                                        <p:cTn id="17" dur="500" fill="hold"/>
                                        <p:tgtEl>
                                          <p:spTgt spid="10">
                                            <p:graphicEl>
                                              <a:dgm id="{0D4EA360-02BB-4FD3-93BA-326028DD7876}"/>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graphicEl>
                                              <a:dgm id="{0D4EA360-02BB-4FD3-93BA-326028DD7876}"/>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graphicEl>
                                              <a:dgm id="{7B4807B2-4040-4517-BAE9-8F72A4257663}"/>
                                            </p:graphicEl>
                                          </p:spTgt>
                                        </p:tgtEl>
                                        <p:attrNameLst>
                                          <p:attrName>style.visibility</p:attrName>
                                        </p:attrNameLst>
                                      </p:cBhvr>
                                      <p:to>
                                        <p:strVal val="visible"/>
                                      </p:to>
                                    </p:set>
                                    <p:anim calcmode="lin" valueType="num">
                                      <p:cBhvr additive="base">
                                        <p:cTn id="23" dur="500" fill="hold"/>
                                        <p:tgtEl>
                                          <p:spTgt spid="10">
                                            <p:graphicEl>
                                              <a:dgm id="{7B4807B2-4040-4517-BAE9-8F72A4257663}"/>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graphicEl>
                                              <a:dgm id="{7B4807B2-4040-4517-BAE9-8F72A4257663}"/>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graphicEl>
                                              <a:dgm id="{5D1DDF5A-6873-49F2-996A-94BF98DFE34C}"/>
                                            </p:graphicEl>
                                          </p:spTgt>
                                        </p:tgtEl>
                                        <p:attrNameLst>
                                          <p:attrName>style.visibility</p:attrName>
                                        </p:attrNameLst>
                                      </p:cBhvr>
                                      <p:to>
                                        <p:strVal val="visible"/>
                                      </p:to>
                                    </p:set>
                                    <p:anim calcmode="lin" valueType="num">
                                      <p:cBhvr additive="base">
                                        <p:cTn id="27" dur="500" fill="hold"/>
                                        <p:tgtEl>
                                          <p:spTgt spid="10">
                                            <p:graphicEl>
                                              <a:dgm id="{5D1DDF5A-6873-49F2-996A-94BF98DFE34C}"/>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
                                            <p:graphicEl>
                                              <a:dgm id="{5D1DDF5A-6873-49F2-996A-94BF98DFE34C}"/>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0">
                                            <p:graphicEl>
                                              <a:dgm id="{167C2CCC-5E3A-4B7C-96D7-6DC254D0B250}"/>
                                            </p:graphicEl>
                                          </p:spTgt>
                                        </p:tgtEl>
                                        <p:attrNameLst>
                                          <p:attrName>style.visibility</p:attrName>
                                        </p:attrNameLst>
                                      </p:cBhvr>
                                      <p:to>
                                        <p:strVal val="visible"/>
                                      </p:to>
                                    </p:set>
                                    <p:anim calcmode="lin" valueType="num">
                                      <p:cBhvr additive="base">
                                        <p:cTn id="33" dur="500" fill="hold"/>
                                        <p:tgtEl>
                                          <p:spTgt spid="10">
                                            <p:graphicEl>
                                              <a:dgm id="{167C2CCC-5E3A-4B7C-96D7-6DC254D0B250}"/>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graphicEl>
                                              <a:dgm id="{167C2CCC-5E3A-4B7C-96D7-6DC254D0B250}"/>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0">
                                            <p:graphicEl>
                                              <a:dgm id="{115D3240-F4C2-4EA8-9F0B-FE520C76DEE8}"/>
                                            </p:graphicEl>
                                          </p:spTgt>
                                        </p:tgtEl>
                                        <p:attrNameLst>
                                          <p:attrName>style.visibility</p:attrName>
                                        </p:attrNameLst>
                                      </p:cBhvr>
                                      <p:to>
                                        <p:strVal val="visible"/>
                                      </p:to>
                                    </p:set>
                                    <p:anim calcmode="lin" valueType="num">
                                      <p:cBhvr additive="base">
                                        <p:cTn id="37" dur="500" fill="hold"/>
                                        <p:tgtEl>
                                          <p:spTgt spid="10">
                                            <p:graphicEl>
                                              <a:dgm id="{115D3240-F4C2-4EA8-9F0B-FE520C76DEE8}"/>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graphicEl>
                                              <a:dgm id="{115D3240-F4C2-4EA8-9F0B-FE520C76DEE8}"/>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graphicEl>
                                              <a:dgm id="{9935AADF-DC96-496A-AB5A-D609442B6861}"/>
                                            </p:graphicEl>
                                          </p:spTgt>
                                        </p:tgtEl>
                                        <p:attrNameLst>
                                          <p:attrName>style.visibility</p:attrName>
                                        </p:attrNameLst>
                                      </p:cBhvr>
                                      <p:to>
                                        <p:strVal val="visible"/>
                                      </p:to>
                                    </p:set>
                                    <p:anim calcmode="lin" valueType="num">
                                      <p:cBhvr additive="base">
                                        <p:cTn id="43" dur="500" fill="hold"/>
                                        <p:tgtEl>
                                          <p:spTgt spid="10">
                                            <p:graphicEl>
                                              <a:dgm id="{9935AADF-DC96-496A-AB5A-D609442B6861}"/>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graphicEl>
                                              <a:dgm id="{9935AADF-DC96-496A-AB5A-D609442B6861}"/>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
                                            <p:graphicEl>
                                              <a:dgm id="{227CBDF2-231F-480C-B5A0-AEEE5BDE635E}"/>
                                            </p:graphicEl>
                                          </p:spTgt>
                                        </p:tgtEl>
                                        <p:attrNameLst>
                                          <p:attrName>style.visibility</p:attrName>
                                        </p:attrNameLst>
                                      </p:cBhvr>
                                      <p:to>
                                        <p:strVal val="visible"/>
                                      </p:to>
                                    </p:set>
                                    <p:anim calcmode="lin" valueType="num">
                                      <p:cBhvr additive="base">
                                        <p:cTn id="47" dur="500" fill="hold"/>
                                        <p:tgtEl>
                                          <p:spTgt spid="10">
                                            <p:graphicEl>
                                              <a:dgm id="{227CBDF2-231F-480C-B5A0-AEEE5BDE635E}"/>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10">
                                            <p:graphicEl>
                                              <a:dgm id="{227CBDF2-231F-480C-B5A0-AEEE5BDE635E}"/>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0">
                                            <p:graphicEl>
                                              <a:dgm id="{7BDEC96F-A3B7-49FC-844E-8713DF8A40B5}"/>
                                            </p:graphicEl>
                                          </p:spTgt>
                                        </p:tgtEl>
                                        <p:attrNameLst>
                                          <p:attrName>style.visibility</p:attrName>
                                        </p:attrNameLst>
                                      </p:cBhvr>
                                      <p:to>
                                        <p:strVal val="visible"/>
                                      </p:to>
                                    </p:set>
                                    <p:anim calcmode="lin" valueType="num">
                                      <p:cBhvr additive="base">
                                        <p:cTn id="53" dur="500" fill="hold"/>
                                        <p:tgtEl>
                                          <p:spTgt spid="10">
                                            <p:graphicEl>
                                              <a:dgm id="{7BDEC96F-A3B7-49FC-844E-8713DF8A40B5}"/>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10">
                                            <p:graphicEl>
                                              <a:dgm id="{7BDEC96F-A3B7-49FC-844E-8713DF8A40B5}"/>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0">
                                            <p:graphicEl>
                                              <a:dgm id="{2F17F81F-5FBC-46EF-B513-21AC78BB2018}"/>
                                            </p:graphicEl>
                                          </p:spTgt>
                                        </p:tgtEl>
                                        <p:attrNameLst>
                                          <p:attrName>style.visibility</p:attrName>
                                        </p:attrNameLst>
                                      </p:cBhvr>
                                      <p:to>
                                        <p:strVal val="visible"/>
                                      </p:to>
                                    </p:set>
                                    <p:anim calcmode="lin" valueType="num">
                                      <p:cBhvr additive="base">
                                        <p:cTn id="57" dur="500" fill="hold"/>
                                        <p:tgtEl>
                                          <p:spTgt spid="10">
                                            <p:graphicEl>
                                              <a:dgm id="{2F17F81F-5FBC-46EF-B513-21AC78BB2018}"/>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10">
                                            <p:graphicEl>
                                              <a:dgm id="{2F17F81F-5FBC-46EF-B513-21AC78BB2018}"/>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0">
                                            <p:graphicEl>
                                              <a:dgm id="{8D3A666A-CC8E-41FB-8FD7-9F50EA1A8F42}"/>
                                            </p:graphicEl>
                                          </p:spTgt>
                                        </p:tgtEl>
                                        <p:attrNameLst>
                                          <p:attrName>style.visibility</p:attrName>
                                        </p:attrNameLst>
                                      </p:cBhvr>
                                      <p:to>
                                        <p:strVal val="visible"/>
                                      </p:to>
                                    </p:set>
                                    <p:anim calcmode="lin" valueType="num">
                                      <p:cBhvr additive="base">
                                        <p:cTn id="63" dur="500" fill="hold"/>
                                        <p:tgtEl>
                                          <p:spTgt spid="10">
                                            <p:graphicEl>
                                              <a:dgm id="{8D3A666A-CC8E-41FB-8FD7-9F50EA1A8F42}"/>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10">
                                            <p:graphicEl>
                                              <a:dgm id="{8D3A666A-CC8E-41FB-8FD7-9F50EA1A8F42}"/>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0">
                                            <p:graphicEl>
                                              <a:dgm id="{3FE1FABD-B568-41CF-B5D8-9AFEFA252B99}"/>
                                            </p:graphicEl>
                                          </p:spTgt>
                                        </p:tgtEl>
                                        <p:attrNameLst>
                                          <p:attrName>style.visibility</p:attrName>
                                        </p:attrNameLst>
                                      </p:cBhvr>
                                      <p:to>
                                        <p:strVal val="visible"/>
                                      </p:to>
                                    </p:set>
                                    <p:anim calcmode="lin" valueType="num">
                                      <p:cBhvr additive="base">
                                        <p:cTn id="67" dur="500" fill="hold"/>
                                        <p:tgtEl>
                                          <p:spTgt spid="10">
                                            <p:graphicEl>
                                              <a:dgm id="{3FE1FABD-B568-41CF-B5D8-9AFEFA252B99}"/>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graphicEl>
                                              <a:dgm id="{3FE1FABD-B568-41CF-B5D8-9AFEFA252B99}"/>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
                                            <p:graphicEl>
                                              <a:dgm id="{6F45418D-AFD4-43FC-8D13-B17B352680BF}"/>
                                            </p:graphicEl>
                                          </p:spTgt>
                                        </p:tgtEl>
                                        <p:attrNameLst>
                                          <p:attrName>style.visibility</p:attrName>
                                        </p:attrNameLst>
                                      </p:cBhvr>
                                      <p:to>
                                        <p:strVal val="visible"/>
                                      </p:to>
                                    </p:set>
                                    <p:anim calcmode="lin" valueType="num">
                                      <p:cBhvr additive="base">
                                        <p:cTn id="73" dur="500" fill="hold"/>
                                        <p:tgtEl>
                                          <p:spTgt spid="10">
                                            <p:graphicEl>
                                              <a:dgm id="{6F45418D-AFD4-43FC-8D13-B17B352680BF}"/>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
                                            <p:graphicEl>
                                              <a:dgm id="{6F45418D-AFD4-43FC-8D13-B17B352680BF}"/>
                                            </p:graphic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0">
                                            <p:graphicEl>
                                              <a:dgm id="{3FFA7F26-A369-41BF-892F-5B678BDD3D25}"/>
                                            </p:graphicEl>
                                          </p:spTgt>
                                        </p:tgtEl>
                                        <p:attrNameLst>
                                          <p:attrName>style.visibility</p:attrName>
                                        </p:attrNameLst>
                                      </p:cBhvr>
                                      <p:to>
                                        <p:strVal val="visible"/>
                                      </p:to>
                                    </p:set>
                                    <p:anim calcmode="lin" valueType="num">
                                      <p:cBhvr additive="base">
                                        <p:cTn id="77" dur="500" fill="hold"/>
                                        <p:tgtEl>
                                          <p:spTgt spid="10">
                                            <p:graphicEl>
                                              <a:dgm id="{3FFA7F26-A369-41BF-892F-5B678BDD3D25}"/>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10">
                                            <p:graphicEl>
                                              <a:dgm id="{3FFA7F26-A369-41BF-892F-5B678BDD3D25}"/>
                                            </p:graphic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0">
                                            <p:graphicEl>
                                              <a:dgm id="{90C7E16B-FEFF-49A3-9E06-1C0EE66883C2}"/>
                                            </p:graphicEl>
                                          </p:spTgt>
                                        </p:tgtEl>
                                        <p:attrNameLst>
                                          <p:attrName>style.visibility</p:attrName>
                                        </p:attrNameLst>
                                      </p:cBhvr>
                                      <p:to>
                                        <p:strVal val="visible"/>
                                      </p:to>
                                    </p:set>
                                    <p:anim calcmode="lin" valueType="num">
                                      <p:cBhvr additive="base">
                                        <p:cTn id="83" dur="500" fill="hold"/>
                                        <p:tgtEl>
                                          <p:spTgt spid="10">
                                            <p:graphicEl>
                                              <a:dgm id="{90C7E16B-FEFF-49A3-9E06-1C0EE66883C2}"/>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10">
                                            <p:graphicEl>
                                              <a:dgm id="{90C7E16B-FEFF-49A3-9E06-1C0EE66883C2}"/>
                                            </p:graphic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0">
                                            <p:graphicEl>
                                              <a:dgm id="{3CCEC79D-5AF8-4F56-AED1-1D150E41A059}"/>
                                            </p:graphicEl>
                                          </p:spTgt>
                                        </p:tgtEl>
                                        <p:attrNameLst>
                                          <p:attrName>style.visibility</p:attrName>
                                        </p:attrNameLst>
                                      </p:cBhvr>
                                      <p:to>
                                        <p:strVal val="visible"/>
                                      </p:to>
                                    </p:set>
                                    <p:anim calcmode="lin" valueType="num">
                                      <p:cBhvr additive="base">
                                        <p:cTn id="87" dur="500" fill="hold"/>
                                        <p:tgtEl>
                                          <p:spTgt spid="10">
                                            <p:graphicEl>
                                              <a:dgm id="{3CCEC79D-5AF8-4F56-AED1-1D150E41A059}"/>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10">
                                            <p:graphicEl>
                                              <a:dgm id="{3CCEC79D-5AF8-4F56-AED1-1D150E41A059}"/>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lvl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公司规章与制度</a:t>
            </a:r>
          </a:p>
        </p:txBody>
      </p:sp>
      <p:sp>
        <p:nvSpPr>
          <p:cNvPr id="3" name="文本占位符 2"/>
          <p:cNvSpPr>
            <a:spLocks noGrp="1"/>
          </p:cNvSpPr>
          <p:nvPr>
            <p:ph sz="half" idx="1"/>
          </p:nvPr>
        </p:nvSpPr>
        <p:spPr/>
        <p:txBody>
          <a:bodyPr>
            <a:normAutofit/>
          </a:bodyPr>
          <a:lstStyle/>
          <a:p>
            <a:pPr lvl="0"/>
            <a:r>
              <a:rPr lang="zh-CN" altLang="en-US" dirty="0" smtClean="0"/>
              <a:t>员工招聘</a:t>
            </a:r>
          </a:p>
          <a:p>
            <a:pPr lvl="0"/>
            <a:r>
              <a:rPr lang="zh-CN" altLang="en-US" dirty="0" smtClean="0"/>
              <a:t>工作时间</a:t>
            </a:r>
          </a:p>
          <a:p>
            <a:pPr lvl="0"/>
            <a:r>
              <a:rPr lang="zh-CN" altLang="en-US" dirty="0" smtClean="0"/>
              <a:t>福利与休假</a:t>
            </a:r>
          </a:p>
          <a:p>
            <a:pPr lvl="0"/>
            <a:r>
              <a:rPr lang="zh-CN" altLang="en-US" dirty="0" smtClean="0"/>
              <a:t>培训与发展</a:t>
            </a:r>
          </a:p>
          <a:p>
            <a:pPr lvl="0"/>
            <a:r>
              <a:rPr lang="zh-CN" altLang="en-US" dirty="0" smtClean="0">
                <a:hlinkClick r:id="rId2" action="ppaction://hlinkfile"/>
              </a:rPr>
              <a:t>员工守则</a:t>
            </a:r>
            <a:endParaRPr lang="zh-CN" altLang="en-US" dirty="0" smtClean="0"/>
          </a:p>
        </p:txBody>
      </p:sp>
      <p:sp>
        <p:nvSpPr>
          <p:cNvPr id="6" name="内容占位符 5"/>
          <p:cNvSpPr>
            <a:spLocks noGrp="1"/>
          </p:cNvSpPr>
          <p:nvPr>
            <p:ph sz="half" idx="2"/>
          </p:nvPr>
        </p:nvSpPr>
        <p:spPr/>
        <p:txBody>
          <a:bodyPr>
            <a:normAutofit/>
          </a:bodyPr>
          <a:lstStyle/>
          <a:p>
            <a:pPr lvl="0"/>
            <a:r>
              <a:rPr lang="zh-CN" altLang="en-US" dirty="0"/>
              <a:t>公平、公正、公开</a:t>
            </a:r>
          </a:p>
          <a:p>
            <a:pPr lvl="0"/>
            <a:r>
              <a:rPr lang="zh-CN" altLang="en-US" dirty="0"/>
              <a:t>竞争上岗</a:t>
            </a:r>
          </a:p>
          <a:p>
            <a:pPr lvl="0"/>
            <a:r>
              <a:rPr lang="zh-CN" altLang="en-US" dirty="0"/>
              <a:t>合理调岗</a:t>
            </a:r>
          </a:p>
          <a:p>
            <a:pPr lvl="0"/>
            <a:r>
              <a:rPr lang="zh-CN" altLang="en-US" dirty="0"/>
              <a:t>解除合同</a:t>
            </a:r>
          </a:p>
          <a:p>
            <a:pPr lvl="0"/>
            <a:r>
              <a:rPr lang="zh-CN" altLang="en-US" dirty="0"/>
              <a:t>违约</a:t>
            </a:r>
            <a:r>
              <a:rPr lang="zh-CN" altLang="en-US" dirty="0" smtClean="0"/>
              <a:t>责任</a:t>
            </a:r>
            <a:endParaRPr lang="zh-CN" altLang="en-US" dirty="0"/>
          </a:p>
        </p:txBody>
      </p:sp>
    </p:spTree>
    <p:extLst>
      <p:ext uri="{BB962C8B-B14F-4D97-AF65-F5344CB8AC3E}">
        <p14:creationId xmlns:p14="http://schemas.microsoft.com/office/powerpoint/2010/main" val="675121043"/>
      </p:ext>
    </p:extLst>
  </p:cSld>
  <p:clrMapOvr>
    <a:masterClrMapping/>
  </p:clrMapOvr>
  <p:transition spd="slow" advTm="5000">
    <p:push dir="u"/>
  </p:transition>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6">
                                            <p:txEl>
                                              <p:pRg st="0" end="0"/>
                                            </p:txEl>
                                          </p:spTgt>
                                        </p:tgtEl>
                                      </p:cBhvr>
                                    </p:animEffect>
                                  </p:childTnLst>
                                </p:cTn>
                              </p:par>
                            </p:childTnLst>
                          </p:cTn>
                        </p:par>
                        <p:par>
                          <p:cTn id="11" fill="hold">
                            <p:stCondLst>
                              <p:cond delay="1000"/>
                            </p:stCondLst>
                            <p:childTnLst>
                              <p:par>
                                <p:cTn id="12" presetID="31" presetClass="entr" presetSubtype="0" fill="hold" grpId="0" nodeType="after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 calcmode="lin" valueType="num">
                                      <p:cBhvr>
                                        <p:cTn id="14"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15"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16"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17" dur="1000"/>
                                        <p:tgtEl>
                                          <p:spTgt spid="6">
                                            <p:txEl>
                                              <p:pRg st="1" end="1"/>
                                            </p:txEl>
                                          </p:spTgt>
                                        </p:tgtEl>
                                      </p:cBhvr>
                                    </p:animEffect>
                                  </p:childTnLst>
                                </p:cTn>
                              </p:par>
                            </p:childTnLst>
                          </p:cTn>
                        </p:par>
                        <p:par>
                          <p:cTn id="18" fill="hold">
                            <p:stCondLst>
                              <p:cond delay="2000"/>
                            </p:stCondLst>
                            <p:childTnLst>
                              <p:par>
                                <p:cTn id="19" presetID="31" presetClass="entr" presetSubtype="0" fill="hold" grpId="0" nodeType="after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 calcmode="lin" valueType="num">
                                      <p:cBhvr>
                                        <p:cTn id="21" dur="1000" fill="hold"/>
                                        <p:tgtEl>
                                          <p:spTgt spid="6">
                                            <p:txEl>
                                              <p:pRg st="2" end="2"/>
                                            </p:txEl>
                                          </p:spTgt>
                                        </p:tgtEl>
                                        <p:attrNameLst>
                                          <p:attrName>ppt_w</p:attrName>
                                        </p:attrNameLst>
                                      </p:cBhvr>
                                      <p:tavLst>
                                        <p:tav tm="0">
                                          <p:val>
                                            <p:fltVal val="0"/>
                                          </p:val>
                                        </p:tav>
                                        <p:tav tm="100000">
                                          <p:val>
                                            <p:strVal val="#ppt_w"/>
                                          </p:val>
                                        </p:tav>
                                      </p:tavLst>
                                    </p:anim>
                                    <p:anim calcmode="lin" valueType="num">
                                      <p:cBhvr>
                                        <p:cTn id="22" dur="1000" fill="hold"/>
                                        <p:tgtEl>
                                          <p:spTgt spid="6">
                                            <p:txEl>
                                              <p:pRg st="2" end="2"/>
                                            </p:txEl>
                                          </p:spTgt>
                                        </p:tgtEl>
                                        <p:attrNameLst>
                                          <p:attrName>ppt_h</p:attrName>
                                        </p:attrNameLst>
                                      </p:cBhvr>
                                      <p:tavLst>
                                        <p:tav tm="0">
                                          <p:val>
                                            <p:fltVal val="0"/>
                                          </p:val>
                                        </p:tav>
                                        <p:tav tm="100000">
                                          <p:val>
                                            <p:strVal val="#ppt_h"/>
                                          </p:val>
                                        </p:tav>
                                      </p:tavLst>
                                    </p:anim>
                                    <p:anim calcmode="lin" valueType="num">
                                      <p:cBhvr>
                                        <p:cTn id="23" dur="1000" fill="hold"/>
                                        <p:tgtEl>
                                          <p:spTgt spid="6">
                                            <p:txEl>
                                              <p:pRg st="2" end="2"/>
                                            </p:txEl>
                                          </p:spTgt>
                                        </p:tgtEl>
                                        <p:attrNameLst>
                                          <p:attrName>style.rotation</p:attrName>
                                        </p:attrNameLst>
                                      </p:cBhvr>
                                      <p:tavLst>
                                        <p:tav tm="0">
                                          <p:val>
                                            <p:fltVal val="90"/>
                                          </p:val>
                                        </p:tav>
                                        <p:tav tm="100000">
                                          <p:val>
                                            <p:fltVal val="0"/>
                                          </p:val>
                                        </p:tav>
                                      </p:tavLst>
                                    </p:anim>
                                    <p:animEffect transition="in" filter="fade">
                                      <p:cBhvr>
                                        <p:cTn id="24" dur="1000"/>
                                        <p:tgtEl>
                                          <p:spTgt spid="6">
                                            <p:txEl>
                                              <p:pRg st="2" end="2"/>
                                            </p:txEl>
                                          </p:spTgt>
                                        </p:tgtEl>
                                      </p:cBhvr>
                                    </p:animEffect>
                                  </p:childTnLst>
                                </p:cTn>
                              </p:par>
                            </p:childTnLst>
                          </p:cTn>
                        </p:par>
                        <p:par>
                          <p:cTn id="25" fill="hold">
                            <p:stCondLst>
                              <p:cond delay="3000"/>
                            </p:stCondLst>
                            <p:childTnLst>
                              <p:par>
                                <p:cTn id="26" presetID="31" presetClass="entr" presetSubtype="0" fill="hold" grpId="0" nodeType="after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 calcmode="lin" valueType="num">
                                      <p:cBhvr>
                                        <p:cTn id="28" dur="1000" fill="hold"/>
                                        <p:tgtEl>
                                          <p:spTgt spid="6">
                                            <p:txEl>
                                              <p:pRg st="3" end="3"/>
                                            </p:txEl>
                                          </p:spTgt>
                                        </p:tgtEl>
                                        <p:attrNameLst>
                                          <p:attrName>ppt_w</p:attrName>
                                        </p:attrNameLst>
                                      </p:cBhvr>
                                      <p:tavLst>
                                        <p:tav tm="0">
                                          <p:val>
                                            <p:fltVal val="0"/>
                                          </p:val>
                                        </p:tav>
                                        <p:tav tm="100000">
                                          <p:val>
                                            <p:strVal val="#ppt_w"/>
                                          </p:val>
                                        </p:tav>
                                      </p:tavLst>
                                    </p:anim>
                                    <p:anim calcmode="lin" valueType="num">
                                      <p:cBhvr>
                                        <p:cTn id="29" dur="1000" fill="hold"/>
                                        <p:tgtEl>
                                          <p:spTgt spid="6">
                                            <p:txEl>
                                              <p:pRg st="3" end="3"/>
                                            </p:txEl>
                                          </p:spTgt>
                                        </p:tgtEl>
                                        <p:attrNameLst>
                                          <p:attrName>ppt_h</p:attrName>
                                        </p:attrNameLst>
                                      </p:cBhvr>
                                      <p:tavLst>
                                        <p:tav tm="0">
                                          <p:val>
                                            <p:fltVal val="0"/>
                                          </p:val>
                                        </p:tav>
                                        <p:tav tm="100000">
                                          <p:val>
                                            <p:strVal val="#ppt_h"/>
                                          </p:val>
                                        </p:tav>
                                      </p:tavLst>
                                    </p:anim>
                                    <p:anim calcmode="lin" valueType="num">
                                      <p:cBhvr>
                                        <p:cTn id="30" dur="1000" fill="hold"/>
                                        <p:tgtEl>
                                          <p:spTgt spid="6">
                                            <p:txEl>
                                              <p:pRg st="3" end="3"/>
                                            </p:txEl>
                                          </p:spTgt>
                                        </p:tgtEl>
                                        <p:attrNameLst>
                                          <p:attrName>style.rotation</p:attrName>
                                        </p:attrNameLst>
                                      </p:cBhvr>
                                      <p:tavLst>
                                        <p:tav tm="0">
                                          <p:val>
                                            <p:fltVal val="90"/>
                                          </p:val>
                                        </p:tav>
                                        <p:tav tm="100000">
                                          <p:val>
                                            <p:fltVal val="0"/>
                                          </p:val>
                                        </p:tav>
                                      </p:tavLst>
                                    </p:anim>
                                    <p:animEffect transition="in" filter="fade">
                                      <p:cBhvr>
                                        <p:cTn id="31" dur="1000"/>
                                        <p:tgtEl>
                                          <p:spTgt spid="6">
                                            <p:txEl>
                                              <p:pRg st="3" end="3"/>
                                            </p:txEl>
                                          </p:spTgt>
                                        </p:tgtEl>
                                      </p:cBhvr>
                                    </p:animEffect>
                                  </p:childTnLst>
                                </p:cTn>
                              </p:par>
                            </p:childTnLst>
                          </p:cTn>
                        </p:par>
                        <p:par>
                          <p:cTn id="32" fill="hold">
                            <p:stCondLst>
                              <p:cond delay="4000"/>
                            </p:stCondLst>
                            <p:childTnLst>
                              <p:par>
                                <p:cTn id="33" presetID="31" presetClass="entr" presetSubtype="0" fill="hold" grpId="0" nodeType="after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 calcmode="lin" valueType="num">
                                      <p:cBhvr>
                                        <p:cTn id="35" dur="1000" fill="hold"/>
                                        <p:tgtEl>
                                          <p:spTgt spid="6">
                                            <p:txEl>
                                              <p:pRg st="4" end="4"/>
                                            </p:txEl>
                                          </p:spTgt>
                                        </p:tgtEl>
                                        <p:attrNameLst>
                                          <p:attrName>ppt_w</p:attrName>
                                        </p:attrNameLst>
                                      </p:cBhvr>
                                      <p:tavLst>
                                        <p:tav tm="0">
                                          <p:val>
                                            <p:fltVal val="0"/>
                                          </p:val>
                                        </p:tav>
                                        <p:tav tm="100000">
                                          <p:val>
                                            <p:strVal val="#ppt_w"/>
                                          </p:val>
                                        </p:tav>
                                      </p:tavLst>
                                    </p:anim>
                                    <p:anim calcmode="lin" valueType="num">
                                      <p:cBhvr>
                                        <p:cTn id="36" dur="1000" fill="hold"/>
                                        <p:tgtEl>
                                          <p:spTgt spid="6">
                                            <p:txEl>
                                              <p:pRg st="4" end="4"/>
                                            </p:txEl>
                                          </p:spTgt>
                                        </p:tgtEl>
                                        <p:attrNameLst>
                                          <p:attrName>ppt_h</p:attrName>
                                        </p:attrNameLst>
                                      </p:cBhvr>
                                      <p:tavLst>
                                        <p:tav tm="0">
                                          <p:val>
                                            <p:fltVal val="0"/>
                                          </p:val>
                                        </p:tav>
                                        <p:tav tm="100000">
                                          <p:val>
                                            <p:strVal val="#ppt_h"/>
                                          </p:val>
                                        </p:tav>
                                      </p:tavLst>
                                    </p:anim>
                                    <p:anim calcmode="lin" valueType="num">
                                      <p:cBhvr>
                                        <p:cTn id="37" dur="1000" fill="hold"/>
                                        <p:tgtEl>
                                          <p:spTgt spid="6">
                                            <p:txEl>
                                              <p:pRg st="4" end="4"/>
                                            </p:txEl>
                                          </p:spTgt>
                                        </p:tgtEl>
                                        <p:attrNameLst>
                                          <p:attrName>style.rotation</p:attrName>
                                        </p:attrNameLst>
                                      </p:cBhvr>
                                      <p:tavLst>
                                        <p:tav tm="0">
                                          <p:val>
                                            <p:fltVal val="90"/>
                                          </p:val>
                                        </p:tav>
                                        <p:tav tm="100000">
                                          <p:val>
                                            <p:fltVal val="0"/>
                                          </p:val>
                                        </p:tav>
                                      </p:tavLst>
                                    </p:anim>
                                    <p:animEffect transition="in" filter="fade">
                                      <p:cBhvr>
                                        <p:cTn id="38" dur="1000"/>
                                        <p:tgtEl>
                                          <p:spTgt spid="6">
                                            <p:txEl>
                                              <p:pRg st="4" end="4"/>
                                            </p:txEl>
                                          </p:spTgt>
                                        </p:tgtEl>
                                      </p:cBhvr>
                                    </p:animEffect>
                                  </p:childTnLst>
                                </p:cTn>
                              </p:par>
                            </p:childTnLst>
                          </p:cTn>
                        </p:par>
                      </p:childTnLst>
                    </p:cTn>
                  </p:par>
                </p:childTnLst>
              </p:cTn>
              <p:nextCondLst>
                <p:cond evt="onClick" delay="0">
                  <p:tgtEl>
                    <p:spTgt spid="3"/>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idx="1"/>
          </p:nvPr>
        </p:nvPicPr>
        <p:blipFill>
          <a:blip r:embed="rId2">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t="120" b="120"/>
          <a:stretch>
            <a:fillRect/>
          </a:stretch>
        </p:blipFill>
        <p:spPr/>
      </p:pic>
      <p:sp>
        <p:nvSpPr>
          <p:cNvPr id="2" name="标题 1"/>
          <p:cNvSpPr>
            <a:spLocks noGrp="1"/>
          </p:cNvSpPr>
          <p:nvPr>
            <p:ph type="title"/>
          </p:nvPr>
        </p:nvSpPr>
        <p:spPr/>
        <p:txBody>
          <a:bodyPr/>
          <a:lstStyle/>
          <a:p>
            <a:r>
              <a:rPr lang="zh-CN" altLang="en-US" smtClean="0"/>
              <a:t>工作与同事</a:t>
            </a:r>
          </a:p>
        </p:txBody>
      </p:sp>
      <p:sp>
        <p:nvSpPr>
          <p:cNvPr id="7" name="文本占位符 6"/>
          <p:cNvSpPr>
            <a:spLocks noGrp="1"/>
          </p:cNvSpPr>
          <p:nvPr>
            <p:ph type="body" sz="half" idx="2"/>
          </p:nvPr>
        </p:nvSpPr>
        <p:spPr/>
        <p:txBody>
          <a:bodyPr/>
          <a:lstStyle/>
          <a:p>
            <a:endParaRPr lang="zh-CN" altLang="en-US"/>
          </a:p>
        </p:txBody>
      </p:sp>
    </p:spTree>
    <p:extLst>
      <p:ext uri="{BB962C8B-B14F-4D97-AF65-F5344CB8AC3E}">
        <p14:creationId xmlns:p14="http://schemas.microsoft.com/office/powerpoint/2010/main" val="768270366"/>
      </p:ext>
    </p:extLst>
  </p:cSld>
  <p:clrMapOvr>
    <a:masterClrMapping/>
  </p:clrMapOvr>
  <p:transition spd="slow" advTm="5000">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培训总结</a:t>
            </a:r>
          </a:p>
        </p:txBody>
      </p:sp>
    </p:spTree>
    <p:extLst>
      <p:ext uri="{BB962C8B-B14F-4D97-AF65-F5344CB8AC3E}">
        <p14:creationId xmlns:p14="http://schemas.microsoft.com/office/powerpoint/2010/main" val="329392362"/>
      </p:ext>
    </p:extLst>
  </p:cSld>
  <p:clrMapOvr>
    <a:masterClrMapping/>
  </p:clrMapOvr>
  <p:transition spd="slow" advTm="5000">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OfficeEval\redacted\\lgi01a201409191900[1].jpg"/>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MosiaicBubbles/>
                    </a14:imgEffect>
                  </a14:imgLayer>
                </a14:imgProps>
              </a:ext>
              <a:ext uri="{28A0092B-C50C-407E-A947-70E740481C1C}">
                <a14:useLocalDpi xmlns:a14="http://schemas.microsoft.com/office/drawing/2010/main" val="0"/>
              </a:ext>
            </a:extLst>
          </a:blip>
          <a:srcRect/>
          <a:stretch>
            <a:fillRect/>
          </a:stretch>
        </p:blipFill>
        <p:spPr bwMode="auto">
          <a:xfrm rot="1609149">
            <a:off x="6508997" y="4056471"/>
            <a:ext cx="2355229" cy="2228727"/>
          </a:xfrm>
          <a:prstGeom prst="hear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矩形 1"/>
          <p:cNvSpPr/>
          <p:nvPr/>
        </p:nvSpPr>
        <p:spPr>
          <a:xfrm>
            <a:off x="2553712" y="1994358"/>
            <a:ext cx="7141700" cy="923330"/>
          </a:xfrm>
          <a:prstGeom prst="rect">
            <a:avLst/>
          </a:prstGeom>
          <a:noFill/>
        </p:spPr>
        <p:txBody>
          <a:bodyPr wrap="none" lIns="91440" tIns="45720" rIns="91440" bIns="45720" numCol="1">
            <a:prstTxWarp prst="textDeflate">
              <a:avLst/>
            </a:prstTxWarp>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spc="50" dirty="0">
                <a:ln w="11430">
                  <a:noFill/>
                </a:ln>
                <a:gradFill>
                  <a:gsLst>
                    <a:gs pos="0">
                      <a:srgbClr val="FF0000"/>
                    </a:gs>
                    <a:gs pos="0">
                      <a:srgbClr val="FFFF00"/>
                    </a:gs>
                    <a:gs pos="53000">
                      <a:srgbClr val="FF7373"/>
                    </a:gs>
                    <a:gs pos="51000">
                      <a:srgbClr val="FF0000"/>
                    </a:gs>
                    <a:gs pos="100000">
                      <a:srgbClr val="FF0000"/>
                    </a:gs>
                  </a:gsLst>
                  <a:path path="circle">
                    <a:fillToRect l="50000" t="50000" r="100000" b="100000"/>
                  </a:path>
                </a:gradFill>
                <a:effectLst>
                  <a:outerShdw dir="5520000" sy="-30000" kx="-800400" algn="bl" rotWithShape="0">
                    <a:srgbClr val="FF0000">
                      <a:alpha val="20000"/>
                    </a:srgbClr>
                  </a:outerShdw>
                </a:effectLst>
                <a:latin typeface="方正舒体" panose="02010601030101010101" pitchFamily="2" charset="-122"/>
                <a:ea typeface="方正舒体" panose="02010601030101010101" pitchFamily="2" charset="-122"/>
              </a:rPr>
              <a:t>热烈欢迎新员工！</a:t>
            </a:r>
          </a:p>
        </p:txBody>
      </p:sp>
      <p:sp>
        <p:nvSpPr>
          <p:cNvPr id="5" name="TextBox 4"/>
          <p:cNvSpPr txBox="1"/>
          <p:nvPr/>
        </p:nvSpPr>
        <p:spPr>
          <a:xfrm>
            <a:off x="2553360" y="4098965"/>
            <a:ext cx="5007204" cy="954107"/>
          </a:xfrm>
          <a:prstGeom prst="rect">
            <a:avLst/>
          </a:prstGeom>
          <a:noFill/>
        </p:spPr>
        <p:txBody>
          <a:bodyPr wrap="square" rtlCol="0">
            <a:spAutoFit/>
          </a:bodyPr>
          <a:lstStyle/>
          <a:p>
            <a:r>
              <a:rPr lang="zh-CN" altLang="en-US" sz="2000" dirty="0">
                <a:solidFill>
                  <a:prstClr val="black"/>
                </a:solidFill>
                <a:latin typeface="Trebuchet MS" panose="020B0603020202020204"/>
                <a:ea typeface="华文新魏" panose="02010800040101010101" pitchFamily="2" charset="-122"/>
              </a:rPr>
              <a:t>电话</a:t>
            </a:r>
            <a:r>
              <a:rPr lang="zh-CN" altLang="en-US" dirty="0">
                <a:solidFill>
                  <a:prstClr val="black"/>
                </a:solidFill>
                <a:latin typeface="Trebuchet MS" panose="020B0603020202020204"/>
                <a:ea typeface="华文新魏" panose="02010800040101010101" pitchFamily="2" charset="-122"/>
              </a:rPr>
              <a:t>：</a:t>
            </a:r>
            <a:r>
              <a:rPr lang="en-US" altLang="zh-CN" dirty="0">
                <a:solidFill>
                  <a:prstClr val="black"/>
                </a:solidFill>
                <a:latin typeface="Trebuchet MS" panose="020B0603020202020204"/>
                <a:ea typeface="华文新魏" panose="02010800040101010101" pitchFamily="2" charset="-122"/>
              </a:rPr>
              <a:t>	88888888    </a:t>
            </a:r>
          </a:p>
          <a:p>
            <a:r>
              <a:rPr lang="en-US" altLang="zh-CN" spc="600" dirty="0">
                <a:solidFill>
                  <a:prstClr val="black"/>
                </a:solidFill>
                <a:latin typeface="Trebuchet MS" panose="020B0603020202020204"/>
                <a:ea typeface="华文新魏" panose="02010800040101010101" pitchFamily="2" charset="-122"/>
              </a:rPr>
              <a:t>QQ</a:t>
            </a:r>
            <a:r>
              <a:rPr lang="zh-CN" altLang="en-US" dirty="0">
                <a:solidFill>
                  <a:prstClr val="black"/>
                </a:solidFill>
                <a:latin typeface="Trebuchet MS" panose="020B0603020202020204"/>
                <a:ea typeface="华文新魏" panose="02010800040101010101" pitchFamily="2" charset="-122"/>
              </a:rPr>
              <a:t>：</a:t>
            </a:r>
            <a:r>
              <a:rPr lang="en-US" altLang="zh-CN" dirty="0">
                <a:solidFill>
                  <a:prstClr val="black"/>
                </a:solidFill>
                <a:latin typeface="Trebuchet MS" panose="020B0603020202020204"/>
                <a:ea typeface="华文新魏" panose="02010800040101010101" pitchFamily="2" charset="-122"/>
              </a:rPr>
              <a:t>	123456789  </a:t>
            </a:r>
          </a:p>
          <a:p>
            <a:r>
              <a:rPr lang="en-US" altLang="zh-CN" dirty="0">
                <a:solidFill>
                  <a:prstClr val="black"/>
                </a:solidFill>
                <a:latin typeface="Trebuchet MS" panose="020B0603020202020204"/>
                <a:ea typeface="华文新魏" panose="02010800040101010101" pitchFamily="2" charset="-122"/>
              </a:rPr>
              <a:t>Email</a:t>
            </a:r>
            <a:r>
              <a:rPr lang="zh-CN" altLang="en-US" dirty="0">
                <a:solidFill>
                  <a:prstClr val="black"/>
                </a:solidFill>
                <a:latin typeface="Trebuchet MS" panose="020B0603020202020204"/>
                <a:ea typeface="华文新魏" panose="02010800040101010101" pitchFamily="2" charset="-122"/>
              </a:rPr>
              <a:t>：</a:t>
            </a:r>
            <a:r>
              <a:rPr lang="en-US" altLang="zh-CN" dirty="0">
                <a:solidFill>
                  <a:prstClr val="black"/>
                </a:solidFill>
                <a:latin typeface="Trebuchet MS" panose="020B0603020202020204"/>
                <a:ea typeface="华文新魏" panose="02010800040101010101" pitchFamily="2" charset="-122"/>
              </a:rPr>
              <a:t>	123456789@QQ.COM</a:t>
            </a:r>
            <a:endParaRPr lang="zh-CN" altLang="en-US" dirty="0">
              <a:solidFill>
                <a:prstClr val="black"/>
              </a:solidFill>
              <a:latin typeface="Trebuchet MS" panose="020B0603020202020204"/>
              <a:ea typeface="华文新魏" panose="02010800040101010101" pitchFamily="2" charset="-122"/>
            </a:endParaRPr>
          </a:p>
        </p:txBody>
      </p:sp>
    </p:spTree>
    <p:extLst>
      <p:ext uri="{BB962C8B-B14F-4D97-AF65-F5344CB8AC3E}">
        <p14:creationId xmlns:p14="http://schemas.microsoft.com/office/powerpoint/2010/main" val="1311366479"/>
      </p:ext>
    </p:extLst>
  </p:cSld>
  <p:clrMapOvr>
    <a:masterClrMapping/>
  </p:clrMapOvr>
  <p:transition spd="slow" advTm="5000">
    <p:push dir="u"/>
  </p:transition>
  <p:timing>
    <p:tnLst>
      <p:par>
        <p:cTn id="1" dur="indefinite" restart="never" nodeType="tmRoot"/>
      </p:par>
    </p:tnLst>
  </p:timing>
</p:sld>
</file>

<file path=ppt/theme/theme1.xml><?xml version="1.0" encoding="utf-8"?>
<a:theme xmlns:a="http://schemas.openxmlformats.org/drawingml/2006/main" name="蓝色">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蓝色" id="{93015283-8F5A-488C-8B4B-48EB18F64EB9}" vid="{860743EF-3F82-4874-9AA6-0C83154DCD43}"/>
    </a:ext>
  </a:extLst>
</a:theme>
</file>

<file path=ppt/theme/theme2.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蓝色</Template>
  <TotalTime>94</TotalTime>
  <Words>316</Words>
  <Application>Microsoft Office PowerPoint</Application>
  <PresentationFormat>宽屏</PresentationFormat>
  <Paragraphs>64</Paragraphs>
  <Slides>9</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9</vt:i4>
      </vt:variant>
    </vt:vector>
  </HeadingPairs>
  <TitlesOfParts>
    <vt:vector size="22" baseType="lpstr">
      <vt:lpstr>等线</vt:lpstr>
      <vt:lpstr>方正舒体</vt:lpstr>
      <vt:lpstr>方正姚体</vt:lpstr>
      <vt:lpstr>华文新魏</vt:lpstr>
      <vt:lpstr>华文中宋</vt:lpstr>
      <vt:lpstr>微软雅黑</vt:lpstr>
      <vt:lpstr>Arial</vt:lpstr>
      <vt:lpstr>Gill Sans MT</vt:lpstr>
      <vt:lpstr>Times New Roman</vt:lpstr>
      <vt:lpstr>Trebuchet MS</vt:lpstr>
      <vt:lpstr>Wingdings 3</vt:lpstr>
      <vt:lpstr>蓝色</vt:lpstr>
      <vt:lpstr>平面</vt:lpstr>
      <vt:lpstr>欢迎加入</vt:lpstr>
      <vt:lpstr>培训内容及安排</vt:lpstr>
      <vt:lpstr>培训时间安排</vt:lpstr>
      <vt:lpstr>公司的过去、现在及未来</vt:lpstr>
      <vt:lpstr>公司的组织架构</vt:lpstr>
      <vt:lpstr>公司规章与制度</vt:lpstr>
      <vt:lpstr>工作与同事</vt:lpstr>
      <vt:lpstr>培训总结</vt:lpstr>
      <vt:lpstr>PowerPoint 演示文稿</vt:lpstr>
    </vt:vector>
  </TitlesOfParts>
  <Company>BaiDu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欢迎加入</dc:title>
  <dc:creator>吉燕</dc:creator>
  <cp:lastModifiedBy>Windows 用户11</cp:lastModifiedBy>
  <cp:revision>12</cp:revision>
  <dcterms:created xsi:type="dcterms:W3CDTF">2019-03-18T04:00:59Z</dcterms:created>
  <dcterms:modified xsi:type="dcterms:W3CDTF">2021-04-14T03:53:39Z</dcterms:modified>
</cp:coreProperties>
</file>