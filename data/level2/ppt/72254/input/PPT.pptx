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90" r:id="rId1"/>
  </p:sldMasterIdLst>
  <p:notesMasterIdLst>
    <p:notesMasterId r:id="rId9"/>
  </p:notesMasterIdLst>
  <p:handoutMasterIdLst>
    <p:handoutMasterId r:id="rId10"/>
  </p:handoutMasterIdLst>
  <p:sldIdLst>
    <p:sldId id="938" r:id="rId2"/>
    <p:sldId id="911" r:id="rId3"/>
    <p:sldId id="934" r:id="rId4"/>
    <p:sldId id="935" r:id="rId5"/>
    <p:sldId id="939" r:id="rId6"/>
    <p:sldId id="936" r:id="rId7"/>
    <p:sldId id="937" r:id="rId8"/>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3">
          <p15:clr>
            <a:srgbClr val="A4A3A4"/>
          </p15:clr>
        </p15:guide>
        <p15:guide id="2" orient="horz" pos="916">
          <p15:clr>
            <a:srgbClr val="A4A3A4"/>
          </p15:clr>
        </p15:guide>
        <p15:guide id="3" orient="horz" pos="1197">
          <p15:clr>
            <a:srgbClr val="A4A3A4"/>
          </p15:clr>
        </p15:guide>
        <p15:guide id="4" orient="horz" pos="2159">
          <p15:clr>
            <a:srgbClr val="A4A3A4"/>
          </p15:clr>
        </p15:guide>
        <p15:guide id="5" orient="horz" pos="2086">
          <p15:clr>
            <a:srgbClr val="A4A3A4"/>
          </p15:clr>
        </p15:guide>
        <p15:guide id="6" pos="328">
          <p15:clr>
            <a:srgbClr val="A4A3A4"/>
          </p15:clr>
        </p15:guide>
        <p15:guide id="7" pos="7285">
          <p15:clr>
            <a:srgbClr val="A4A3A4"/>
          </p15:clr>
        </p15:guide>
        <p15:guide id="8" pos="514">
          <p15:clr>
            <a:srgbClr val="A4A3A4"/>
          </p15:clr>
        </p15:guide>
        <p15:guide id="9"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B050"/>
    <a:srgbClr val="EA541F"/>
    <a:srgbClr val="990033"/>
    <a:srgbClr val="00188F"/>
    <a:srgbClr val="01BCFF"/>
    <a:srgbClr val="EB3C00"/>
    <a:srgbClr val="33CC33"/>
    <a:srgbClr val="0071C5"/>
    <a:srgbClr val="4D5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autoAdjust="0"/>
    <p:restoredTop sz="88937" autoAdjust="0"/>
  </p:normalViewPr>
  <p:slideViewPr>
    <p:cSldViewPr snapToGrid="0" snapToObjects="1">
      <p:cViewPr varScale="1">
        <p:scale>
          <a:sx n="47" d="100"/>
          <a:sy n="47" d="100"/>
        </p:scale>
        <p:origin x="48" y="672"/>
      </p:cViewPr>
      <p:guideLst>
        <p:guide orient="horz" pos="143"/>
        <p:guide orient="horz" pos="916"/>
        <p:guide orient="horz" pos="1197"/>
        <p:guide orient="horz" pos="2159"/>
        <p:guide orient="horz" pos="2086"/>
        <p:guide pos="328"/>
        <p:guide pos="7285"/>
        <p:guide pos="514"/>
        <p:guide pos="3841"/>
      </p:guideLst>
    </p:cSldViewPr>
  </p:slideViewPr>
  <p:notesTextViewPr>
    <p:cViewPr>
      <p:scale>
        <a:sx n="25" d="100"/>
        <a:sy n="25" d="100"/>
      </p:scale>
      <p:origin x="0" y="0"/>
    </p:cViewPr>
  </p:notesTextViewPr>
  <p:sorterViewPr>
    <p:cViewPr varScale="1">
      <p:scale>
        <a:sx n="100" d="100"/>
        <a:sy n="100" d="100"/>
      </p:scale>
      <p:origin x="0" y="-10776"/>
    </p:cViewPr>
  </p:sorterViewPr>
  <p:notesViewPr>
    <p:cSldViewPr snapToGrid="0" snapToObjects="1" showGuides="1">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11/2/2020</a:t>
            </a:fld>
            <a:endParaRPr lang="en-US"/>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800"/>
            </a:lvl1pPr>
          </a:lstStyle>
          <a:p>
            <a:pPr defTabSz="914099" eaLnBrk="0" hangingPunct="0"/>
            <a:r>
              <a:rPr lang="en-US">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11/2/2020</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fld id="{F6F6F146-2F6B-42A1-8AC9-59FC5B984828}"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3821191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8144" y="382892"/>
            <a:ext cx="11422856" cy="914096"/>
          </a:xfrm>
        </p:spPr>
        <p:txBody>
          <a:bodyPr anchor="ctr" anchorCtr="0"/>
          <a:lstStyle>
            <a:lvl1pPr>
              <a:defRPr sz="6600" spc="-150" baseline="0"/>
            </a:lvl1pPr>
          </a:lstStyle>
          <a:p>
            <a:r>
              <a:rPr lang="en-US" dirty="0"/>
              <a:t>Click to edit title style</a:t>
            </a:r>
          </a:p>
        </p:txBody>
      </p:sp>
      <p:sp>
        <p:nvSpPr>
          <p:cNvPr id="5" name="Text Placeholder 4"/>
          <p:cNvSpPr>
            <a:spLocks noGrp="1"/>
          </p:cNvSpPr>
          <p:nvPr>
            <p:ph type="body" sz="quarter" idx="12" hasCustomPrompt="1"/>
          </p:nvPr>
        </p:nvSpPr>
        <p:spPr>
          <a:xfrm>
            <a:off x="4560095" y="1463675"/>
            <a:ext cx="7289006" cy="498598"/>
          </a:xfrm>
        </p:spPr>
        <p:txBody>
          <a:bodyPr>
            <a:spAutoFit/>
          </a:bodyPr>
          <a:lstStyle>
            <a:lvl1pPr marL="0" indent="0">
              <a:spcBef>
                <a:spcPts val="0"/>
              </a:spcBef>
              <a:buNone/>
              <a:defRPr spc="-70" baseline="0">
                <a:solidFill>
                  <a:schemeClr val="bg1"/>
                </a:solidFill>
                <a:latin typeface="+mj-lt"/>
              </a:defRPr>
            </a:lvl1pPr>
          </a:lstStyle>
          <a:p>
            <a:pPr lvl="0"/>
            <a:r>
              <a:rPr lang="en-US" dirty="0"/>
              <a:t>Speaker name  |  Title</a:t>
            </a:r>
          </a:p>
        </p:txBody>
      </p:sp>
      <p:sp>
        <p:nvSpPr>
          <p:cNvPr id="80" name="Trapezoid 79"/>
          <p:cNvSpPr/>
          <p:nvPr/>
        </p:nvSpPr>
        <p:spPr bwMode="auto">
          <a:xfrm rot="16200000">
            <a:off x="8161281" y="2485866"/>
            <a:ext cx="3548742" cy="3530012"/>
          </a:xfrm>
          <a:prstGeom prst="trapezoid">
            <a:avLst>
              <a:gd name="adj" fmla="val 14125"/>
            </a:avLst>
          </a:prstGeom>
          <a:solidFill>
            <a:schemeClr val="accent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81" name="TextBox 80"/>
          <p:cNvSpPr txBox="1"/>
          <p:nvPr/>
        </p:nvSpPr>
        <p:spPr bwMode="white">
          <a:xfrm>
            <a:off x="8318125" y="3798188"/>
            <a:ext cx="3287760" cy="923330"/>
          </a:xfrm>
          <a:prstGeom prst="rect">
            <a:avLst/>
          </a:prstGeom>
          <a:noFill/>
        </p:spPr>
        <p:txBody>
          <a:bodyPr wrap="none" lIns="0" tIns="0" rIns="0" bIns="0" rtlCol="0">
            <a:spAutoFit/>
          </a:bodyPr>
          <a:lstStyle/>
          <a:p>
            <a:r>
              <a:rPr lang="zh-CN" altLang="en-US" sz="6000" dirty="0">
                <a:latin typeface="+mj-lt"/>
              </a:rPr>
              <a:t>探究</a:t>
            </a:r>
            <a:r>
              <a:rPr lang="zh-CN" altLang="en-US" sz="6000" baseline="0" dirty="0">
                <a:latin typeface="+mj-lt"/>
              </a:rPr>
              <a:t> 体验</a:t>
            </a:r>
            <a:endParaRPr lang="en-US" sz="6000" dirty="0">
              <a:latin typeface="+mj-lt"/>
            </a:endParaRPr>
          </a:p>
        </p:txBody>
      </p:sp>
    </p:spTree>
    <p:extLst>
      <p:ext uri="{BB962C8B-B14F-4D97-AF65-F5344CB8AC3E}">
        <p14:creationId xmlns:p14="http://schemas.microsoft.com/office/powerpoint/2010/main" val="37460640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2" y="1447799"/>
            <a:ext cx="11149013" cy="1975926"/>
          </a:xfrm>
          <a:prstGeom prst="rect">
            <a:avLst/>
          </a:prstGeom>
        </p:spPr>
        <p:txBody>
          <a:bodyPr/>
          <a:lstStyle>
            <a:lvl1pPr marL="0" indent="0">
              <a:spcBef>
                <a:spcPts val="2400"/>
              </a:spcBef>
              <a:buNone/>
              <a:defRPr sz="4000">
                <a:solidFill>
                  <a:schemeClr val="bg2">
                    <a:lumMod val="65000"/>
                    <a:lumOff val="35000"/>
                  </a:schemeClr>
                </a:solidFill>
                <a:latin typeface="+mj-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431988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520700" y="1447800"/>
            <a:ext cx="5394960" cy="2351413"/>
          </a:xfrm>
        </p:spPr>
        <p:txBody>
          <a:bodyPr>
            <a:spAutoFit/>
          </a:bodyPr>
          <a:lstStyle>
            <a:lvl1pPr marL="292100" indent="-292100">
              <a:spcBef>
                <a:spcPts val="1200"/>
              </a:spcBef>
              <a:buClr>
                <a:schemeClr val="tx1"/>
              </a:buClr>
              <a:buFont typeface="Wingdings" pitchFamily="2" charset="2"/>
              <a:buChar char=""/>
              <a:defRPr/>
            </a:lvl1pPr>
            <a:lvl2pPr marL="520700" indent="-228600">
              <a:defRPr sz="2000"/>
            </a:lvl2pPr>
            <a:lvl3pPr marL="685800" indent="-165100">
              <a:tabLst/>
              <a:defRPr sz="2000"/>
            </a:lvl3pPr>
            <a:lvl4pPr marL="863600" indent="-177800">
              <a:defRPr/>
            </a:lvl4pPr>
            <a:lvl5pPr marL="1028700" indent="-1651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1"/>
          </p:nvPr>
        </p:nvSpPr>
        <p:spPr>
          <a:xfrm>
            <a:off x="6277928" y="1447800"/>
            <a:ext cx="5394960" cy="2351413"/>
          </a:xfrm>
        </p:spPr>
        <p:txBody>
          <a:bodyPr>
            <a:spAutoFit/>
          </a:bodyPr>
          <a:lstStyle>
            <a:lvl1pPr marL="339725" indent="-339725">
              <a:spcBef>
                <a:spcPts val="1200"/>
              </a:spcBef>
              <a:buFont typeface="Wingdings" pitchFamily="2" charset="2"/>
              <a:buChar char=""/>
              <a:defRPr lang="en-US" sz="3600" kern="1200" spc="-70" baseline="0" dirty="0" smtClean="0">
                <a:solidFill>
                  <a:schemeClr val="bg2">
                    <a:lumMod val="65000"/>
                    <a:lumOff val="35000"/>
                  </a:schemeClr>
                </a:solidFill>
                <a:latin typeface="+mj-lt"/>
                <a:ea typeface="+mn-ea"/>
                <a:cs typeface="+mn-cs"/>
              </a:defRPr>
            </a:lvl1pPr>
            <a:lvl2pPr marL="635000" indent="-342900">
              <a:defRPr lang="en-US" sz="2000" kern="1200" spc="0" baseline="0" dirty="0" smtClean="0">
                <a:solidFill>
                  <a:schemeClr val="bg2">
                    <a:lumMod val="65000"/>
                    <a:lumOff val="35000"/>
                  </a:schemeClr>
                </a:solidFill>
                <a:latin typeface="+mn-lt"/>
                <a:ea typeface="+mn-ea"/>
                <a:cs typeface="+mn-cs"/>
              </a:defRPr>
            </a:lvl2pPr>
            <a:lvl3pPr marL="863600" indent="-342900">
              <a:defRPr lang="en-US" sz="2000" kern="1200" spc="0" baseline="0" dirty="0" smtClean="0">
                <a:solidFill>
                  <a:schemeClr val="bg2">
                    <a:lumMod val="65000"/>
                    <a:lumOff val="35000"/>
                  </a:schemeClr>
                </a:solidFill>
                <a:latin typeface="+mn-lt"/>
                <a:ea typeface="+mn-ea"/>
                <a:cs typeface="+mn-cs"/>
              </a:defRPr>
            </a:lvl3pPr>
            <a:lvl4pPr marL="1028700" indent="-342900">
              <a:defRPr lang="en-US" sz="2000" kern="1200" spc="0" baseline="0" dirty="0" smtClean="0">
                <a:solidFill>
                  <a:schemeClr val="bg2">
                    <a:lumMod val="65000"/>
                    <a:lumOff val="35000"/>
                  </a:schemeClr>
                </a:solidFill>
                <a:latin typeface="+mn-lt"/>
                <a:ea typeface="+mn-ea"/>
                <a:cs typeface="+mn-cs"/>
              </a:defRPr>
            </a:lvl4pPr>
            <a:lvl5pPr marL="1206500" indent="-342900">
              <a:defRPr lang="en-US" sz="2000" kern="1200" spc="0" baseline="0" dirty="0">
                <a:solidFill>
                  <a:schemeClr val="bg2">
                    <a:lumMod val="65000"/>
                    <a:lumOff val="35000"/>
                  </a:schemeClr>
                </a:solidFill>
                <a:latin typeface="+mn-lt"/>
                <a:ea typeface="+mn-ea"/>
                <a:cs typeface="+mn-cs"/>
              </a:defRPr>
            </a:lvl5pPr>
          </a:lstStyle>
          <a:p>
            <a:pPr marL="292100" marR="0" lvl="0" indent="-292100" algn="l" defTabSz="914363"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dirty="0"/>
              <a:t>Click to edit Master text styles</a:t>
            </a:r>
          </a:p>
          <a:p>
            <a:pPr marL="520700" marR="0" lvl="1" indent="-2286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Second level</a:t>
            </a:r>
          </a:p>
          <a:p>
            <a:pPr marL="685800" marR="0" lvl="2"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Third level</a:t>
            </a:r>
          </a:p>
          <a:p>
            <a:pPr marL="863600" marR="0" lvl="3" indent="-1778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Fourth level</a:t>
            </a:r>
          </a:p>
          <a:p>
            <a:pPr marL="1028700" marR="0" lvl="4"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Fifth level</a:t>
            </a:r>
          </a:p>
        </p:txBody>
      </p:sp>
    </p:spTree>
    <p:extLst>
      <p:ext uri="{BB962C8B-B14F-4D97-AF65-F5344CB8AC3E}">
        <p14:creationId xmlns:p14="http://schemas.microsoft.com/office/powerpoint/2010/main" val="10712150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63" indent="0">
              <a:buNone/>
              <a:defRPr sz="2000"/>
            </a:lvl3pPr>
            <a:lvl4pPr marL="457200" indent="0">
              <a:buNone/>
              <a:defRPr sz="2000"/>
            </a:lvl4pPr>
            <a:lvl5pPr marL="693738" indent="0">
              <a:buNone/>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a:t>Fifth level</a:t>
            </a:r>
          </a:p>
        </p:txBody>
      </p:sp>
    </p:spTree>
    <p:extLst>
      <p:ext uri="{BB962C8B-B14F-4D97-AF65-F5344CB8AC3E}">
        <p14:creationId xmlns:p14="http://schemas.microsoft.com/office/powerpoint/2010/main" val="234397173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0" indent="0">
              <a:buNone/>
              <a:defRPr sz="2000">
                <a:solidFill>
                  <a:schemeClr val="bg2">
                    <a:lumMod val="65000"/>
                    <a:lumOff val="35000"/>
                  </a:schemeClr>
                </a:solidFill>
              </a:defRPr>
            </a:lvl2pPr>
            <a:lvl3pPr marL="233363"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a:t>Fifth level</a:t>
            </a:r>
          </a:p>
        </p:txBody>
      </p:sp>
    </p:spTree>
    <p:extLst>
      <p:ext uri="{BB962C8B-B14F-4D97-AF65-F5344CB8AC3E}">
        <p14:creationId xmlns:p14="http://schemas.microsoft.com/office/powerpoint/2010/main" val="23924848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4899237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39123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alf red">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262455108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 blue">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15786307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Half - green">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rgbClr val="94CE1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1728031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Half red">
    <p:spTree>
      <p:nvGrpSpPr>
        <p:cNvPr id="1" name=""/>
        <p:cNvGrpSpPr/>
        <p:nvPr/>
      </p:nvGrpSpPr>
      <p:grpSpPr>
        <a:xfrm>
          <a:off x="0" y="0"/>
          <a:ext cx="0" cy="0"/>
          <a:chOff x="0" y="0"/>
          <a:chExt cx="0" cy="0"/>
        </a:xfrm>
      </p:grpSpPr>
      <p:sp>
        <p:nvSpPr>
          <p:cNvPr id="2" name="Rectangle 1"/>
          <p:cNvSpPr/>
          <p:nvPr userDrawn="1"/>
        </p:nvSpPr>
        <p:spPr bwMode="ltGray">
          <a:xfrm>
            <a:off x="6091237"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640991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640991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350"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32148910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Half photo">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2277138"/>
            <a:ext cx="5211838" cy="249299"/>
          </a:xfrm>
          <a:prstGeom prst="rect">
            <a:avLst/>
          </a:prstGeom>
        </p:spPr>
        <p:txBody>
          <a:bodyPr/>
          <a:lstStyle>
            <a:lvl1pPr marL="0" indent="0">
              <a:spcBef>
                <a:spcPts val="0"/>
              </a:spcBef>
              <a:spcAft>
                <a:spcPts val="1200"/>
              </a:spcAft>
              <a:buNone/>
              <a:defRPr sz="1800">
                <a:solidFill>
                  <a:schemeClr val="bg2">
                    <a:lumMod val="65000"/>
                    <a:lumOff val="35000"/>
                  </a:schemeClr>
                </a:solidFill>
                <a:latin typeface="+mn-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p:txBody>
      </p:sp>
      <p:sp>
        <p:nvSpPr>
          <p:cNvPr id="3" name="Title 2"/>
          <p:cNvSpPr>
            <a:spLocks noGrp="1"/>
          </p:cNvSpPr>
          <p:nvPr>
            <p:ph type="title" hasCustomPrompt="1"/>
          </p:nvPr>
        </p:nvSpPr>
        <p:spPr>
          <a:xfrm>
            <a:off x="523083" y="1462272"/>
            <a:ext cx="5207868" cy="553998"/>
          </a:xfrm>
        </p:spPr>
        <p:txBody>
          <a:bodyPr/>
          <a:lstStyle>
            <a:lvl1pPr>
              <a:defRPr sz="4000"/>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392754633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Blank - dark gre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13628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0" y="228600"/>
            <a:ext cx="11152188"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19112" y="1447799"/>
            <a:ext cx="11149013" cy="2043636"/>
          </a:xfrm>
          <a:prstGeom prst="rect">
            <a:avLst/>
          </a:prstGeom>
        </p:spPr>
        <p:txBody>
          <a:bodyPr/>
          <a:lstStyle>
            <a:lvl1pPr marL="342900" indent="-3429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65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40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30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6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6"/>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37540949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96263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6" name="Text Placeholder 5"/>
          <p:cNvSpPr>
            <a:spLocks noGrp="1"/>
          </p:cNvSpPr>
          <p:nvPr>
            <p:ph type="body" sz="quarter" idx="13" hasCustomPrompt="1"/>
          </p:nvPr>
        </p:nvSpPr>
        <p:spPr>
          <a:xfrm>
            <a:off x="1" y="573606"/>
            <a:ext cx="12188825" cy="373063"/>
          </a:xfrm>
          <a:prstGeom prst="rect">
            <a:avLst/>
          </a:prstGeom>
        </p:spPr>
        <p:txBody>
          <a:bodyPr lIns="380893" tIns="53325" rIns="53325" bIns="53325">
            <a:noAutofit/>
          </a:bodyPr>
          <a:lstStyle>
            <a:lvl1pPr marL="0" indent="0">
              <a:buNone/>
              <a:defRPr sz="2799">
                <a:latin typeface="Segoe UI Light" pitchFamily="34" charset="0"/>
              </a:defRPr>
            </a:lvl1pPr>
            <a:lvl2pPr marL="281589" indent="0">
              <a:buNone/>
              <a:defRPr/>
            </a:lvl2pPr>
            <a:lvl3pPr marL="588299" indent="0">
              <a:buNone/>
              <a:defRPr/>
            </a:lvl3pPr>
            <a:lvl4pPr marL="869889" indent="0">
              <a:buNone/>
              <a:defRPr/>
            </a:lvl4pPr>
            <a:lvl5pPr marL="1105208" indent="0">
              <a:buNone/>
              <a:defRPr/>
            </a:lvl5pPr>
          </a:lstStyle>
          <a:p>
            <a:pPr lvl="0"/>
            <a:r>
              <a:rPr lang="en-US" dirty="0"/>
              <a:t>Click to add subtitle</a:t>
            </a:r>
          </a:p>
        </p:txBody>
      </p:sp>
      <p:sp>
        <p:nvSpPr>
          <p:cNvPr id="16" name="Text Placeholder 15"/>
          <p:cNvSpPr>
            <a:spLocks noGrp="1"/>
          </p:cNvSpPr>
          <p:nvPr>
            <p:ph type="body" sz="quarter" idx="14"/>
          </p:nvPr>
        </p:nvSpPr>
        <p:spPr>
          <a:xfrm>
            <a:off x="761802" y="1524000"/>
            <a:ext cx="10665222" cy="198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030742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a:xfrm>
            <a:off x="3047206" y="6477873"/>
            <a:ext cx="8379817" cy="380127"/>
          </a:xfrm>
          <a:prstGeom prst="rect">
            <a:avLst/>
          </a:prstGeom>
        </p:spPr>
        <p:txBody>
          <a:bodyPr/>
          <a:lstStyle/>
          <a:p>
            <a:endParaRPr lang="en-US" dirty="0">
              <a:solidFill>
                <a:srgbClr val="505050"/>
              </a:solidFill>
            </a:endParaRPr>
          </a:p>
        </p:txBody>
      </p:sp>
      <p:sp>
        <p:nvSpPr>
          <p:cNvPr id="5" name="Slide Number Placeholder 4"/>
          <p:cNvSpPr>
            <a:spLocks noGrp="1"/>
          </p:cNvSpPr>
          <p:nvPr>
            <p:ph type="sldNum" sz="quarter" idx="12"/>
          </p:nvPr>
        </p:nvSpPr>
        <p:spPr>
          <a:xfrm>
            <a:off x="11427024" y="6478587"/>
            <a:ext cx="761800" cy="379413"/>
          </a:xfrm>
          <a:prstGeom prst="rect">
            <a:avLst/>
          </a:prstGeom>
        </p:spPr>
        <p:txBody>
          <a:bodyPr/>
          <a:lstStyle/>
          <a:p>
            <a:fld id="{6A4C1A4A-E5E6-4CC1-B72C-A20A4EB3E2D2}" type="slidenum">
              <a:rPr lang="en-US" smtClean="0">
                <a:solidFill>
                  <a:srgbClr val="505050"/>
                </a:solidFill>
              </a:rPr>
              <a:pPr/>
              <a:t>‹#›</a:t>
            </a:fld>
            <a:endParaRPr lang="en-US" dirty="0">
              <a:solidFill>
                <a:srgbClr val="505050"/>
              </a:solidFill>
            </a:endParaRPr>
          </a:p>
        </p:txBody>
      </p:sp>
      <p:sp>
        <p:nvSpPr>
          <p:cNvPr id="6" name="Text Placeholder 5"/>
          <p:cNvSpPr>
            <a:spLocks noGrp="1"/>
          </p:cNvSpPr>
          <p:nvPr>
            <p:ph type="body" sz="quarter" idx="13" hasCustomPrompt="1"/>
          </p:nvPr>
        </p:nvSpPr>
        <p:spPr>
          <a:xfrm>
            <a:off x="0" y="573604"/>
            <a:ext cx="12188825" cy="373063"/>
          </a:xfrm>
          <a:prstGeom prst="rect">
            <a:avLst/>
          </a:prstGeom>
        </p:spPr>
        <p:txBody>
          <a:bodyPr lIns="380893" tIns="53325" rIns="53325" bIns="53325">
            <a:noAutofit/>
          </a:bodyPr>
          <a:lstStyle>
            <a:lvl1pPr marL="0" indent="0">
              <a:buNone/>
              <a:defRPr sz="2800">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a:t>Click to add subtitle</a:t>
            </a:r>
          </a:p>
        </p:txBody>
      </p:sp>
    </p:spTree>
    <p:extLst>
      <p:ext uri="{BB962C8B-B14F-4D97-AF65-F5344CB8AC3E}">
        <p14:creationId xmlns:p14="http://schemas.microsoft.com/office/powerpoint/2010/main" val="5404720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Title Only">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97782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3081" y="228838"/>
            <a:ext cx="11149013" cy="747897"/>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21494" y="1454150"/>
            <a:ext cx="11152188" cy="205594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1422611"/>
      </p:ext>
    </p:extLst>
  </p:cSld>
  <p:clrMap bg1="dk1" tx1="lt1" bg2="dk2" tx2="lt2" accent1="accent1" accent2="accent2" accent3="accent3" accent4="accent4" accent5="accent5" accent6="accent6" hlink="hlink" folHlink="folHlink"/>
  <p:sldLayoutIdLst>
    <p:sldLayoutId id="2147484109" r:id="rId1"/>
    <p:sldLayoutId id="2147484095" r:id="rId2"/>
    <p:sldLayoutId id="2147484096" r:id="rId3"/>
    <p:sldLayoutId id="2147484097" r:id="rId4"/>
    <p:sldLayoutId id="2147484098" r:id="rId5"/>
    <p:sldLayoutId id="2147484099" r:id="rId6"/>
    <p:sldLayoutId id="2147484100" r:id="rId7"/>
    <p:sldLayoutId id="2147484122" r:id="rId8"/>
    <p:sldLayoutId id="2147484123" r:id="rId9"/>
    <p:sldLayoutId id="2147484124" r:id="rId10"/>
    <p:sldLayoutId id="2147484126" r:id="rId11"/>
    <p:sldLayoutId id="2147484125" r:id="rId12"/>
    <p:sldLayoutId id="2147484112" r:id="rId13"/>
    <p:sldLayoutId id="2147484104" r:id="rId14"/>
    <p:sldLayoutId id="2147484118" r:id="rId15"/>
    <p:sldLayoutId id="2147484176" r:id="rId16"/>
    <p:sldLayoutId id="2147485150" r:id="rId17"/>
    <p:sldLayoutId id="2147485151" r:id="rId18"/>
  </p:sldLayoutIdLst>
  <p:transition>
    <p:fade/>
  </p:transition>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00000">
                <a:schemeClr val="accent1"/>
              </a:gs>
              <a:gs pos="0">
                <a:schemeClr val="accent1"/>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90000"/>
        <a:buFont typeface="Arial" pitchFamily="34" charset="0"/>
        <a:buChar char="•"/>
        <a:tabLst/>
        <a:defRPr sz="3600" kern="1200" spc="-70" baseline="0">
          <a:solidFill>
            <a:schemeClr val="bg2">
              <a:lumMod val="65000"/>
              <a:lumOff val="35000"/>
            </a:schemeClr>
          </a:soli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solidFill>
            <a:schemeClr val="bg2">
              <a:lumMod val="65000"/>
              <a:lumOff val="35000"/>
            </a:schemeClr>
          </a:soli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solidFill>
            <a:schemeClr val="bg2">
              <a:lumMod val="65000"/>
              <a:lumOff val="35000"/>
            </a:schemeClr>
          </a:soli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solidFill>
            <a:schemeClr val="bg2">
              <a:lumMod val="65000"/>
              <a:lumOff val="35000"/>
            </a:schemeClr>
          </a:soli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solidFill>
            <a:schemeClr val="bg2">
              <a:lumMod val="65000"/>
              <a:lumOff val="35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8986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p:cNvSpPr/>
          <p:nvPr/>
        </p:nvSpPr>
        <p:spPr>
          <a:xfrm>
            <a:off x="0" y="4683211"/>
            <a:ext cx="12225158" cy="1699662"/>
          </a:xfrm>
          <a:prstGeom prst="rect">
            <a:avLst/>
          </a:prstGeom>
          <a:solidFill>
            <a:srgbClr val="0072C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0" tIns="45720" rIns="91440" bIns="45720" numCol="1" spcCol="0" rtlCol="0" fromWordArt="0" anchor="ctr" anchorCtr="0" forceAA="0" compatLnSpc="1">
            <a:prstTxWarp prst="textNoShape">
              <a:avLst/>
            </a:prstTxWarp>
            <a:noAutofit/>
          </a:bodyPr>
          <a:lstStyle/>
          <a:p>
            <a:r>
              <a:rPr lang="zh-CN" altLang="en-US" sz="5400" dirty="0">
                <a:solidFill>
                  <a:srgbClr val="FFFFFF"/>
                </a:solidFill>
                <a:latin typeface="宋体" panose="02010600030101010101" pitchFamily="2" charset="-122"/>
                <a:ea typeface="宋体" panose="02010600030101010101" pitchFamily="2" charset="-122"/>
              </a:rPr>
              <a:t>信息工作者的每一天</a:t>
            </a:r>
            <a:endParaRPr lang="en-US" sz="5400" dirty="0">
              <a:solidFill>
                <a:srgbClr val="FFFFFF"/>
              </a:solidFill>
              <a:latin typeface="宋体" panose="02010600030101010101" pitchFamily="2" charset="-122"/>
              <a:ea typeface="宋体" panose="02010600030101010101" pitchFamily="2" charset="-122"/>
            </a:endParaRPr>
          </a:p>
        </p:txBody>
      </p:sp>
      <p:sp>
        <p:nvSpPr>
          <p:cNvPr id="2" name="文本框 1"/>
          <p:cNvSpPr txBox="1"/>
          <p:nvPr/>
        </p:nvSpPr>
        <p:spPr>
          <a:xfrm>
            <a:off x="785446" y="1301262"/>
            <a:ext cx="6084277" cy="2154436"/>
          </a:xfrm>
          <a:prstGeom prst="rect">
            <a:avLst/>
          </a:prstGeom>
          <a:noFill/>
        </p:spPr>
        <p:txBody>
          <a:bodyPr wrap="square" lIns="0" tIns="0" rIns="0" bIns="0" rtlCol="0">
            <a:spAutoFit/>
          </a:bodyPr>
          <a:lstStyle/>
          <a:p>
            <a:r>
              <a:rPr lang="zh-CN" altLang="en-US" sz="2800" dirty="0">
                <a:solidFill>
                  <a:schemeClr val="bg2">
                    <a:lumMod val="65000"/>
                    <a:lumOff val="35000"/>
                  </a:schemeClr>
                </a:solidFill>
                <a:latin typeface="宋体" panose="02010600030101010101" pitchFamily="2" charset="-122"/>
                <a:ea typeface="宋体" panose="02010600030101010101" pitchFamily="2" charset="-122"/>
              </a:rPr>
              <a:t>信息工作者</a:t>
            </a:r>
          </a:p>
          <a:p>
            <a:pPr lvl="1"/>
            <a:r>
              <a:rPr lang="zh-CN" altLang="en-US" sz="2800" dirty="0">
                <a:solidFill>
                  <a:schemeClr val="bg2">
                    <a:lumMod val="65000"/>
                    <a:lumOff val="35000"/>
                  </a:schemeClr>
                </a:solidFill>
                <a:latin typeface="宋体" panose="02010600030101010101" pitchFamily="2" charset="-122"/>
                <a:ea typeface="宋体" panose="02010600030101010101" pitchFamily="2" charset="-122"/>
              </a:rPr>
              <a:t>沟通</a:t>
            </a:r>
          </a:p>
          <a:p>
            <a:pPr lvl="1"/>
            <a:r>
              <a:rPr lang="zh-CN" altLang="en-US" sz="2800" dirty="0">
                <a:solidFill>
                  <a:schemeClr val="bg2">
                    <a:lumMod val="65000"/>
                    <a:lumOff val="35000"/>
                  </a:schemeClr>
                </a:solidFill>
                <a:latin typeface="宋体" panose="02010600030101010101" pitchFamily="2" charset="-122"/>
                <a:ea typeface="宋体" panose="02010600030101010101" pitchFamily="2" charset="-122"/>
              </a:rPr>
              <a:t>交付</a:t>
            </a:r>
          </a:p>
          <a:p>
            <a:pPr lvl="1"/>
            <a:r>
              <a:rPr lang="zh-CN" altLang="en-US" sz="2800" dirty="0">
                <a:solidFill>
                  <a:schemeClr val="bg2">
                    <a:lumMod val="65000"/>
                    <a:lumOff val="35000"/>
                  </a:schemeClr>
                </a:solidFill>
                <a:latin typeface="宋体" panose="02010600030101010101" pitchFamily="2" charset="-122"/>
                <a:ea typeface="宋体" panose="02010600030101010101" pitchFamily="2" charset="-122"/>
              </a:rPr>
              <a:t>报告</a:t>
            </a:r>
          </a:p>
          <a:p>
            <a:pPr lvl="1"/>
            <a:r>
              <a:rPr lang="zh-CN" altLang="en-US" sz="2800" dirty="0">
                <a:solidFill>
                  <a:schemeClr val="bg2">
                    <a:lumMod val="65000"/>
                    <a:lumOff val="35000"/>
                  </a:schemeClr>
                </a:solidFill>
                <a:latin typeface="宋体" panose="02010600030101010101" pitchFamily="2" charset="-122"/>
                <a:ea typeface="宋体" panose="02010600030101010101" pitchFamily="2" charset="-122"/>
              </a:rPr>
              <a:t>发现</a:t>
            </a:r>
          </a:p>
        </p:txBody>
      </p:sp>
    </p:spTree>
    <p:extLst>
      <p:ext uri="{BB962C8B-B14F-4D97-AF65-F5344CB8AC3E}">
        <p14:creationId xmlns:p14="http://schemas.microsoft.com/office/powerpoint/2010/main" val="217020029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79" name="Group 178"/>
          <p:cNvGrpSpPr/>
          <p:nvPr/>
        </p:nvGrpSpPr>
        <p:grpSpPr>
          <a:xfrm>
            <a:off x="2453" y="4498236"/>
            <a:ext cx="5293769" cy="854844"/>
            <a:chOff x="1" y="3302547"/>
            <a:chExt cx="5295899" cy="855188"/>
          </a:xfrm>
        </p:grpSpPr>
        <p:sp>
          <p:nvSpPr>
            <p:cNvPr id="180"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181" name="TextBox 180"/>
            <p:cNvSpPr txBox="1"/>
            <p:nvPr/>
          </p:nvSpPr>
          <p:spPr>
            <a:xfrm>
              <a:off x="358237" y="3683815"/>
              <a:ext cx="3885960"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宋体" panose="02010600030101010101" pitchFamily="2" charset="-122"/>
                  <a:ea typeface="宋体" panose="02010600030101010101" pitchFamily="2" charset="-122"/>
                </a:rPr>
                <a:t>每天的工作，从发现开始</a:t>
              </a:r>
              <a:r>
                <a:rPr lang="en-US" altLang="zh-CN" sz="2399" spc="-70" dirty="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182"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6" name="Group 5"/>
          <p:cNvGrpSpPr/>
          <p:nvPr/>
        </p:nvGrpSpPr>
        <p:grpSpPr>
          <a:xfrm>
            <a:off x="8335107" y="1907125"/>
            <a:ext cx="3048944" cy="833270"/>
            <a:chOff x="9267581" y="3657671"/>
            <a:chExt cx="2479296" cy="850200"/>
          </a:xfrm>
        </p:grpSpPr>
        <p:sp>
          <p:nvSpPr>
            <p:cNvPr id="17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44" name="Group 43"/>
            <p:cNvGrpSpPr/>
            <p:nvPr/>
          </p:nvGrpSpPr>
          <p:grpSpPr>
            <a:xfrm>
              <a:off x="9406816" y="3802549"/>
              <a:ext cx="59675" cy="59111"/>
              <a:chOff x="5521643" y="5171145"/>
              <a:chExt cx="235475" cy="233252"/>
            </a:xfrm>
          </p:grpSpPr>
          <p:sp>
            <p:nvSpPr>
              <p:cNvPr id="4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4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 name="Rectangle 1"/>
            <p:cNvSpPr/>
            <p:nvPr/>
          </p:nvSpPr>
          <p:spPr>
            <a:xfrm>
              <a:off x="9430246" y="3861660"/>
              <a:ext cx="2093953"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发现邮件信息提醒</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50" name="Group 5"/>
          <p:cNvGrpSpPr/>
          <p:nvPr/>
        </p:nvGrpSpPr>
        <p:grpSpPr>
          <a:xfrm>
            <a:off x="8335107" y="2942268"/>
            <a:ext cx="3048944" cy="833270"/>
            <a:chOff x="9267581" y="3657671"/>
            <a:chExt cx="2479296" cy="850200"/>
          </a:xfrm>
        </p:grpSpPr>
        <p:sp>
          <p:nvSpPr>
            <p:cNvPr id="5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52" name="Group 43"/>
            <p:cNvGrpSpPr/>
            <p:nvPr/>
          </p:nvGrpSpPr>
          <p:grpSpPr>
            <a:xfrm>
              <a:off x="9406816" y="3802549"/>
              <a:ext cx="59675" cy="59111"/>
              <a:chOff x="5521643" y="5171145"/>
              <a:chExt cx="235475" cy="233252"/>
            </a:xfrm>
          </p:grpSpPr>
          <p:sp>
            <p:nvSpPr>
              <p:cNvPr id="5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5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53" name="Rectangle 1"/>
            <p:cNvSpPr/>
            <p:nvPr/>
          </p:nvSpPr>
          <p:spPr>
            <a:xfrm>
              <a:off x="9430246" y="3861660"/>
              <a:ext cx="2093954"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发现项目任务安排</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56" name="Group 5"/>
          <p:cNvGrpSpPr/>
          <p:nvPr/>
        </p:nvGrpSpPr>
        <p:grpSpPr>
          <a:xfrm>
            <a:off x="8335107" y="3977411"/>
            <a:ext cx="3048944" cy="833270"/>
            <a:chOff x="9267581" y="3657671"/>
            <a:chExt cx="2479296" cy="850200"/>
          </a:xfrm>
        </p:grpSpPr>
        <p:sp>
          <p:nvSpPr>
            <p:cNvPr id="5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58" name="Group 43"/>
            <p:cNvGrpSpPr/>
            <p:nvPr/>
          </p:nvGrpSpPr>
          <p:grpSpPr>
            <a:xfrm>
              <a:off x="9406816" y="3802549"/>
              <a:ext cx="59675" cy="59111"/>
              <a:chOff x="5521643" y="5171145"/>
              <a:chExt cx="235475" cy="233252"/>
            </a:xfrm>
          </p:grpSpPr>
          <p:sp>
            <p:nvSpPr>
              <p:cNvPr id="6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6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59" name="Rectangle 1"/>
            <p:cNvSpPr/>
            <p:nvPr/>
          </p:nvSpPr>
          <p:spPr>
            <a:xfrm>
              <a:off x="9430245" y="3861660"/>
              <a:ext cx="2093954"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发现团队信息变化</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62" name="Group 5"/>
          <p:cNvGrpSpPr/>
          <p:nvPr/>
        </p:nvGrpSpPr>
        <p:grpSpPr>
          <a:xfrm>
            <a:off x="8335107" y="5012555"/>
            <a:ext cx="3048944" cy="833270"/>
            <a:chOff x="9267581" y="3657671"/>
            <a:chExt cx="2479296" cy="850200"/>
          </a:xfrm>
        </p:grpSpPr>
        <p:sp>
          <p:nvSpPr>
            <p:cNvPr id="6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64" name="Group 43"/>
            <p:cNvGrpSpPr/>
            <p:nvPr/>
          </p:nvGrpSpPr>
          <p:grpSpPr>
            <a:xfrm>
              <a:off x="9406816" y="3802549"/>
              <a:ext cx="59675" cy="59111"/>
              <a:chOff x="5521643" y="5171145"/>
              <a:chExt cx="235475" cy="233252"/>
            </a:xfrm>
          </p:grpSpPr>
          <p:sp>
            <p:nvSpPr>
              <p:cNvPr id="6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7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65" name="Rectangle 1"/>
            <p:cNvSpPr/>
            <p:nvPr/>
          </p:nvSpPr>
          <p:spPr>
            <a:xfrm>
              <a:off x="9430247" y="3861660"/>
              <a:ext cx="2093954"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记录并且分享信息</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267917926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500" fill="hold"/>
                                        <p:tgtEl>
                                          <p:spTgt spid="179"/>
                                        </p:tgtEl>
                                        <p:attrNameLst>
                                          <p:attrName>ppt_x</p:attrName>
                                        </p:attrNameLst>
                                      </p:cBhvr>
                                      <p:tavLst>
                                        <p:tav tm="0">
                                          <p:val>
                                            <p:strVal val="0-#ppt_w/2"/>
                                          </p:val>
                                        </p:tav>
                                        <p:tav tm="100000">
                                          <p:val>
                                            <p:strVal val="#ppt_x"/>
                                          </p:val>
                                        </p:tav>
                                      </p:tavLst>
                                    </p:anim>
                                    <p:anim calcmode="lin" valueType="num">
                                      <p:cBhvr additive="base">
                                        <p:cTn id="8" dur="500" fill="hold"/>
                                        <p:tgtEl>
                                          <p:spTgt spid="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178"/>
          <p:cNvGrpSpPr/>
          <p:nvPr/>
        </p:nvGrpSpPr>
        <p:grpSpPr>
          <a:xfrm>
            <a:off x="2453" y="4498236"/>
            <a:ext cx="5293769" cy="854844"/>
            <a:chOff x="1" y="3302547"/>
            <a:chExt cx="5295899" cy="855188"/>
          </a:xfrm>
        </p:grpSpPr>
        <p:sp>
          <p:nvSpPr>
            <p:cNvPr id="6"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7"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宋体" panose="02010600030101010101" pitchFamily="2" charset="-122"/>
                  <a:ea typeface="宋体" panose="02010600030101010101" pitchFamily="2" charset="-122"/>
                </a:rPr>
                <a:t>沟通为您解决问题并激发创意</a:t>
              </a:r>
              <a:r>
                <a:rPr lang="en-US" altLang="zh-CN" sz="2399" spc="-70" dirty="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8"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9" name="Group 5"/>
          <p:cNvGrpSpPr/>
          <p:nvPr/>
        </p:nvGrpSpPr>
        <p:grpSpPr>
          <a:xfrm>
            <a:off x="8335107" y="1907125"/>
            <a:ext cx="3048944" cy="833270"/>
            <a:chOff x="9267581" y="3657671"/>
            <a:chExt cx="2479296" cy="850200"/>
          </a:xfrm>
        </p:grpSpPr>
        <p:sp>
          <p:nvSpPr>
            <p:cNvPr id="1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1" name="Group 43"/>
            <p:cNvGrpSpPr/>
            <p:nvPr/>
          </p:nvGrpSpPr>
          <p:grpSpPr>
            <a:xfrm>
              <a:off x="9406816" y="3802549"/>
              <a:ext cx="59675" cy="59111"/>
              <a:chOff x="5521643" y="5171145"/>
              <a:chExt cx="235475" cy="233252"/>
            </a:xfrm>
          </p:grpSpPr>
          <p:sp>
            <p:nvSpPr>
              <p:cNvPr id="1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2"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消息沟通</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5" name="Group 5"/>
          <p:cNvGrpSpPr/>
          <p:nvPr/>
        </p:nvGrpSpPr>
        <p:grpSpPr>
          <a:xfrm>
            <a:off x="8335107" y="2942268"/>
            <a:ext cx="3048944" cy="833270"/>
            <a:chOff x="9267581" y="3657671"/>
            <a:chExt cx="2479296" cy="850200"/>
          </a:xfrm>
        </p:grpSpPr>
        <p:sp>
          <p:nvSpPr>
            <p:cNvPr id="1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7" name="Group 43"/>
            <p:cNvGrpSpPr/>
            <p:nvPr/>
          </p:nvGrpSpPr>
          <p:grpSpPr>
            <a:xfrm>
              <a:off x="9406816" y="3802549"/>
              <a:ext cx="59675" cy="59111"/>
              <a:chOff x="5521643" y="5171145"/>
              <a:chExt cx="235475" cy="233252"/>
            </a:xfrm>
          </p:grpSpPr>
          <p:sp>
            <p:nvSpPr>
              <p:cNvPr id="1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8"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会议沟通</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1" name="Group 5"/>
          <p:cNvGrpSpPr/>
          <p:nvPr/>
        </p:nvGrpSpPr>
        <p:grpSpPr>
          <a:xfrm>
            <a:off x="8335107" y="3977411"/>
            <a:ext cx="3048944" cy="833270"/>
            <a:chOff x="9267581" y="3657671"/>
            <a:chExt cx="2479296" cy="850200"/>
          </a:xfrm>
        </p:grpSpPr>
        <p:sp>
          <p:nvSpPr>
            <p:cNvPr id="22"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3" name="Group 43"/>
            <p:cNvGrpSpPr/>
            <p:nvPr/>
          </p:nvGrpSpPr>
          <p:grpSpPr>
            <a:xfrm>
              <a:off x="9406816" y="3802549"/>
              <a:ext cx="59675" cy="59111"/>
              <a:chOff x="5521643" y="5171145"/>
              <a:chExt cx="235475" cy="233252"/>
            </a:xfrm>
          </p:grpSpPr>
          <p:sp>
            <p:nvSpPr>
              <p:cNvPr id="2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4"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语音沟通</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7" name="Group 5"/>
          <p:cNvGrpSpPr/>
          <p:nvPr/>
        </p:nvGrpSpPr>
        <p:grpSpPr>
          <a:xfrm>
            <a:off x="8335107" y="5012555"/>
            <a:ext cx="3048944" cy="833270"/>
            <a:chOff x="9267581" y="3657671"/>
            <a:chExt cx="2479296" cy="850200"/>
          </a:xfrm>
        </p:grpSpPr>
        <p:sp>
          <p:nvSpPr>
            <p:cNvPr id="2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9" name="Group 43"/>
            <p:cNvGrpSpPr/>
            <p:nvPr/>
          </p:nvGrpSpPr>
          <p:grpSpPr>
            <a:xfrm>
              <a:off x="9406816" y="3802549"/>
              <a:ext cx="59675" cy="59111"/>
              <a:chOff x="5521643" y="5171145"/>
              <a:chExt cx="235475" cy="233252"/>
            </a:xfrm>
          </p:grpSpPr>
          <p:sp>
            <p:nvSpPr>
              <p:cNvPr id="3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3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30"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企业社交</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3096672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信息工作者日常沟通方式</a:t>
            </a:r>
          </a:p>
        </p:txBody>
      </p:sp>
    </p:spTree>
    <p:extLst>
      <p:ext uri="{BB962C8B-B14F-4D97-AF65-F5344CB8AC3E}">
        <p14:creationId xmlns:p14="http://schemas.microsoft.com/office/powerpoint/2010/main" val="7998762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oup 178"/>
          <p:cNvGrpSpPr/>
          <p:nvPr/>
        </p:nvGrpSpPr>
        <p:grpSpPr>
          <a:xfrm>
            <a:off x="2453" y="4498236"/>
            <a:ext cx="5293769" cy="854844"/>
            <a:chOff x="1" y="3302547"/>
            <a:chExt cx="5295899" cy="855188"/>
          </a:xfrm>
        </p:grpSpPr>
        <p:sp>
          <p:nvSpPr>
            <p:cNvPr id="7"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8" name="TextBox 180"/>
            <p:cNvSpPr txBox="1"/>
            <p:nvPr/>
          </p:nvSpPr>
          <p:spPr>
            <a:xfrm>
              <a:off x="358237" y="3683815"/>
              <a:ext cx="418487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宋体" panose="02010600030101010101" pitchFamily="2" charset="-122"/>
                  <a:ea typeface="宋体" panose="02010600030101010101" pitchFamily="2" charset="-122"/>
                </a:rPr>
                <a:t>效率与协作，是交付的关键</a:t>
              </a:r>
              <a:r>
                <a:rPr lang="en-US" altLang="zh-CN" sz="2399" spc="-70" dirty="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9"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10" name="Group 5"/>
          <p:cNvGrpSpPr/>
          <p:nvPr/>
        </p:nvGrpSpPr>
        <p:grpSpPr>
          <a:xfrm>
            <a:off x="8335107" y="1907125"/>
            <a:ext cx="3048944" cy="833270"/>
            <a:chOff x="9267581" y="3657671"/>
            <a:chExt cx="2479296" cy="850200"/>
          </a:xfrm>
        </p:grpSpPr>
        <p:sp>
          <p:nvSpPr>
            <p:cNvPr id="1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2" name="Group 43"/>
            <p:cNvGrpSpPr/>
            <p:nvPr/>
          </p:nvGrpSpPr>
          <p:grpSpPr>
            <a:xfrm>
              <a:off x="9406816" y="3802549"/>
              <a:ext cx="59675" cy="59111"/>
              <a:chOff x="5521643" y="5171145"/>
              <a:chExt cx="235475" cy="233252"/>
            </a:xfrm>
          </p:grpSpPr>
          <p:sp>
            <p:nvSpPr>
              <p:cNvPr id="1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3"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安全的信息共享</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6" name="Group 5"/>
          <p:cNvGrpSpPr/>
          <p:nvPr/>
        </p:nvGrpSpPr>
        <p:grpSpPr>
          <a:xfrm>
            <a:off x="8335107" y="2942268"/>
            <a:ext cx="3048944" cy="833270"/>
            <a:chOff x="9267581" y="3657671"/>
            <a:chExt cx="2479296" cy="850200"/>
          </a:xfrm>
        </p:grpSpPr>
        <p:sp>
          <p:nvSpPr>
            <p:cNvPr id="1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8" name="Group 43"/>
            <p:cNvGrpSpPr/>
            <p:nvPr/>
          </p:nvGrpSpPr>
          <p:grpSpPr>
            <a:xfrm>
              <a:off x="9406816" y="3802549"/>
              <a:ext cx="59675" cy="59111"/>
              <a:chOff x="5521643" y="5171145"/>
              <a:chExt cx="235475" cy="233252"/>
            </a:xfrm>
          </p:grpSpPr>
          <p:sp>
            <p:nvSpPr>
              <p:cNvPr id="2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9" name="Rectangle 1"/>
            <p:cNvSpPr/>
            <p:nvPr/>
          </p:nvSpPr>
          <p:spPr>
            <a:xfrm>
              <a:off x="9551733" y="3861660"/>
              <a:ext cx="1850980"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并发的文档协作</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2" name="Group 5"/>
          <p:cNvGrpSpPr/>
          <p:nvPr/>
        </p:nvGrpSpPr>
        <p:grpSpPr>
          <a:xfrm>
            <a:off x="8335107" y="3977411"/>
            <a:ext cx="3048944" cy="833270"/>
            <a:chOff x="9267581" y="3657671"/>
            <a:chExt cx="2479296" cy="850200"/>
          </a:xfrm>
        </p:grpSpPr>
        <p:sp>
          <p:nvSpPr>
            <p:cNvPr id="2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4" name="Group 43"/>
            <p:cNvGrpSpPr/>
            <p:nvPr/>
          </p:nvGrpSpPr>
          <p:grpSpPr>
            <a:xfrm>
              <a:off x="9406816" y="3802549"/>
              <a:ext cx="59675" cy="59111"/>
              <a:chOff x="5521643" y="5171145"/>
              <a:chExt cx="235475" cy="233252"/>
            </a:xfrm>
          </p:grpSpPr>
          <p:sp>
            <p:nvSpPr>
              <p:cNvPr id="2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7"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5" name="Rectangle 1"/>
            <p:cNvSpPr/>
            <p:nvPr/>
          </p:nvSpPr>
          <p:spPr>
            <a:xfrm>
              <a:off x="9551735" y="3861660"/>
              <a:ext cx="1850980"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可视的业务流程</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8" name="Group 5"/>
          <p:cNvGrpSpPr/>
          <p:nvPr/>
        </p:nvGrpSpPr>
        <p:grpSpPr>
          <a:xfrm>
            <a:off x="8335107" y="5012555"/>
            <a:ext cx="3048944" cy="833270"/>
            <a:chOff x="9267581" y="3657671"/>
            <a:chExt cx="2479296" cy="850200"/>
          </a:xfrm>
        </p:grpSpPr>
        <p:sp>
          <p:nvSpPr>
            <p:cNvPr id="29"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30" name="Group 43"/>
            <p:cNvGrpSpPr/>
            <p:nvPr/>
          </p:nvGrpSpPr>
          <p:grpSpPr>
            <a:xfrm>
              <a:off x="9406816" y="3802549"/>
              <a:ext cx="59675" cy="59111"/>
              <a:chOff x="5521643" y="5171145"/>
              <a:chExt cx="235475" cy="233252"/>
            </a:xfrm>
          </p:grpSpPr>
          <p:sp>
            <p:nvSpPr>
              <p:cNvPr id="32"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3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31"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重构的信息利用</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4164583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 name="Group 178"/>
          <p:cNvGrpSpPr/>
          <p:nvPr/>
        </p:nvGrpSpPr>
        <p:grpSpPr>
          <a:xfrm>
            <a:off x="2453" y="4498236"/>
            <a:ext cx="5293769" cy="854844"/>
            <a:chOff x="1" y="3302547"/>
            <a:chExt cx="5295899" cy="855188"/>
          </a:xfrm>
        </p:grpSpPr>
        <p:sp>
          <p:nvSpPr>
            <p:cNvPr id="4"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5"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宋体" panose="02010600030101010101" pitchFamily="2" charset="-122"/>
                  <a:ea typeface="宋体" panose="02010600030101010101" pitchFamily="2" charset="-122"/>
                </a:rPr>
                <a:t>精准分析与深入洞察业务信息</a:t>
              </a:r>
              <a:r>
                <a:rPr lang="en-US" altLang="zh-CN" sz="2399" spc="-70" dirty="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6"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7" name="Group 5"/>
          <p:cNvGrpSpPr/>
          <p:nvPr/>
        </p:nvGrpSpPr>
        <p:grpSpPr>
          <a:xfrm>
            <a:off x="8335107" y="1907125"/>
            <a:ext cx="3048944" cy="833270"/>
            <a:chOff x="9267581" y="3657671"/>
            <a:chExt cx="2479296" cy="850200"/>
          </a:xfrm>
        </p:grpSpPr>
        <p:sp>
          <p:nvSpPr>
            <p:cNvPr id="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9" name="Group 43"/>
            <p:cNvGrpSpPr/>
            <p:nvPr/>
          </p:nvGrpSpPr>
          <p:grpSpPr>
            <a:xfrm>
              <a:off x="9406816" y="3802549"/>
              <a:ext cx="59675" cy="59111"/>
              <a:chOff x="5521643" y="5171145"/>
              <a:chExt cx="235475" cy="233252"/>
            </a:xfrm>
          </p:grpSpPr>
          <p:sp>
            <p:nvSpPr>
              <p:cNvPr id="1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0"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快捷的业务分析工具</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3" name="Group 5"/>
          <p:cNvGrpSpPr/>
          <p:nvPr/>
        </p:nvGrpSpPr>
        <p:grpSpPr>
          <a:xfrm>
            <a:off x="8335107" y="2942268"/>
            <a:ext cx="3048944" cy="833270"/>
            <a:chOff x="9267581" y="3657671"/>
            <a:chExt cx="2479296" cy="850200"/>
          </a:xfrm>
        </p:grpSpPr>
        <p:sp>
          <p:nvSpPr>
            <p:cNvPr id="14"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5" name="Group 43"/>
            <p:cNvGrpSpPr/>
            <p:nvPr/>
          </p:nvGrpSpPr>
          <p:grpSpPr>
            <a:xfrm>
              <a:off x="9406816" y="3802549"/>
              <a:ext cx="59675" cy="59111"/>
              <a:chOff x="5521643" y="5171145"/>
              <a:chExt cx="235475" cy="233252"/>
            </a:xfrm>
          </p:grpSpPr>
          <p:sp>
            <p:nvSpPr>
              <p:cNvPr id="17"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8"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6"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共享的数据报表中心</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9" name="Group 5"/>
          <p:cNvGrpSpPr/>
          <p:nvPr/>
        </p:nvGrpSpPr>
        <p:grpSpPr>
          <a:xfrm>
            <a:off x="8335107" y="3977411"/>
            <a:ext cx="3048944" cy="833270"/>
            <a:chOff x="9267581" y="3657671"/>
            <a:chExt cx="2479296" cy="850200"/>
          </a:xfrm>
        </p:grpSpPr>
        <p:sp>
          <p:nvSpPr>
            <p:cNvPr id="2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1" name="Group 43"/>
            <p:cNvGrpSpPr/>
            <p:nvPr/>
          </p:nvGrpSpPr>
          <p:grpSpPr>
            <a:xfrm>
              <a:off x="9406816" y="3802549"/>
              <a:ext cx="59675" cy="59111"/>
              <a:chOff x="5521643" y="5171145"/>
              <a:chExt cx="235475" cy="233252"/>
            </a:xfrm>
          </p:grpSpPr>
          <p:sp>
            <p:nvSpPr>
              <p:cNvPr id="2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2" name="Rectangle 1"/>
            <p:cNvSpPr/>
            <p:nvPr/>
          </p:nvSpPr>
          <p:spPr>
            <a:xfrm>
              <a:off x="9308762" y="3861660"/>
              <a:ext cx="2336928"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直观的业务数据展现</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5" name="Group 5"/>
          <p:cNvGrpSpPr/>
          <p:nvPr/>
        </p:nvGrpSpPr>
        <p:grpSpPr>
          <a:xfrm>
            <a:off x="8335107" y="5012555"/>
            <a:ext cx="3048944" cy="833270"/>
            <a:chOff x="9267581" y="3657671"/>
            <a:chExt cx="2479296" cy="850200"/>
          </a:xfrm>
        </p:grpSpPr>
        <p:sp>
          <p:nvSpPr>
            <p:cNvPr id="2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7" name="Group 43"/>
            <p:cNvGrpSpPr/>
            <p:nvPr/>
          </p:nvGrpSpPr>
          <p:grpSpPr>
            <a:xfrm>
              <a:off x="9406816" y="3802549"/>
              <a:ext cx="59675" cy="59111"/>
              <a:chOff x="5521643" y="5171145"/>
              <a:chExt cx="235475" cy="233252"/>
            </a:xfrm>
          </p:grpSpPr>
          <p:sp>
            <p:nvSpPr>
              <p:cNvPr id="2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3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8"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宋体" panose="02010600030101010101" pitchFamily="2" charset="-122"/>
                  <a:ea typeface="宋体" panose="02010600030101010101" pitchFamily="2" charset="-122"/>
                </a:rPr>
                <a:t>交互的自助业务洞察</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3210285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ductivity Days_Template_16x9">
  <a:themeElements>
    <a:clrScheme name="Productivity Days">
      <a:dk1>
        <a:srgbClr val="2D2D2D"/>
      </a:dk1>
      <a:lt1>
        <a:srgbClr val="FFFFFF"/>
      </a:lt1>
      <a:dk2>
        <a:srgbClr val="000000"/>
      </a:dk2>
      <a:lt2>
        <a:srgbClr val="00BCF2"/>
      </a:lt2>
      <a:accent1>
        <a:srgbClr val="EB3C00"/>
      </a:accent1>
      <a:accent2>
        <a:srgbClr val="00BCF2"/>
      </a:accent2>
      <a:accent3>
        <a:srgbClr val="BAE520"/>
      </a:accent3>
      <a:accent4>
        <a:srgbClr val="00188F"/>
      </a:accent4>
      <a:accent5>
        <a:srgbClr val="0072C6"/>
      </a:accent5>
      <a:accent6>
        <a:srgbClr val="6DC2E9"/>
      </a:accent6>
      <a:hlink>
        <a:srgbClr val="00BCF2"/>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bg1">
              <a:lumMod val="50000"/>
              <a:lumOff val="50000"/>
            </a:schemeClr>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800" dirty="0" err="1" smtClean="0">
            <a:solidFill>
              <a:schemeClr val="bg2">
                <a:lumMod val="65000"/>
                <a:lumOff val="35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PRISMFY13_Template_16x9_Final</Template>
  <TotalTime>0</TotalTime>
  <Words>126</Words>
  <Application>Microsoft Office PowerPoint</Application>
  <PresentationFormat>自定义</PresentationFormat>
  <Paragraphs>32</Paragraphs>
  <Slides>7</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宋体</vt:lpstr>
      <vt:lpstr>Arial</vt:lpstr>
      <vt:lpstr>Calibri</vt:lpstr>
      <vt:lpstr>Segoe UI</vt:lpstr>
      <vt:lpstr>Segoe UI Light</vt:lpstr>
      <vt:lpstr>Wingdings</vt:lpstr>
      <vt:lpstr>Productivity Days_Template_16x9</vt:lpstr>
      <vt:lpstr>PowerPoint 演示文稿</vt:lpstr>
      <vt:lpstr>PowerPoint 演示文稿</vt:lpstr>
      <vt:lpstr>PowerPoint 演示文稿</vt:lpstr>
      <vt:lpstr>PowerPoint 演示文稿</vt:lpstr>
      <vt:lpstr>信息工作者日常沟通方式</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2013-11-04T09:26:12Z</dcterms:created>
  <dcterms:modified xsi:type="dcterms:W3CDTF">2020-11-02T06:55:53Z</dcterms:modified>
</cp:coreProperties>
</file>