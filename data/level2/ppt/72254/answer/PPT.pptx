
<file path=[Content_Types].xml><?xml version="1.0" encoding="utf-8"?>
<Types xmlns="http://schemas.openxmlformats.org/package/2006/content-types">
  <Default Extension="jpeg" ContentType="image/jpeg"/>
  <Default Extension="jpg" ContentType="image/jpeg"/>
  <Default Extension="MID" ContentType="audio/mid"/>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090" r:id="rId1"/>
  </p:sldMasterIdLst>
  <p:notesMasterIdLst>
    <p:notesMasterId r:id="rId9"/>
  </p:notesMasterIdLst>
  <p:handoutMasterIdLst>
    <p:handoutMasterId r:id="rId10"/>
  </p:handoutMasterIdLst>
  <p:sldIdLst>
    <p:sldId id="938" r:id="rId2"/>
    <p:sldId id="911" r:id="rId3"/>
    <p:sldId id="934" r:id="rId4"/>
    <p:sldId id="935" r:id="rId5"/>
    <p:sldId id="939" r:id="rId6"/>
    <p:sldId id="936" r:id="rId7"/>
    <p:sldId id="937" r:id="rId8"/>
  </p:sldIdLst>
  <p:sldSz cx="12188825" cy="6858000"/>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3">
          <p15:clr>
            <a:srgbClr val="A4A3A4"/>
          </p15:clr>
        </p15:guide>
        <p15:guide id="2" orient="horz" pos="916">
          <p15:clr>
            <a:srgbClr val="A4A3A4"/>
          </p15:clr>
        </p15:guide>
        <p15:guide id="3" orient="horz" pos="1197">
          <p15:clr>
            <a:srgbClr val="A4A3A4"/>
          </p15:clr>
        </p15:guide>
        <p15:guide id="4" orient="horz" pos="2159">
          <p15:clr>
            <a:srgbClr val="A4A3A4"/>
          </p15:clr>
        </p15:guide>
        <p15:guide id="5" orient="horz" pos="2086">
          <p15:clr>
            <a:srgbClr val="A4A3A4"/>
          </p15:clr>
        </p15:guide>
        <p15:guide id="6" pos="328">
          <p15:clr>
            <a:srgbClr val="A4A3A4"/>
          </p15:clr>
        </p15:guide>
        <p15:guide id="7" pos="7285">
          <p15:clr>
            <a:srgbClr val="A4A3A4"/>
          </p15:clr>
        </p15:guide>
        <p15:guide id="8" pos="514">
          <p15:clr>
            <a:srgbClr val="A4A3A4"/>
          </p15:clr>
        </p15:guide>
        <p15:guide id="9" pos="38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B050"/>
    <a:srgbClr val="EA541F"/>
    <a:srgbClr val="990033"/>
    <a:srgbClr val="00188F"/>
    <a:srgbClr val="01BCFF"/>
    <a:srgbClr val="EB3C00"/>
    <a:srgbClr val="33CC33"/>
    <a:srgbClr val="0071C5"/>
    <a:srgbClr val="4D50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82" autoAdjust="0"/>
    <p:restoredTop sz="88933" autoAdjust="0"/>
  </p:normalViewPr>
  <p:slideViewPr>
    <p:cSldViewPr snapToGrid="0" snapToObjects="1">
      <p:cViewPr varScale="1">
        <p:scale>
          <a:sx n="47" d="100"/>
          <a:sy n="47" d="100"/>
        </p:scale>
        <p:origin x="48" y="672"/>
      </p:cViewPr>
      <p:guideLst>
        <p:guide orient="horz" pos="143"/>
        <p:guide orient="horz" pos="916"/>
        <p:guide orient="horz" pos="1197"/>
        <p:guide orient="horz" pos="2159"/>
        <p:guide orient="horz" pos="2086"/>
        <p:guide pos="328"/>
        <p:guide pos="7285"/>
        <p:guide pos="514"/>
        <p:guide pos="3841"/>
      </p:guideLst>
    </p:cSldViewPr>
  </p:slideViewPr>
  <p:outlineViewPr>
    <p:cViewPr>
      <p:scale>
        <a:sx n="33" d="100"/>
        <a:sy n="33" d="100"/>
      </p:scale>
      <p:origin x="0" y="0"/>
    </p:cViewPr>
  </p:outlineViewPr>
  <p:notesTextViewPr>
    <p:cViewPr>
      <p:scale>
        <a:sx n="25" d="100"/>
        <a:sy n="25" d="100"/>
      </p:scale>
      <p:origin x="0" y="0"/>
    </p:cViewPr>
  </p:notesTextViewPr>
  <p:sorterViewPr>
    <p:cViewPr varScale="1">
      <p:scale>
        <a:sx n="100" d="100"/>
        <a:sy n="100" d="100"/>
      </p:scale>
      <p:origin x="0" y="-10776"/>
    </p:cViewPr>
  </p:sorterViewPr>
  <p:notesViewPr>
    <p:cSldViewPr snapToGrid="0" snapToObjects="1" showGuides="1">
      <p:cViewPr varScale="1">
        <p:scale>
          <a:sx n="70" d="100"/>
          <a:sy n="70" d="100"/>
        </p:scale>
        <p:origin x="3240"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pieChart>
        <c:varyColors val="1"/>
        <c:ser>
          <c:idx val="0"/>
          <c:order val="0"/>
          <c:tx>
            <c:strRef>
              <c:f>Sheet1!$B$1</c:f>
              <c:strCache>
                <c:ptCount val="1"/>
                <c:pt idx="0">
                  <c:v>所占百分比</c:v>
                </c:pt>
              </c:strCache>
            </c:strRef>
          </c:tx>
          <c:dLbls>
            <c:spPr>
              <a:noFill/>
              <a:ln>
                <a:noFill/>
              </a:ln>
              <a:effectLst/>
            </c:spPr>
            <c:showLegendKey val="0"/>
            <c:showVal val="1"/>
            <c:showCatName val="1"/>
            <c:showSerName val="0"/>
            <c:showPercent val="0"/>
            <c:showBubbleSize val="0"/>
            <c:showLeaderLines val="1"/>
            <c:extLst>
              <c:ext xmlns:c15="http://schemas.microsoft.com/office/drawing/2012/chart" uri="{CE6537A1-D6FC-4f65-9D91-7224C49458BB}"/>
            </c:extLst>
          </c:dLbls>
          <c:cat>
            <c:strRef>
              <c:f>Sheet1!$A$2:$A$5</c:f>
              <c:strCache>
                <c:ptCount val="4"/>
                <c:pt idx="0">
                  <c:v>消息沟通</c:v>
                </c:pt>
                <c:pt idx="1">
                  <c:v>会议沟通</c:v>
                </c:pt>
                <c:pt idx="2">
                  <c:v>语音沟通</c:v>
                </c:pt>
                <c:pt idx="3">
                  <c:v>企业社交</c:v>
                </c:pt>
              </c:strCache>
            </c:strRef>
          </c:cat>
          <c:val>
            <c:numRef>
              <c:f>Sheet1!$B$2:$B$5</c:f>
              <c:numCache>
                <c:formatCode>0%</c:formatCode>
                <c:ptCount val="4"/>
                <c:pt idx="0">
                  <c:v>0.24</c:v>
                </c:pt>
                <c:pt idx="1">
                  <c:v>0.36</c:v>
                </c:pt>
                <c:pt idx="2">
                  <c:v>0.25</c:v>
                </c:pt>
                <c:pt idx="3">
                  <c:v>0.15</c:v>
                </c:pt>
              </c:numCache>
            </c:numRef>
          </c:val>
          <c:extLst>
            <c:ext xmlns:c16="http://schemas.microsoft.com/office/drawing/2014/chart" uri="{C3380CC4-5D6E-409C-BE32-E72D297353CC}">
              <c16:uniqueId val="{00000000-4171-4582-A4D4-347C81167D78}"/>
            </c:ext>
          </c:extLst>
        </c:ser>
        <c:dLbls>
          <c:showLegendKey val="0"/>
          <c:showVal val="1"/>
          <c:showCatName val="0"/>
          <c:showSerName val="0"/>
          <c:showPercent val="0"/>
          <c:showBubbleSize val="0"/>
          <c:showLeaderLines val="1"/>
        </c:dLbls>
        <c:firstSliceAng val="0"/>
      </c:pieChart>
    </c:plotArea>
    <c:legend>
      <c:legendPos val="r"/>
      <c:overlay val="0"/>
    </c:legend>
    <c:plotVisOnly val="1"/>
    <c:dispBlanksAs val="gap"/>
    <c:showDLblsOverMax val="0"/>
  </c:chart>
  <c:txPr>
    <a:bodyPr/>
    <a:lstStyle/>
    <a:p>
      <a:pPr>
        <a:defRPr sz="1800"/>
      </a:pPr>
      <a:endParaRPr lang="zh-CN"/>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D745A2-14AC-4E0D-8CE4-9A20AF27B149}" type="doc">
      <dgm:prSet loTypeId="urn:microsoft.com/office/officeart/2005/8/layout/radial6" loCatId="cycle" qsTypeId="urn:microsoft.com/office/officeart/2005/8/quickstyle/simple5" qsCatId="simple" csTypeId="urn:microsoft.com/office/officeart/2005/8/colors/colorful1" csCatId="colorful"/>
      <dgm:spPr/>
      <dgm:t>
        <a:bodyPr/>
        <a:lstStyle/>
        <a:p>
          <a:endParaRPr lang="zh-CN" altLang="en-US"/>
        </a:p>
      </dgm:t>
    </dgm:pt>
    <dgm:pt modelId="{E14A315E-6D48-48E9-B0E8-AB7C3433E9BC}">
      <dgm:prSet/>
      <dgm:spPr/>
      <dgm:t>
        <a:bodyPr/>
        <a:lstStyle/>
        <a:p>
          <a:pPr rtl="0"/>
          <a:r>
            <a:rPr lang="zh-CN"/>
            <a:t>信息工作者</a:t>
          </a:r>
        </a:p>
      </dgm:t>
    </dgm:pt>
    <dgm:pt modelId="{E3925C89-2407-4CB3-B2DC-C149C9717C27}" type="parTrans" cxnId="{4338994B-F813-42EE-8541-AEABC5AC3135}">
      <dgm:prSet/>
      <dgm:spPr/>
      <dgm:t>
        <a:bodyPr/>
        <a:lstStyle/>
        <a:p>
          <a:endParaRPr lang="zh-CN" altLang="en-US"/>
        </a:p>
      </dgm:t>
    </dgm:pt>
    <dgm:pt modelId="{2D2D2FB8-C0F9-44EC-B58A-4903F6F065F3}" type="sibTrans" cxnId="{4338994B-F813-42EE-8541-AEABC5AC3135}">
      <dgm:prSet/>
      <dgm:spPr/>
      <dgm:t>
        <a:bodyPr/>
        <a:lstStyle/>
        <a:p>
          <a:endParaRPr lang="zh-CN" altLang="en-US"/>
        </a:p>
      </dgm:t>
    </dgm:pt>
    <dgm:pt modelId="{E7698C46-C63F-4619-8E21-40BD8C4AA3B8}">
      <dgm:prSet/>
      <dgm:spPr/>
      <dgm:t>
        <a:bodyPr/>
        <a:lstStyle/>
        <a:p>
          <a:pPr rtl="0"/>
          <a:r>
            <a:rPr lang="zh-CN"/>
            <a:t>沟通</a:t>
          </a:r>
        </a:p>
      </dgm:t>
    </dgm:pt>
    <dgm:pt modelId="{DB0BFAA0-73E8-4EDC-A15A-B133BB370CEE}" type="parTrans" cxnId="{4C2EEB52-C01A-4021-AE02-B2F4DFEA702B}">
      <dgm:prSet/>
      <dgm:spPr/>
      <dgm:t>
        <a:bodyPr/>
        <a:lstStyle/>
        <a:p>
          <a:endParaRPr lang="zh-CN" altLang="en-US"/>
        </a:p>
      </dgm:t>
    </dgm:pt>
    <dgm:pt modelId="{3668DA8A-1066-47B6-99FD-AEEE1282F552}" type="sibTrans" cxnId="{4C2EEB52-C01A-4021-AE02-B2F4DFEA702B}">
      <dgm:prSet/>
      <dgm:spPr/>
      <dgm:t>
        <a:bodyPr/>
        <a:lstStyle/>
        <a:p>
          <a:endParaRPr lang="zh-CN" altLang="en-US"/>
        </a:p>
      </dgm:t>
    </dgm:pt>
    <dgm:pt modelId="{653ACB6F-1805-4009-91E1-17F11AA0A798}">
      <dgm:prSet/>
      <dgm:spPr/>
      <dgm:t>
        <a:bodyPr/>
        <a:lstStyle/>
        <a:p>
          <a:pPr rtl="0"/>
          <a:r>
            <a:rPr lang="zh-CN"/>
            <a:t>交付</a:t>
          </a:r>
        </a:p>
      </dgm:t>
    </dgm:pt>
    <dgm:pt modelId="{C5DFF62B-D830-4207-9DF1-B9D7EAEFD833}" type="parTrans" cxnId="{A45D5C52-0EE4-4204-A61B-37557F13A6A2}">
      <dgm:prSet/>
      <dgm:spPr/>
      <dgm:t>
        <a:bodyPr/>
        <a:lstStyle/>
        <a:p>
          <a:endParaRPr lang="zh-CN" altLang="en-US"/>
        </a:p>
      </dgm:t>
    </dgm:pt>
    <dgm:pt modelId="{584A3183-6809-4156-83C9-9A8D6C771AD4}" type="sibTrans" cxnId="{A45D5C52-0EE4-4204-A61B-37557F13A6A2}">
      <dgm:prSet/>
      <dgm:spPr/>
      <dgm:t>
        <a:bodyPr/>
        <a:lstStyle/>
        <a:p>
          <a:endParaRPr lang="zh-CN" altLang="en-US"/>
        </a:p>
      </dgm:t>
    </dgm:pt>
    <dgm:pt modelId="{B85EC1E9-DDB0-4F53-9399-48A055CE5B4A}">
      <dgm:prSet/>
      <dgm:spPr/>
      <dgm:t>
        <a:bodyPr/>
        <a:lstStyle/>
        <a:p>
          <a:pPr rtl="0"/>
          <a:r>
            <a:rPr lang="zh-CN"/>
            <a:t>报告</a:t>
          </a:r>
        </a:p>
      </dgm:t>
    </dgm:pt>
    <dgm:pt modelId="{0F80C9BC-29CD-4C47-82B1-A57FE6BD29B4}" type="parTrans" cxnId="{768B19B9-E100-45F9-A5D0-A682F5AFFB5B}">
      <dgm:prSet/>
      <dgm:spPr/>
      <dgm:t>
        <a:bodyPr/>
        <a:lstStyle/>
        <a:p>
          <a:endParaRPr lang="zh-CN" altLang="en-US"/>
        </a:p>
      </dgm:t>
    </dgm:pt>
    <dgm:pt modelId="{AF46778D-6A17-4FBE-9984-71A2F6318673}" type="sibTrans" cxnId="{768B19B9-E100-45F9-A5D0-A682F5AFFB5B}">
      <dgm:prSet/>
      <dgm:spPr/>
      <dgm:t>
        <a:bodyPr/>
        <a:lstStyle/>
        <a:p>
          <a:endParaRPr lang="zh-CN" altLang="en-US"/>
        </a:p>
      </dgm:t>
    </dgm:pt>
    <dgm:pt modelId="{EE124A82-DC61-4321-AC78-C2AA7E1C76D2}">
      <dgm:prSet/>
      <dgm:spPr/>
      <dgm:t>
        <a:bodyPr/>
        <a:lstStyle/>
        <a:p>
          <a:pPr rtl="0"/>
          <a:r>
            <a:rPr lang="zh-CN"/>
            <a:t>发现</a:t>
          </a:r>
        </a:p>
      </dgm:t>
    </dgm:pt>
    <dgm:pt modelId="{3091F6E0-504A-4092-81FD-9A71445FC7E8}" type="parTrans" cxnId="{5E257D69-4ED4-4495-A2DC-A008DF100FA7}">
      <dgm:prSet/>
      <dgm:spPr/>
      <dgm:t>
        <a:bodyPr/>
        <a:lstStyle/>
        <a:p>
          <a:endParaRPr lang="zh-CN" altLang="en-US"/>
        </a:p>
      </dgm:t>
    </dgm:pt>
    <dgm:pt modelId="{0FDD6411-2D54-4202-A58C-19EF1EEBE7EC}" type="sibTrans" cxnId="{5E257D69-4ED4-4495-A2DC-A008DF100FA7}">
      <dgm:prSet/>
      <dgm:spPr/>
      <dgm:t>
        <a:bodyPr/>
        <a:lstStyle/>
        <a:p>
          <a:endParaRPr lang="zh-CN" altLang="en-US"/>
        </a:p>
      </dgm:t>
    </dgm:pt>
    <dgm:pt modelId="{1284A054-C9A7-46B5-BDDF-6E4431147763}" type="pres">
      <dgm:prSet presAssocID="{58D745A2-14AC-4E0D-8CE4-9A20AF27B149}" presName="Name0" presStyleCnt="0">
        <dgm:presLayoutVars>
          <dgm:chMax val="1"/>
          <dgm:dir/>
          <dgm:animLvl val="ctr"/>
          <dgm:resizeHandles val="exact"/>
        </dgm:presLayoutVars>
      </dgm:prSet>
      <dgm:spPr/>
    </dgm:pt>
    <dgm:pt modelId="{B9147A88-E63D-49E9-B8CB-E2EDDA98403E}" type="pres">
      <dgm:prSet presAssocID="{E14A315E-6D48-48E9-B0E8-AB7C3433E9BC}" presName="centerShape" presStyleLbl="node0" presStyleIdx="0" presStyleCnt="1"/>
      <dgm:spPr/>
    </dgm:pt>
    <dgm:pt modelId="{FF733874-FEE7-4BA4-B87D-B6647B4D8ACF}" type="pres">
      <dgm:prSet presAssocID="{E7698C46-C63F-4619-8E21-40BD8C4AA3B8}" presName="node" presStyleLbl="node1" presStyleIdx="0" presStyleCnt="4">
        <dgm:presLayoutVars>
          <dgm:bulletEnabled val="1"/>
        </dgm:presLayoutVars>
      </dgm:prSet>
      <dgm:spPr/>
    </dgm:pt>
    <dgm:pt modelId="{9FE9D8EA-9D0A-4962-887B-FE657DA46803}" type="pres">
      <dgm:prSet presAssocID="{E7698C46-C63F-4619-8E21-40BD8C4AA3B8}" presName="dummy" presStyleCnt="0"/>
      <dgm:spPr/>
    </dgm:pt>
    <dgm:pt modelId="{743F2777-6539-407B-AA9E-BD098F452D6B}" type="pres">
      <dgm:prSet presAssocID="{3668DA8A-1066-47B6-99FD-AEEE1282F552}" presName="sibTrans" presStyleLbl="sibTrans2D1" presStyleIdx="0" presStyleCnt="4"/>
      <dgm:spPr/>
    </dgm:pt>
    <dgm:pt modelId="{2EF86347-1881-471D-81CC-226350852DCD}" type="pres">
      <dgm:prSet presAssocID="{653ACB6F-1805-4009-91E1-17F11AA0A798}" presName="node" presStyleLbl="node1" presStyleIdx="1" presStyleCnt="4">
        <dgm:presLayoutVars>
          <dgm:bulletEnabled val="1"/>
        </dgm:presLayoutVars>
      </dgm:prSet>
      <dgm:spPr/>
    </dgm:pt>
    <dgm:pt modelId="{7A1E88D1-33F1-406F-9B94-9C98F52316A4}" type="pres">
      <dgm:prSet presAssocID="{653ACB6F-1805-4009-91E1-17F11AA0A798}" presName="dummy" presStyleCnt="0"/>
      <dgm:spPr/>
    </dgm:pt>
    <dgm:pt modelId="{D08B4327-106C-4974-96F6-63481B680737}" type="pres">
      <dgm:prSet presAssocID="{584A3183-6809-4156-83C9-9A8D6C771AD4}" presName="sibTrans" presStyleLbl="sibTrans2D1" presStyleIdx="1" presStyleCnt="4"/>
      <dgm:spPr/>
    </dgm:pt>
    <dgm:pt modelId="{5A9888BC-74FF-4986-8F63-26A18907FAD0}" type="pres">
      <dgm:prSet presAssocID="{B85EC1E9-DDB0-4F53-9399-48A055CE5B4A}" presName="node" presStyleLbl="node1" presStyleIdx="2" presStyleCnt="4">
        <dgm:presLayoutVars>
          <dgm:bulletEnabled val="1"/>
        </dgm:presLayoutVars>
      </dgm:prSet>
      <dgm:spPr/>
    </dgm:pt>
    <dgm:pt modelId="{F94D51EB-D1D6-44DE-A228-2BA2B907C122}" type="pres">
      <dgm:prSet presAssocID="{B85EC1E9-DDB0-4F53-9399-48A055CE5B4A}" presName="dummy" presStyleCnt="0"/>
      <dgm:spPr/>
    </dgm:pt>
    <dgm:pt modelId="{0B3DA10F-4671-471D-8902-F1EA34165BD6}" type="pres">
      <dgm:prSet presAssocID="{AF46778D-6A17-4FBE-9984-71A2F6318673}" presName="sibTrans" presStyleLbl="sibTrans2D1" presStyleIdx="2" presStyleCnt="4"/>
      <dgm:spPr/>
    </dgm:pt>
    <dgm:pt modelId="{5ABC208E-F330-484D-9470-2430C507B643}" type="pres">
      <dgm:prSet presAssocID="{EE124A82-DC61-4321-AC78-C2AA7E1C76D2}" presName="node" presStyleLbl="node1" presStyleIdx="3" presStyleCnt="4">
        <dgm:presLayoutVars>
          <dgm:bulletEnabled val="1"/>
        </dgm:presLayoutVars>
      </dgm:prSet>
      <dgm:spPr/>
    </dgm:pt>
    <dgm:pt modelId="{884C4502-C0E6-4E68-AB32-A95F6249F4E1}" type="pres">
      <dgm:prSet presAssocID="{EE124A82-DC61-4321-AC78-C2AA7E1C76D2}" presName="dummy" presStyleCnt="0"/>
      <dgm:spPr/>
    </dgm:pt>
    <dgm:pt modelId="{B369A712-4D55-4EE4-B79C-9C32F351C0C6}" type="pres">
      <dgm:prSet presAssocID="{0FDD6411-2D54-4202-A58C-19EF1EEBE7EC}" presName="sibTrans" presStyleLbl="sibTrans2D1" presStyleIdx="3" presStyleCnt="4"/>
      <dgm:spPr/>
    </dgm:pt>
  </dgm:ptLst>
  <dgm:cxnLst>
    <dgm:cxn modelId="{07221E12-12EB-45CB-850F-99B605B93719}" type="presOf" srcId="{EE124A82-DC61-4321-AC78-C2AA7E1C76D2}" destId="{5ABC208E-F330-484D-9470-2430C507B643}" srcOrd="0" destOrd="0" presId="urn:microsoft.com/office/officeart/2005/8/layout/radial6"/>
    <dgm:cxn modelId="{BB26E615-8AF9-491B-B947-4864AA56CCE9}" type="presOf" srcId="{E14A315E-6D48-48E9-B0E8-AB7C3433E9BC}" destId="{B9147A88-E63D-49E9-B8CB-E2EDDA98403E}" srcOrd="0" destOrd="0" presId="urn:microsoft.com/office/officeart/2005/8/layout/radial6"/>
    <dgm:cxn modelId="{9CFB0734-FF16-4FF1-AD81-7D74116C29EA}" type="presOf" srcId="{B85EC1E9-DDB0-4F53-9399-48A055CE5B4A}" destId="{5A9888BC-74FF-4986-8F63-26A18907FAD0}" srcOrd="0" destOrd="0" presId="urn:microsoft.com/office/officeart/2005/8/layout/radial6"/>
    <dgm:cxn modelId="{2DD0933A-B874-49BA-BBDE-B913FF25A0CB}" type="presOf" srcId="{0FDD6411-2D54-4202-A58C-19EF1EEBE7EC}" destId="{B369A712-4D55-4EE4-B79C-9C32F351C0C6}" srcOrd="0" destOrd="0" presId="urn:microsoft.com/office/officeart/2005/8/layout/radial6"/>
    <dgm:cxn modelId="{E0C2D242-66F4-4E29-85DF-13E73914DD74}" type="presOf" srcId="{584A3183-6809-4156-83C9-9A8D6C771AD4}" destId="{D08B4327-106C-4974-96F6-63481B680737}" srcOrd="0" destOrd="0" presId="urn:microsoft.com/office/officeart/2005/8/layout/radial6"/>
    <dgm:cxn modelId="{CBEB1943-92FE-415F-AAA0-93D5A3354592}" type="presOf" srcId="{E7698C46-C63F-4619-8E21-40BD8C4AA3B8}" destId="{FF733874-FEE7-4BA4-B87D-B6647B4D8ACF}" srcOrd="0" destOrd="0" presId="urn:microsoft.com/office/officeart/2005/8/layout/radial6"/>
    <dgm:cxn modelId="{5E257D69-4ED4-4495-A2DC-A008DF100FA7}" srcId="{E14A315E-6D48-48E9-B0E8-AB7C3433E9BC}" destId="{EE124A82-DC61-4321-AC78-C2AA7E1C76D2}" srcOrd="3" destOrd="0" parTransId="{3091F6E0-504A-4092-81FD-9A71445FC7E8}" sibTransId="{0FDD6411-2D54-4202-A58C-19EF1EEBE7EC}"/>
    <dgm:cxn modelId="{4338994B-F813-42EE-8541-AEABC5AC3135}" srcId="{58D745A2-14AC-4E0D-8CE4-9A20AF27B149}" destId="{E14A315E-6D48-48E9-B0E8-AB7C3433E9BC}" srcOrd="0" destOrd="0" parTransId="{E3925C89-2407-4CB3-B2DC-C149C9717C27}" sibTransId="{2D2D2FB8-C0F9-44EC-B58A-4903F6F065F3}"/>
    <dgm:cxn modelId="{1C4CF06B-039D-40AC-9E5E-AB5E789D5D7C}" type="presOf" srcId="{3668DA8A-1066-47B6-99FD-AEEE1282F552}" destId="{743F2777-6539-407B-AA9E-BD098F452D6B}" srcOrd="0" destOrd="0" presId="urn:microsoft.com/office/officeart/2005/8/layout/radial6"/>
    <dgm:cxn modelId="{F13C7F51-8578-4AD9-BD60-7F75E60C916D}" type="presOf" srcId="{58D745A2-14AC-4E0D-8CE4-9A20AF27B149}" destId="{1284A054-C9A7-46B5-BDDF-6E4431147763}" srcOrd="0" destOrd="0" presId="urn:microsoft.com/office/officeart/2005/8/layout/radial6"/>
    <dgm:cxn modelId="{A45D5C52-0EE4-4204-A61B-37557F13A6A2}" srcId="{E14A315E-6D48-48E9-B0E8-AB7C3433E9BC}" destId="{653ACB6F-1805-4009-91E1-17F11AA0A798}" srcOrd="1" destOrd="0" parTransId="{C5DFF62B-D830-4207-9DF1-B9D7EAEFD833}" sibTransId="{584A3183-6809-4156-83C9-9A8D6C771AD4}"/>
    <dgm:cxn modelId="{4C2EEB52-C01A-4021-AE02-B2F4DFEA702B}" srcId="{E14A315E-6D48-48E9-B0E8-AB7C3433E9BC}" destId="{E7698C46-C63F-4619-8E21-40BD8C4AA3B8}" srcOrd="0" destOrd="0" parTransId="{DB0BFAA0-73E8-4EDC-A15A-B133BB370CEE}" sibTransId="{3668DA8A-1066-47B6-99FD-AEEE1282F552}"/>
    <dgm:cxn modelId="{D51434AC-09C0-40AF-A1FF-D5752C16EBFB}" type="presOf" srcId="{AF46778D-6A17-4FBE-9984-71A2F6318673}" destId="{0B3DA10F-4671-471D-8902-F1EA34165BD6}" srcOrd="0" destOrd="0" presId="urn:microsoft.com/office/officeart/2005/8/layout/radial6"/>
    <dgm:cxn modelId="{768B19B9-E100-45F9-A5D0-A682F5AFFB5B}" srcId="{E14A315E-6D48-48E9-B0E8-AB7C3433E9BC}" destId="{B85EC1E9-DDB0-4F53-9399-48A055CE5B4A}" srcOrd="2" destOrd="0" parTransId="{0F80C9BC-29CD-4C47-82B1-A57FE6BD29B4}" sibTransId="{AF46778D-6A17-4FBE-9984-71A2F6318673}"/>
    <dgm:cxn modelId="{DF1528DA-DB76-401C-BBEF-C2C7FDAB9C2B}" type="presOf" srcId="{653ACB6F-1805-4009-91E1-17F11AA0A798}" destId="{2EF86347-1881-471D-81CC-226350852DCD}" srcOrd="0" destOrd="0" presId="urn:microsoft.com/office/officeart/2005/8/layout/radial6"/>
    <dgm:cxn modelId="{73F64545-E7AD-4D9B-A8A8-1BF21B392D7A}" type="presParOf" srcId="{1284A054-C9A7-46B5-BDDF-6E4431147763}" destId="{B9147A88-E63D-49E9-B8CB-E2EDDA98403E}" srcOrd="0" destOrd="0" presId="urn:microsoft.com/office/officeart/2005/8/layout/radial6"/>
    <dgm:cxn modelId="{64C1F013-4C2A-489B-B54E-A18BD85B86C3}" type="presParOf" srcId="{1284A054-C9A7-46B5-BDDF-6E4431147763}" destId="{FF733874-FEE7-4BA4-B87D-B6647B4D8ACF}" srcOrd="1" destOrd="0" presId="urn:microsoft.com/office/officeart/2005/8/layout/radial6"/>
    <dgm:cxn modelId="{4964DA6C-BBA4-4865-81F1-B84AC48802F0}" type="presParOf" srcId="{1284A054-C9A7-46B5-BDDF-6E4431147763}" destId="{9FE9D8EA-9D0A-4962-887B-FE657DA46803}" srcOrd="2" destOrd="0" presId="urn:microsoft.com/office/officeart/2005/8/layout/radial6"/>
    <dgm:cxn modelId="{756EB862-F553-43EB-AB56-F6EC16E2CF03}" type="presParOf" srcId="{1284A054-C9A7-46B5-BDDF-6E4431147763}" destId="{743F2777-6539-407B-AA9E-BD098F452D6B}" srcOrd="3" destOrd="0" presId="urn:microsoft.com/office/officeart/2005/8/layout/radial6"/>
    <dgm:cxn modelId="{FC273D70-4AB8-4DC7-8671-782E6A231DD4}" type="presParOf" srcId="{1284A054-C9A7-46B5-BDDF-6E4431147763}" destId="{2EF86347-1881-471D-81CC-226350852DCD}" srcOrd="4" destOrd="0" presId="urn:microsoft.com/office/officeart/2005/8/layout/radial6"/>
    <dgm:cxn modelId="{6F8B7256-3B2A-4DBE-A91C-A53E682127F0}" type="presParOf" srcId="{1284A054-C9A7-46B5-BDDF-6E4431147763}" destId="{7A1E88D1-33F1-406F-9B94-9C98F52316A4}" srcOrd="5" destOrd="0" presId="urn:microsoft.com/office/officeart/2005/8/layout/radial6"/>
    <dgm:cxn modelId="{8BAD9CF4-29A6-4B39-862F-A9439DE0066E}" type="presParOf" srcId="{1284A054-C9A7-46B5-BDDF-6E4431147763}" destId="{D08B4327-106C-4974-96F6-63481B680737}" srcOrd="6" destOrd="0" presId="urn:microsoft.com/office/officeart/2005/8/layout/radial6"/>
    <dgm:cxn modelId="{96759C33-64E9-4D46-8E02-652B7F5892A6}" type="presParOf" srcId="{1284A054-C9A7-46B5-BDDF-6E4431147763}" destId="{5A9888BC-74FF-4986-8F63-26A18907FAD0}" srcOrd="7" destOrd="0" presId="urn:microsoft.com/office/officeart/2005/8/layout/radial6"/>
    <dgm:cxn modelId="{D10EC65C-6367-45E3-8A75-EADE3F9BFFA5}" type="presParOf" srcId="{1284A054-C9A7-46B5-BDDF-6E4431147763}" destId="{F94D51EB-D1D6-44DE-A228-2BA2B907C122}" srcOrd="8" destOrd="0" presId="urn:microsoft.com/office/officeart/2005/8/layout/radial6"/>
    <dgm:cxn modelId="{E9FF509A-594F-4487-AC61-A09EEF1C458C}" type="presParOf" srcId="{1284A054-C9A7-46B5-BDDF-6E4431147763}" destId="{0B3DA10F-4671-471D-8902-F1EA34165BD6}" srcOrd="9" destOrd="0" presId="urn:microsoft.com/office/officeart/2005/8/layout/radial6"/>
    <dgm:cxn modelId="{03E7F31D-EF64-4EE9-AD88-81675637D2DB}" type="presParOf" srcId="{1284A054-C9A7-46B5-BDDF-6E4431147763}" destId="{5ABC208E-F330-484D-9470-2430C507B643}" srcOrd="10" destOrd="0" presId="urn:microsoft.com/office/officeart/2005/8/layout/radial6"/>
    <dgm:cxn modelId="{36F00E00-4E25-453F-BD1F-7E6497DEF04D}" type="presParOf" srcId="{1284A054-C9A7-46B5-BDDF-6E4431147763}" destId="{884C4502-C0E6-4E68-AB32-A95F6249F4E1}" srcOrd="11" destOrd="0" presId="urn:microsoft.com/office/officeart/2005/8/layout/radial6"/>
    <dgm:cxn modelId="{8F969204-BB4D-42B3-B71B-54ABD3888B08}" type="presParOf" srcId="{1284A054-C9A7-46B5-BDDF-6E4431147763}" destId="{B369A712-4D55-4EE4-B79C-9C32F351C0C6}"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69A712-4D55-4EE4-B79C-9C32F351C0C6}">
      <dsp:nvSpPr>
        <dsp:cNvPr id="0" name=""/>
        <dsp:cNvSpPr/>
      </dsp:nvSpPr>
      <dsp:spPr>
        <a:xfrm>
          <a:off x="2098719" y="372496"/>
          <a:ext cx="2490576" cy="2490576"/>
        </a:xfrm>
        <a:prstGeom prst="blockArc">
          <a:avLst>
            <a:gd name="adj1" fmla="val 10800000"/>
            <a:gd name="adj2" fmla="val 16200000"/>
            <a:gd name="adj3" fmla="val 4639"/>
          </a:avLst>
        </a:prstGeom>
        <a:solidFill>
          <a:schemeClr val="accent5">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sp>
    <dsp:sp modelId="{0B3DA10F-4671-471D-8902-F1EA34165BD6}">
      <dsp:nvSpPr>
        <dsp:cNvPr id="0" name=""/>
        <dsp:cNvSpPr/>
      </dsp:nvSpPr>
      <dsp:spPr>
        <a:xfrm>
          <a:off x="2098719" y="372496"/>
          <a:ext cx="2490576" cy="2490576"/>
        </a:xfrm>
        <a:prstGeom prst="blockArc">
          <a:avLst>
            <a:gd name="adj1" fmla="val 5400000"/>
            <a:gd name="adj2" fmla="val 10800000"/>
            <a:gd name="adj3" fmla="val 4639"/>
          </a:avLst>
        </a:prstGeom>
        <a:solidFill>
          <a:schemeClr val="accent4">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sp>
    <dsp:sp modelId="{D08B4327-106C-4974-96F6-63481B680737}">
      <dsp:nvSpPr>
        <dsp:cNvPr id="0" name=""/>
        <dsp:cNvSpPr/>
      </dsp:nvSpPr>
      <dsp:spPr>
        <a:xfrm>
          <a:off x="2098719" y="372496"/>
          <a:ext cx="2490576" cy="2490576"/>
        </a:xfrm>
        <a:prstGeom prst="blockArc">
          <a:avLst>
            <a:gd name="adj1" fmla="val 0"/>
            <a:gd name="adj2" fmla="val 5400000"/>
            <a:gd name="adj3" fmla="val 4639"/>
          </a:avLst>
        </a:prstGeom>
        <a:solidFill>
          <a:schemeClr val="accent3">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sp>
    <dsp:sp modelId="{743F2777-6539-407B-AA9E-BD098F452D6B}">
      <dsp:nvSpPr>
        <dsp:cNvPr id="0" name=""/>
        <dsp:cNvSpPr/>
      </dsp:nvSpPr>
      <dsp:spPr>
        <a:xfrm>
          <a:off x="2098719" y="372496"/>
          <a:ext cx="2490576" cy="2490576"/>
        </a:xfrm>
        <a:prstGeom prst="blockArc">
          <a:avLst>
            <a:gd name="adj1" fmla="val 16200000"/>
            <a:gd name="adj2" fmla="val 0"/>
            <a:gd name="adj3" fmla="val 4639"/>
          </a:avLst>
        </a:prstGeom>
        <a:solidFill>
          <a:schemeClr val="accent2">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sp>
    <dsp:sp modelId="{B9147A88-E63D-49E9-B8CB-E2EDDA98403E}">
      <dsp:nvSpPr>
        <dsp:cNvPr id="0" name=""/>
        <dsp:cNvSpPr/>
      </dsp:nvSpPr>
      <dsp:spPr>
        <a:xfrm>
          <a:off x="2770889" y="1044665"/>
          <a:ext cx="1146237" cy="1146237"/>
        </a:xfrm>
        <a:prstGeom prst="ellipse">
          <a:avLst/>
        </a:prstGeom>
        <a:solidFill>
          <a:schemeClr val="accen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rtl="0">
            <a:lnSpc>
              <a:spcPct val="90000"/>
            </a:lnSpc>
            <a:spcBef>
              <a:spcPct val="0"/>
            </a:spcBef>
            <a:spcAft>
              <a:spcPct val="35000"/>
            </a:spcAft>
            <a:buNone/>
          </a:pPr>
          <a:r>
            <a:rPr lang="zh-CN" altLang="en-US" sz="1900" kern="1200"/>
            <a:t>信息工作者</a:t>
          </a:r>
        </a:p>
      </dsp:txBody>
      <dsp:txXfrm>
        <a:off x="2938752" y="1212528"/>
        <a:ext cx="810511" cy="810511"/>
      </dsp:txXfrm>
    </dsp:sp>
    <dsp:sp modelId="{FF733874-FEE7-4BA4-B87D-B6647B4D8ACF}">
      <dsp:nvSpPr>
        <dsp:cNvPr id="0" name=""/>
        <dsp:cNvSpPr/>
      </dsp:nvSpPr>
      <dsp:spPr>
        <a:xfrm>
          <a:off x="2942825" y="198"/>
          <a:ext cx="802365" cy="802365"/>
        </a:xfrm>
        <a:prstGeom prst="ellipse">
          <a:avLst/>
        </a:prstGeom>
        <a:solidFill>
          <a:schemeClr val="accent2">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zh-CN" altLang="en-US" sz="1800" kern="1200"/>
            <a:t>沟通</a:t>
          </a:r>
        </a:p>
      </dsp:txBody>
      <dsp:txXfrm>
        <a:off x="3060329" y="117702"/>
        <a:ext cx="567357" cy="567357"/>
      </dsp:txXfrm>
    </dsp:sp>
    <dsp:sp modelId="{2EF86347-1881-471D-81CC-226350852DCD}">
      <dsp:nvSpPr>
        <dsp:cNvPr id="0" name=""/>
        <dsp:cNvSpPr/>
      </dsp:nvSpPr>
      <dsp:spPr>
        <a:xfrm>
          <a:off x="4159228" y="1216601"/>
          <a:ext cx="802365" cy="802365"/>
        </a:xfrm>
        <a:prstGeom prst="ellipse">
          <a:avLst/>
        </a:prstGeom>
        <a:solidFill>
          <a:schemeClr val="accent3">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zh-CN" altLang="en-US" sz="1800" kern="1200"/>
            <a:t>交付</a:t>
          </a:r>
        </a:p>
      </dsp:txBody>
      <dsp:txXfrm>
        <a:off x="4276732" y="1334105"/>
        <a:ext cx="567357" cy="567357"/>
      </dsp:txXfrm>
    </dsp:sp>
    <dsp:sp modelId="{5A9888BC-74FF-4986-8F63-26A18907FAD0}">
      <dsp:nvSpPr>
        <dsp:cNvPr id="0" name=""/>
        <dsp:cNvSpPr/>
      </dsp:nvSpPr>
      <dsp:spPr>
        <a:xfrm>
          <a:off x="2942825" y="2433004"/>
          <a:ext cx="802365" cy="802365"/>
        </a:xfrm>
        <a:prstGeom prst="ellipse">
          <a:avLst/>
        </a:prstGeom>
        <a:solidFill>
          <a:schemeClr val="accent4">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zh-CN" altLang="en-US" sz="1800" kern="1200"/>
            <a:t>报告</a:t>
          </a:r>
        </a:p>
      </dsp:txBody>
      <dsp:txXfrm>
        <a:off x="3060329" y="2550508"/>
        <a:ext cx="567357" cy="567357"/>
      </dsp:txXfrm>
    </dsp:sp>
    <dsp:sp modelId="{5ABC208E-F330-484D-9470-2430C507B643}">
      <dsp:nvSpPr>
        <dsp:cNvPr id="0" name=""/>
        <dsp:cNvSpPr/>
      </dsp:nvSpPr>
      <dsp:spPr>
        <a:xfrm>
          <a:off x="1726421" y="1216601"/>
          <a:ext cx="802365" cy="802365"/>
        </a:xfrm>
        <a:prstGeom prst="ellipse">
          <a:avLst/>
        </a:prstGeom>
        <a:solidFill>
          <a:schemeClr val="accent5">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zh-CN" altLang="en-US" sz="1800" kern="1200"/>
            <a:t>发现</a:t>
          </a:r>
        </a:p>
      </dsp:txBody>
      <dsp:txXfrm>
        <a:off x="1843925" y="1334105"/>
        <a:ext cx="567357" cy="567357"/>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E219B1A-AE41-483B-A766-69B9363DDA6A}" type="datetimeFigureOut">
              <a:rPr lang="en-US" smtClean="0"/>
              <a:t>11/2/2020</a:t>
            </a:fld>
            <a:endParaRPr lang="en-US"/>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t>‹#›</a:t>
            </a:fld>
            <a:endParaRPr lang="en-US"/>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9" name="Slide Image Placeholder 8"/>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800"/>
            </a:lvl1pPr>
          </a:lstStyle>
          <a:p>
            <a:pPr defTabSz="914099" eaLnBrk="0" hangingPunct="0"/>
            <a:r>
              <a:rPr lang="en-US">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1B1278-D92B-4AF3-A9C1-71DD298190CE}" type="datetimeFigureOut">
              <a:rPr lang="en-US" smtClean="0"/>
              <a:t>11/2/2020</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vl1pPr>
          </a:lstStyle>
          <a:p>
            <a:fld id="{B4008EB6-D09E-4580-8CD6-DDB14511944F}" type="slidenum">
              <a:rPr lang="en-US" smtClean="0"/>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3" rtl="0" eaLnBrk="1" latinLnBrk="0" hangingPunct="1">
      <a:lnSpc>
        <a:spcPct val="90000"/>
      </a:lnSpc>
      <a:spcAft>
        <a:spcPts val="333"/>
      </a:spcAft>
      <a:defRPr sz="900" kern="1200">
        <a:solidFill>
          <a:schemeClr val="tx1"/>
        </a:solidFill>
        <a:latin typeface="Segoe UI Light"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kern="1200" dirty="0">
              <a:solidFill>
                <a:schemeClr val="tx1"/>
              </a:solidFill>
              <a:effectLst/>
              <a:latin typeface="Segoe UI Light" pitchFamily="34" charset="0"/>
              <a:ea typeface="+mn-ea"/>
              <a:cs typeface="+mn-cs"/>
            </a:endParaRPr>
          </a:p>
        </p:txBody>
      </p:sp>
      <p:sp>
        <p:nvSpPr>
          <p:cNvPr id="4" name="Slide Number Placeholder 3"/>
          <p:cNvSpPr>
            <a:spLocks noGrp="1"/>
          </p:cNvSpPr>
          <p:nvPr>
            <p:ph type="sldNum" sz="quarter" idx="10"/>
          </p:nvPr>
        </p:nvSpPr>
        <p:spPr/>
        <p:txBody>
          <a:bodyPr/>
          <a:lstStyle/>
          <a:p>
            <a:fld id="{F6F6F146-2F6B-42A1-8AC9-59FC5B984828}"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13821191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8144" y="382892"/>
            <a:ext cx="11422856" cy="914096"/>
          </a:xfrm>
        </p:spPr>
        <p:txBody>
          <a:bodyPr anchor="ctr" anchorCtr="0"/>
          <a:lstStyle>
            <a:lvl1pPr>
              <a:defRPr sz="6600" spc="-150" baseline="0"/>
            </a:lvl1pPr>
          </a:lstStyle>
          <a:p>
            <a:r>
              <a:rPr lang="en-US" dirty="0"/>
              <a:t>Click to edit title style</a:t>
            </a:r>
          </a:p>
        </p:txBody>
      </p:sp>
      <p:sp>
        <p:nvSpPr>
          <p:cNvPr id="5" name="Text Placeholder 4"/>
          <p:cNvSpPr>
            <a:spLocks noGrp="1"/>
          </p:cNvSpPr>
          <p:nvPr>
            <p:ph type="body" sz="quarter" idx="12" hasCustomPrompt="1"/>
          </p:nvPr>
        </p:nvSpPr>
        <p:spPr>
          <a:xfrm>
            <a:off x="4560095" y="1463675"/>
            <a:ext cx="7289006" cy="498598"/>
          </a:xfrm>
        </p:spPr>
        <p:txBody>
          <a:bodyPr>
            <a:spAutoFit/>
          </a:bodyPr>
          <a:lstStyle>
            <a:lvl1pPr marL="0" indent="0">
              <a:spcBef>
                <a:spcPts val="0"/>
              </a:spcBef>
              <a:buNone/>
              <a:defRPr spc="-70" baseline="0">
                <a:solidFill>
                  <a:schemeClr val="bg1"/>
                </a:solidFill>
                <a:latin typeface="+mj-lt"/>
              </a:defRPr>
            </a:lvl1pPr>
          </a:lstStyle>
          <a:p>
            <a:pPr lvl="0"/>
            <a:r>
              <a:rPr lang="en-US" dirty="0"/>
              <a:t>Speaker name  |  Title</a:t>
            </a:r>
          </a:p>
        </p:txBody>
      </p:sp>
      <p:sp>
        <p:nvSpPr>
          <p:cNvPr id="80" name="Trapezoid 79"/>
          <p:cNvSpPr/>
          <p:nvPr/>
        </p:nvSpPr>
        <p:spPr bwMode="auto">
          <a:xfrm rot="16200000">
            <a:off x="8161281" y="2485866"/>
            <a:ext cx="3548742" cy="3530012"/>
          </a:xfrm>
          <a:prstGeom prst="trapezoid">
            <a:avLst>
              <a:gd name="adj" fmla="val 14125"/>
            </a:avLst>
          </a:prstGeom>
          <a:solidFill>
            <a:schemeClr val="accent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81" name="TextBox 80"/>
          <p:cNvSpPr txBox="1"/>
          <p:nvPr/>
        </p:nvSpPr>
        <p:spPr bwMode="white">
          <a:xfrm>
            <a:off x="8318125" y="3798188"/>
            <a:ext cx="3287760" cy="923330"/>
          </a:xfrm>
          <a:prstGeom prst="rect">
            <a:avLst/>
          </a:prstGeom>
          <a:noFill/>
        </p:spPr>
        <p:txBody>
          <a:bodyPr wrap="none" lIns="0" tIns="0" rIns="0" bIns="0" rtlCol="0">
            <a:spAutoFit/>
          </a:bodyPr>
          <a:lstStyle/>
          <a:p>
            <a:r>
              <a:rPr lang="zh-CN" altLang="en-US" sz="6000" dirty="0">
                <a:latin typeface="+mj-lt"/>
              </a:rPr>
              <a:t>探究</a:t>
            </a:r>
            <a:r>
              <a:rPr lang="zh-CN" altLang="en-US" sz="6000" baseline="0" dirty="0">
                <a:latin typeface="+mj-lt"/>
              </a:rPr>
              <a:t> 体验</a:t>
            </a:r>
            <a:endParaRPr lang="en-US" sz="6000" dirty="0">
              <a:latin typeface="+mj-lt"/>
            </a:endParaRPr>
          </a:p>
        </p:txBody>
      </p:sp>
    </p:spTree>
    <p:extLst>
      <p:ext uri="{BB962C8B-B14F-4D97-AF65-F5344CB8AC3E}">
        <p14:creationId xmlns:p14="http://schemas.microsoft.com/office/powerpoint/2010/main" val="37460640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2" y="1447799"/>
            <a:ext cx="11149013" cy="1975926"/>
          </a:xfrm>
          <a:prstGeom prst="rect">
            <a:avLst/>
          </a:prstGeom>
        </p:spPr>
        <p:txBody>
          <a:bodyPr/>
          <a:lstStyle>
            <a:lvl1pPr marL="0" indent="0">
              <a:spcBef>
                <a:spcPts val="2400"/>
              </a:spcBef>
              <a:buNone/>
              <a:defRPr sz="4000">
                <a:solidFill>
                  <a:schemeClr val="bg2">
                    <a:lumMod val="65000"/>
                    <a:lumOff val="35000"/>
                  </a:schemeClr>
                </a:solidFill>
                <a:latin typeface="+mj-lt"/>
              </a:defRPr>
            </a:lvl1pPr>
            <a:lvl2pPr marL="0" indent="0">
              <a:buNone/>
              <a:defRPr sz="2000">
                <a:solidFill>
                  <a:schemeClr val="bg2">
                    <a:lumMod val="65000"/>
                    <a:lumOff val="35000"/>
                  </a:schemeClr>
                </a:solidFill>
              </a:defRPr>
            </a:lvl2pPr>
            <a:lvl3pPr marL="231775" indent="0">
              <a:buNone/>
              <a:defRPr sz="2000">
                <a:solidFill>
                  <a:schemeClr val="bg2">
                    <a:lumMod val="65000"/>
                    <a:lumOff val="35000"/>
                  </a:schemeClr>
                </a:solidFill>
              </a:defRPr>
            </a:lvl3pPr>
            <a:lvl4pPr marL="457200" indent="0">
              <a:buNone/>
              <a:defRPr sz="2000">
                <a:solidFill>
                  <a:schemeClr val="bg2">
                    <a:lumMod val="65000"/>
                    <a:lumOff val="35000"/>
                  </a:schemeClr>
                </a:solidFill>
              </a:defRPr>
            </a:lvl4pPr>
            <a:lvl5pPr marL="693738" indent="0">
              <a:buNone/>
              <a:defRPr sz="2000">
                <a:solidFill>
                  <a:schemeClr val="bg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9431988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520700" y="1447800"/>
            <a:ext cx="5394960" cy="2351413"/>
          </a:xfrm>
        </p:spPr>
        <p:txBody>
          <a:bodyPr>
            <a:spAutoFit/>
          </a:bodyPr>
          <a:lstStyle>
            <a:lvl1pPr marL="292100" indent="-292100">
              <a:spcBef>
                <a:spcPts val="1200"/>
              </a:spcBef>
              <a:buClr>
                <a:schemeClr val="tx1"/>
              </a:buClr>
              <a:buFont typeface="Wingdings" pitchFamily="2" charset="2"/>
              <a:buChar char=""/>
              <a:defRPr/>
            </a:lvl1pPr>
            <a:lvl2pPr marL="520700" indent="-228600">
              <a:defRPr sz="2000"/>
            </a:lvl2pPr>
            <a:lvl3pPr marL="685800" indent="-165100">
              <a:tabLst/>
              <a:defRPr sz="2000"/>
            </a:lvl3pPr>
            <a:lvl4pPr marL="863600" indent="-177800">
              <a:defRPr/>
            </a:lvl4pPr>
            <a:lvl5pPr marL="1028700" indent="-165100">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p:cNvSpPr>
            <a:spLocks noGrp="1"/>
          </p:cNvSpPr>
          <p:nvPr>
            <p:ph type="body" sz="quarter" idx="11"/>
          </p:nvPr>
        </p:nvSpPr>
        <p:spPr>
          <a:xfrm>
            <a:off x="6277928" y="1447800"/>
            <a:ext cx="5394960" cy="2351413"/>
          </a:xfrm>
        </p:spPr>
        <p:txBody>
          <a:bodyPr>
            <a:spAutoFit/>
          </a:bodyPr>
          <a:lstStyle>
            <a:lvl1pPr marL="339725" indent="-339725">
              <a:spcBef>
                <a:spcPts val="1200"/>
              </a:spcBef>
              <a:buFont typeface="Wingdings" pitchFamily="2" charset="2"/>
              <a:buChar char=""/>
              <a:defRPr lang="en-US" sz="3600" kern="1200" spc="-70" baseline="0" dirty="0" smtClean="0">
                <a:solidFill>
                  <a:schemeClr val="bg2">
                    <a:lumMod val="65000"/>
                    <a:lumOff val="35000"/>
                  </a:schemeClr>
                </a:solidFill>
                <a:latin typeface="+mj-lt"/>
                <a:ea typeface="+mn-ea"/>
                <a:cs typeface="+mn-cs"/>
              </a:defRPr>
            </a:lvl1pPr>
            <a:lvl2pPr marL="635000" indent="-342900">
              <a:defRPr lang="en-US" sz="2000" kern="1200" spc="0" baseline="0" dirty="0" smtClean="0">
                <a:solidFill>
                  <a:schemeClr val="bg2">
                    <a:lumMod val="65000"/>
                    <a:lumOff val="35000"/>
                  </a:schemeClr>
                </a:solidFill>
                <a:latin typeface="+mn-lt"/>
                <a:ea typeface="+mn-ea"/>
                <a:cs typeface="+mn-cs"/>
              </a:defRPr>
            </a:lvl2pPr>
            <a:lvl3pPr marL="863600" indent="-342900">
              <a:defRPr lang="en-US" sz="2000" kern="1200" spc="0" baseline="0" dirty="0" smtClean="0">
                <a:solidFill>
                  <a:schemeClr val="bg2">
                    <a:lumMod val="65000"/>
                    <a:lumOff val="35000"/>
                  </a:schemeClr>
                </a:solidFill>
                <a:latin typeface="+mn-lt"/>
                <a:ea typeface="+mn-ea"/>
                <a:cs typeface="+mn-cs"/>
              </a:defRPr>
            </a:lvl3pPr>
            <a:lvl4pPr marL="1028700" indent="-342900">
              <a:defRPr lang="en-US" sz="2000" kern="1200" spc="0" baseline="0" dirty="0" smtClean="0">
                <a:solidFill>
                  <a:schemeClr val="bg2">
                    <a:lumMod val="65000"/>
                    <a:lumOff val="35000"/>
                  </a:schemeClr>
                </a:solidFill>
                <a:latin typeface="+mn-lt"/>
                <a:ea typeface="+mn-ea"/>
                <a:cs typeface="+mn-cs"/>
              </a:defRPr>
            </a:lvl4pPr>
            <a:lvl5pPr marL="1206500" indent="-342900">
              <a:defRPr lang="en-US" sz="2000" kern="1200" spc="0" baseline="0" dirty="0">
                <a:solidFill>
                  <a:schemeClr val="bg2">
                    <a:lumMod val="65000"/>
                    <a:lumOff val="35000"/>
                  </a:schemeClr>
                </a:solidFill>
                <a:latin typeface="+mn-lt"/>
                <a:ea typeface="+mn-ea"/>
                <a:cs typeface="+mn-cs"/>
              </a:defRPr>
            </a:lvl5pPr>
          </a:lstStyle>
          <a:p>
            <a:pPr marL="292100" marR="0" lvl="0" indent="-292100" algn="l" defTabSz="914363" rtl="0" eaLnBrk="1" fontAlgn="auto" latinLnBrk="0" hangingPunct="1">
              <a:lnSpc>
                <a:spcPct val="90000"/>
              </a:lnSpc>
              <a:spcBef>
                <a:spcPct val="20000"/>
              </a:spcBef>
              <a:spcAft>
                <a:spcPts val="0"/>
              </a:spcAft>
              <a:buClr>
                <a:schemeClr val="tx1"/>
              </a:buClr>
              <a:buSzPct val="90000"/>
              <a:buFont typeface="Wingdings" pitchFamily="2" charset="2"/>
              <a:buChar char=""/>
              <a:tabLst/>
            </a:pPr>
            <a:r>
              <a:rPr lang="en-US" dirty="0"/>
              <a:t>Click to edit Master text styles</a:t>
            </a:r>
          </a:p>
          <a:p>
            <a:pPr marL="520700" marR="0" lvl="1" indent="-2286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a:t>Second level</a:t>
            </a:r>
          </a:p>
          <a:p>
            <a:pPr marL="685800" marR="0" lvl="2" indent="-1651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a:t>Third level</a:t>
            </a:r>
          </a:p>
          <a:p>
            <a:pPr marL="863600" marR="0" lvl="3" indent="-1778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a:t>Fourth level</a:t>
            </a:r>
          </a:p>
          <a:p>
            <a:pPr marL="1028700" marR="0" lvl="4" indent="-1651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a:t>Fifth level</a:t>
            </a:r>
          </a:p>
        </p:txBody>
      </p:sp>
    </p:spTree>
    <p:extLst>
      <p:ext uri="{BB962C8B-B14F-4D97-AF65-F5344CB8AC3E}">
        <p14:creationId xmlns:p14="http://schemas.microsoft.com/office/powerpoint/2010/main" val="10712150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520700" y="1447800"/>
            <a:ext cx="5394960" cy="2462213"/>
          </a:xfrm>
        </p:spPr>
        <p:txBody>
          <a:bodyPr/>
          <a:lstStyle>
            <a:lvl1pPr marL="0" indent="0">
              <a:spcBef>
                <a:spcPts val="1200"/>
              </a:spcBef>
              <a:buNone/>
              <a:defRPr sz="4000">
                <a:gradFill>
                  <a:gsLst>
                    <a:gs pos="100000">
                      <a:schemeClr val="tx2"/>
                    </a:gs>
                    <a:gs pos="0">
                      <a:schemeClr val="tx2"/>
                    </a:gs>
                  </a:gsLst>
                  <a:lin ang="5400000" scaled="0"/>
                </a:gradFill>
                <a:latin typeface="+mj-lt"/>
              </a:defRPr>
            </a:lvl1pPr>
            <a:lvl2pPr marL="0" indent="0">
              <a:buNone/>
              <a:defRPr sz="2000"/>
            </a:lvl2pPr>
            <a:lvl3pPr marL="233363" indent="0">
              <a:buNone/>
              <a:defRPr sz="2000"/>
            </a:lvl3pPr>
            <a:lvl4pPr marL="457200" indent="0">
              <a:buNone/>
              <a:defRPr sz="2000"/>
            </a:lvl4pPr>
            <a:lvl5pPr marL="693738" indent="0">
              <a:buNone/>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2"/>
          </p:nvPr>
        </p:nvSpPr>
        <p:spPr>
          <a:xfrm>
            <a:off x="6277928" y="1447800"/>
            <a:ext cx="5394960"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31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2pPr>
            <a:lvl3pPr marL="233363"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3pPr>
            <a:lvl4pPr marL="4603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4pPr>
            <a:lvl5pPr marL="687388"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a:solidFill>
                  <a:schemeClr val="bg2">
                    <a:lumMod val="65000"/>
                    <a:lumOff val="35000"/>
                  </a:schemeClr>
                </a:solidFill>
                <a:latin typeface="+mn-lt"/>
                <a:ea typeface="+mn-ea"/>
                <a:cs typeface="+mn-cs"/>
              </a:defRPr>
            </a:lvl5pPr>
          </a:lstStyle>
          <a:p>
            <a:pPr marL="0" marR="0" lvl="0"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dirty="0"/>
              <a:t>Click to edit Master text styles</a:t>
            </a:r>
          </a:p>
          <a:p>
            <a:pPr marL="0" marR="0" lvl="1"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a:t>Second level</a:t>
            </a:r>
          </a:p>
          <a:p>
            <a:pPr marL="233363" marR="0" lvl="2"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pPr>
            <a:r>
              <a:rPr lang="en-US" dirty="0"/>
              <a:t>Third level</a:t>
            </a:r>
          </a:p>
          <a:p>
            <a:pPr marL="457200" marR="0" lvl="3"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a:t>Fourth level</a:t>
            </a:r>
          </a:p>
          <a:p>
            <a:pPr marL="693738" marR="0" lvl="4"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pPr>
            <a:r>
              <a:rPr lang="en-US" dirty="0"/>
              <a:t>Fifth level</a:t>
            </a:r>
          </a:p>
        </p:txBody>
      </p:sp>
    </p:spTree>
    <p:extLst>
      <p:ext uri="{BB962C8B-B14F-4D97-AF65-F5344CB8AC3E}">
        <p14:creationId xmlns:p14="http://schemas.microsoft.com/office/powerpoint/2010/main" val="234397173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520700" y="1447800"/>
            <a:ext cx="5394960"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0" indent="0">
              <a:buNone/>
              <a:defRPr sz="2000">
                <a:solidFill>
                  <a:schemeClr val="bg2">
                    <a:lumMod val="65000"/>
                    <a:lumOff val="35000"/>
                  </a:schemeClr>
                </a:solidFill>
              </a:defRPr>
            </a:lvl2pPr>
            <a:lvl3pPr marL="233363" indent="0">
              <a:buNone/>
              <a:defRPr sz="2000">
                <a:solidFill>
                  <a:schemeClr val="bg2">
                    <a:lumMod val="65000"/>
                    <a:lumOff val="35000"/>
                  </a:schemeClr>
                </a:solidFill>
              </a:defRPr>
            </a:lvl3pPr>
            <a:lvl4pPr marL="457200" indent="0">
              <a:buNone/>
              <a:defRPr sz="2000">
                <a:solidFill>
                  <a:schemeClr val="bg2">
                    <a:lumMod val="65000"/>
                    <a:lumOff val="35000"/>
                  </a:schemeClr>
                </a:solidFill>
              </a:defRPr>
            </a:lvl4pPr>
            <a:lvl5pPr marL="693738" indent="0">
              <a:buNone/>
              <a:defRPr sz="2000">
                <a:solidFill>
                  <a:schemeClr val="bg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2"/>
          </p:nvPr>
        </p:nvSpPr>
        <p:spPr>
          <a:xfrm>
            <a:off x="6277928" y="1447800"/>
            <a:ext cx="5394960"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31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2pPr>
            <a:lvl3pPr marL="233363"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3pPr>
            <a:lvl4pPr marL="4603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4pPr>
            <a:lvl5pPr marL="687388"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a:solidFill>
                  <a:schemeClr val="bg2">
                    <a:lumMod val="65000"/>
                    <a:lumOff val="35000"/>
                  </a:schemeClr>
                </a:solidFill>
                <a:latin typeface="+mn-lt"/>
                <a:ea typeface="+mn-ea"/>
                <a:cs typeface="+mn-cs"/>
              </a:defRPr>
            </a:lvl5pPr>
          </a:lstStyle>
          <a:p>
            <a:pPr marL="0" marR="0" lvl="0"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dirty="0"/>
              <a:t>Click to edit Master text styles</a:t>
            </a:r>
          </a:p>
          <a:p>
            <a:pPr marL="0" marR="0" lvl="1"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a:t>Second level</a:t>
            </a:r>
          </a:p>
          <a:p>
            <a:pPr marL="233363" marR="0" lvl="2"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pPr>
            <a:r>
              <a:rPr lang="en-US" dirty="0"/>
              <a:t>Third level</a:t>
            </a:r>
          </a:p>
          <a:p>
            <a:pPr marL="457200" marR="0" lvl="3"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a:t>Fourth level</a:t>
            </a:r>
          </a:p>
          <a:p>
            <a:pPr marL="693738" marR="0" lvl="4"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pPr>
            <a:r>
              <a:rPr lang="en-US" dirty="0"/>
              <a:t>Fifth level</a:t>
            </a:r>
          </a:p>
        </p:txBody>
      </p:sp>
    </p:spTree>
    <p:extLst>
      <p:ext uri="{BB962C8B-B14F-4D97-AF65-F5344CB8AC3E}">
        <p14:creationId xmlns:p14="http://schemas.microsoft.com/office/powerpoint/2010/main" val="23924848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14899237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439123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Half red">
    <p:spTree>
      <p:nvGrpSpPr>
        <p:cNvPr id="1" name=""/>
        <p:cNvGrpSpPr/>
        <p:nvPr/>
      </p:nvGrpSpPr>
      <p:grpSpPr>
        <a:xfrm>
          <a:off x="0" y="0"/>
          <a:ext cx="0" cy="0"/>
          <a:chOff x="0" y="0"/>
          <a:chExt cx="0" cy="0"/>
        </a:xfrm>
      </p:grpSpPr>
      <p:sp>
        <p:nvSpPr>
          <p:cNvPr id="2" name="Rectangle 1"/>
          <p:cNvSpPr/>
          <p:nvPr userDrawn="1"/>
        </p:nvSpPr>
        <p:spPr bwMode="ltGray">
          <a:xfrm>
            <a:off x="0" y="0"/>
            <a:ext cx="6091237"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2070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a:t>Click to edit Master text styles</a:t>
            </a:r>
          </a:p>
        </p:txBody>
      </p:sp>
      <p:sp>
        <p:nvSpPr>
          <p:cNvPr id="3" name="Title 2"/>
          <p:cNvSpPr>
            <a:spLocks noGrp="1"/>
          </p:cNvSpPr>
          <p:nvPr>
            <p:ph type="title" hasCustomPrompt="1"/>
          </p:nvPr>
        </p:nvSpPr>
        <p:spPr>
          <a:xfrm>
            <a:off x="520700" y="1460812"/>
            <a:ext cx="5207868" cy="553998"/>
          </a:xfrm>
        </p:spPr>
        <p:txBody>
          <a:bodyPr/>
          <a:lstStyle>
            <a:lvl1pPr>
              <a:defRPr sz="4000">
                <a:solidFill>
                  <a:schemeClr val="tx1"/>
                </a:solidFill>
              </a:defRPr>
            </a:lvl1pPr>
          </a:lstStyle>
          <a:p>
            <a:r>
              <a:rPr lang="en-US" dirty="0"/>
              <a:t>Click to edit title style</a:t>
            </a:r>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262455108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 blue">
    <p:spTree>
      <p:nvGrpSpPr>
        <p:cNvPr id="1" name=""/>
        <p:cNvGrpSpPr/>
        <p:nvPr/>
      </p:nvGrpSpPr>
      <p:grpSpPr>
        <a:xfrm>
          <a:off x="0" y="0"/>
          <a:ext cx="0" cy="0"/>
          <a:chOff x="0" y="0"/>
          <a:chExt cx="0" cy="0"/>
        </a:xfrm>
      </p:grpSpPr>
      <p:sp>
        <p:nvSpPr>
          <p:cNvPr id="2" name="Rectangle 1"/>
          <p:cNvSpPr/>
          <p:nvPr userDrawn="1"/>
        </p:nvSpPr>
        <p:spPr bwMode="ltGray">
          <a:xfrm>
            <a:off x="0" y="0"/>
            <a:ext cx="6091237"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2070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a:t>Click to edit Master text styles</a:t>
            </a:r>
          </a:p>
        </p:txBody>
      </p:sp>
      <p:sp>
        <p:nvSpPr>
          <p:cNvPr id="3" name="Title 2"/>
          <p:cNvSpPr>
            <a:spLocks noGrp="1"/>
          </p:cNvSpPr>
          <p:nvPr>
            <p:ph type="title" hasCustomPrompt="1"/>
          </p:nvPr>
        </p:nvSpPr>
        <p:spPr>
          <a:xfrm>
            <a:off x="520700" y="1460812"/>
            <a:ext cx="5207868" cy="553998"/>
          </a:xfrm>
        </p:spPr>
        <p:txBody>
          <a:bodyPr/>
          <a:lstStyle>
            <a:lvl1pPr>
              <a:defRPr sz="4000">
                <a:solidFill>
                  <a:schemeClr val="tx1"/>
                </a:solidFill>
              </a:defRPr>
            </a:lvl1pPr>
          </a:lstStyle>
          <a:p>
            <a:r>
              <a:rPr lang="en-US" dirty="0"/>
              <a:t>Click to edit title style</a:t>
            </a:r>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157863074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Half - green">
    <p:spTree>
      <p:nvGrpSpPr>
        <p:cNvPr id="1" name=""/>
        <p:cNvGrpSpPr/>
        <p:nvPr/>
      </p:nvGrpSpPr>
      <p:grpSpPr>
        <a:xfrm>
          <a:off x="0" y="0"/>
          <a:ext cx="0" cy="0"/>
          <a:chOff x="0" y="0"/>
          <a:chExt cx="0" cy="0"/>
        </a:xfrm>
      </p:grpSpPr>
      <p:sp>
        <p:nvSpPr>
          <p:cNvPr id="2" name="Rectangle 1"/>
          <p:cNvSpPr/>
          <p:nvPr userDrawn="1"/>
        </p:nvSpPr>
        <p:spPr bwMode="ltGray">
          <a:xfrm>
            <a:off x="0" y="0"/>
            <a:ext cx="6091237" cy="6858000"/>
          </a:xfrm>
          <a:prstGeom prst="rect">
            <a:avLst/>
          </a:prstGeom>
          <a:solidFill>
            <a:srgbClr val="94CE1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2070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a:t>Click to edit Master text styles</a:t>
            </a:r>
          </a:p>
        </p:txBody>
      </p:sp>
      <p:sp>
        <p:nvSpPr>
          <p:cNvPr id="3" name="Title 2"/>
          <p:cNvSpPr>
            <a:spLocks noGrp="1"/>
          </p:cNvSpPr>
          <p:nvPr>
            <p:ph type="title" hasCustomPrompt="1"/>
          </p:nvPr>
        </p:nvSpPr>
        <p:spPr>
          <a:xfrm>
            <a:off x="520700" y="1460812"/>
            <a:ext cx="5207868" cy="553998"/>
          </a:xfrm>
        </p:spPr>
        <p:txBody>
          <a:bodyPr/>
          <a:lstStyle>
            <a:lvl1pPr>
              <a:defRPr sz="4000">
                <a:solidFill>
                  <a:schemeClr val="tx1"/>
                </a:solidFill>
              </a:defRPr>
            </a:lvl1pPr>
          </a:lstStyle>
          <a:p>
            <a:r>
              <a:rPr lang="en-US" dirty="0"/>
              <a:t>Click to edit title style</a:t>
            </a:r>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17280316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Half red">
    <p:spTree>
      <p:nvGrpSpPr>
        <p:cNvPr id="1" name=""/>
        <p:cNvGrpSpPr/>
        <p:nvPr/>
      </p:nvGrpSpPr>
      <p:grpSpPr>
        <a:xfrm>
          <a:off x="0" y="0"/>
          <a:ext cx="0" cy="0"/>
          <a:chOff x="0" y="0"/>
          <a:chExt cx="0" cy="0"/>
        </a:xfrm>
      </p:grpSpPr>
      <p:sp>
        <p:nvSpPr>
          <p:cNvPr id="2" name="Rectangle 1"/>
          <p:cNvSpPr/>
          <p:nvPr userDrawn="1"/>
        </p:nvSpPr>
        <p:spPr bwMode="ltGray">
          <a:xfrm>
            <a:off x="6091237" y="0"/>
            <a:ext cx="6091237"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640991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a:t>Click to edit Master text styles</a:t>
            </a:r>
          </a:p>
        </p:txBody>
      </p:sp>
      <p:sp>
        <p:nvSpPr>
          <p:cNvPr id="3" name="Title 2"/>
          <p:cNvSpPr>
            <a:spLocks noGrp="1"/>
          </p:cNvSpPr>
          <p:nvPr>
            <p:ph type="title" hasCustomPrompt="1"/>
          </p:nvPr>
        </p:nvSpPr>
        <p:spPr>
          <a:xfrm>
            <a:off x="6409910" y="1460812"/>
            <a:ext cx="5207868" cy="553998"/>
          </a:xfrm>
        </p:spPr>
        <p:txBody>
          <a:bodyPr/>
          <a:lstStyle>
            <a:lvl1pPr>
              <a:defRPr sz="4000">
                <a:solidFill>
                  <a:schemeClr val="tx1"/>
                </a:solidFill>
              </a:defRPr>
            </a:lvl1pPr>
          </a:lstStyle>
          <a:p>
            <a:r>
              <a:rPr lang="en-US" dirty="0"/>
              <a:t>Click to edit title style</a:t>
            </a:r>
          </a:p>
        </p:txBody>
      </p:sp>
      <p:sp>
        <p:nvSpPr>
          <p:cNvPr id="6" name="Picture Placeholder 5"/>
          <p:cNvSpPr>
            <a:spLocks noGrp="1"/>
          </p:cNvSpPr>
          <p:nvPr>
            <p:ph type="pic" sz="quarter" idx="11" hasCustomPrompt="1"/>
          </p:nvPr>
        </p:nvSpPr>
        <p:spPr>
          <a:xfrm>
            <a:off x="-6350"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321489107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Half photo">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3" y="2277138"/>
            <a:ext cx="5211838" cy="249299"/>
          </a:xfrm>
          <a:prstGeom prst="rect">
            <a:avLst/>
          </a:prstGeom>
        </p:spPr>
        <p:txBody>
          <a:bodyPr/>
          <a:lstStyle>
            <a:lvl1pPr marL="0" indent="0">
              <a:spcBef>
                <a:spcPts val="0"/>
              </a:spcBef>
              <a:spcAft>
                <a:spcPts val="1200"/>
              </a:spcAft>
              <a:buNone/>
              <a:defRPr sz="1800">
                <a:solidFill>
                  <a:schemeClr val="bg2">
                    <a:lumMod val="65000"/>
                    <a:lumOff val="35000"/>
                  </a:schemeClr>
                </a:solidFill>
                <a:latin typeface="+mn-lt"/>
              </a:defRPr>
            </a:lvl1pPr>
            <a:lvl2pPr marL="0" indent="0">
              <a:buNone/>
              <a:defRPr sz="2000">
                <a:solidFill>
                  <a:schemeClr val="bg2">
                    <a:lumMod val="65000"/>
                    <a:lumOff val="35000"/>
                  </a:schemeClr>
                </a:solidFill>
              </a:defRPr>
            </a:lvl2pPr>
            <a:lvl3pPr marL="231775" indent="0">
              <a:buNone/>
              <a:defRPr sz="2000">
                <a:solidFill>
                  <a:schemeClr val="bg2">
                    <a:lumMod val="65000"/>
                    <a:lumOff val="35000"/>
                  </a:schemeClr>
                </a:solidFill>
              </a:defRPr>
            </a:lvl3pPr>
            <a:lvl4pPr marL="457200" indent="0">
              <a:buNone/>
              <a:defRPr sz="2000">
                <a:solidFill>
                  <a:schemeClr val="bg2">
                    <a:lumMod val="65000"/>
                    <a:lumOff val="35000"/>
                  </a:schemeClr>
                </a:solidFill>
              </a:defRPr>
            </a:lvl4pPr>
            <a:lvl5pPr marL="693738" indent="0">
              <a:buNone/>
              <a:defRPr sz="2000">
                <a:solidFill>
                  <a:schemeClr val="bg2">
                    <a:lumMod val="65000"/>
                    <a:lumOff val="35000"/>
                  </a:schemeClr>
                </a:solidFill>
              </a:defRPr>
            </a:lvl5pPr>
          </a:lstStyle>
          <a:p>
            <a:pPr lvl="0"/>
            <a:r>
              <a:rPr lang="en-US" dirty="0"/>
              <a:t>Click to edit Master text styles</a:t>
            </a:r>
          </a:p>
        </p:txBody>
      </p:sp>
      <p:sp>
        <p:nvSpPr>
          <p:cNvPr id="3" name="Title 2"/>
          <p:cNvSpPr>
            <a:spLocks noGrp="1"/>
          </p:cNvSpPr>
          <p:nvPr>
            <p:ph type="title" hasCustomPrompt="1"/>
          </p:nvPr>
        </p:nvSpPr>
        <p:spPr>
          <a:xfrm>
            <a:off x="523083" y="1462272"/>
            <a:ext cx="5207868" cy="553998"/>
          </a:xfrm>
        </p:spPr>
        <p:txBody>
          <a:bodyPr/>
          <a:lstStyle>
            <a:lvl1pPr>
              <a:defRPr sz="4000"/>
            </a:lvl1pPr>
          </a:lstStyle>
          <a:p>
            <a:r>
              <a:rPr lang="en-US" dirty="0"/>
              <a:t>Click to edit title style</a:t>
            </a:r>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a:t>Click to insert photo</a:t>
            </a:r>
          </a:p>
        </p:txBody>
      </p:sp>
    </p:spTree>
    <p:extLst>
      <p:ext uri="{BB962C8B-B14F-4D97-AF65-F5344CB8AC3E}">
        <p14:creationId xmlns:p14="http://schemas.microsoft.com/office/powerpoint/2010/main" val="392754633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Blank - dark grey">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13628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700" y="228600"/>
            <a:ext cx="11152188" cy="664797"/>
          </a:xfrm>
        </p:spPr>
        <p:txBody>
          <a:bodyPr/>
          <a:lstStyle>
            <a:lvl1pPr>
              <a:defRPr sz="4800"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hasCustomPrompt="1"/>
          </p:nvPr>
        </p:nvSpPr>
        <p:spPr bwMode="white">
          <a:xfrm>
            <a:off x="519112" y="1447799"/>
            <a:ext cx="11149013" cy="2043636"/>
          </a:xfrm>
          <a:prstGeom prst="rect">
            <a:avLst/>
          </a:prstGeom>
        </p:spPr>
        <p:txBody>
          <a:bodyPr/>
          <a:lstStyle>
            <a:lvl1pPr marL="342900" indent="-3429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28650" indent="-28575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14400" indent="-28575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43000" indent="-2286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71600" indent="-2286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38876"/>
            <a:ext cx="12188826" cy="619125"/>
          </a:xfrm>
          <a:prstGeom prst="rect">
            <a:avLst/>
          </a:prstGeom>
          <a:solidFill>
            <a:srgbClr val="FFFF99"/>
          </a:solidFill>
        </p:spPr>
        <p:txBody>
          <a:bodyPr wrap="square" lIns="152394" tIns="76197" rIns="152394" bIns="76197" anchor="b" anchorCtr="0">
            <a:noAutofit/>
          </a:bodyPr>
          <a:lstStyle>
            <a:lvl1pPr algn="r">
              <a:buFont typeface="Arial" pitchFamily="34" charset="0"/>
              <a:buNone/>
              <a:defRPr sz="3600"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37540949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lank - whit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96263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6" name="Text Placeholder 5"/>
          <p:cNvSpPr>
            <a:spLocks noGrp="1"/>
          </p:cNvSpPr>
          <p:nvPr>
            <p:ph type="body" sz="quarter" idx="13" hasCustomPrompt="1"/>
          </p:nvPr>
        </p:nvSpPr>
        <p:spPr>
          <a:xfrm>
            <a:off x="1" y="573606"/>
            <a:ext cx="12188825" cy="373063"/>
          </a:xfrm>
          <a:prstGeom prst="rect">
            <a:avLst/>
          </a:prstGeom>
        </p:spPr>
        <p:txBody>
          <a:bodyPr lIns="380893" tIns="53325" rIns="53325" bIns="53325">
            <a:noAutofit/>
          </a:bodyPr>
          <a:lstStyle>
            <a:lvl1pPr marL="0" indent="0">
              <a:buNone/>
              <a:defRPr sz="2799">
                <a:latin typeface="Segoe UI Light" pitchFamily="34" charset="0"/>
              </a:defRPr>
            </a:lvl1pPr>
            <a:lvl2pPr marL="281589" indent="0">
              <a:buNone/>
              <a:defRPr/>
            </a:lvl2pPr>
            <a:lvl3pPr marL="588299" indent="0">
              <a:buNone/>
              <a:defRPr/>
            </a:lvl3pPr>
            <a:lvl4pPr marL="869889" indent="0">
              <a:buNone/>
              <a:defRPr/>
            </a:lvl4pPr>
            <a:lvl5pPr marL="1105208" indent="0">
              <a:buNone/>
              <a:defRPr/>
            </a:lvl5pPr>
          </a:lstStyle>
          <a:p>
            <a:pPr lvl="0"/>
            <a:r>
              <a:rPr lang="en-US" dirty="0"/>
              <a:t>Click to add subtitle</a:t>
            </a:r>
          </a:p>
        </p:txBody>
      </p:sp>
      <p:sp>
        <p:nvSpPr>
          <p:cNvPr id="16" name="Text Placeholder 15"/>
          <p:cNvSpPr>
            <a:spLocks noGrp="1"/>
          </p:cNvSpPr>
          <p:nvPr>
            <p:ph type="body" sz="quarter" idx="14"/>
          </p:nvPr>
        </p:nvSpPr>
        <p:spPr>
          <a:xfrm>
            <a:off x="761802" y="1524000"/>
            <a:ext cx="10665222" cy="198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0307423"/>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4" name="Footer Placeholder 3"/>
          <p:cNvSpPr>
            <a:spLocks noGrp="1"/>
          </p:cNvSpPr>
          <p:nvPr>
            <p:ph type="ftr" sz="quarter" idx="11"/>
          </p:nvPr>
        </p:nvSpPr>
        <p:spPr>
          <a:xfrm>
            <a:off x="3047206" y="6477873"/>
            <a:ext cx="8379817" cy="380127"/>
          </a:xfrm>
          <a:prstGeom prst="rect">
            <a:avLst/>
          </a:prstGeom>
        </p:spPr>
        <p:txBody>
          <a:bodyPr/>
          <a:lstStyle/>
          <a:p>
            <a:endParaRPr lang="en-US" dirty="0">
              <a:solidFill>
                <a:srgbClr val="505050"/>
              </a:solidFill>
            </a:endParaRPr>
          </a:p>
        </p:txBody>
      </p:sp>
      <p:sp>
        <p:nvSpPr>
          <p:cNvPr id="5" name="Slide Number Placeholder 4"/>
          <p:cNvSpPr>
            <a:spLocks noGrp="1"/>
          </p:cNvSpPr>
          <p:nvPr>
            <p:ph type="sldNum" sz="quarter" idx="12"/>
          </p:nvPr>
        </p:nvSpPr>
        <p:spPr>
          <a:xfrm>
            <a:off x="11427024" y="6478587"/>
            <a:ext cx="761800" cy="379413"/>
          </a:xfrm>
          <a:prstGeom prst="rect">
            <a:avLst/>
          </a:prstGeom>
        </p:spPr>
        <p:txBody>
          <a:bodyPr/>
          <a:lstStyle/>
          <a:p>
            <a:fld id="{6A4C1A4A-E5E6-4CC1-B72C-A20A4EB3E2D2}" type="slidenum">
              <a:rPr lang="en-US" smtClean="0">
                <a:solidFill>
                  <a:srgbClr val="505050"/>
                </a:solidFill>
              </a:rPr>
              <a:pPr/>
              <a:t>‹#›</a:t>
            </a:fld>
            <a:endParaRPr lang="en-US" dirty="0">
              <a:solidFill>
                <a:srgbClr val="505050"/>
              </a:solidFill>
            </a:endParaRPr>
          </a:p>
        </p:txBody>
      </p:sp>
      <p:sp>
        <p:nvSpPr>
          <p:cNvPr id="6" name="Text Placeholder 5"/>
          <p:cNvSpPr>
            <a:spLocks noGrp="1"/>
          </p:cNvSpPr>
          <p:nvPr>
            <p:ph type="body" sz="quarter" idx="13" hasCustomPrompt="1"/>
          </p:nvPr>
        </p:nvSpPr>
        <p:spPr>
          <a:xfrm>
            <a:off x="0" y="573604"/>
            <a:ext cx="12188825" cy="373063"/>
          </a:xfrm>
          <a:prstGeom prst="rect">
            <a:avLst/>
          </a:prstGeom>
        </p:spPr>
        <p:txBody>
          <a:bodyPr lIns="380893" tIns="53325" rIns="53325" bIns="53325">
            <a:noAutofit/>
          </a:bodyPr>
          <a:lstStyle>
            <a:lvl1pPr marL="0" indent="0">
              <a:buNone/>
              <a:defRPr sz="2800">
                <a:latin typeface="Segoe UI Light" pitchFamily="34" charset="0"/>
              </a:defRPr>
            </a:lvl1pPr>
            <a:lvl2pPr marL="281674" indent="0">
              <a:buNone/>
              <a:defRPr/>
            </a:lvl2pPr>
            <a:lvl3pPr marL="588476" indent="0">
              <a:buNone/>
              <a:defRPr/>
            </a:lvl3pPr>
            <a:lvl4pPr marL="870150" indent="0">
              <a:buNone/>
              <a:defRPr/>
            </a:lvl4pPr>
            <a:lvl5pPr marL="1105540" indent="0">
              <a:buNone/>
              <a:defRPr/>
            </a:lvl5pPr>
          </a:lstStyle>
          <a:p>
            <a:pPr lvl="0"/>
            <a:r>
              <a:rPr lang="en-US" dirty="0"/>
              <a:t>Click to add subtitle</a:t>
            </a:r>
          </a:p>
        </p:txBody>
      </p:sp>
    </p:spTree>
    <p:extLst>
      <p:ext uri="{BB962C8B-B14F-4D97-AF65-F5344CB8AC3E}">
        <p14:creationId xmlns:p14="http://schemas.microsoft.com/office/powerpoint/2010/main" val="54047201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1_Title Only">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97782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3081" y="228838"/>
            <a:ext cx="11149013" cy="747897"/>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p:ph type="body" idx="1"/>
          </p:nvPr>
        </p:nvSpPr>
        <p:spPr>
          <a:xfrm>
            <a:off x="521494" y="1454150"/>
            <a:ext cx="11152188" cy="2055947"/>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31422611"/>
      </p:ext>
    </p:extLst>
  </p:cSld>
  <p:clrMap bg1="dk1" tx1="lt1" bg2="dk2" tx2="lt2" accent1="accent1" accent2="accent2" accent3="accent3" accent4="accent4" accent5="accent5" accent6="accent6" hlink="hlink" folHlink="folHlink"/>
  <p:sldLayoutIdLst>
    <p:sldLayoutId id="2147484109" r:id="rId1"/>
    <p:sldLayoutId id="2147484095" r:id="rId2"/>
    <p:sldLayoutId id="2147484096" r:id="rId3"/>
    <p:sldLayoutId id="2147484097" r:id="rId4"/>
    <p:sldLayoutId id="2147484098" r:id="rId5"/>
    <p:sldLayoutId id="2147484099" r:id="rId6"/>
    <p:sldLayoutId id="2147484100" r:id="rId7"/>
    <p:sldLayoutId id="2147484122" r:id="rId8"/>
    <p:sldLayoutId id="2147484123" r:id="rId9"/>
    <p:sldLayoutId id="2147484124" r:id="rId10"/>
    <p:sldLayoutId id="2147484126" r:id="rId11"/>
    <p:sldLayoutId id="2147484125" r:id="rId12"/>
    <p:sldLayoutId id="2147484112" r:id="rId13"/>
    <p:sldLayoutId id="2147484104" r:id="rId14"/>
    <p:sldLayoutId id="2147484118" r:id="rId15"/>
    <p:sldLayoutId id="2147484176" r:id="rId16"/>
    <p:sldLayoutId id="2147485150" r:id="rId17"/>
    <p:sldLayoutId id="2147485151" r:id="rId18"/>
  </p:sldLayoutIdLst>
  <p:transition>
    <p:fade/>
  </p:transition>
  <p:txStyles>
    <p:titleStyle>
      <a:lvl1pPr algn="l" defTabSz="914363" rtl="0" eaLnBrk="1" latinLnBrk="0" hangingPunct="1">
        <a:lnSpc>
          <a:spcPct val="90000"/>
        </a:lnSpc>
        <a:spcBef>
          <a:spcPct val="0"/>
        </a:spcBef>
        <a:buNone/>
        <a:defRPr lang="en-US" sz="5400" b="0" kern="1200" cap="none" spc="-100" baseline="0" dirty="0" smtClean="0">
          <a:ln w="3175">
            <a:noFill/>
          </a:ln>
          <a:gradFill>
            <a:gsLst>
              <a:gs pos="100000">
                <a:schemeClr val="accent1"/>
              </a:gs>
              <a:gs pos="0">
                <a:schemeClr val="accent1"/>
              </a:gs>
            </a:gsLst>
            <a:lin ang="5400000" scaled="0"/>
          </a:gradFill>
          <a:effectLst/>
          <a:latin typeface="+mj-lt"/>
          <a:ea typeface="+mn-ea"/>
          <a:cs typeface="Arial" charset="0"/>
        </a:defRPr>
      </a:lvl1pPr>
    </p:titleStyle>
    <p:bodyStyle>
      <a:lvl1pPr marL="339725" marR="0" indent="-339725" algn="l" defTabSz="914363" rtl="0" eaLnBrk="1" fontAlgn="auto" latinLnBrk="0" hangingPunct="1">
        <a:lnSpc>
          <a:spcPct val="90000"/>
        </a:lnSpc>
        <a:spcBef>
          <a:spcPct val="20000"/>
        </a:spcBef>
        <a:spcAft>
          <a:spcPts val="0"/>
        </a:spcAft>
        <a:buClrTx/>
        <a:buSzPct val="90000"/>
        <a:buFont typeface="Arial" pitchFamily="34" charset="0"/>
        <a:buChar char="•"/>
        <a:tabLst/>
        <a:defRPr sz="3600" kern="1200" spc="-70" baseline="0">
          <a:solidFill>
            <a:schemeClr val="bg2">
              <a:lumMod val="65000"/>
              <a:lumOff val="35000"/>
            </a:schemeClr>
          </a:solidFill>
          <a:latin typeface="+mj-lt"/>
          <a:ea typeface="+mn-ea"/>
          <a:cs typeface="+mn-cs"/>
        </a:defRPr>
      </a:lvl1pPr>
      <a:lvl2pPr marL="573088" marR="0" indent="-233363" algn="l" defTabSz="914363"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solidFill>
            <a:schemeClr val="bg2">
              <a:lumMod val="65000"/>
              <a:lumOff val="35000"/>
            </a:schemeClr>
          </a:solidFill>
          <a:latin typeface="+mn-lt"/>
          <a:ea typeface="+mn-ea"/>
          <a:cs typeface="+mn-cs"/>
        </a:defRPr>
      </a:lvl2pPr>
      <a:lvl3pPr marL="7985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798513" algn="l"/>
        </a:tabLst>
        <a:defRPr sz="2400" kern="1200" spc="0" baseline="0">
          <a:solidFill>
            <a:schemeClr val="bg2">
              <a:lumMod val="65000"/>
              <a:lumOff val="35000"/>
            </a:schemeClr>
          </a:solidFill>
          <a:latin typeface="+mn-lt"/>
          <a:ea typeface="+mn-ea"/>
          <a:cs typeface="+mn-cs"/>
        </a:defRPr>
      </a:lvl3pPr>
      <a:lvl4pPr marL="1030288" marR="0" indent="-231775" algn="l" defTabSz="914363"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solidFill>
            <a:schemeClr val="bg2">
              <a:lumMod val="65000"/>
              <a:lumOff val="35000"/>
            </a:schemeClr>
          </a:solidFill>
          <a:latin typeface="+mn-lt"/>
          <a:ea typeface="+mn-ea"/>
          <a:cs typeface="+mn-cs"/>
        </a:defRPr>
      </a:lvl4pPr>
      <a:lvl5pPr marL="12557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1255713" algn="l"/>
        </a:tabLst>
        <a:defRPr sz="2000" kern="1200" spc="0" baseline="0">
          <a:solidFill>
            <a:schemeClr val="bg2">
              <a:lumMod val="65000"/>
              <a:lumOff val="35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ID"/><Relationship Id="rId1" Type="http://schemas.microsoft.com/office/2007/relationships/media" Target="../media/media1.MID"/><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1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Music.MI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789613" y="3124200"/>
            <a:ext cx="609600" cy="609600"/>
          </a:xfrm>
          <a:prstGeom prst="rect">
            <a:avLst/>
          </a:prstGeom>
        </p:spPr>
      </p:pic>
    </p:spTree>
    <p:extLst>
      <p:ext uri="{BB962C8B-B14F-4D97-AF65-F5344CB8AC3E}">
        <p14:creationId xmlns:p14="http://schemas.microsoft.com/office/powerpoint/2010/main" val="2368889865"/>
      </p:ext>
    </p:extLst>
  </p:cSld>
  <p:clrMapOvr>
    <a:masterClrMapping/>
  </p:clrMapOvr>
  <mc:AlternateContent xmlns:mc="http://schemas.openxmlformats.org/markup-compatibility/2006" xmlns:p14="http://schemas.microsoft.com/office/powerpoint/2010/main">
    <mc:Choice Requires="p14">
      <p:transition p14:dur="100" advTm="10000">
        <p:cut/>
      </p:transition>
    </mc:Choice>
    <mc:Fallback xmlns="">
      <p:transition advTm="10000">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repeatCount="indefinite"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8"/>
          <p:cNvSpPr/>
          <p:nvPr/>
        </p:nvSpPr>
        <p:spPr>
          <a:xfrm>
            <a:off x="0" y="4683211"/>
            <a:ext cx="12225158" cy="1699662"/>
          </a:xfrm>
          <a:prstGeom prst="rect">
            <a:avLst/>
          </a:prstGeom>
          <a:solidFill>
            <a:srgbClr val="0072C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0000" tIns="45720" rIns="91440" bIns="45720" numCol="1" spcCol="0" rtlCol="0" fromWordArt="0" anchor="ctr" anchorCtr="0" forceAA="0" compatLnSpc="1">
            <a:prstTxWarp prst="textNoShape">
              <a:avLst/>
            </a:prstTxWarp>
            <a:noAutofit/>
          </a:bodyPr>
          <a:lstStyle/>
          <a:p>
            <a:r>
              <a:rPr lang="zh-CN" altLang="en-US" sz="5400" dirty="0">
                <a:solidFill>
                  <a:srgbClr val="FFFFFF"/>
                </a:solidFill>
                <a:latin typeface="微软雅黑" pitchFamily="34" charset="-122"/>
                <a:ea typeface="微软雅黑" pitchFamily="34" charset="-122"/>
              </a:rPr>
              <a:t>信息工作者的每一天</a:t>
            </a:r>
            <a:endParaRPr lang="en-US" sz="5400" dirty="0">
              <a:solidFill>
                <a:srgbClr val="FFFFFF"/>
              </a:solidFill>
              <a:latin typeface="微软雅黑" pitchFamily="34" charset="-122"/>
              <a:ea typeface="微软雅黑" pitchFamily="34" charset="-122"/>
            </a:endParaRPr>
          </a:p>
        </p:txBody>
      </p:sp>
      <p:graphicFrame>
        <p:nvGraphicFramePr>
          <p:cNvPr id="3" name="图示 2"/>
          <p:cNvGraphicFramePr/>
          <p:nvPr>
            <p:extLst>
              <p:ext uri="{D42A27DB-BD31-4B8C-83A1-F6EECF244321}">
                <p14:modId xmlns:p14="http://schemas.microsoft.com/office/powerpoint/2010/main" val="3557965040"/>
              </p:ext>
            </p:extLst>
          </p:nvPr>
        </p:nvGraphicFramePr>
        <p:xfrm>
          <a:off x="5322277" y="1178169"/>
          <a:ext cx="6688016" cy="32355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0200290"/>
      </p:ext>
    </p:extLst>
  </p:cSld>
  <p:clrMapOvr>
    <a:masterClrMapping/>
  </p:clrMapOvr>
  <p:transition advClick="0" advTm="10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3">
                                            <p:graphicEl>
                                              <a:dgm id="{B9147A88-E63D-49E9-B8CB-E2EDDA98403E}"/>
                                            </p:graphicEl>
                                          </p:spTgt>
                                        </p:tgtEl>
                                        <p:attrNameLst>
                                          <p:attrName>style.visibility</p:attrName>
                                        </p:attrNameLst>
                                      </p:cBhvr>
                                      <p:to>
                                        <p:strVal val="visible"/>
                                      </p:to>
                                    </p:set>
                                    <p:anim calcmode="lin" valueType="num">
                                      <p:cBhvr>
                                        <p:cTn id="7" dur="500" fill="hold"/>
                                        <p:tgtEl>
                                          <p:spTgt spid="3">
                                            <p:graphicEl>
                                              <a:dgm id="{B9147A88-E63D-49E9-B8CB-E2EDDA98403E}"/>
                                            </p:graphicEl>
                                          </p:spTgt>
                                        </p:tgtEl>
                                        <p:attrNameLst>
                                          <p:attrName>ppt_w</p:attrName>
                                        </p:attrNameLst>
                                      </p:cBhvr>
                                      <p:tavLst>
                                        <p:tav tm="0">
                                          <p:val>
                                            <p:fltVal val="0"/>
                                          </p:val>
                                        </p:tav>
                                        <p:tav tm="100000">
                                          <p:val>
                                            <p:strVal val="#ppt_w"/>
                                          </p:val>
                                        </p:tav>
                                      </p:tavLst>
                                    </p:anim>
                                    <p:anim calcmode="lin" valueType="num">
                                      <p:cBhvr>
                                        <p:cTn id="8" dur="500" fill="hold"/>
                                        <p:tgtEl>
                                          <p:spTgt spid="3">
                                            <p:graphicEl>
                                              <a:dgm id="{B9147A88-E63D-49E9-B8CB-E2EDDA98403E}"/>
                                            </p:graphicEl>
                                          </p:spTgt>
                                        </p:tgtEl>
                                        <p:attrNameLst>
                                          <p:attrName>ppt_h</p:attrName>
                                        </p:attrNameLst>
                                      </p:cBhvr>
                                      <p:tavLst>
                                        <p:tav tm="0">
                                          <p:val>
                                            <p:fltVal val="0"/>
                                          </p:val>
                                        </p:tav>
                                        <p:tav tm="100000">
                                          <p:val>
                                            <p:strVal val="#ppt_h"/>
                                          </p:val>
                                        </p:tav>
                                      </p:tavLst>
                                    </p:anim>
                                    <p:animEffect transition="in" filter="fade">
                                      <p:cBhvr>
                                        <p:cTn id="9" dur="500"/>
                                        <p:tgtEl>
                                          <p:spTgt spid="3">
                                            <p:graphicEl>
                                              <a:dgm id="{B9147A88-E63D-49E9-B8CB-E2EDDA98403E}"/>
                                            </p:graphicEl>
                                          </p:spTgt>
                                        </p:tgtEl>
                                      </p:cBhvr>
                                    </p:animEffect>
                                    <p:anim calcmode="lin" valueType="num">
                                      <p:cBhvr>
                                        <p:cTn id="10" dur="500" fill="hold"/>
                                        <p:tgtEl>
                                          <p:spTgt spid="3">
                                            <p:graphicEl>
                                              <a:dgm id="{B9147A88-E63D-49E9-B8CB-E2EDDA98403E}"/>
                                            </p:graphicEl>
                                          </p:spTgt>
                                        </p:tgtEl>
                                        <p:attrNameLst>
                                          <p:attrName>ppt_x</p:attrName>
                                        </p:attrNameLst>
                                      </p:cBhvr>
                                      <p:tavLst>
                                        <p:tav tm="0">
                                          <p:val>
                                            <p:fltVal val="0.5"/>
                                          </p:val>
                                        </p:tav>
                                        <p:tav tm="100000">
                                          <p:val>
                                            <p:strVal val="#ppt_x"/>
                                          </p:val>
                                        </p:tav>
                                      </p:tavLst>
                                    </p:anim>
                                    <p:anim calcmode="lin" valueType="num">
                                      <p:cBhvr>
                                        <p:cTn id="11" dur="500" fill="hold"/>
                                        <p:tgtEl>
                                          <p:spTgt spid="3">
                                            <p:graphicEl>
                                              <a:dgm id="{B9147A88-E63D-49E9-B8CB-E2EDDA98403E}"/>
                                            </p:graphicEl>
                                          </p:spTgt>
                                        </p:tgtEl>
                                        <p:attrNameLst>
                                          <p:attrName>ppt_y</p:attrName>
                                        </p:attrNameLst>
                                      </p:cBhvr>
                                      <p:tavLst>
                                        <p:tav tm="0">
                                          <p:val>
                                            <p:fltVal val="0.5"/>
                                          </p:val>
                                        </p:tav>
                                        <p:tav tm="100000">
                                          <p:val>
                                            <p:strVal val="#ppt_y"/>
                                          </p:val>
                                        </p:tav>
                                      </p:tavLst>
                                    </p:anim>
                                  </p:childTnLst>
                                </p:cTn>
                              </p:par>
                            </p:childTnLst>
                          </p:cTn>
                        </p:par>
                        <p:par>
                          <p:cTn id="12" fill="hold">
                            <p:stCondLst>
                              <p:cond delay="500"/>
                            </p:stCondLst>
                            <p:childTnLst>
                              <p:par>
                                <p:cTn id="13" presetID="53" presetClass="entr" presetSubtype="528" fill="hold" grpId="0" nodeType="afterEffect">
                                  <p:stCondLst>
                                    <p:cond delay="0"/>
                                  </p:stCondLst>
                                  <p:childTnLst>
                                    <p:set>
                                      <p:cBhvr>
                                        <p:cTn id="14" dur="1" fill="hold">
                                          <p:stCondLst>
                                            <p:cond delay="0"/>
                                          </p:stCondLst>
                                        </p:cTn>
                                        <p:tgtEl>
                                          <p:spTgt spid="3">
                                            <p:graphicEl>
                                              <a:dgm id="{FF733874-FEE7-4BA4-B87D-B6647B4D8ACF}"/>
                                            </p:graphicEl>
                                          </p:spTgt>
                                        </p:tgtEl>
                                        <p:attrNameLst>
                                          <p:attrName>style.visibility</p:attrName>
                                        </p:attrNameLst>
                                      </p:cBhvr>
                                      <p:to>
                                        <p:strVal val="visible"/>
                                      </p:to>
                                    </p:set>
                                    <p:anim calcmode="lin" valueType="num">
                                      <p:cBhvr>
                                        <p:cTn id="15" dur="500" fill="hold"/>
                                        <p:tgtEl>
                                          <p:spTgt spid="3">
                                            <p:graphicEl>
                                              <a:dgm id="{FF733874-FEE7-4BA4-B87D-B6647B4D8ACF}"/>
                                            </p:graphicEl>
                                          </p:spTgt>
                                        </p:tgtEl>
                                        <p:attrNameLst>
                                          <p:attrName>ppt_w</p:attrName>
                                        </p:attrNameLst>
                                      </p:cBhvr>
                                      <p:tavLst>
                                        <p:tav tm="0">
                                          <p:val>
                                            <p:fltVal val="0"/>
                                          </p:val>
                                        </p:tav>
                                        <p:tav tm="100000">
                                          <p:val>
                                            <p:strVal val="#ppt_w"/>
                                          </p:val>
                                        </p:tav>
                                      </p:tavLst>
                                    </p:anim>
                                    <p:anim calcmode="lin" valueType="num">
                                      <p:cBhvr>
                                        <p:cTn id="16" dur="500" fill="hold"/>
                                        <p:tgtEl>
                                          <p:spTgt spid="3">
                                            <p:graphicEl>
                                              <a:dgm id="{FF733874-FEE7-4BA4-B87D-B6647B4D8ACF}"/>
                                            </p:graphicEl>
                                          </p:spTgt>
                                        </p:tgtEl>
                                        <p:attrNameLst>
                                          <p:attrName>ppt_h</p:attrName>
                                        </p:attrNameLst>
                                      </p:cBhvr>
                                      <p:tavLst>
                                        <p:tav tm="0">
                                          <p:val>
                                            <p:fltVal val="0"/>
                                          </p:val>
                                        </p:tav>
                                        <p:tav tm="100000">
                                          <p:val>
                                            <p:strVal val="#ppt_h"/>
                                          </p:val>
                                        </p:tav>
                                      </p:tavLst>
                                    </p:anim>
                                    <p:animEffect transition="in" filter="fade">
                                      <p:cBhvr>
                                        <p:cTn id="17" dur="500"/>
                                        <p:tgtEl>
                                          <p:spTgt spid="3">
                                            <p:graphicEl>
                                              <a:dgm id="{FF733874-FEE7-4BA4-B87D-B6647B4D8ACF}"/>
                                            </p:graphicEl>
                                          </p:spTgt>
                                        </p:tgtEl>
                                      </p:cBhvr>
                                    </p:animEffect>
                                    <p:anim calcmode="lin" valueType="num">
                                      <p:cBhvr>
                                        <p:cTn id="18" dur="500" fill="hold"/>
                                        <p:tgtEl>
                                          <p:spTgt spid="3">
                                            <p:graphicEl>
                                              <a:dgm id="{FF733874-FEE7-4BA4-B87D-B6647B4D8ACF}"/>
                                            </p:graphicEl>
                                          </p:spTgt>
                                        </p:tgtEl>
                                        <p:attrNameLst>
                                          <p:attrName>ppt_x</p:attrName>
                                        </p:attrNameLst>
                                      </p:cBhvr>
                                      <p:tavLst>
                                        <p:tav tm="0">
                                          <p:val>
                                            <p:fltVal val="0.5"/>
                                          </p:val>
                                        </p:tav>
                                        <p:tav tm="100000">
                                          <p:val>
                                            <p:strVal val="#ppt_x"/>
                                          </p:val>
                                        </p:tav>
                                      </p:tavLst>
                                    </p:anim>
                                    <p:anim calcmode="lin" valueType="num">
                                      <p:cBhvr>
                                        <p:cTn id="19" dur="500" fill="hold"/>
                                        <p:tgtEl>
                                          <p:spTgt spid="3">
                                            <p:graphicEl>
                                              <a:dgm id="{FF733874-FEE7-4BA4-B87D-B6647B4D8ACF}"/>
                                            </p:graphicEl>
                                          </p:spTgt>
                                        </p:tgtEl>
                                        <p:attrNameLst>
                                          <p:attrName>ppt_y</p:attrName>
                                        </p:attrNameLst>
                                      </p:cBhvr>
                                      <p:tavLst>
                                        <p:tav tm="0">
                                          <p:val>
                                            <p:fltVal val="0.5"/>
                                          </p:val>
                                        </p:tav>
                                        <p:tav tm="100000">
                                          <p:val>
                                            <p:strVal val="#ppt_y"/>
                                          </p:val>
                                        </p:tav>
                                      </p:tavLst>
                                    </p:anim>
                                  </p:childTnLst>
                                </p:cTn>
                              </p:par>
                            </p:childTnLst>
                          </p:cTn>
                        </p:par>
                        <p:par>
                          <p:cTn id="20" fill="hold">
                            <p:stCondLst>
                              <p:cond delay="1000"/>
                            </p:stCondLst>
                            <p:childTnLst>
                              <p:par>
                                <p:cTn id="21" presetID="53" presetClass="entr" presetSubtype="528" fill="hold" grpId="0" nodeType="afterEffect">
                                  <p:stCondLst>
                                    <p:cond delay="0"/>
                                  </p:stCondLst>
                                  <p:childTnLst>
                                    <p:set>
                                      <p:cBhvr>
                                        <p:cTn id="22" dur="1" fill="hold">
                                          <p:stCondLst>
                                            <p:cond delay="0"/>
                                          </p:stCondLst>
                                        </p:cTn>
                                        <p:tgtEl>
                                          <p:spTgt spid="3">
                                            <p:graphicEl>
                                              <a:dgm id="{743F2777-6539-407B-AA9E-BD098F452D6B}"/>
                                            </p:graphicEl>
                                          </p:spTgt>
                                        </p:tgtEl>
                                        <p:attrNameLst>
                                          <p:attrName>style.visibility</p:attrName>
                                        </p:attrNameLst>
                                      </p:cBhvr>
                                      <p:to>
                                        <p:strVal val="visible"/>
                                      </p:to>
                                    </p:set>
                                    <p:anim calcmode="lin" valueType="num">
                                      <p:cBhvr>
                                        <p:cTn id="23" dur="500" fill="hold"/>
                                        <p:tgtEl>
                                          <p:spTgt spid="3">
                                            <p:graphicEl>
                                              <a:dgm id="{743F2777-6539-407B-AA9E-BD098F452D6B}"/>
                                            </p:graphicEl>
                                          </p:spTgt>
                                        </p:tgtEl>
                                        <p:attrNameLst>
                                          <p:attrName>ppt_w</p:attrName>
                                        </p:attrNameLst>
                                      </p:cBhvr>
                                      <p:tavLst>
                                        <p:tav tm="0">
                                          <p:val>
                                            <p:fltVal val="0"/>
                                          </p:val>
                                        </p:tav>
                                        <p:tav tm="100000">
                                          <p:val>
                                            <p:strVal val="#ppt_w"/>
                                          </p:val>
                                        </p:tav>
                                      </p:tavLst>
                                    </p:anim>
                                    <p:anim calcmode="lin" valueType="num">
                                      <p:cBhvr>
                                        <p:cTn id="24" dur="500" fill="hold"/>
                                        <p:tgtEl>
                                          <p:spTgt spid="3">
                                            <p:graphicEl>
                                              <a:dgm id="{743F2777-6539-407B-AA9E-BD098F452D6B}"/>
                                            </p:graphicEl>
                                          </p:spTgt>
                                        </p:tgtEl>
                                        <p:attrNameLst>
                                          <p:attrName>ppt_h</p:attrName>
                                        </p:attrNameLst>
                                      </p:cBhvr>
                                      <p:tavLst>
                                        <p:tav tm="0">
                                          <p:val>
                                            <p:fltVal val="0"/>
                                          </p:val>
                                        </p:tav>
                                        <p:tav tm="100000">
                                          <p:val>
                                            <p:strVal val="#ppt_h"/>
                                          </p:val>
                                        </p:tav>
                                      </p:tavLst>
                                    </p:anim>
                                    <p:animEffect transition="in" filter="fade">
                                      <p:cBhvr>
                                        <p:cTn id="25" dur="500"/>
                                        <p:tgtEl>
                                          <p:spTgt spid="3">
                                            <p:graphicEl>
                                              <a:dgm id="{743F2777-6539-407B-AA9E-BD098F452D6B}"/>
                                            </p:graphicEl>
                                          </p:spTgt>
                                        </p:tgtEl>
                                      </p:cBhvr>
                                    </p:animEffect>
                                    <p:anim calcmode="lin" valueType="num">
                                      <p:cBhvr>
                                        <p:cTn id="26" dur="500" fill="hold"/>
                                        <p:tgtEl>
                                          <p:spTgt spid="3">
                                            <p:graphicEl>
                                              <a:dgm id="{743F2777-6539-407B-AA9E-BD098F452D6B}"/>
                                            </p:graphicEl>
                                          </p:spTgt>
                                        </p:tgtEl>
                                        <p:attrNameLst>
                                          <p:attrName>ppt_x</p:attrName>
                                        </p:attrNameLst>
                                      </p:cBhvr>
                                      <p:tavLst>
                                        <p:tav tm="0">
                                          <p:val>
                                            <p:fltVal val="0.5"/>
                                          </p:val>
                                        </p:tav>
                                        <p:tav tm="100000">
                                          <p:val>
                                            <p:strVal val="#ppt_x"/>
                                          </p:val>
                                        </p:tav>
                                      </p:tavLst>
                                    </p:anim>
                                    <p:anim calcmode="lin" valueType="num">
                                      <p:cBhvr>
                                        <p:cTn id="27" dur="500" fill="hold"/>
                                        <p:tgtEl>
                                          <p:spTgt spid="3">
                                            <p:graphicEl>
                                              <a:dgm id="{743F2777-6539-407B-AA9E-BD098F452D6B}"/>
                                            </p:graphicEl>
                                          </p:spTgt>
                                        </p:tgtEl>
                                        <p:attrNameLst>
                                          <p:attrName>ppt_y</p:attrName>
                                        </p:attrNameLst>
                                      </p:cBhvr>
                                      <p:tavLst>
                                        <p:tav tm="0">
                                          <p:val>
                                            <p:fltVal val="0.5"/>
                                          </p:val>
                                        </p:tav>
                                        <p:tav tm="100000">
                                          <p:val>
                                            <p:strVal val="#ppt_y"/>
                                          </p:val>
                                        </p:tav>
                                      </p:tavLst>
                                    </p:anim>
                                  </p:childTnLst>
                                </p:cTn>
                              </p:par>
                            </p:childTnLst>
                          </p:cTn>
                        </p:par>
                        <p:par>
                          <p:cTn id="28" fill="hold">
                            <p:stCondLst>
                              <p:cond delay="1500"/>
                            </p:stCondLst>
                            <p:childTnLst>
                              <p:par>
                                <p:cTn id="29" presetID="53" presetClass="entr" presetSubtype="528" fill="hold" grpId="0" nodeType="afterEffect">
                                  <p:stCondLst>
                                    <p:cond delay="0"/>
                                  </p:stCondLst>
                                  <p:childTnLst>
                                    <p:set>
                                      <p:cBhvr>
                                        <p:cTn id="30" dur="1" fill="hold">
                                          <p:stCondLst>
                                            <p:cond delay="0"/>
                                          </p:stCondLst>
                                        </p:cTn>
                                        <p:tgtEl>
                                          <p:spTgt spid="3">
                                            <p:graphicEl>
                                              <a:dgm id="{2EF86347-1881-471D-81CC-226350852DCD}"/>
                                            </p:graphicEl>
                                          </p:spTgt>
                                        </p:tgtEl>
                                        <p:attrNameLst>
                                          <p:attrName>style.visibility</p:attrName>
                                        </p:attrNameLst>
                                      </p:cBhvr>
                                      <p:to>
                                        <p:strVal val="visible"/>
                                      </p:to>
                                    </p:set>
                                    <p:anim calcmode="lin" valueType="num">
                                      <p:cBhvr>
                                        <p:cTn id="31" dur="500" fill="hold"/>
                                        <p:tgtEl>
                                          <p:spTgt spid="3">
                                            <p:graphicEl>
                                              <a:dgm id="{2EF86347-1881-471D-81CC-226350852DCD}"/>
                                            </p:graphicEl>
                                          </p:spTgt>
                                        </p:tgtEl>
                                        <p:attrNameLst>
                                          <p:attrName>ppt_w</p:attrName>
                                        </p:attrNameLst>
                                      </p:cBhvr>
                                      <p:tavLst>
                                        <p:tav tm="0">
                                          <p:val>
                                            <p:fltVal val="0"/>
                                          </p:val>
                                        </p:tav>
                                        <p:tav tm="100000">
                                          <p:val>
                                            <p:strVal val="#ppt_w"/>
                                          </p:val>
                                        </p:tav>
                                      </p:tavLst>
                                    </p:anim>
                                    <p:anim calcmode="lin" valueType="num">
                                      <p:cBhvr>
                                        <p:cTn id="32" dur="500" fill="hold"/>
                                        <p:tgtEl>
                                          <p:spTgt spid="3">
                                            <p:graphicEl>
                                              <a:dgm id="{2EF86347-1881-471D-81CC-226350852DCD}"/>
                                            </p:graphicEl>
                                          </p:spTgt>
                                        </p:tgtEl>
                                        <p:attrNameLst>
                                          <p:attrName>ppt_h</p:attrName>
                                        </p:attrNameLst>
                                      </p:cBhvr>
                                      <p:tavLst>
                                        <p:tav tm="0">
                                          <p:val>
                                            <p:fltVal val="0"/>
                                          </p:val>
                                        </p:tav>
                                        <p:tav tm="100000">
                                          <p:val>
                                            <p:strVal val="#ppt_h"/>
                                          </p:val>
                                        </p:tav>
                                      </p:tavLst>
                                    </p:anim>
                                    <p:animEffect transition="in" filter="fade">
                                      <p:cBhvr>
                                        <p:cTn id="33" dur="500"/>
                                        <p:tgtEl>
                                          <p:spTgt spid="3">
                                            <p:graphicEl>
                                              <a:dgm id="{2EF86347-1881-471D-81CC-226350852DCD}"/>
                                            </p:graphicEl>
                                          </p:spTgt>
                                        </p:tgtEl>
                                      </p:cBhvr>
                                    </p:animEffect>
                                    <p:anim calcmode="lin" valueType="num">
                                      <p:cBhvr>
                                        <p:cTn id="34" dur="500" fill="hold"/>
                                        <p:tgtEl>
                                          <p:spTgt spid="3">
                                            <p:graphicEl>
                                              <a:dgm id="{2EF86347-1881-471D-81CC-226350852DCD}"/>
                                            </p:graphicEl>
                                          </p:spTgt>
                                        </p:tgtEl>
                                        <p:attrNameLst>
                                          <p:attrName>ppt_x</p:attrName>
                                        </p:attrNameLst>
                                      </p:cBhvr>
                                      <p:tavLst>
                                        <p:tav tm="0">
                                          <p:val>
                                            <p:fltVal val="0.5"/>
                                          </p:val>
                                        </p:tav>
                                        <p:tav tm="100000">
                                          <p:val>
                                            <p:strVal val="#ppt_x"/>
                                          </p:val>
                                        </p:tav>
                                      </p:tavLst>
                                    </p:anim>
                                    <p:anim calcmode="lin" valueType="num">
                                      <p:cBhvr>
                                        <p:cTn id="35" dur="500" fill="hold"/>
                                        <p:tgtEl>
                                          <p:spTgt spid="3">
                                            <p:graphicEl>
                                              <a:dgm id="{2EF86347-1881-471D-81CC-226350852DCD}"/>
                                            </p:graphicEl>
                                          </p:spTgt>
                                        </p:tgtEl>
                                        <p:attrNameLst>
                                          <p:attrName>ppt_y</p:attrName>
                                        </p:attrNameLst>
                                      </p:cBhvr>
                                      <p:tavLst>
                                        <p:tav tm="0">
                                          <p:val>
                                            <p:fltVal val="0.5"/>
                                          </p:val>
                                        </p:tav>
                                        <p:tav tm="100000">
                                          <p:val>
                                            <p:strVal val="#ppt_y"/>
                                          </p:val>
                                        </p:tav>
                                      </p:tavLst>
                                    </p:anim>
                                  </p:childTnLst>
                                </p:cTn>
                              </p:par>
                            </p:childTnLst>
                          </p:cTn>
                        </p:par>
                        <p:par>
                          <p:cTn id="36" fill="hold">
                            <p:stCondLst>
                              <p:cond delay="2000"/>
                            </p:stCondLst>
                            <p:childTnLst>
                              <p:par>
                                <p:cTn id="37" presetID="53" presetClass="entr" presetSubtype="528" fill="hold" grpId="0" nodeType="afterEffect">
                                  <p:stCondLst>
                                    <p:cond delay="0"/>
                                  </p:stCondLst>
                                  <p:childTnLst>
                                    <p:set>
                                      <p:cBhvr>
                                        <p:cTn id="38" dur="1" fill="hold">
                                          <p:stCondLst>
                                            <p:cond delay="0"/>
                                          </p:stCondLst>
                                        </p:cTn>
                                        <p:tgtEl>
                                          <p:spTgt spid="3">
                                            <p:graphicEl>
                                              <a:dgm id="{D08B4327-106C-4974-96F6-63481B680737}"/>
                                            </p:graphicEl>
                                          </p:spTgt>
                                        </p:tgtEl>
                                        <p:attrNameLst>
                                          <p:attrName>style.visibility</p:attrName>
                                        </p:attrNameLst>
                                      </p:cBhvr>
                                      <p:to>
                                        <p:strVal val="visible"/>
                                      </p:to>
                                    </p:set>
                                    <p:anim calcmode="lin" valueType="num">
                                      <p:cBhvr>
                                        <p:cTn id="39" dur="500" fill="hold"/>
                                        <p:tgtEl>
                                          <p:spTgt spid="3">
                                            <p:graphicEl>
                                              <a:dgm id="{D08B4327-106C-4974-96F6-63481B680737}"/>
                                            </p:graphicEl>
                                          </p:spTgt>
                                        </p:tgtEl>
                                        <p:attrNameLst>
                                          <p:attrName>ppt_w</p:attrName>
                                        </p:attrNameLst>
                                      </p:cBhvr>
                                      <p:tavLst>
                                        <p:tav tm="0">
                                          <p:val>
                                            <p:fltVal val="0"/>
                                          </p:val>
                                        </p:tav>
                                        <p:tav tm="100000">
                                          <p:val>
                                            <p:strVal val="#ppt_w"/>
                                          </p:val>
                                        </p:tav>
                                      </p:tavLst>
                                    </p:anim>
                                    <p:anim calcmode="lin" valueType="num">
                                      <p:cBhvr>
                                        <p:cTn id="40" dur="500" fill="hold"/>
                                        <p:tgtEl>
                                          <p:spTgt spid="3">
                                            <p:graphicEl>
                                              <a:dgm id="{D08B4327-106C-4974-96F6-63481B680737}"/>
                                            </p:graphicEl>
                                          </p:spTgt>
                                        </p:tgtEl>
                                        <p:attrNameLst>
                                          <p:attrName>ppt_h</p:attrName>
                                        </p:attrNameLst>
                                      </p:cBhvr>
                                      <p:tavLst>
                                        <p:tav tm="0">
                                          <p:val>
                                            <p:fltVal val="0"/>
                                          </p:val>
                                        </p:tav>
                                        <p:tav tm="100000">
                                          <p:val>
                                            <p:strVal val="#ppt_h"/>
                                          </p:val>
                                        </p:tav>
                                      </p:tavLst>
                                    </p:anim>
                                    <p:animEffect transition="in" filter="fade">
                                      <p:cBhvr>
                                        <p:cTn id="41" dur="500"/>
                                        <p:tgtEl>
                                          <p:spTgt spid="3">
                                            <p:graphicEl>
                                              <a:dgm id="{D08B4327-106C-4974-96F6-63481B680737}"/>
                                            </p:graphicEl>
                                          </p:spTgt>
                                        </p:tgtEl>
                                      </p:cBhvr>
                                    </p:animEffect>
                                    <p:anim calcmode="lin" valueType="num">
                                      <p:cBhvr>
                                        <p:cTn id="42" dur="500" fill="hold"/>
                                        <p:tgtEl>
                                          <p:spTgt spid="3">
                                            <p:graphicEl>
                                              <a:dgm id="{D08B4327-106C-4974-96F6-63481B680737}"/>
                                            </p:graphicEl>
                                          </p:spTgt>
                                        </p:tgtEl>
                                        <p:attrNameLst>
                                          <p:attrName>ppt_x</p:attrName>
                                        </p:attrNameLst>
                                      </p:cBhvr>
                                      <p:tavLst>
                                        <p:tav tm="0">
                                          <p:val>
                                            <p:fltVal val="0.5"/>
                                          </p:val>
                                        </p:tav>
                                        <p:tav tm="100000">
                                          <p:val>
                                            <p:strVal val="#ppt_x"/>
                                          </p:val>
                                        </p:tav>
                                      </p:tavLst>
                                    </p:anim>
                                    <p:anim calcmode="lin" valueType="num">
                                      <p:cBhvr>
                                        <p:cTn id="43" dur="500" fill="hold"/>
                                        <p:tgtEl>
                                          <p:spTgt spid="3">
                                            <p:graphicEl>
                                              <a:dgm id="{D08B4327-106C-4974-96F6-63481B680737}"/>
                                            </p:graphicEl>
                                          </p:spTgt>
                                        </p:tgtEl>
                                        <p:attrNameLst>
                                          <p:attrName>ppt_y</p:attrName>
                                        </p:attrNameLst>
                                      </p:cBhvr>
                                      <p:tavLst>
                                        <p:tav tm="0">
                                          <p:val>
                                            <p:fltVal val="0.5"/>
                                          </p:val>
                                        </p:tav>
                                        <p:tav tm="100000">
                                          <p:val>
                                            <p:strVal val="#ppt_y"/>
                                          </p:val>
                                        </p:tav>
                                      </p:tavLst>
                                    </p:anim>
                                  </p:childTnLst>
                                </p:cTn>
                              </p:par>
                            </p:childTnLst>
                          </p:cTn>
                        </p:par>
                        <p:par>
                          <p:cTn id="44" fill="hold">
                            <p:stCondLst>
                              <p:cond delay="2500"/>
                            </p:stCondLst>
                            <p:childTnLst>
                              <p:par>
                                <p:cTn id="45" presetID="53" presetClass="entr" presetSubtype="528" fill="hold" grpId="0" nodeType="afterEffect">
                                  <p:stCondLst>
                                    <p:cond delay="0"/>
                                  </p:stCondLst>
                                  <p:childTnLst>
                                    <p:set>
                                      <p:cBhvr>
                                        <p:cTn id="46" dur="1" fill="hold">
                                          <p:stCondLst>
                                            <p:cond delay="0"/>
                                          </p:stCondLst>
                                        </p:cTn>
                                        <p:tgtEl>
                                          <p:spTgt spid="3">
                                            <p:graphicEl>
                                              <a:dgm id="{5A9888BC-74FF-4986-8F63-26A18907FAD0}"/>
                                            </p:graphicEl>
                                          </p:spTgt>
                                        </p:tgtEl>
                                        <p:attrNameLst>
                                          <p:attrName>style.visibility</p:attrName>
                                        </p:attrNameLst>
                                      </p:cBhvr>
                                      <p:to>
                                        <p:strVal val="visible"/>
                                      </p:to>
                                    </p:set>
                                    <p:anim calcmode="lin" valueType="num">
                                      <p:cBhvr>
                                        <p:cTn id="47" dur="500" fill="hold"/>
                                        <p:tgtEl>
                                          <p:spTgt spid="3">
                                            <p:graphicEl>
                                              <a:dgm id="{5A9888BC-74FF-4986-8F63-26A18907FAD0}"/>
                                            </p:graphicEl>
                                          </p:spTgt>
                                        </p:tgtEl>
                                        <p:attrNameLst>
                                          <p:attrName>ppt_w</p:attrName>
                                        </p:attrNameLst>
                                      </p:cBhvr>
                                      <p:tavLst>
                                        <p:tav tm="0">
                                          <p:val>
                                            <p:fltVal val="0"/>
                                          </p:val>
                                        </p:tav>
                                        <p:tav tm="100000">
                                          <p:val>
                                            <p:strVal val="#ppt_w"/>
                                          </p:val>
                                        </p:tav>
                                      </p:tavLst>
                                    </p:anim>
                                    <p:anim calcmode="lin" valueType="num">
                                      <p:cBhvr>
                                        <p:cTn id="48" dur="500" fill="hold"/>
                                        <p:tgtEl>
                                          <p:spTgt spid="3">
                                            <p:graphicEl>
                                              <a:dgm id="{5A9888BC-74FF-4986-8F63-26A18907FAD0}"/>
                                            </p:graphicEl>
                                          </p:spTgt>
                                        </p:tgtEl>
                                        <p:attrNameLst>
                                          <p:attrName>ppt_h</p:attrName>
                                        </p:attrNameLst>
                                      </p:cBhvr>
                                      <p:tavLst>
                                        <p:tav tm="0">
                                          <p:val>
                                            <p:fltVal val="0"/>
                                          </p:val>
                                        </p:tav>
                                        <p:tav tm="100000">
                                          <p:val>
                                            <p:strVal val="#ppt_h"/>
                                          </p:val>
                                        </p:tav>
                                      </p:tavLst>
                                    </p:anim>
                                    <p:animEffect transition="in" filter="fade">
                                      <p:cBhvr>
                                        <p:cTn id="49" dur="500"/>
                                        <p:tgtEl>
                                          <p:spTgt spid="3">
                                            <p:graphicEl>
                                              <a:dgm id="{5A9888BC-74FF-4986-8F63-26A18907FAD0}"/>
                                            </p:graphicEl>
                                          </p:spTgt>
                                        </p:tgtEl>
                                      </p:cBhvr>
                                    </p:animEffect>
                                    <p:anim calcmode="lin" valueType="num">
                                      <p:cBhvr>
                                        <p:cTn id="50" dur="500" fill="hold"/>
                                        <p:tgtEl>
                                          <p:spTgt spid="3">
                                            <p:graphicEl>
                                              <a:dgm id="{5A9888BC-74FF-4986-8F63-26A18907FAD0}"/>
                                            </p:graphicEl>
                                          </p:spTgt>
                                        </p:tgtEl>
                                        <p:attrNameLst>
                                          <p:attrName>ppt_x</p:attrName>
                                        </p:attrNameLst>
                                      </p:cBhvr>
                                      <p:tavLst>
                                        <p:tav tm="0">
                                          <p:val>
                                            <p:fltVal val="0.5"/>
                                          </p:val>
                                        </p:tav>
                                        <p:tav tm="100000">
                                          <p:val>
                                            <p:strVal val="#ppt_x"/>
                                          </p:val>
                                        </p:tav>
                                      </p:tavLst>
                                    </p:anim>
                                    <p:anim calcmode="lin" valueType="num">
                                      <p:cBhvr>
                                        <p:cTn id="51" dur="500" fill="hold"/>
                                        <p:tgtEl>
                                          <p:spTgt spid="3">
                                            <p:graphicEl>
                                              <a:dgm id="{5A9888BC-74FF-4986-8F63-26A18907FAD0}"/>
                                            </p:graphicEl>
                                          </p:spTgt>
                                        </p:tgtEl>
                                        <p:attrNameLst>
                                          <p:attrName>ppt_y</p:attrName>
                                        </p:attrNameLst>
                                      </p:cBhvr>
                                      <p:tavLst>
                                        <p:tav tm="0">
                                          <p:val>
                                            <p:fltVal val="0.5"/>
                                          </p:val>
                                        </p:tav>
                                        <p:tav tm="100000">
                                          <p:val>
                                            <p:strVal val="#ppt_y"/>
                                          </p:val>
                                        </p:tav>
                                      </p:tavLst>
                                    </p:anim>
                                  </p:childTnLst>
                                </p:cTn>
                              </p:par>
                            </p:childTnLst>
                          </p:cTn>
                        </p:par>
                        <p:par>
                          <p:cTn id="52" fill="hold">
                            <p:stCondLst>
                              <p:cond delay="3000"/>
                            </p:stCondLst>
                            <p:childTnLst>
                              <p:par>
                                <p:cTn id="53" presetID="53" presetClass="entr" presetSubtype="528" fill="hold" grpId="0" nodeType="afterEffect">
                                  <p:stCondLst>
                                    <p:cond delay="0"/>
                                  </p:stCondLst>
                                  <p:childTnLst>
                                    <p:set>
                                      <p:cBhvr>
                                        <p:cTn id="54" dur="1" fill="hold">
                                          <p:stCondLst>
                                            <p:cond delay="0"/>
                                          </p:stCondLst>
                                        </p:cTn>
                                        <p:tgtEl>
                                          <p:spTgt spid="3">
                                            <p:graphicEl>
                                              <a:dgm id="{0B3DA10F-4671-471D-8902-F1EA34165BD6}"/>
                                            </p:graphicEl>
                                          </p:spTgt>
                                        </p:tgtEl>
                                        <p:attrNameLst>
                                          <p:attrName>style.visibility</p:attrName>
                                        </p:attrNameLst>
                                      </p:cBhvr>
                                      <p:to>
                                        <p:strVal val="visible"/>
                                      </p:to>
                                    </p:set>
                                    <p:anim calcmode="lin" valueType="num">
                                      <p:cBhvr>
                                        <p:cTn id="55" dur="500" fill="hold"/>
                                        <p:tgtEl>
                                          <p:spTgt spid="3">
                                            <p:graphicEl>
                                              <a:dgm id="{0B3DA10F-4671-471D-8902-F1EA34165BD6}"/>
                                            </p:graphicEl>
                                          </p:spTgt>
                                        </p:tgtEl>
                                        <p:attrNameLst>
                                          <p:attrName>ppt_w</p:attrName>
                                        </p:attrNameLst>
                                      </p:cBhvr>
                                      <p:tavLst>
                                        <p:tav tm="0">
                                          <p:val>
                                            <p:fltVal val="0"/>
                                          </p:val>
                                        </p:tav>
                                        <p:tav tm="100000">
                                          <p:val>
                                            <p:strVal val="#ppt_w"/>
                                          </p:val>
                                        </p:tav>
                                      </p:tavLst>
                                    </p:anim>
                                    <p:anim calcmode="lin" valueType="num">
                                      <p:cBhvr>
                                        <p:cTn id="56" dur="500" fill="hold"/>
                                        <p:tgtEl>
                                          <p:spTgt spid="3">
                                            <p:graphicEl>
                                              <a:dgm id="{0B3DA10F-4671-471D-8902-F1EA34165BD6}"/>
                                            </p:graphicEl>
                                          </p:spTgt>
                                        </p:tgtEl>
                                        <p:attrNameLst>
                                          <p:attrName>ppt_h</p:attrName>
                                        </p:attrNameLst>
                                      </p:cBhvr>
                                      <p:tavLst>
                                        <p:tav tm="0">
                                          <p:val>
                                            <p:fltVal val="0"/>
                                          </p:val>
                                        </p:tav>
                                        <p:tav tm="100000">
                                          <p:val>
                                            <p:strVal val="#ppt_h"/>
                                          </p:val>
                                        </p:tav>
                                      </p:tavLst>
                                    </p:anim>
                                    <p:animEffect transition="in" filter="fade">
                                      <p:cBhvr>
                                        <p:cTn id="57" dur="500"/>
                                        <p:tgtEl>
                                          <p:spTgt spid="3">
                                            <p:graphicEl>
                                              <a:dgm id="{0B3DA10F-4671-471D-8902-F1EA34165BD6}"/>
                                            </p:graphicEl>
                                          </p:spTgt>
                                        </p:tgtEl>
                                      </p:cBhvr>
                                    </p:animEffect>
                                    <p:anim calcmode="lin" valueType="num">
                                      <p:cBhvr>
                                        <p:cTn id="58" dur="500" fill="hold"/>
                                        <p:tgtEl>
                                          <p:spTgt spid="3">
                                            <p:graphicEl>
                                              <a:dgm id="{0B3DA10F-4671-471D-8902-F1EA34165BD6}"/>
                                            </p:graphicEl>
                                          </p:spTgt>
                                        </p:tgtEl>
                                        <p:attrNameLst>
                                          <p:attrName>ppt_x</p:attrName>
                                        </p:attrNameLst>
                                      </p:cBhvr>
                                      <p:tavLst>
                                        <p:tav tm="0">
                                          <p:val>
                                            <p:fltVal val="0.5"/>
                                          </p:val>
                                        </p:tav>
                                        <p:tav tm="100000">
                                          <p:val>
                                            <p:strVal val="#ppt_x"/>
                                          </p:val>
                                        </p:tav>
                                      </p:tavLst>
                                    </p:anim>
                                    <p:anim calcmode="lin" valueType="num">
                                      <p:cBhvr>
                                        <p:cTn id="59" dur="500" fill="hold"/>
                                        <p:tgtEl>
                                          <p:spTgt spid="3">
                                            <p:graphicEl>
                                              <a:dgm id="{0B3DA10F-4671-471D-8902-F1EA34165BD6}"/>
                                            </p:graphicEl>
                                          </p:spTgt>
                                        </p:tgtEl>
                                        <p:attrNameLst>
                                          <p:attrName>ppt_y</p:attrName>
                                        </p:attrNameLst>
                                      </p:cBhvr>
                                      <p:tavLst>
                                        <p:tav tm="0">
                                          <p:val>
                                            <p:fltVal val="0.5"/>
                                          </p:val>
                                        </p:tav>
                                        <p:tav tm="100000">
                                          <p:val>
                                            <p:strVal val="#ppt_y"/>
                                          </p:val>
                                        </p:tav>
                                      </p:tavLst>
                                    </p:anim>
                                  </p:childTnLst>
                                </p:cTn>
                              </p:par>
                            </p:childTnLst>
                          </p:cTn>
                        </p:par>
                        <p:par>
                          <p:cTn id="60" fill="hold">
                            <p:stCondLst>
                              <p:cond delay="3500"/>
                            </p:stCondLst>
                            <p:childTnLst>
                              <p:par>
                                <p:cTn id="61" presetID="53" presetClass="entr" presetSubtype="528" fill="hold" grpId="0" nodeType="afterEffect">
                                  <p:stCondLst>
                                    <p:cond delay="0"/>
                                  </p:stCondLst>
                                  <p:childTnLst>
                                    <p:set>
                                      <p:cBhvr>
                                        <p:cTn id="62" dur="1" fill="hold">
                                          <p:stCondLst>
                                            <p:cond delay="0"/>
                                          </p:stCondLst>
                                        </p:cTn>
                                        <p:tgtEl>
                                          <p:spTgt spid="3">
                                            <p:graphicEl>
                                              <a:dgm id="{5ABC208E-F330-484D-9470-2430C507B643}"/>
                                            </p:graphicEl>
                                          </p:spTgt>
                                        </p:tgtEl>
                                        <p:attrNameLst>
                                          <p:attrName>style.visibility</p:attrName>
                                        </p:attrNameLst>
                                      </p:cBhvr>
                                      <p:to>
                                        <p:strVal val="visible"/>
                                      </p:to>
                                    </p:set>
                                    <p:anim calcmode="lin" valueType="num">
                                      <p:cBhvr>
                                        <p:cTn id="63" dur="500" fill="hold"/>
                                        <p:tgtEl>
                                          <p:spTgt spid="3">
                                            <p:graphicEl>
                                              <a:dgm id="{5ABC208E-F330-484D-9470-2430C507B643}"/>
                                            </p:graphicEl>
                                          </p:spTgt>
                                        </p:tgtEl>
                                        <p:attrNameLst>
                                          <p:attrName>ppt_w</p:attrName>
                                        </p:attrNameLst>
                                      </p:cBhvr>
                                      <p:tavLst>
                                        <p:tav tm="0">
                                          <p:val>
                                            <p:fltVal val="0"/>
                                          </p:val>
                                        </p:tav>
                                        <p:tav tm="100000">
                                          <p:val>
                                            <p:strVal val="#ppt_w"/>
                                          </p:val>
                                        </p:tav>
                                      </p:tavLst>
                                    </p:anim>
                                    <p:anim calcmode="lin" valueType="num">
                                      <p:cBhvr>
                                        <p:cTn id="64" dur="500" fill="hold"/>
                                        <p:tgtEl>
                                          <p:spTgt spid="3">
                                            <p:graphicEl>
                                              <a:dgm id="{5ABC208E-F330-484D-9470-2430C507B643}"/>
                                            </p:graphicEl>
                                          </p:spTgt>
                                        </p:tgtEl>
                                        <p:attrNameLst>
                                          <p:attrName>ppt_h</p:attrName>
                                        </p:attrNameLst>
                                      </p:cBhvr>
                                      <p:tavLst>
                                        <p:tav tm="0">
                                          <p:val>
                                            <p:fltVal val="0"/>
                                          </p:val>
                                        </p:tav>
                                        <p:tav tm="100000">
                                          <p:val>
                                            <p:strVal val="#ppt_h"/>
                                          </p:val>
                                        </p:tav>
                                      </p:tavLst>
                                    </p:anim>
                                    <p:animEffect transition="in" filter="fade">
                                      <p:cBhvr>
                                        <p:cTn id="65" dur="500"/>
                                        <p:tgtEl>
                                          <p:spTgt spid="3">
                                            <p:graphicEl>
                                              <a:dgm id="{5ABC208E-F330-484D-9470-2430C507B643}"/>
                                            </p:graphicEl>
                                          </p:spTgt>
                                        </p:tgtEl>
                                      </p:cBhvr>
                                    </p:animEffect>
                                    <p:anim calcmode="lin" valueType="num">
                                      <p:cBhvr>
                                        <p:cTn id="66" dur="500" fill="hold"/>
                                        <p:tgtEl>
                                          <p:spTgt spid="3">
                                            <p:graphicEl>
                                              <a:dgm id="{5ABC208E-F330-484D-9470-2430C507B643}"/>
                                            </p:graphicEl>
                                          </p:spTgt>
                                        </p:tgtEl>
                                        <p:attrNameLst>
                                          <p:attrName>ppt_x</p:attrName>
                                        </p:attrNameLst>
                                      </p:cBhvr>
                                      <p:tavLst>
                                        <p:tav tm="0">
                                          <p:val>
                                            <p:fltVal val="0.5"/>
                                          </p:val>
                                        </p:tav>
                                        <p:tav tm="100000">
                                          <p:val>
                                            <p:strVal val="#ppt_x"/>
                                          </p:val>
                                        </p:tav>
                                      </p:tavLst>
                                    </p:anim>
                                    <p:anim calcmode="lin" valueType="num">
                                      <p:cBhvr>
                                        <p:cTn id="67" dur="500" fill="hold"/>
                                        <p:tgtEl>
                                          <p:spTgt spid="3">
                                            <p:graphicEl>
                                              <a:dgm id="{5ABC208E-F330-484D-9470-2430C507B643}"/>
                                            </p:graphicEl>
                                          </p:spTgt>
                                        </p:tgtEl>
                                        <p:attrNameLst>
                                          <p:attrName>ppt_y</p:attrName>
                                        </p:attrNameLst>
                                      </p:cBhvr>
                                      <p:tavLst>
                                        <p:tav tm="0">
                                          <p:val>
                                            <p:fltVal val="0.5"/>
                                          </p:val>
                                        </p:tav>
                                        <p:tav tm="100000">
                                          <p:val>
                                            <p:strVal val="#ppt_y"/>
                                          </p:val>
                                        </p:tav>
                                      </p:tavLst>
                                    </p:anim>
                                  </p:childTnLst>
                                </p:cTn>
                              </p:par>
                            </p:childTnLst>
                          </p:cTn>
                        </p:par>
                        <p:par>
                          <p:cTn id="68" fill="hold">
                            <p:stCondLst>
                              <p:cond delay="4000"/>
                            </p:stCondLst>
                            <p:childTnLst>
                              <p:par>
                                <p:cTn id="69" presetID="53" presetClass="entr" presetSubtype="528" fill="hold" grpId="0" nodeType="afterEffect">
                                  <p:stCondLst>
                                    <p:cond delay="0"/>
                                  </p:stCondLst>
                                  <p:childTnLst>
                                    <p:set>
                                      <p:cBhvr>
                                        <p:cTn id="70" dur="1" fill="hold">
                                          <p:stCondLst>
                                            <p:cond delay="0"/>
                                          </p:stCondLst>
                                        </p:cTn>
                                        <p:tgtEl>
                                          <p:spTgt spid="3">
                                            <p:graphicEl>
                                              <a:dgm id="{B369A712-4D55-4EE4-B79C-9C32F351C0C6}"/>
                                            </p:graphicEl>
                                          </p:spTgt>
                                        </p:tgtEl>
                                        <p:attrNameLst>
                                          <p:attrName>style.visibility</p:attrName>
                                        </p:attrNameLst>
                                      </p:cBhvr>
                                      <p:to>
                                        <p:strVal val="visible"/>
                                      </p:to>
                                    </p:set>
                                    <p:anim calcmode="lin" valueType="num">
                                      <p:cBhvr>
                                        <p:cTn id="71" dur="500" fill="hold"/>
                                        <p:tgtEl>
                                          <p:spTgt spid="3">
                                            <p:graphicEl>
                                              <a:dgm id="{B369A712-4D55-4EE4-B79C-9C32F351C0C6}"/>
                                            </p:graphicEl>
                                          </p:spTgt>
                                        </p:tgtEl>
                                        <p:attrNameLst>
                                          <p:attrName>ppt_w</p:attrName>
                                        </p:attrNameLst>
                                      </p:cBhvr>
                                      <p:tavLst>
                                        <p:tav tm="0">
                                          <p:val>
                                            <p:fltVal val="0"/>
                                          </p:val>
                                        </p:tav>
                                        <p:tav tm="100000">
                                          <p:val>
                                            <p:strVal val="#ppt_w"/>
                                          </p:val>
                                        </p:tav>
                                      </p:tavLst>
                                    </p:anim>
                                    <p:anim calcmode="lin" valueType="num">
                                      <p:cBhvr>
                                        <p:cTn id="72" dur="500" fill="hold"/>
                                        <p:tgtEl>
                                          <p:spTgt spid="3">
                                            <p:graphicEl>
                                              <a:dgm id="{B369A712-4D55-4EE4-B79C-9C32F351C0C6}"/>
                                            </p:graphicEl>
                                          </p:spTgt>
                                        </p:tgtEl>
                                        <p:attrNameLst>
                                          <p:attrName>ppt_h</p:attrName>
                                        </p:attrNameLst>
                                      </p:cBhvr>
                                      <p:tavLst>
                                        <p:tav tm="0">
                                          <p:val>
                                            <p:fltVal val="0"/>
                                          </p:val>
                                        </p:tav>
                                        <p:tav tm="100000">
                                          <p:val>
                                            <p:strVal val="#ppt_h"/>
                                          </p:val>
                                        </p:tav>
                                      </p:tavLst>
                                    </p:anim>
                                    <p:animEffect transition="in" filter="fade">
                                      <p:cBhvr>
                                        <p:cTn id="73" dur="500"/>
                                        <p:tgtEl>
                                          <p:spTgt spid="3">
                                            <p:graphicEl>
                                              <a:dgm id="{B369A712-4D55-4EE4-B79C-9C32F351C0C6}"/>
                                            </p:graphicEl>
                                          </p:spTgt>
                                        </p:tgtEl>
                                      </p:cBhvr>
                                    </p:animEffect>
                                    <p:anim calcmode="lin" valueType="num">
                                      <p:cBhvr>
                                        <p:cTn id="74" dur="500" fill="hold"/>
                                        <p:tgtEl>
                                          <p:spTgt spid="3">
                                            <p:graphicEl>
                                              <a:dgm id="{B369A712-4D55-4EE4-B79C-9C32F351C0C6}"/>
                                            </p:graphicEl>
                                          </p:spTgt>
                                        </p:tgtEl>
                                        <p:attrNameLst>
                                          <p:attrName>ppt_x</p:attrName>
                                        </p:attrNameLst>
                                      </p:cBhvr>
                                      <p:tavLst>
                                        <p:tav tm="0">
                                          <p:val>
                                            <p:fltVal val="0.5"/>
                                          </p:val>
                                        </p:tav>
                                        <p:tav tm="100000">
                                          <p:val>
                                            <p:strVal val="#ppt_x"/>
                                          </p:val>
                                        </p:tav>
                                      </p:tavLst>
                                    </p:anim>
                                    <p:anim calcmode="lin" valueType="num">
                                      <p:cBhvr>
                                        <p:cTn id="75" dur="500" fill="hold"/>
                                        <p:tgtEl>
                                          <p:spTgt spid="3">
                                            <p:graphicEl>
                                              <a:dgm id="{B369A712-4D55-4EE4-B79C-9C32F351C0C6}"/>
                                            </p:graphicEl>
                                          </p:spTgt>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179" name="Group 178"/>
          <p:cNvGrpSpPr/>
          <p:nvPr/>
        </p:nvGrpSpPr>
        <p:grpSpPr>
          <a:xfrm>
            <a:off x="2453" y="4498236"/>
            <a:ext cx="5293769" cy="854844"/>
            <a:chOff x="1" y="3302547"/>
            <a:chExt cx="5295899" cy="855188"/>
          </a:xfrm>
        </p:grpSpPr>
        <p:sp>
          <p:nvSpPr>
            <p:cNvPr id="180"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p:txBody>
        </p:sp>
        <p:sp>
          <p:nvSpPr>
            <p:cNvPr id="181" name="TextBox 180"/>
            <p:cNvSpPr txBox="1"/>
            <p:nvPr/>
          </p:nvSpPr>
          <p:spPr>
            <a:xfrm>
              <a:off x="358237" y="3683815"/>
              <a:ext cx="3885960" cy="369353"/>
            </a:xfrm>
            <a:prstGeom prst="rect">
              <a:avLst/>
            </a:prstGeom>
            <a:noFill/>
          </p:spPr>
          <p:txBody>
            <a:bodyPr wrap="none" lIns="0" tIns="0" rIns="0" bIns="0" rtlCol="0">
              <a:spAutoFit/>
            </a:bodyPr>
            <a:lstStyle/>
            <a:p>
              <a:pPr defTabSz="1218504">
                <a:defRPr/>
              </a:pPr>
              <a:r>
                <a:rPr lang="zh-CN" altLang="en-US" sz="2399" spc="-70" dirty="0">
                  <a:solidFill>
                    <a:srgbClr val="FFFFFF"/>
                  </a:solidFill>
                  <a:latin typeface="微软雅黑" pitchFamily="34" charset="-122"/>
                  <a:ea typeface="微软雅黑" pitchFamily="34" charset="-122"/>
                </a:rPr>
                <a:t>每天的工作，从发现开始</a:t>
              </a:r>
              <a:r>
                <a:rPr lang="en-US" altLang="zh-CN" sz="2399" spc="-70" dirty="0">
                  <a:solidFill>
                    <a:srgbClr val="FFFFFF"/>
                  </a:solidFill>
                  <a:latin typeface="微软雅黑" pitchFamily="34" charset="-122"/>
                  <a:ea typeface="微软雅黑" pitchFamily="34" charset="-122"/>
                </a:rPr>
                <a:t>……</a:t>
              </a:r>
              <a:endParaRPr lang="en-US" sz="2399" spc="-70" dirty="0">
                <a:solidFill>
                  <a:srgbClr val="FFFFFF"/>
                </a:solidFill>
                <a:latin typeface="微软雅黑" pitchFamily="34" charset="-122"/>
                <a:ea typeface="微软雅黑" pitchFamily="34" charset="-122"/>
              </a:endParaRPr>
            </a:p>
          </p:txBody>
        </p:sp>
        <p:sp>
          <p:nvSpPr>
            <p:cNvPr id="182"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a:solidFill>
                    <a:srgbClr val="FFFFFF"/>
                  </a:solidFill>
                  <a:latin typeface="微软雅黑" pitchFamily="34" charset="-122"/>
                  <a:ea typeface="微软雅黑" pitchFamily="34" charset="-122"/>
                </a:rPr>
                <a:t>信息工作者的一天</a:t>
              </a:r>
              <a:endParaRPr lang="en-US" sz="1799" spc="-70" dirty="0">
                <a:solidFill>
                  <a:srgbClr val="FFFFFF"/>
                </a:solidFill>
                <a:latin typeface="微软雅黑" pitchFamily="34" charset="-122"/>
                <a:ea typeface="微软雅黑" pitchFamily="34" charset="-122"/>
              </a:endParaRPr>
            </a:p>
          </p:txBody>
        </p:sp>
      </p:grpSp>
      <p:grpSp>
        <p:nvGrpSpPr>
          <p:cNvPr id="6" name="Group 5"/>
          <p:cNvGrpSpPr/>
          <p:nvPr/>
        </p:nvGrpSpPr>
        <p:grpSpPr>
          <a:xfrm>
            <a:off x="8335107" y="1907125"/>
            <a:ext cx="3048944" cy="833270"/>
            <a:chOff x="9267581" y="3657671"/>
            <a:chExt cx="2479296" cy="850200"/>
          </a:xfrm>
        </p:grpSpPr>
        <p:sp>
          <p:nvSpPr>
            <p:cNvPr id="177"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44" name="Group 43"/>
            <p:cNvGrpSpPr/>
            <p:nvPr/>
          </p:nvGrpSpPr>
          <p:grpSpPr>
            <a:xfrm>
              <a:off x="9406816" y="3802549"/>
              <a:ext cx="59675" cy="59111"/>
              <a:chOff x="5521643" y="5171145"/>
              <a:chExt cx="235475" cy="233252"/>
            </a:xfrm>
          </p:grpSpPr>
          <p:sp>
            <p:nvSpPr>
              <p:cNvPr id="45"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46"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2" name="Rectangle 1"/>
            <p:cNvSpPr/>
            <p:nvPr/>
          </p:nvSpPr>
          <p:spPr>
            <a:xfrm>
              <a:off x="9430246" y="3861660"/>
              <a:ext cx="2093953"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发现邮件信息提醒</a:t>
              </a:r>
              <a:endParaRPr lang="en-US" sz="2400" spc="-70" dirty="0">
                <a:solidFill>
                  <a:srgbClr val="FFFFFF"/>
                </a:solidFill>
                <a:latin typeface="微软雅黑" pitchFamily="34" charset="-122"/>
                <a:ea typeface="微软雅黑" pitchFamily="34" charset="-122"/>
              </a:endParaRPr>
            </a:p>
          </p:txBody>
        </p:sp>
      </p:grpSp>
      <p:grpSp>
        <p:nvGrpSpPr>
          <p:cNvPr id="50" name="Group 5"/>
          <p:cNvGrpSpPr/>
          <p:nvPr/>
        </p:nvGrpSpPr>
        <p:grpSpPr>
          <a:xfrm>
            <a:off x="8335107" y="2942268"/>
            <a:ext cx="3048944" cy="833270"/>
            <a:chOff x="9267581" y="3657671"/>
            <a:chExt cx="2479296" cy="850200"/>
          </a:xfrm>
        </p:grpSpPr>
        <p:sp>
          <p:nvSpPr>
            <p:cNvPr id="51"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52" name="Group 43"/>
            <p:cNvGrpSpPr/>
            <p:nvPr/>
          </p:nvGrpSpPr>
          <p:grpSpPr>
            <a:xfrm>
              <a:off x="9406816" y="3802549"/>
              <a:ext cx="59675" cy="59111"/>
              <a:chOff x="5521643" y="5171145"/>
              <a:chExt cx="235475" cy="233252"/>
            </a:xfrm>
          </p:grpSpPr>
          <p:sp>
            <p:nvSpPr>
              <p:cNvPr id="54"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55"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53" name="Rectangle 1"/>
            <p:cNvSpPr/>
            <p:nvPr/>
          </p:nvSpPr>
          <p:spPr>
            <a:xfrm>
              <a:off x="9430246" y="3861660"/>
              <a:ext cx="2093954"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发现项目任务安排</a:t>
              </a:r>
              <a:endParaRPr lang="en-US" sz="2400" spc="-70" dirty="0">
                <a:solidFill>
                  <a:srgbClr val="FFFFFF"/>
                </a:solidFill>
                <a:latin typeface="微软雅黑" pitchFamily="34" charset="-122"/>
                <a:ea typeface="微软雅黑" pitchFamily="34" charset="-122"/>
              </a:endParaRPr>
            </a:p>
          </p:txBody>
        </p:sp>
      </p:grpSp>
      <p:grpSp>
        <p:nvGrpSpPr>
          <p:cNvPr id="56" name="Group 5"/>
          <p:cNvGrpSpPr/>
          <p:nvPr/>
        </p:nvGrpSpPr>
        <p:grpSpPr>
          <a:xfrm>
            <a:off x="8335107" y="3977411"/>
            <a:ext cx="3048944" cy="833270"/>
            <a:chOff x="9267581" y="3657671"/>
            <a:chExt cx="2479296" cy="850200"/>
          </a:xfrm>
        </p:grpSpPr>
        <p:sp>
          <p:nvSpPr>
            <p:cNvPr id="57"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58" name="Group 43"/>
            <p:cNvGrpSpPr/>
            <p:nvPr/>
          </p:nvGrpSpPr>
          <p:grpSpPr>
            <a:xfrm>
              <a:off x="9406816" y="3802549"/>
              <a:ext cx="59675" cy="59111"/>
              <a:chOff x="5521643" y="5171145"/>
              <a:chExt cx="235475" cy="233252"/>
            </a:xfrm>
          </p:grpSpPr>
          <p:sp>
            <p:nvSpPr>
              <p:cNvPr id="60"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61"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59" name="Rectangle 1"/>
            <p:cNvSpPr/>
            <p:nvPr/>
          </p:nvSpPr>
          <p:spPr>
            <a:xfrm>
              <a:off x="9430245" y="3861660"/>
              <a:ext cx="2093954"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发现团队信息变化</a:t>
              </a:r>
              <a:endParaRPr lang="en-US" sz="2400" spc="-70" dirty="0">
                <a:solidFill>
                  <a:srgbClr val="FFFFFF"/>
                </a:solidFill>
                <a:latin typeface="微软雅黑" pitchFamily="34" charset="-122"/>
                <a:ea typeface="微软雅黑" pitchFamily="34" charset="-122"/>
              </a:endParaRPr>
            </a:p>
          </p:txBody>
        </p:sp>
      </p:grpSp>
      <p:grpSp>
        <p:nvGrpSpPr>
          <p:cNvPr id="62" name="Group 5"/>
          <p:cNvGrpSpPr/>
          <p:nvPr/>
        </p:nvGrpSpPr>
        <p:grpSpPr>
          <a:xfrm>
            <a:off x="8335107" y="5012555"/>
            <a:ext cx="3048944" cy="833270"/>
            <a:chOff x="9267581" y="3657671"/>
            <a:chExt cx="2479296" cy="850200"/>
          </a:xfrm>
        </p:grpSpPr>
        <p:sp>
          <p:nvSpPr>
            <p:cNvPr id="63"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64" name="Group 43"/>
            <p:cNvGrpSpPr/>
            <p:nvPr/>
          </p:nvGrpSpPr>
          <p:grpSpPr>
            <a:xfrm>
              <a:off x="9406816" y="3802549"/>
              <a:ext cx="59675" cy="59111"/>
              <a:chOff x="5521643" y="5171145"/>
              <a:chExt cx="235475" cy="233252"/>
            </a:xfrm>
          </p:grpSpPr>
          <p:sp>
            <p:nvSpPr>
              <p:cNvPr id="66"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73"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65" name="Rectangle 1"/>
            <p:cNvSpPr/>
            <p:nvPr/>
          </p:nvSpPr>
          <p:spPr>
            <a:xfrm>
              <a:off x="9430247" y="3861660"/>
              <a:ext cx="2093954"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记录并且分享信息</a:t>
              </a:r>
              <a:endParaRPr lang="en-US" sz="2400" spc="-70" dirty="0">
                <a:solidFill>
                  <a:srgbClr val="FFFF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679179263"/>
      </p:ext>
    </p:extLst>
  </p:cSld>
  <p:clrMapOvr>
    <a:masterClrMapping/>
  </p:clrMapOvr>
  <p:transition spd="slow" advClick="0" advTm="10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9"/>
                                        </p:tgtEl>
                                        <p:attrNameLst>
                                          <p:attrName>style.visibility</p:attrName>
                                        </p:attrNameLst>
                                      </p:cBhvr>
                                      <p:to>
                                        <p:strVal val="visible"/>
                                      </p:to>
                                    </p:set>
                                    <p:anim calcmode="lin" valueType="num">
                                      <p:cBhvr additive="base">
                                        <p:cTn id="7" dur="500" fill="hold"/>
                                        <p:tgtEl>
                                          <p:spTgt spid="179"/>
                                        </p:tgtEl>
                                        <p:attrNameLst>
                                          <p:attrName>ppt_x</p:attrName>
                                        </p:attrNameLst>
                                      </p:cBhvr>
                                      <p:tavLst>
                                        <p:tav tm="0">
                                          <p:val>
                                            <p:strVal val="0-#ppt_w/2"/>
                                          </p:val>
                                        </p:tav>
                                        <p:tav tm="100000">
                                          <p:val>
                                            <p:strVal val="#ppt_x"/>
                                          </p:val>
                                        </p:tav>
                                      </p:tavLst>
                                    </p:anim>
                                    <p:anim calcmode="lin" valueType="num">
                                      <p:cBhvr additive="base">
                                        <p:cTn id="8" dur="500" fill="hold"/>
                                        <p:tgtEl>
                                          <p:spTgt spid="1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5" name="Group 178"/>
          <p:cNvGrpSpPr/>
          <p:nvPr/>
        </p:nvGrpSpPr>
        <p:grpSpPr>
          <a:xfrm>
            <a:off x="2453" y="4498236"/>
            <a:ext cx="5293769" cy="854844"/>
            <a:chOff x="1" y="3302547"/>
            <a:chExt cx="5295899" cy="855188"/>
          </a:xfrm>
        </p:grpSpPr>
        <p:sp>
          <p:nvSpPr>
            <p:cNvPr id="6"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p:txBody>
        </p:sp>
        <p:sp>
          <p:nvSpPr>
            <p:cNvPr id="7" name="TextBox 180"/>
            <p:cNvSpPr txBox="1"/>
            <p:nvPr/>
          </p:nvSpPr>
          <p:spPr>
            <a:xfrm>
              <a:off x="358237" y="3683815"/>
              <a:ext cx="4483799" cy="369353"/>
            </a:xfrm>
            <a:prstGeom prst="rect">
              <a:avLst/>
            </a:prstGeom>
            <a:noFill/>
          </p:spPr>
          <p:txBody>
            <a:bodyPr wrap="none" lIns="0" tIns="0" rIns="0" bIns="0" rtlCol="0">
              <a:spAutoFit/>
            </a:bodyPr>
            <a:lstStyle/>
            <a:p>
              <a:pPr defTabSz="1218504">
                <a:defRPr/>
              </a:pPr>
              <a:r>
                <a:rPr lang="zh-CN" altLang="en-US" sz="2399" spc="-70" dirty="0">
                  <a:solidFill>
                    <a:srgbClr val="FFFFFF"/>
                  </a:solidFill>
                  <a:latin typeface="微软雅黑" pitchFamily="34" charset="-122"/>
                  <a:ea typeface="微软雅黑" pitchFamily="34" charset="-122"/>
                </a:rPr>
                <a:t>沟通为您解决问题并激发创意</a:t>
              </a:r>
              <a:r>
                <a:rPr lang="en-US" altLang="zh-CN" sz="2399" spc="-70" dirty="0">
                  <a:solidFill>
                    <a:srgbClr val="FFFFFF"/>
                  </a:solidFill>
                  <a:latin typeface="微软雅黑" pitchFamily="34" charset="-122"/>
                  <a:ea typeface="微软雅黑" pitchFamily="34" charset="-122"/>
                </a:rPr>
                <a:t>……</a:t>
              </a:r>
              <a:endParaRPr lang="en-US" sz="2399" spc="-70" dirty="0">
                <a:solidFill>
                  <a:srgbClr val="FFFFFF"/>
                </a:solidFill>
                <a:latin typeface="微软雅黑" pitchFamily="34" charset="-122"/>
                <a:ea typeface="微软雅黑" pitchFamily="34" charset="-122"/>
              </a:endParaRPr>
            </a:p>
          </p:txBody>
        </p:sp>
        <p:sp>
          <p:nvSpPr>
            <p:cNvPr id="8"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a:solidFill>
                    <a:srgbClr val="FFFFFF"/>
                  </a:solidFill>
                  <a:latin typeface="微软雅黑" pitchFamily="34" charset="-122"/>
                  <a:ea typeface="微软雅黑" pitchFamily="34" charset="-122"/>
                </a:rPr>
                <a:t>信息工作者的一天</a:t>
              </a:r>
              <a:endParaRPr lang="en-US" sz="1799" spc="-70" dirty="0">
                <a:solidFill>
                  <a:srgbClr val="FFFFFF"/>
                </a:solidFill>
                <a:latin typeface="微软雅黑" pitchFamily="34" charset="-122"/>
                <a:ea typeface="微软雅黑" pitchFamily="34" charset="-122"/>
              </a:endParaRPr>
            </a:p>
          </p:txBody>
        </p:sp>
      </p:grpSp>
      <p:grpSp>
        <p:nvGrpSpPr>
          <p:cNvPr id="9" name="Group 5"/>
          <p:cNvGrpSpPr/>
          <p:nvPr/>
        </p:nvGrpSpPr>
        <p:grpSpPr>
          <a:xfrm>
            <a:off x="8335107" y="1907125"/>
            <a:ext cx="3048944" cy="833270"/>
            <a:chOff x="9267581" y="3657671"/>
            <a:chExt cx="2479296" cy="850200"/>
          </a:xfrm>
        </p:grpSpPr>
        <p:sp>
          <p:nvSpPr>
            <p:cNvPr id="10"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11" name="Group 43"/>
            <p:cNvGrpSpPr/>
            <p:nvPr/>
          </p:nvGrpSpPr>
          <p:grpSpPr>
            <a:xfrm>
              <a:off x="9406816" y="3802549"/>
              <a:ext cx="59675" cy="59111"/>
              <a:chOff x="5521643" y="5171145"/>
              <a:chExt cx="235475" cy="233252"/>
            </a:xfrm>
          </p:grpSpPr>
          <p:sp>
            <p:nvSpPr>
              <p:cNvPr id="13"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14"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12"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消息沟通</a:t>
              </a:r>
              <a:endParaRPr lang="en-US" sz="2400" spc="-70" dirty="0">
                <a:solidFill>
                  <a:srgbClr val="FFFFFF"/>
                </a:solidFill>
                <a:latin typeface="微软雅黑" pitchFamily="34" charset="-122"/>
                <a:ea typeface="微软雅黑" pitchFamily="34" charset="-122"/>
              </a:endParaRPr>
            </a:p>
          </p:txBody>
        </p:sp>
      </p:grpSp>
      <p:grpSp>
        <p:nvGrpSpPr>
          <p:cNvPr id="15" name="Group 5"/>
          <p:cNvGrpSpPr/>
          <p:nvPr/>
        </p:nvGrpSpPr>
        <p:grpSpPr>
          <a:xfrm>
            <a:off x="8335107" y="2942268"/>
            <a:ext cx="3048944" cy="833270"/>
            <a:chOff x="9267581" y="3657671"/>
            <a:chExt cx="2479296" cy="850200"/>
          </a:xfrm>
        </p:grpSpPr>
        <p:sp>
          <p:nvSpPr>
            <p:cNvPr id="16"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17" name="Group 43"/>
            <p:cNvGrpSpPr/>
            <p:nvPr/>
          </p:nvGrpSpPr>
          <p:grpSpPr>
            <a:xfrm>
              <a:off x="9406816" y="3802549"/>
              <a:ext cx="59675" cy="59111"/>
              <a:chOff x="5521643" y="5171145"/>
              <a:chExt cx="235475" cy="233252"/>
            </a:xfrm>
          </p:grpSpPr>
          <p:sp>
            <p:nvSpPr>
              <p:cNvPr id="19"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20"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18"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会议沟通</a:t>
              </a:r>
              <a:endParaRPr lang="en-US" sz="2400" spc="-70" dirty="0">
                <a:solidFill>
                  <a:srgbClr val="FFFFFF"/>
                </a:solidFill>
                <a:latin typeface="微软雅黑" pitchFamily="34" charset="-122"/>
                <a:ea typeface="微软雅黑" pitchFamily="34" charset="-122"/>
              </a:endParaRPr>
            </a:p>
          </p:txBody>
        </p:sp>
      </p:grpSp>
      <p:grpSp>
        <p:nvGrpSpPr>
          <p:cNvPr id="21" name="Group 5"/>
          <p:cNvGrpSpPr/>
          <p:nvPr/>
        </p:nvGrpSpPr>
        <p:grpSpPr>
          <a:xfrm>
            <a:off x="8335107" y="3977411"/>
            <a:ext cx="3048944" cy="833270"/>
            <a:chOff x="9267581" y="3657671"/>
            <a:chExt cx="2479296" cy="850200"/>
          </a:xfrm>
        </p:grpSpPr>
        <p:sp>
          <p:nvSpPr>
            <p:cNvPr id="22"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23" name="Group 43"/>
            <p:cNvGrpSpPr/>
            <p:nvPr/>
          </p:nvGrpSpPr>
          <p:grpSpPr>
            <a:xfrm>
              <a:off x="9406816" y="3802549"/>
              <a:ext cx="59675" cy="59111"/>
              <a:chOff x="5521643" y="5171145"/>
              <a:chExt cx="235475" cy="233252"/>
            </a:xfrm>
          </p:grpSpPr>
          <p:sp>
            <p:nvSpPr>
              <p:cNvPr id="25"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26"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24"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语音沟通</a:t>
              </a:r>
              <a:endParaRPr lang="en-US" sz="2400" spc="-70" dirty="0">
                <a:solidFill>
                  <a:srgbClr val="FFFFFF"/>
                </a:solidFill>
                <a:latin typeface="微软雅黑" pitchFamily="34" charset="-122"/>
                <a:ea typeface="微软雅黑" pitchFamily="34" charset="-122"/>
              </a:endParaRPr>
            </a:p>
          </p:txBody>
        </p:sp>
      </p:grpSp>
      <p:grpSp>
        <p:nvGrpSpPr>
          <p:cNvPr id="27" name="Group 5"/>
          <p:cNvGrpSpPr/>
          <p:nvPr/>
        </p:nvGrpSpPr>
        <p:grpSpPr>
          <a:xfrm>
            <a:off x="8335107" y="5012555"/>
            <a:ext cx="3048944" cy="833270"/>
            <a:chOff x="9267581" y="3657671"/>
            <a:chExt cx="2479296" cy="850200"/>
          </a:xfrm>
        </p:grpSpPr>
        <p:sp>
          <p:nvSpPr>
            <p:cNvPr id="28"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29" name="Group 43"/>
            <p:cNvGrpSpPr/>
            <p:nvPr/>
          </p:nvGrpSpPr>
          <p:grpSpPr>
            <a:xfrm>
              <a:off x="9406816" y="3802549"/>
              <a:ext cx="59675" cy="59111"/>
              <a:chOff x="5521643" y="5171145"/>
              <a:chExt cx="235475" cy="233252"/>
            </a:xfrm>
          </p:grpSpPr>
          <p:sp>
            <p:nvSpPr>
              <p:cNvPr id="31"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32"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30"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企业社交</a:t>
              </a:r>
              <a:endParaRPr lang="en-US" sz="2400" spc="-70" dirty="0">
                <a:solidFill>
                  <a:srgbClr val="FFFF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096672137"/>
      </p:ext>
    </p:extLst>
  </p:cSld>
  <p:clrMapOvr>
    <a:masterClrMapping/>
  </p:clrMapOvr>
  <p:transition spd="slow" advClick="0" advTm="10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itchFamily="34" charset="-122"/>
                <a:ea typeface="微软雅黑" pitchFamily="34" charset="-122"/>
              </a:rPr>
              <a:t>信息工作者日常沟通方式</a:t>
            </a:r>
          </a:p>
        </p:txBody>
      </p:sp>
      <p:graphicFrame>
        <p:nvGraphicFramePr>
          <p:cNvPr id="3" name="图表 2"/>
          <p:cNvGraphicFramePr/>
          <p:nvPr>
            <p:extLst>
              <p:ext uri="{D42A27DB-BD31-4B8C-83A1-F6EECF244321}">
                <p14:modId xmlns:p14="http://schemas.microsoft.com/office/powerpoint/2010/main" val="1020604389"/>
              </p:ext>
            </p:extLst>
          </p:nvPr>
        </p:nvGraphicFramePr>
        <p:xfrm>
          <a:off x="2031471" y="720372"/>
          <a:ext cx="8125883" cy="541725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99876217"/>
      </p:ext>
    </p:extLst>
  </p:cSld>
  <p:clrMapOvr>
    <a:masterClrMapping/>
  </p:clrMapOvr>
  <mc:AlternateContent xmlns:mc="http://schemas.openxmlformats.org/markup-compatibility/2006" xmlns:p14="http://schemas.microsoft.com/office/powerpoint/2010/main">
    <mc:Choice Requires="p14">
      <p:transition spd="slow" p14:dur="1500" advClick="0" advTm="10000">
        <p:split orient="vert"/>
      </p:transition>
    </mc:Choice>
    <mc:Fallback xmlns="">
      <p:transition spd="slow" advClick="0" advTm="10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graphicEl>
                                              <a:chart seriesIdx="-3" categoryIdx="-3" bldStep="gridLegend"/>
                                            </p:graphicEl>
                                          </p:spTgt>
                                        </p:tgtEl>
                                        <p:attrNameLst>
                                          <p:attrName>style.visibility</p:attrName>
                                        </p:attrNameLst>
                                      </p:cBhvr>
                                      <p:to>
                                        <p:strVal val="visible"/>
                                      </p:to>
                                    </p:set>
                                    <p:animEffect transition="in" filter="fade">
                                      <p:cBhvr>
                                        <p:cTn id="7" dur="1000"/>
                                        <p:tgtEl>
                                          <p:spTgt spid="3">
                                            <p:graphicEl>
                                              <a:chart seriesIdx="-3" categoryIdx="-3" bldStep="gridLegend"/>
                                            </p:graphicEl>
                                          </p:spTgt>
                                        </p:tgtEl>
                                      </p:cBhvr>
                                    </p:animEffect>
                                    <p:anim calcmode="lin" valueType="num">
                                      <p:cBhvr>
                                        <p:cTn id="8" dur="1000" fill="hold"/>
                                        <p:tgtEl>
                                          <p:spTgt spid="3">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p:cTn id="9" dur="1000" fill="hold"/>
                                        <p:tgtEl>
                                          <p:spTgt spid="3">
                                            <p:graphicEl>
                                              <a:chart seriesIdx="-3" categoryIdx="-3" bldStep="gridLegend"/>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graphicEl>
                                              <a:chart seriesIdx="-4" categoryIdx="0" bldStep="category"/>
                                            </p:graphicEl>
                                          </p:spTgt>
                                        </p:tgtEl>
                                        <p:attrNameLst>
                                          <p:attrName>style.visibility</p:attrName>
                                        </p:attrNameLst>
                                      </p:cBhvr>
                                      <p:to>
                                        <p:strVal val="visible"/>
                                      </p:to>
                                    </p:set>
                                    <p:animEffect transition="in" filter="fade">
                                      <p:cBhvr>
                                        <p:cTn id="14" dur="1000"/>
                                        <p:tgtEl>
                                          <p:spTgt spid="3">
                                            <p:graphicEl>
                                              <a:chart seriesIdx="-4" categoryIdx="0" bldStep="category"/>
                                            </p:graphicEl>
                                          </p:spTgt>
                                        </p:tgtEl>
                                      </p:cBhvr>
                                    </p:animEffect>
                                    <p:anim calcmode="lin" valueType="num">
                                      <p:cBhvr>
                                        <p:cTn id="15" dur="1000" fill="hold"/>
                                        <p:tgtEl>
                                          <p:spTgt spid="3">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cBhvr>
                                        <p:cTn id="16" dur="1000" fill="hold"/>
                                        <p:tgtEl>
                                          <p:spTgt spid="3">
                                            <p:graphicEl>
                                              <a:chart seriesIdx="-4" categoryIdx="0" bldStep="category"/>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graphicEl>
                                              <a:chart seriesIdx="-4" categoryIdx="1" bldStep="category"/>
                                            </p:graphicEl>
                                          </p:spTgt>
                                        </p:tgtEl>
                                        <p:attrNameLst>
                                          <p:attrName>style.visibility</p:attrName>
                                        </p:attrNameLst>
                                      </p:cBhvr>
                                      <p:to>
                                        <p:strVal val="visible"/>
                                      </p:to>
                                    </p:set>
                                    <p:animEffect transition="in" filter="fade">
                                      <p:cBhvr>
                                        <p:cTn id="21" dur="1000"/>
                                        <p:tgtEl>
                                          <p:spTgt spid="3">
                                            <p:graphicEl>
                                              <a:chart seriesIdx="-4" categoryIdx="1" bldStep="category"/>
                                            </p:graphicEl>
                                          </p:spTgt>
                                        </p:tgtEl>
                                      </p:cBhvr>
                                    </p:animEffect>
                                    <p:anim calcmode="lin" valueType="num">
                                      <p:cBhvr>
                                        <p:cTn id="22" dur="1000" fill="hold"/>
                                        <p:tgtEl>
                                          <p:spTgt spid="3">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cBhvr>
                                        <p:cTn id="23" dur="1000" fill="hold"/>
                                        <p:tgtEl>
                                          <p:spTgt spid="3">
                                            <p:graphicEl>
                                              <a:chart seriesIdx="-4" categoryIdx="1" bldStep="category"/>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graphicEl>
                                              <a:chart seriesIdx="-4" categoryIdx="2" bldStep="category"/>
                                            </p:graphicEl>
                                          </p:spTgt>
                                        </p:tgtEl>
                                        <p:attrNameLst>
                                          <p:attrName>style.visibility</p:attrName>
                                        </p:attrNameLst>
                                      </p:cBhvr>
                                      <p:to>
                                        <p:strVal val="visible"/>
                                      </p:to>
                                    </p:set>
                                    <p:animEffect transition="in" filter="fade">
                                      <p:cBhvr>
                                        <p:cTn id="28" dur="1000"/>
                                        <p:tgtEl>
                                          <p:spTgt spid="3">
                                            <p:graphicEl>
                                              <a:chart seriesIdx="-4" categoryIdx="2" bldStep="category"/>
                                            </p:graphicEl>
                                          </p:spTgt>
                                        </p:tgtEl>
                                      </p:cBhvr>
                                    </p:animEffect>
                                    <p:anim calcmode="lin" valueType="num">
                                      <p:cBhvr>
                                        <p:cTn id="29" dur="1000" fill="hold"/>
                                        <p:tgtEl>
                                          <p:spTgt spid="3">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cBhvr>
                                        <p:cTn id="30" dur="1000" fill="hold"/>
                                        <p:tgtEl>
                                          <p:spTgt spid="3">
                                            <p:graphicEl>
                                              <a:chart seriesIdx="-4" categoryIdx="2" bldStep="category"/>
                                            </p:graphic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graphicEl>
                                              <a:chart seriesIdx="-4" categoryIdx="3" bldStep="category"/>
                                            </p:graphicEl>
                                          </p:spTgt>
                                        </p:tgtEl>
                                        <p:attrNameLst>
                                          <p:attrName>style.visibility</p:attrName>
                                        </p:attrNameLst>
                                      </p:cBhvr>
                                      <p:to>
                                        <p:strVal val="visible"/>
                                      </p:to>
                                    </p:set>
                                    <p:animEffect transition="in" filter="fade">
                                      <p:cBhvr>
                                        <p:cTn id="35" dur="1000"/>
                                        <p:tgtEl>
                                          <p:spTgt spid="3">
                                            <p:graphicEl>
                                              <a:chart seriesIdx="-4" categoryIdx="3" bldStep="category"/>
                                            </p:graphicEl>
                                          </p:spTgt>
                                        </p:tgtEl>
                                      </p:cBhvr>
                                    </p:animEffect>
                                    <p:anim calcmode="lin" valueType="num">
                                      <p:cBhvr>
                                        <p:cTn id="36" dur="1000" fill="hold"/>
                                        <p:tgtEl>
                                          <p:spTgt spid="3">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cBhvr>
                                        <p:cTn id="37" dur="1000" fill="hold"/>
                                        <p:tgtEl>
                                          <p:spTgt spid="3">
                                            <p:graphicEl>
                                              <a:chart seriesIdx="-4" categoryIdx="3" bldStep="category"/>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Chart bld="category"/>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Group 178"/>
          <p:cNvGrpSpPr/>
          <p:nvPr/>
        </p:nvGrpSpPr>
        <p:grpSpPr>
          <a:xfrm>
            <a:off x="2453" y="4498236"/>
            <a:ext cx="5293769" cy="854844"/>
            <a:chOff x="1" y="3302547"/>
            <a:chExt cx="5295899" cy="855188"/>
          </a:xfrm>
        </p:grpSpPr>
        <p:sp>
          <p:nvSpPr>
            <p:cNvPr id="7"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p:txBody>
        </p:sp>
        <p:sp>
          <p:nvSpPr>
            <p:cNvPr id="8" name="TextBox 180"/>
            <p:cNvSpPr txBox="1"/>
            <p:nvPr/>
          </p:nvSpPr>
          <p:spPr>
            <a:xfrm>
              <a:off x="358237" y="3683815"/>
              <a:ext cx="4184879" cy="369353"/>
            </a:xfrm>
            <a:prstGeom prst="rect">
              <a:avLst/>
            </a:prstGeom>
            <a:noFill/>
          </p:spPr>
          <p:txBody>
            <a:bodyPr wrap="none" lIns="0" tIns="0" rIns="0" bIns="0" rtlCol="0">
              <a:spAutoFit/>
            </a:bodyPr>
            <a:lstStyle/>
            <a:p>
              <a:pPr defTabSz="1218504">
                <a:defRPr/>
              </a:pPr>
              <a:r>
                <a:rPr lang="zh-CN" altLang="en-US" sz="2399" spc="-70" dirty="0">
                  <a:solidFill>
                    <a:srgbClr val="FFFFFF"/>
                  </a:solidFill>
                  <a:latin typeface="微软雅黑" pitchFamily="34" charset="-122"/>
                  <a:ea typeface="微软雅黑" pitchFamily="34" charset="-122"/>
                </a:rPr>
                <a:t>效率与协作，是交付的关键</a:t>
              </a:r>
              <a:r>
                <a:rPr lang="en-US" altLang="zh-CN" sz="2399" spc="-70" dirty="0">
                  <a:solidFill>
                    <a:srgbClr val="FFFFFF"/>
                  </a:solidFill>
                  <a:latin typeface="微软雅黑" pitchFamily="34" charset="-122"/>
                  <a:ea typeface="微软雅黑" pitchFamily="34" charset="-122"/>
                </a:rPr>
                <a:t>……</a:t>
              </a:r>
              <a:endParaRPr lang="en-US" sz="2399" spc="-70" dirty="0">
                <a:solidFill>
                  <a:srgbClr val="FFFFFF"/>
                </a:solidFill>
                <a:latin typeface="微软雅黑" pitchFamily="34" charset="-122"/>
                <a:ea typeface="微软雅黑" pitchFamily="34" charset="-122"/>
              </a:endParaRPr>
            </a:p>
          </p:txBody>
        </p:sp>
        <p:sp>
          <p:nvSpPr>
            <p:cNvPr id="9"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a:solidFill>
                    <a:srgbClr val="FFFFFF"/>
                  </a:solidFill>
                  <a:latin typeface="微软雅黑" pitchFamily="34" charset="-122"/>
                  <a:ea typeface="微软雅黑" pitchFamily="34" charset="-122"/>
                </a:rPr>
                <a:t>信息工作者的一天</a:t>
              </a:r>
              <a:endParaRPr lang="en-US" sz="1799" spc="-70" dirty="0">
                <a:solidFill>
                  <a:srgbClr val="FFFFFF"/>
                </a:solidFill>
                <a:latin typeface="微软雅黑" pitchFamily="34" charset="-122"/>
                <a:ea typeface="微软雅黑" pitchFamily="34" charset="-122"/>
              </a:endParaRPr>
            </a:p>
          </p:txBody>
        </p:sp>
      </p:grpSp>
      <p:grpSp>
        <p:nvGrpSpPr>
          <p:cNvPr id="10" name="Group 5"/>
          <p:cNvGrpSpPr/>
          <p:nvPr/>
        </p:nvGrpSpPr>
        <p:grpSpPr>
          <a:xfrm>
            <a:off x="8335107" y="1907125"/>
            <a:ext cx="3048944" cy="833270"/>
            <a:chOff x="9267581" y="3657671"/>
            <a:chExt cx="2479296" cy="850200"/>
          </a:xfrm>
        </p:grpSpPr>
        <p:sp>
          <p:nvSpPr>
            <p:cNvPr id="11"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12" name="Group 43"/>
            <p:cNvGrpSpPr/>
            <p:nvPr/>
          </p:nvGrpSpPr>
          <p:grpSpPr>
            <a:xfrm>
              <a:off x="9406816" y="3802549"/>
              <a:ext cx="59675" cy="59111"/>
              <a:chOff x="5521643" y="5171145"/>
              <a:chExt cx="235475" cy="233252"/>
            </a:xfrm>
          </p:grpSpPr>
          <p:sp>
            <p:nvSpPr>
              <p:cNvPr id="14"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15"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13" name="Rectangle 1"/>
            <p:cNvSpPr/>
            <p:nvPr/>
          </p:nvSpPr>
          <p:spPr>
            <a:xfrm>
              <a:off x="9551734" y="3861660"/>
              <a:ext cx="1850980"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安全的信息共享</a:t>
              </a:r>
              <a:endParaRPr lang="en-US" sz="2400" spc="-70" dirty="0">
                <a:solidFill>
                  <a:srgbClr val="FFFFFF"/>
                </a:solidFill>
                <a:latin typeface="微软雅黑" pitchFamily="34" charset="-122"/>
                <a:ea typeface="微软雅黑" pitchFamily="34" charset="-122"/>
              </a:endParaRPr>
            </a:p>
          </p:txBody>
        </p:sp>
      </p:grpSp>
      <p:grpSp>
        <p:nvGrpSpPr>
          <p:cNvPr id="16" name="Group 5"/>
          <p:cNvGrpSpPr/>
          <p:nvPr/>
        </p:nvGrpSpPr>
        <p:grpSpPr>
          <a:xfrm>
            <a:off x="8335107" y="2942268"/>
            <a:ext cx="3048944" cy="833270"/>
            <a:chOff x="9267581" y="3657671"/>
            <a:chExt cx="2479296" cy="850200"/>
          </a:xfrm>
        </p:grpSpPr>
        <p:sp>
          <p:nvSpPr>
            <p:cNvPr id="17"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18" name="Group 43"/>
            <p:cNvGrpSpPr/>
            <p:nvPr/>
          </p:nvGrpSpPr>
          <p:grpSpPr>
            <a:xfrm>
              <a:off x="9406816" y="3802549"/>
              <a:ext cx="59675" cy="59111"/>
              <a:chOff x="5521643" y="5171145"/>
              <a:chExt cx="235475" cy="233252"/>
            </a:xfrm>
          </p:grpSpPr>
          <p:sp>
            <p:nvSpPr>
              <p:cNvPr id="20"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21"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19" name="Rectangle 1"/>
            <p:cNvSpPr/>
            <p:nvPr/>
          </p:nvSpPr>
          <p:spPr>
            <a:xfrm>
              <a:off x="9551733" y="3861660"/>
              <a:ext cx="1850980"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并发的文档协作</a:t>
              </a:r>
              <a:endParaRPr lang="en-US" sz="2400" spc="-70" dirty="0">
                <a:solidFill>
                  <a:srgbClr val="FFFFFF"/>
                </a:solidFill>
                <a:latin typeface="微软雅黑" pitchFamily="34" charset="-122"/>
                <a:ea typeface="微软雅黑" pitchFamily="34" charset="-122"/>
              </a:endParaRPr>
            </a:p>
          </p:txBody>
        </p:sp>
      </p:grpSp>
      <p:grpSp>
        <p:nvGrpSpPr>
          <p:cNvPr id="22" name="Group 5"/>
          <p:cNvGrpSpPr/>
          <p:nvPr/>
        </p:nvGrpSpPr>
        <p:grpSpPr>
          <a:xfrm>
            <a:off x="8335107" y="3977411"/>
            <a:ext cx="3048944" cy="833270"/>
            <a:chOff x="9267581" y="3657671"/>
            <a:chExt cx="2479296" cy="850200"/>
          </a:xfrm>
        </p:grpSpPr>
        <p:sp>
          <p:nvSpPr>
            <p:cNvPr id="23"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24" name="Group 43"/>
            <p:cNvGrpSpPr/>
            <p:nvPr/>
          </p:nvGrpSpPr>
          <p:grpSpPr>
            <a:xfrm>
              <a:off x="9406816" y="3802549"/>
              <a:ext cx="59675" cy="59111"/>
              <a:chOff x="5521643" y="5171145"/>
              <a:chExt cx="235475" cy="233252"/>
            </a:xfrm>
          </p:grpSpPr>
          <p:sp>
            <p:nvSpPr>
              <p:cNvPr id="26"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27"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25" name="Rectangle 1"/>
            <p:cNvSpPr/>
            <p:nvPr/>
          </p:nvSpPr>
          <p:spPr>
            <a:xfrm>
              <a:off x="9551735" y="3861660"/>
              <a:ext cx="1850980"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可视的业务流程</a:t>
              </a:r>
              <a:endParaRPr lang="en-US" sz="2400" spc="-70" dirty="0">
                <a:solidFill>
                  <a:srgbClr val="FFFFFF"/>
                </a:solidFill>
                <a:latin typeface="微软雅黑" pitchFamily="34" charset="-122"/>
                <a:ea typeface="微软雅黑" pitchFamily="34" charset="-122"/>
              </a:endParaRPr>
            </a:p>
          </p:txBody>
        </p:sp>
      </p:grpSp>
      <p:grpSp>
        <p:nvGrpSpPr>
          <p:cNvPr id="28" name="Group 5"/>
          <p:cNvGrpSpPr/>
          <p:nvPr/>
        </p:nvGrpSpPr>
        <p:grpSpPr>
          <a:xfrm>
            <a:off x="8335107" y="5012555"/>
            <a:ext cx="3048944" cy="833270"/>
            <a:chOff x="9267581" y="3657671"/>
            <a:chExt cx="2479296" cy="850200"/>
          </a:xfrm>
        </p:grpSpPr>
        <p:sp>
          <p:nvSpPr>
            <p:cNvPr id="29"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30" name="Group 43"/>
            <p:cNvGrpSpPr/>
            <p:nvPr/>
          </p:nvGrpSpPr>
          <p:grpSpPr>
            <a:xfrm>
              <a:off x="9406816" y="3802549"/>
              <a:ext cx="59675" cy="59111"/>
              <a:chOff x="5521643" y="5171145"/>
              <a:chExt cx="235475" cy="233252"/>
            </a:xfrm>
          </p:grpSpPr>
          <p:sp>
            <p:nvSpPr>
              <p:cNvPr id="32"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33"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31" name="Rectangle 1"/>
            <p:cNvSpPr/>
            <p:nvPr/>
          </p:nvSpPr>
          <p:spPr>
            <a:xfrm>
              <a:off x="9551734" y="3861660"/>
              <a:ext cx="1850980"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重构的信息利用</a:t>
              </a:r>
              <a:endParaRPr lang="en-US" sz="2400" spc="-70" dirty="0">
                <a:solidFill>
                  <a:srgbClr val="FFFF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4164583772"/>
      </p:ext>
    </p:extLst>
  </p:cSld>
  <p:clrMapOvr>
    <a:masterClrMapping/>
  </p:clrMapOvr>
  <mc:AlternateContent xmlns:mc="http://schemas.openxmlformats.org/markup-compatibility/2006" xmlns:p14="http://schemas.microsoft.com/office/powerpoint/2010/main">
    <mc:Choice Requires="p14">
      <p:transition spd="slow" p14:dur="2500" advClick="0" advTm="10000">
        <p:checker/>
      </p:transition>
    </mc:Choice>
    <mc:Fallback xmlns="">
      <p:transition spd="slow" advClick="0" advTm="10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3" name="Group 178"/>
          <p:cNvGrpSpPr/>
          <p:nvPr/>
        </p:nvGrpSpPr>
        <p:grpSpPr>
          <a:xfrm>
            <a:off x="2453" y="4498236"/>
            <a:ext cx="5293769" cy="854844"/>
            <a:chOff x="1" y="3302547"/>
            <a:chExt cx="5295899" cy="855188"/>
          </a:xfrm>
        </p:grpSpPr>
        <p:sp>
          <p:nvSpPr>
            <p:cNvPr id="4"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p:txBody>
        </p:sp>
        <p:sp>
          <p:nvSpPr>
            <p:cNvPr id="5" name="TextBox 180"/>
            <p:cNvSpPr txBox="1"/>
            <p:nvPr/>
          </p:nvSpPr>
          <p:spPr>
            <a:xfrm>
              <a:off x="358237" y="3683815"/>
              <a:ext cx="4483799" cy="369353"/>
            </a:xfrm>
            <a:prstGeom prst="rect">
              <a:avLst/>
            </a:prstGeom>
            <a:noFill/>
          </p:spPr>
          <p:txBody>
            <a:bodyPr wrap="none" lIns="0" tIns="0" rIns="0" bIns="0" rtlCol="0">
              <a:spAutoFit/>
            </a:bodyPr>
            <a:lstStyle/>
            <a:p>
              <a:pPr defTabSz="1218504">
                <a:defRPr/>
              </a:pPr>
              <a:r>
                <a:rPr lang="zh-CN" altLang="en-US" sz="2399" spc="-70" dirty="0">
                  <a:solidFill>
                    <a:srgbClr val="FFFFFF"/>
                  </a:solidFill>
                  <a:latin typeface="微软雅黑" pitchFamily="34" charset="-122"/>
                  <a:ea typeface="微软雅黑" pitchFamily="34" charset="-122"/>
                </a:rPr>
                <a:t>精准分析与深入洞察业务信息</a:t>
              </a:r>
              <a:r>
                <a:rPr lang="en-US" altLang="zh-CN" sz="2399" spc="-70" dirty="0">
                  <a:solidFill>
                    <a:srgbClr val="FFFFFF"/>
                  </a:solidFill>
                  <a:latin typeface="微软雅黑" pitchFamily="34" charset="-122"/>
                  <a:ea typeface="微软雅黑" pitchFamily="34" charset="-122"/>
                </a:rPr>
                <a:t>……</a:t>
              </a:r>
              <a:endParaRPr lang="en-US" sz="2399" spc="-70" dirty="0">
                <a:solidFill>
                  <a:srgbClr val="FFFFFF"/>
                </a:solidFill>
                <a:latin typeface="微软雅黑" pitchFamily="34" charset="-122"/>
                <a:ea typeface="微软雅黑" pitchFamily="34" charset="-122"/>
              </a:endParaRPr>
            </a:p>
          </p:txBody>
        </p:sp>
        <p:sp>
          <p:nvSpPr>
            <p:cNvPr id="6"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a:solidFill>
                    <a:srgbClr val="FFFFFF"/>
                  </a:solidFill>
                  <a:latin typeface="微软雅黑" pitchFamily="34" charset="-122"/>
                  <a:ea typeface="微软雅黑" pitchFamily="34" charset="-122"/>
                </a:rPr>
                <a:t>信息工作者的一天</a:t>
              </a:r>
              <a:endParaRPr lang="en-US" sz="1799" spc="-70" dirty="0">
                <a:solidFill>
                  <a:srgbClr val="FFFFFF"/>
                </a:solidFill>
                <a:latin typeface="微软雅黑" pitchFamily="34" charset="-122"/>
                <a:ea typeface="微软雅黑" pitchFamily="34" charset="-122"/>
              </a:endParaRPr>
            </a:p>
          </p:txBody>
        </p:sp>
      </p:grpSp>
      <p:grpSp>
        <p:nvGrpSpPr>
          <p:cNvPr id="7" name="Group 5"/>
          <p:cNvGrpSpPr/>
          <p:nvPr/>
        </p:nvGrpSpPr>
        <p:grpSpPr>
          <a:xfrm>
            <a:off x="8335107" y="1907125"/>
            <a:ext cx="3048944" cy="833270"/>
            <a:chOff x="9267581" y="3657671"/>
            <a:chExt cx="2479296" cy="850200"/>
          </a:xfrm>
        </p:grpSpPr>
        <p:sp>
          <p:nvSpPr>
            <p:cNvPr id="8"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9" name="Group 43"/>
            <p:cNvGrpSpPr/>
            <p:nvPr/>
          </p:nvGrpSpPr>
          <p:grpSpPr>
            <a:xfrm>
              <a:off x="9406816" y="3802549"/>
              <a:ext cx="59675" cy="59111"/>
              <a:chOff x="5521643" y="5171145"/>
              <a:chExt cx="235475" cy="233252"/>
            </a:xfrm>
          </p:grpSpPr>
          <p:sp>
            <p:nvSpPr>
              <p:cNvPr id="11"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12"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10" name="Rectangle 1"/>
            <p:cNvSpPr/>
            <p:nvPr/>
          </p:nvSpPr>
          <p:spPr>
            <a:xfrm>
              <a:off x="9308761" y="3861660"/>
              <a:ext cx="2336928"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快捷的业务分析工具</a:t>
              </a:r>
              <a:endParaRPr lang="en-US" sz="2400" spc="-70" dirty="0">
                <a:solidFill>
                  <a:srgbClr val="FFFFFF"/>
                </a:solidFill>
                <a:latin typeface="微软雅黑" pitchFamily="34" charset="-122"/>
                <a:ea typeface="微软雅黑" pitchFamily="34" charset="-122"/>
              </a:endParaRPr>
            </a:p>
          </p:txBody>
        </p:sp>
      </p:grpSp>
      <p:grpSp>
        <p:nvGrpSpPr>
          <p:cNvPr id="13" name="Group 5"/>
          <p:cNvGrpSpPr/>
          <p:nvPr/>
        </p:nvGrpSpPr>
        <p:grpSpPr>
          <a:xfrm>
            <a:off x="8335107" y="2942268"/>
            <a:ext cx="3048944" cy="833270"/>
            <a:chOff x="9267581" y="3657671"/>
            <a:chExt cx="2479296" cy="850200"/>
          </a:xfrm>
        </p:grpSpPr>
        <p:sp>
          <p:nvSpPr>
            <p:cNvPr id="14"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15" name="Group 43"/>
            <p:cNvGrpSpPr/>
            <p:nvPr/>
          </p:nvGrpSpPr>
          <p:grpSpPr>
            <a:xfrm>
              <a:off x="9406816" y="3802549"/>
              <a:ext cx="59675" cy="59111"/>
              <a:chOff x="5521643" y="5171145"/>
              <a:chExt cx="235475" cy="233252"/>
            </a:xfrm>
          </p:grpSpPr>
          <p:sp>
            <p:nvSpPr>
              <p:cNvPr id="17"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18"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16" name="Rectangle 1"/>
            <p:cNvSpPr/>
            <p:nvPr/>
          </p:nvSpPr>
          <p:spPr>
            <a:xfrm>
              <a:off x="9308761" y="3861660"/>
              <a:ext cx="2336928"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共享的数据报表中心</a:t>
              </a:r>
              <a:endParaRPr lang="en-US" sz="2400" spc="-70" dirty="0">
                <a:solidFill>
                  <a:srgbClr val="FFFFFF"/>
                </a:solidFill>
                <a:latin typeface="微软雅黑" pitchFamily="34" charset="-122"/>
                <a:ea typeface="微软雅黑" pitchFamily="34" charset="-122"/>
              </a:endParaRPr>
            </a:p>
          </p:txBody>
        </p:sp>
      </p:grpSp>
      <p:grpSp>
        <p:nvGrpSpPr>
          <p:cNvPr id="19" name="Group 5"/>
          <p:cNvGrpSpPr/>
          <p:nvPr/>
        </p:nvGrpSpPr>
        <p:grpSpPr>
          <a:xfrm>
            <a:off x="8335107" y="3977411"/>
            <a:ext cx="3048944" cy="833270"/>
            <a:chOff x="9267581" y="3657671"/>
            <a:chExt cx="2479296" cy="850200"/>
          </a:xfrm>
        </p:grpSpPr>
        <p:sp>
          <p:nvSpPr>
            <p:cNvPr id="20"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21" name="Group 43"/>
            <p:cNvGrpSpPr/>
            <p:nvPr/>
          </p:nvGrpSpPr>
          <p:grpSpPr>
            <a:xfrm>
              <a:off x="9406816" y="3802549"/>
              <a:ext cx="59675" cy="59111"/>
              <a:chOff x="5521643" y="5171145"/>
              <a:chExt cx="235475" cy="233252"/>
            </a:xfrm>
          </p:grpSpPr>
          <p:sp>
            <p:nvSpPr>
              <p:cNvPr id="23"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24"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22" name="Rectangle 1"/>
            <p:cNvSpPr/>
            <p:nvPr/>
          </p:nvSpPr>
          <p:spPr>
            <a:xfrm>
              <a:off x="9308762" y="3861660"/>
              <a:ext cx="2336928"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直观的业务数据展现</a:t>
              </a:r>
              <a:endParaRPr lang="en-US" sz="2400" spc="-70" dirty="0">
                <a:solidFill>
                  <a:srgbClr val="FFFFFF"/>
                </a:solidFill>
                <a:latin typeface="微软雅黑" pitchFamily="34" charset="-122"/>
                <a:ea typeface="微软雅黑" pitchFamily="34" charset="-122"/>
              </a:endParaRPr>
            </a:p>
          </p:txBody>
        </p:sp>
      </p:grpSp>
      <p:grpSp>
        <p:nvGrpSpPr>
          <p:cNvPr id="25" name="Group 5"/>
          <p:cNvGrpSpPr/>
          <p:nvPr/>
        </p:nvGrpSpPr>
        <p:grpSpPr>
          <a:xfrm>
            <a:off x="8335107" y="5012555"/>
            <a:ext cx="3048944" cy="833270"/>
            <a:chOff x="9267581" y="3657671"/>
            <a:chExt cx="2479296" cy="850200"/>
          </a:xfrm>
        </p:grpSpPr>
        <p:sp>
          <p:nvSpPr>
            <p:cNvPr id="26"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微软雅黑" pitchFamily="34" charset="-122"/>
                <a:ea typeface="微软雅黑" pitchFamily="34" charset="-122"/>
              </a:endParaRPr>
            </a:p>
          </p:txBody>
        </p:sp>
        <p:grpSp>
          <p:nvGrpSpPr>
            <p:cNvPr id="27" name="Group 43"/>
            <p:cNvGrpSpPr/>
            <p:nvPr/>
          </p:nvGrpSpPr>
          <p:grpSpPr>
            <a:xfrm>
              <a:off x="9406816" y="3802549"/>
              <a:ext cx="59675" cy="59111"/>
              <a:chOff x="5521643" y="5171145"/>
              <a:chExt cx="235475" cy="233252"/>
            </a:xfrm>
          </p:grpSpPr>
          <p:sp>
            <p:nvSpPr>
              <p:cNvPr id="29"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sp>
            <p:nvSpPr>
              <p:cNvPr id="30"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微软雅黑" pitchFamily="34" charset="-122"/>
                  <a:ea typeface="微软雅黑" pitchFamily="34" charset="-122"/>
                </a:endParaRPr>
              </a:p>
            </p:txBody>
          </p:sp>
        </p:grpSp>
        <p:sp>
          <p:nvSpPr>
            <p:cNvPr id="28" name="Rectangle 1"/>
            <p:cNvSpPr/>
            <p:nvPr/>
          </p:nvSpPr>
          <p:spPr>
            <a:xfrm>
              <a:off x="9308761" y="3861660"/>
              <a:ext cx="2336928" cy="471045"/>
            </a:xfrm>
            <a:prstGeom prst="rect">
              <a:avLst/>
            </a:prstGeom>
          </p:spPr>
          <p:txBody>
            <a:bodyPr wrap="none">
              <a:spAutoFit/>
            </a:bodyPr>
            <a:lstStyle/>
            <a:p>
              <a:pPr algn="ctr" defTabSz="914180"/>
              <a:r>
                <a:rPr lang="zh-CN" altLang="en-US" sz="2400" spc="-70" dirty="0">
                  <a:solidFill>
                    <a:srgbClr val="FFFFFF"/>
                  </a:solidFill>
                  <a:latin typeface="微软雅黑" pitchFamily="34" charset="-122"/>
                  <a:ea typeface="微软雅黑" pitchFamily="34" charset="-122"/>
                </a:rPr>
                <a:t>交互的自助业务洞察</a:t>
              </a:r>
              <a:endParaRPr lang="en-US" sz="2400" spc="-70" dirty="0">
                <a:solidFill>
                  <a:srgbClr val="FFFF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210285528"/>
      </p:ext>
    </p:extLst>
  </p:cSld>
  <p:clrMapOvr>
    <a:masterClrMapping/>
  </p:clrMapOvr>
  <mc:AlternateContent xmlns:mc="http://schemas.openxmlformats.org/markup-compatibility/2006" xmlns:p14="http://schemas.microsoft.com/office/powerpoint/2010/main">
    <mc:Choice Requires="p14">
      <p:transition spd="slow" advClick="0" advTm="10000">
        <p14:flash/>
      </p:transition>
    </mc:Choice>
    <mc:Fallback xmlns="">
      <p:transition spd="slow" advClick="0"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oductivity Days_Template_16x9">
  <a:themeElements>
    <a:clrScheme name="Productivity Days">
      <a:dk1>
        <a:srgbClr val="2D2D2D"/>
      </a:dk1>
      <a:lt1>
        <a:srgbClr val="FFFFFF"/>
      </a:lt1>
      <a:dk2>
        <a:srgbClr val="000000"/>
      </a:dk2>
      <a:lt2>
        <a:srgbClr val="00BCF2"/>
      </a:lt2>
      <a:accent1>
        <a:srgbClr val="EB3C00"/>
      </a:accent1>
      <a:accent2>
        <a:srgbClr val="00BCF2"/>
      </a:accent2>
      <a:accent3>
        <a:srgbClr val="BAE520"/>
      </a:accent3>
      <a:accent4>
        <a:srgbClr val="00188F"/>
      </a:accent4>
      <a:accent5>
        <a:srgbClr val="0072C6"/>
      </a:accent5>
      <a:accent6>
        <a:srgbClr val="6DC2E9"/>
      </a:accent6>
      <a:hlink>
        <a:srgbClr val="00BCF2"/>
      </a:hlink>
      <a:folHlink>
        <a:srgbClr val="EB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bg1">
              <a:lumMod val="50000"/>
              <a:lumOff val="50000"/>
            </a:schemeClr>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800" dirty="0" err="1" smtClean="0">
            <a:solidFill>
              <a:schemeClr val="bg2">
                <a:lumMod val="65000"/>
                <a:lumOff val="35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PRISMFY13_Template_16x9_Final</Template>
  <TotalTime>0</TotalTime>
  <Words>128</Words>
  <Application>Microsoft Office PowerPoint</Application>
  <PresentationFormat>自定义</PresentationFormat>
  <Paragraphs>33</Paragraphs>
  <Slides>7</Slides>
  <Notes>1</Notes>
  <HiddenSlides>0</HiddenSlides>
  <MMClips>1</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微软雅黑</vt:lpstr>
      <vt:lpstr>Arial</vt:lpstr>
      <vt:lpstr>Calibri</vt:lpstr>
      <vt:lpstr>Segoe UI</vt:lpstr>
      <vt:lpstr>Segoe UI Light</vt:lpstr>
      <vt:lpstr>Wingdings</vt:lpstr>
      <vt:lpstr>Productivity Days_Template_16x9</vt:lpstr>
      <vt:lpstr>PowerPoint 演示文稿</vt:lpstr>
      <vt:lpstr>PowerPoint 演示文稿</vt:lpstr>
      <vt:lpstr>PowerPoint 演示文稿</vt:lpstr>
      <vt:lpstr>PowerPoint 演示文稿</vt:lpstr>
      <vt:lpstr>信息工作者日常沟通方式</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2013-11-04T09:26:12Z</dcterms:created>
  <dcterms:modified xsi:type="dcterms:W3CDTF">2020-11-02T06:56:18Z</dcterms:modified>
</cp:coreProperties>
</file>