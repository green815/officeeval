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111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2024/01/02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2024/01/02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2024/01/02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2024/01/02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2024/01/02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2024/01/02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2024/01/02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2024/01/02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2024/01/02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2024/01/02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2024/01/02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2024/01/02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PS" id="{8741FFC2-4D7D-48D1-88A6-21A4E405BEEE}" vid="{BE4B9CD3-767A-4D54-8AE3-5DB2A8AFC4D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3" baseType="lpstr">
      <vt:lpstr>Arial</vt:lpstr>
      <vt:lpstr>Calibri</vt:lpstr>
      <vt:lpstr>WPS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2024-01-02T02:38:49Z</dcterms:created>
  <dcterms:modified xsi:type="dcterms:W3CDTF">2024-01-02T02:38:54Z</dcterms:modified>
</cp:coreProperties>
</file>