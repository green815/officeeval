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4" r:id="rId4"/>
    <p:sldId id="295" r:id="rId5"/>
    <p:sldId id="296" r:id="rId6"/>
    <p:sldId id="292" r:id="rId7"/>
    <p:sldId id="297" r:id="rId8"/>
    <p:sldId id="298" r:id="rId9"/>
    <p:sldId id="293" r:id="rId10"/>
    <p:sldId id="258" r:id="rId11"/>
    <p:sldId id="259" r:id="rId12"/>
    <p:sldId id="260" r:id="rId13"/>
    <p:sldId id="291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989D04E-3CFF-4F97-B60D-94AE40E9C95F}">
          <p14:sldIdLst>
            <p14:sldId id="256"/>
          </p14:sldIdLst>
        </p14:section>
        <p14:section name="云服务概述" id="{9803104D-985D-4032-8145-3D186107DBE8}">
          <p14:sldIdLst>
            <p14:sldId id="257"/>
            <p14:sldId id="294"/>
            <p14:sldId id="295"/>
            <p14:sldId id="296"/>
          </p14:sldIdLst>
        </p14:section>
        <p14:section name="云服务行业及市场分析" id="{3B445205-F933-4E22-B92B-E3460F8CC38E}">
          <p14:sldIdLst>
            <p14:sldId id="292"/>
            <p14:sldId id="297"/>
            <p14:sldId id="298"/>
          </p14:sldIdLst>
        </p14:section>
        <p14:section name="云服务发展趋势分析" id="{71EC8F00-72C9-42A2-A0B2-12713E0A05EC}">
          <p14:sldIdLst>
            <p14:sldId id="293"/>
            <p14:sldId id="258"/>
            <p14:sldId id="259"/>
            <p14:sldId id="260"/>
          </p14:sldIdLst>
        </p14:section>
        <p14:section name="结束页" id="{0DD4C377-0583-44D3-BE60-1F2BE27D9B44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loud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2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 smtClean="0"/>
              <a:t>2016</a:t>
            </a:r>
            <a:r>
              <a:rPr lang="zh-CN" altLang="en-US" dirty="0" smtClean="0"/>
              <a:t>年中国公有云市场占比</a:t>
            </a:r>
            <a:endParaRPr lang="zh-CN" alt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A6-4B78-9FAD-698EFDC3046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A6-4B78-9FAD-698EFDC3046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A6-4B78-9FAD-698EFDC304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PaaS</c:v>
                </c:pt>
                <c:pt idx="1">
                  <c:v>SaaS</c:v>
                </c:pt>
                <c:pt idx="2">
                  <c:v>IaaS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12.6</c:v>
                </c:pt>
                <c:pt idx="1">
                  <c:v>127.5</c:v>
                </c:pt>
                <c:pt idx="2">
                  <c:v>101.4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3-47C5-9265-39D414A886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 smtClean="0"/>
              <a:t>2016</a:t>
            </a:r>
            <a:r>
              <a:rPr lang="zh-CN" altLang="en-US" dirty="0" smtClean="0"/>
              <a:t>年中国企业云服务整体市场规模</a:t>
            </a:r>
            <a:endParaRPr lang="zh-CN" alt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2015年</c:v>
                </c:pt>
                <c:pt idx="1">
                  <c:v>2016年</c:v>
                </c:pt>
                <c:pt idx="2">
                  <c:v>2017年</c:v>
                </c:pt>
                <c:pt idx="3">
                  <c:v>2018年</c:v>
                </c:pt>
                <c:pt idx="4">
                  <c:v>2019年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394</c:v>
                </c:pt>
                <c:pt idx="1">
                  <c:v>520.5</c:v>
                </c:pt>
                <c:pt idx="2">
                  <c:v>673.5</c:v>
                </c:pt>
                <c:pt idx="3">
                  <c:v>826.3</c:v>
                </c:pt>
                <c:pt idx="4">
                  <c:v>1064.5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68-4CC2-A1CA-221A2A3F3B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605456192"/>
        <c:axId val="60546045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同比增长率（%）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2015年</c:v>
                </c:pt>
                <c:pt idx="1">
                  <c:v>2016年</c:v>
                </c:pt>
                <c:pt idx="2">
                  <c:v>2017年</c:v>
                </c:pt>
                <c:pt idx="3">
                  <c:v>2018年</c:v>
                </c:pt>
                <c:pt idx="4">
                  <c:v>2019年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1">
                  <c:v>0.32100000000000001</c:v>
                </c:pt>
                <c:pt idx="2">
                  <c:v>0.29399999999999998</c:v>
                </c:pt>
                <c:pt idx="3">
                  <c:v>0.22700000000000001</c:v>
                </c:pt>
                <c:pt idx="4">
                  <c:v>0.28799999999999998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68-4CC2-A1CA-221A2A3F3B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8170672"/>
        <c:axId val="518167720"/>
      </c:lineChart>
      <c:catAx>
        <c:axId val="60545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460456"/>
        <c:crosses val="autoZero"/>
        <c:auto val="1"/>
        <c:lblAlgn val="ctr"/>
        <c:lblOffset val="100"/>
        <c:noMultiLvlLbl val="0"/>
      </c:catAx>
      <c:valAx>
        <c:axId val="605460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456192"/>
        <c:crosses val="autoZero"/>
        <c:crossBetween val="between"/>
      </c:valAx>
      <c:valAx>
        <c:axId val="518167720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8170672"/>
        <c:crosses val="max"/>
        <c:crossBetween val="between"/>
      </c:valAx>
      <c:catAx>
        <c:axId val="5181706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81677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E860BB-55B8-460A-B37A-616F4656A72B}" type="doc">
      <dgm:prSet loTypeId="urn:microsoft.com/office/officeart/2005/8/layout/hList6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88C6A16F-9798-403F-8163-654152A7D85C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zh-CN" baseline="0" smtClean="0"/>
            <a:t>云服务概述</a:t>
          </a:r>
          <a:endParaRPr lang="zh-CN"/>
        </a:p>
      </dgm:t>
    </dgm:pt>
    <dgm:pt modelId="{BBD962B0-EF03-42A7-9462-0E28165135DA}" type="parTrans" cxnId="{280E1086-4E79-4EC5-830F-127D7624EE2C}">
      <dgm:prSet/>
      <dgm:spPr/>
      <dgm:t>
        <a:bodyPr/>
        <a:lstStyle/>
        <a:p>
          <a:endParaRPr lang="zh-CN" altLang="en-US"/>
        </a:p>
      </dgm:t>
    </dgm:pt>
    <dgm:pt modelId="{C02D6347-6CF6-4CF4-A033-2DAEEDFC7A7D}" type="sibTrans" cxnId="{280E1086-4E79-4EC5-830F-127D7624EE2C}">
      <dgm:prSet/>
      <dgm:spPr/>
      <dgm:t>
        <a:bodyPr/>
        <a:lstStyle/>
        <a:p>
          <a:endParaRPr lang="zh-CN" altLang="en-US"/>
        </a:p>
      </dgm:t>
    </dgm:pt>
    <dgm:pt modelId="{2D0D21A0-0396-4918-AEA1-2F05000FE859}">
      <dgm:prSet/>
      <dgm:spPr/>
      <dgm:t>
        <a:bodyPr/>
        <a:lstStyle/>
        <a:p>
          <a:pPr rtl="0"/>
          <a:r>
            <a:rPr lang="zh-CN" baseline="0" smtClean="0"/>
            <a:t>云服务行业及市场分析</a:t>
          </a:r>
          <a:endParaRPr lang="zh-CN"/>
        </a:p>
      </dgm:t>
    </dgm:pt>
    <dgm:pt modelId="{F729EC65-203D-4997-B2EA-9E5A88B4F7E2}" type="parTrans" cxnId="{689DD472-B64D-4C0E-A287-0FFC50B79CDE}">
      <dgm:prSet/>
      <dgm:spPr/>
      <dgm:t>
        <a:bodyPr/>
        <a:lstStyle/>
        <a:p>
          <a:endParaRPr lang="zh-CN" altLang="en-US"/>
        </a:p>
      </dgm:t>
    </dgm:pt>
    <dgm:pt modelId="{150F7BD7-8CC9-4D33-BEEB-A7AB8D50CD46}" type="sibTrans" cxnId="{689DD472-B64D-4C0E-A287-0FFC50B79CDE}">
      <dgm:prSet/>
      <dgm:spPr/>
      <dgm:t>
        <a:bodyPr/>
        <a:lstStyle/>
        <a:p>
          <a:endParaRPr lang="zh-CN" altLang="en-US"/>
        </a:p>
      </dgm:t>
    </dgm:pt>
    <dgm:pt modelId="{00B224ED-8C6F-4217-BC43-12F6CFC095C6}">
      <dgm:prSet/>
      <dgm:spPr/>
      <dgm:t>
        <a:bodyPr/>
        <a:lstStyle/>
        <a:p>
          <a:pPr rtl="0"/>
          <a:r>
            <a:rPr lang="zh-CN" baseline="0" smtClean="0"/>
            <a:t>云服务发展趋势分析</a:t>
          </a:r>
          <a:endParaRPr lang="zh-CN"/>
        </a:p>
      </dgm:t>
    </dgm:pt>
    <dgm:pt modelId="{2D728098-A116-4464-B7B5-C4362F7C0250}" type="parTrans" cxnId="{27A839D7-BF48-4C6C-B7ED-CB45F602C9F0}">
      <dgm:prSet/>
      <dgm:spPr/>
      <dgm:t>
        <a:bodyPr/>
        <a:lstStyle/>
        <a:p>
          <a:endParaRPr lang="zh-CN" altLang="en-US"/>
        </a:p>
      </dgm:t>
    </dgm:pt>
    <dgm:pt modelId="{2A6B945A-FA97-4EEE-9F45-425838C05A2A}" type="sibTrans" cxnId="{27A839D7-BF48-4C6C-B7ED-CB45F602C9F0}">
      <dgm:prSet/>
      <dgm:spPr/>
      <dgm:t>
        <a:bodyPr/>
        <a:lstStyle/>
        <a:p>
          <a:endParaRPr lang="zh-CN" altLang="en-US"/>
        </a:p>
      </dgm:t>
    </dgm:pt>
    <dgm:pt modelId="{E86E2C68-DAA1-4BCE-BAE2-1EB6F91F1FCB}" type="pres">
      <dgm:prSet presAssocID="{9DE860BB-55B8-460A-B37A-616F4656A72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92E4A53-04DC-44C8-A2C5-2C469F22C7EB}" type="pres">
      <dgm:prSet presAssocID="{88C6A16F-9798-403F-8163-654152A7D85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E27250B-19D1-42FF-8041-1A26B0681F08}" type="pres">
      <dgm:prSet presAssocID="{C02D6347-6CF6-4CF4-A033-2DAEEDFC7A7D}" presName="sibTrans" presStyleCnt="0"/>
      <dgm:spPr/>
    </dgm:pt>
    <dgm:pt modelId="{151DDF8E-83D1-4A4A-AD97-621DD062EFF4}" type="pres">
      <dgm:prSet presAssocID="{2D0D21A0-0396-4918-AEA1-2F05000FE85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02C49E7-7E6F-439C-B967-0C602C40A434}" type="pres">
      <dgm:prSet presAssocID="{150F7BD7-8CC9-4D33-BEEB-A7AB8D50CD46}" presName="sibTrans" presStyleCnt="0"/>
      <dgm:spPr/>
    </dgm:pt>
    <dgm:pt modelId="{7345299A-FEBA-4B72-9235-615E57CBFBE0}" type="pres">
      <dgm:prSet presAssocID="{00B224ED-8C6F-4217-BC43-12F6CFC095C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5820742-4B61-424C-BF45-A2DBB8B46897}" type="presOf" srcId="{9DE860BB-55B8-460A-B37A-616F4656A72B}" destId="{E86E2C68-DAA1-4BCE-BAE2-1EB6F91F1FCB}" srcOrd="0" destOrd="0" presId="urn:microsoft.com/office/officeart/2005/8/layout/hList6"/>
    <dgm:cxn modelId="{7B8100B5-E4E1-4CE7-A08E-8BBAE9F4F853}" type="presOf" srcId="{00B224ED-8C6F-4217-BC43-12F6CFC095C6}" destId="{7345299A-FEBA-4B72-9235-615E57CBFBE0}" srcOrd="0" destOrd="0" presId="urn:microsoft.com/office/officeart/2005/8/layout/hList6"/>
    <dgm:cxn modelId="{27A839D7-BF48-4C6C-B7ED-CB45F602C9F0}" srcId="{9DE860BB-55B8-460A-B37A-616F4656A72B}" destId="{00B224ED-8C6F-4217-BC43-12F6CFC095C6}" srcOrd="2" destOrd="0" parTransId="{2D728098-A116-4464-B7B5-C4362F7C0250}" sibTransId="{2A6B945A-FA97-4EEE-9F45-425838C05A2A}"/>
    <dgm:cxn modelId="{689DD472-B64D-4C0E-A287-0FFC50B79CDE}" srcId="{9DE860BB-55B8-460A-B37A-616F4656A72B}" destId="{2D0D21A0-0396-4918-AEA1-2F05000FE859}" srcOrd="1" destOrd="0" parTransId="{F729EC65-203D-4997-B2EA-9E5A88B4F7E2}" sibTransId="{150F7BD7-8CC9-4D33-BEEB-A7AB8D50CD46}"/>
    <dgm:cxn modelId="{280E1086-4E79-4EC5-830F-127D7624EE2C}" srcId="{9DE860BB-55B8-460A-B37A-616F4656A72B}" destId="{88C6A16F-9798-403F-8163-654152A7D85C}" srcOrd="0" destOrd="0" parTransId="{BBD962B0-EF03-42A7-9462-0E28165135DA}" sibTransId="{C02D6347-6CF6-4CF4-A033-2DAEEDFC7A7D}"/>
    <dgm:cxn modelId="{9962F346-6D44-4908-B550-5B675C674868}" type="presOf" srcId="{2D0D21A0-0396-4918-AEA1-2F05000FE859}" destId="{151DDF8E-83D1-4A4A-AD97-621DD062EFF4}" srcOrd="0" destOrd="0" presId="urn:microsoft.com/office/officeart/2005/8/layout/hList6"/>
    <dgm:cxn modelId="{C198A814-7B47-4020-8C68-B878114E6C21}" type="presOf" srcId="{88C6A16F-9798-403F-8163-654152A7D85C}" destId="{492E4A53-04DC-44C8-A2C5-2C469F22C7EB}" srcOrd="0" destOrd="0" presId="urn:microsoft.com/office/officeart/2005/8/layout/hList6"/>
    <dgm:cxn modelId="{DFC87E05-B83F-4AFB-AB92-EBC315CAA9B3}" type="presParOf" srcId="{E86E2C68-DAA1-4BCE-BAE2-1EB6F91F1FCB}" destId="{492E4A53-04DC-44C8-A2C5-2C469F22C7EB}" srcOrd="0" destOrd="0" presId="urn:microsoft.com/office/officeart/2005/8/layout/hList6"/>
    <dgm:cxn modelId="{A2F6311E-3AE1-41C6-93C3-21FAE15C2EB6}" type="presParOf" srcId="{E86E2C68-DAA1-4BCE-BAE2-1EB6F91F1FCB}" destId="{8E27250B-19D1-42FF-8041-1A26B0681F08}" srcOrd="1" destOrd="0" presId="urn:microsoft.com/office/officeart/2005/8/layout/hList6"/>
    <dgm:cxn modelId="{CD0F2ADC-5B68-4B46-B358-A11E5683CA76}" type="presParOf" srcId="{E86E2C68-DAA1-4BCE-BAE2-1EB6F91F1FCB}" destId="{151DDF8E-83D1-4A4A-AD97-621DD062EFF4}" srcOrd="2" destOrd="0" presId="urn:microsoft.com/office/officeart/2005/8/layout/hList6"/>
    <dgm:cxn modelId="{708AB4CB-50AE-4405-AD76-146379736643}" type="presParOf" srcId="{E86E2C68-DAA1-4BCE-BAE2-1EB6F91F1FCB}" destId="{A02C49E7-7E6F-439C-B967-0C602C40A434}" srcOrd="3" destOrd="0" presId="urn:microsoft.com/office/officeart/2005/8/layout/hList6"/>
    <dgm:cxn modelId="{A53439E8-79F4-44D4-A819-E333262C43FC}" type="presParOf" srcId="{E86E2C68-DAA1-4BCE-BAE2-1EB6F91F1FCB}" destId="{7345299A-FEBA-4B72-9235-615E57CBFBE0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9BBB4A-A6A5-44A8-AADE-D50D071A7D43}" type="doc">
      <dgm:prSet loTypeId="urn:microsoft.com/office/officeart/2005/8/layout/hList1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D6A9D16F-58FC-4CC7-AF96-991B961AFDC0}">
      <dgm:prSet/>
      <dgm:spPr/>
      <dgm:t>
        <a:bodyPr/>
        <a:lstStyle/>
        <a:p>
          <a:pPr rtl="0"/>
          <a:r>
            <a:rPr lang="en-US" baseline="0" smtClean="0"/>
            <a:t>SaaS-</a:t>
          </a:r>
          <a:r>
            <a:rPr lang="zh-CN" baseline="0" smtClean="0"/>
            <a:t>软件即服务</a:t>
          </a:r>
          <a:endParaRPr lang="zh-CN"/>
        </a:p>
      </dgm:t>
    </dgm:pt>
    <dgm:pt modelId="{27E78BB5-25A0-4CD4-B58A-D4D2C7160067}" type="parTrans" cxnId="{DF4B033B-7AA7-4B9A-94F0-2F68BD01A542}">
      <dgm:prSet/>
      <dgm:spPr/>
      <dgm:t>
        <a:bodyPr/>
        <a:lstStyle/>
        <a:p>
          <a:endParaRPr lang="zh-CN" altLang="en-US"/>
        </a:p>
      </dgm:t>
    </dgm:pt>
    <dgm:pt modelId="{4A7FF335-F815-401C-890D-6676F5D0B50E}" type="sibTrans" cxnId="{DF4B033B-7AA7-4B9A-94F0-2F68BD01A542}">
      <dgm:prSet/>
      <dgm:spPr/>
      <dgm:t>
        <a:bodyPr/>
        <a:lstStyle/>
        <a:p>
          <a:endParaRPr lang="zh-CN" altLang="en-US"/>
        </a:p>
      </dgm:t>
    </dgm:pt>
    <dgm:pt modelId="{CD1FE9B8-6F3A-46F6-87FF-EE26DF7980A6}">
      <dgm:prSet/>
      <dgm:spPr/>
      <dgm:t>
        <a:bodyPr/>
        <a:lstStyle/>
        <a:p>
          <a:pPr rtl="0"/>
          <a:r>
            <a:rPr lang="zh-CN" baseline="0" smtClean="0"/>
            <a:t>面向对象</a:t>
          </a:r>
          <a:r>
            <a:rPr lang="en-US" baseline="0" smtClean="0"/>
            <a:t>:</a:t>
          </a:r>
          <a:r>
            <a:rPr lang="zh-CN" baseline="0" smtClean="0"/>
            <a:t>企业</a:t>
          </a:r>
          <a:r>
            <a:rPr lang="en-US" baseline="0" smtClean="0"/>
            <a:t>/</a:t>
          </a:r>
          <a:r>
            <a:rPr lang="zh-CN" baseline="0" smtClean="0"/>
            <a:t>个人</a:t>
          </a:r>
          <a:endParaRPr lang="zh-CN"/>
        </a:p>
      </dgm:t>
    </dgm:pt>
    <dgm:pt modelId="{8D48390F-2F6C-4CC2-8162-BD0F79BBB4E5}" type="parTrans" cxnId="{BF119D19-FC2F-4991-A232-77172FCC400B}">
      <dgm:prSet/>
      <dgm:spPr/>
      <dgm:t>
        <a:bodyPr/>
        <a:lstStyle/>
        <a:p>
          <a:endParaRPr lang="zh-CN" altLang="en-US"/>
        </a:p>
      </dgm:t>
    </dgm:pt>
    <dgm:pt modelId="{9A504D82-CF0A-4CDA-BEF6-7AC9D378FFEA}" type="sibTrans" cxnId="{BF119D19-FC2F-4991-A232-77172FCC400B}">
      <dgm:prSet/>
      <dgm:spPr/>
      <dgm:t>
        <a:bodyPr/>
        <a:lstStyle/>
        <a:p>
          <a:endParaRPr lang="zh-CN" altLang="en-US"/>
        </a:p>
      </dgm:t>
    </dgm:pt>
    <dgm:pt modelId="{FAA7CC85-3AF9-4370-ACE2-E61E83F39D07}">
      <dgm:prSet/>
      <dgm:spPr/>
      <dgm:t>
        <a:bodyPr/>
        <a:lstStyle/>
        <a:p>
          <a:pPr rtl="0"/>
          <a:r>
            <a:rPr lang="zh-CN" baseline="0" smtClean="0"/>
            <a:t>交付物</a:t>
          </a:r>
          <a:r>
            <a:rPr lang="en-US" baseline="0" smtClean="0"/>
            <a:t>:</a:t>
          </a:r>
          <a:r>
            <a:rPr lang="zh-CN" baseline="0" smtClean="0"/>
            <a:t>软件应用</a:t>
          </a:r>
          <a:endParaRPr lang="zh-CN"/>
        </a:p>
      </dgm:t>
    </dgm:pt>
    <dgm:pt modelId="{ABA7EB97-871E-4770-BD94-BB236B5C84FE}" type="parTrans" cxnId="{8490A6F3-F9D1-4758-8F78-B4C8144B57D6}">
      <dgm:prSet/>
      <dgm:spPr/>
      <dgm:t>
        <a:bodyPr/>
        <a:lstStyle/>
        <a:p>
          <a:endParaRPr lang="zh-CN" altLang="en-US"/>
        </a:p>
      </dgm:t>
    </dgm:pt>
    <dgm:pt modelId="{EFB94255-959F-4A8B-8036-55941F6F49B7}" type="sibTrans" cxnId="{8490A6F3-F9D1-4758-8F78-B4C8144B57D6}">
      <dgm:prSet/>
      <dgm:spPr/>
      <dgm:t>
        <a:bodyPr/>
        <a:lstStyle/>
        <a:p>
          <a:endParaRPr lang="zh-CN" altLang="en-US"/>
        </a:p>
      </dgm:t>
    </dgm:pt>
    <dgm:pt modelId="{4D0653FC-EADF-4DE4-9ACD-871C651F8A17}">
      <dgm:prSet/>
      <dgm:spPr/>
      <dgm:t>
        <a:bodyPr/>
        <a:lstStyle/>
        <a:p>
          <a:pPr rtl="0"/>
          <a:r>
            <a:rPr lang="zh-CN" baseline="0" smtClean="0"/>
            <a:t>具体包括</a:t>
          </a:r>
          <a:r>
            <a:rPr lang="en-US" baseline="0" smtClean="0"/>
            <a:t>:</a:t>
          </a:r>
          <a:r>
            <a:rPr lang="zh-CN" baseline="0" smtClean="0"/>
            <a:t>管理型应用，业务型应用，行业型应用</a:t>
          </a:r>
          <a:endParaRPr lang="zh-CN"/>
        </a:p>
      </dgm:t>
    </dgm:pt>
    <dgm:pt modelId="{E07E419C-2E49-4124-B0D2-874A6D96C0CB}" type="parTrans" cxnId="{1508D397-2F00-4A46-95D1-05536022A5B1}">
      <dgm:prSet/>
      <dgm:spPr/>
      <dgm:t>
        <a:bodyPr/>
        <a:lstStyle/>
        <a:p>
          <a:endParaRPr lang="zh-CN" altLang="en-US"/>
        </a:p>
      </dgm:t>
    </dgm:pt>
    <dgm:pt modelId="{20803A91-FA7D-4F7F-978E-8C2BF576EF85}" type="sibTrans" cxnId="{1508D397-2F00-4A46-95D1-05536022A5B1}">
      <dgm:prSet/>
      <dgm:spPr/>
      <dgm:t>
        <a:bodyPr/>
        <a:lstStyle/>
        <a:p>
          <a:endParaRPr lang="zh-CN" altLang="en-US"/>
        </a:p>
      </dgm:t>
    </dgm:pt>
    <dgm:pt modelId="{E51607CD-DEE2-4710-93B2-21D991DBE40D}">
      <dgm:prSet/>
      <dgm:spPr/>
      <dgm:t>
        <a:bodyPr/>
        <a:lstStyle/>
        <a:p>
          <a:pPr rtl="0"/>
          <a:r>
            <a:rPr lang="en-US" baseline="0" smtClean="0"/>
            <a:t>PaaS-</a:t>
          </a:r>
          <a:r>
            <a:rPr lang="zh-CN" baseline="0" smtClean="0"/>
            <a:t>平台即服务</a:t>
          </a:r>
          <a:endParaRPr lang="zh-CN"/>
        </a:p>
      </dgm:t>
    </dgm:pt>
    <dgm:pt modelId="{742761F9-8D42-40F8-BDE8-7DA5D4E79A8F}" type="parTrans" cxnId="{6F7797E0-21CB-4EE5-AC21-851CA53E4AFE}">
      <dgm:prSet/>
      <dgm:spPr/>
      <dgm:t>
        <a:bodyPr/>
        <a:lstStyle/>
        <a:p>
          <a:endParaRPr lang="zh-CN" altLang="en-US"/>
        </a:p>
      </dgm:t>
    </dgm:pt>
    <dgm:pt modelId="{AA66354F-9877-4F72-A59C-03392D9ACF5F}" type="sibTrans" cxnId="{6F7797E0-21CB-4EE5-AC21-851CA53E4AFE}">
      <dgm:prSet/>
      <dgm:spPr/>
      <dgm:t>
        <a:bodyPr/>
        <a:lstStyle/>
        <a:p>
          <a:endParaRPr lang="zh-CN" altLang="en-US"/>
        </a:p>
      </dgm:t>
    </dgm:pt>
    <dgm:pt modelId="{BEE7972B-D4D5-41CF-B5FC-34C37EFECB4F}">
      <dgm:prSet/>
      <dgm:spPr/>
      <dgm:t>
        <a:bodyPr/>
        <a:lstStyle/>
        <a:p>
          <a:pPr rtl="0"/>
          <a:r>
            <a:rPr lang="zh-CN" b="1" baseline="0" smtClean="0"/>
            <a:t>面向对象</a:t>
          </a:r>
          <a:r>
            <a:rPr lang="en-US" b="1" baseline="0" smtClean="0"/>
            <a:t>:</a:t>
          </a:r>
          <a:r>
            <a:rPr lang="zh-CN" baseline="0" smtClean="0"/>
            <a:t>开发者</a:t>
          </a:r>
          <a:endParaRPr lang="zh-CN"/>
        </a:p>
      </dgm:t>
    </dgm:pt>
    <dgm:pt modelId="{FEDBA5FB-97AB-4A45-B294-6FE34A411D92}" type="parTrans" cxnId="{7EB34565-F355-405F-939D-2767A0851CE5}">
      <dgm:prSet/>
      <dgm:spPr/>
      <dgm:t>
        <a:bodyPr/>
        <a:lstStyle/>
        <a:p>
          <a:endParaRPr lang="zh-CN" altLang="en-US"/>
        </a:p>
      </dgm:t>
    </dgm:pt>
    <dgm:pt modelId="{F55D478A-1E4A-4182-B588-971D6F105529}" type="sibTrans" cxnId="{7EB34565-F355-405F-939D-2767A0851CE5}">
      <dgm:prSet/>
      <dgm:spPr/>
      <dgm:t>
        <a:bodyPr/>
        <a:lstStyle/>
        <a:p>
          <a:endParaRPr lang="zh-CN" altLang="en-US"/>
        </a:p>
      </dgm:t>
    </dgm:pt>
    <dgm:pt modelId="{F59BFC03-B830-4DBD-AEE8-7954C1DD62D0}">
      <dgm:prSet/>
      <dgm:spPr/>
      <dgm:t>
        <a:bodyPr/>
        <a:lstStyle/>
        <a:p>
          <a:pPr rtl="0"/>
          <a:r>
            <a:rPr lang="zh-CN" baseline="0" smtClean="0"/>
            <a:t>交付物</a:t>
          </a:r>
          <a:r>
            <a:rPr lang="en-US" baseline="0" smtClean="0"/>
            <a:t>:</a:t>
          </a:r>
          <a:r>
            <a:rPr lang="zh-CN" baseline="0" smtClean="0"/>
            <a:t>单项能力</a:t>
          </a:r>
          <a:endParaRPr lang="zh-CN"/>
        </a:p>
      </dgm:t>
    </dgm:pt>
    <dgm:pt modelId="{B0DD2B88-59D1-4C44-B43B-A6F09920807E}" type="parTrans" cxnId="{9F3AE31D-A66A-47C0-837C-1C0EA14565AE}">
      <dgm:prSet/>
      <dgm:spPr/>
      <dgm:t>
        <a:bodyPr/>
        <a:lstStyle/>
        <a:p>
          <a:endParaRPr lang="zh-CN" altLang="en-US"/>
        </a:p>
      </dgm:t>
    </dgm:pt>
    <dgm:pt modelId="{0C318CFC-6B62-45A1-9CD1-DB620D5D5C1B}" type="sibTrans" cxnId="{9F3AE31D-A66A-47C0-837C-1C0EA14565AE}">
      <dgm:prSet/>
      <dgm:spPr/>
      <dgm:t>
        <a:bodyPr/>
        <a:lstStyle/>
        <a:p>
          <a:endParaRPr lang="zh-CN" altLang="en-US"/>
        </a:p>
      </dgm:t>
    </dgm:pt>
    <dgm:pt modelId="{2D0E051A-D1FB-479D-93AE-284841335D85}">
      <dgm:prSet/>
      <dgm:spPr/>
      <dgm:t>
        <a:bodyPr/>
        <a:lstStyle/>
        <a:p>
          <a:pPr rtl="0"/>
          <a:r>
            <a:rPr lang="zh-CN" baseline="0" smtClean="0"/>
            <a:t>具体包括</a:t>
          </a:r>
          <a:r>
            <a:rPr lang="en-US" baseline="0" smtClean="0"/>
            <a:t>:</a:t>
          </a:r>
          <a:r>
            <a:rPr lang="zh-CN" baseline="0" smtClean="0"/>
            <a:t>数据分析，人工智能，语音识别，图像识别等</a:t>
          </a:r>
          <a:endParaRPr lang="zh-CN"/>
        </a:p>
      </dgm:t>
    </dgm:pt>
    <dgm:pt modelId="{DC596A66-48A1-45D9-8018-A650B945702F}" type="parTrans" cxnId="{1F9F6C5D-B590-4F56-9C3B-D5D98B530834}">
      <dgm:prSet/>
      <dgm:spPr/>
      <dgm:t>
        <a:bodyPr/>
        <a:lstStyle/>
        <a:p>
          <a:endParaRPr lang="zh-CN" altLang="en-US"/>
        </a:p>
      </dgm:t>
    </dgm:pt>
    <dgm:pt modelId="{35C55967-C861-47B1-B7A4-25A703171FF1}" type="sibTrans" cxnId="{1F9F6C5D-B590-4F56-9C3B-D5D98B530834}">
      <dgm:prSet/>
      <dgm:spPr/>
      <dgm:t>
        <a:bodyPr/>
        <a:lstStyle/>
        <a:p>
          <a:endParaRPr lang="zh-CN" altLang="en-US"/>
        </a:p>
      </dgm:t>
    </dgm:pt>
    <dgm:pt modelId="{7ECD6F57-F655-42FF-A347-A1D83B4F1509}">
      <dgm:prSet/>
      <dgm:spPr/>
      <dgm:t>
        <a:bodyPr/>
        <a:lstStyle/>
        <a:p>
          <a:pPr rtl="0"/>
          <a:r>
            <a:rPr lang="en-US" baseline="0" smtClean="0"/>
            <a:t>IaaS-</a:t>
          </a:r>
          <a:r>
            <a:rPr lang="zh-CN" baseline="0" smtClean="0"/>
            <a:t>基础设施即服务</a:t>
          </a:r>
          <a:endParaRPr lang="zh-CN"/>
        </a:p>
      </dgm:t>
    </dgm:pt>
    <dgm:pt modelId="{EC8F9B03-593D-4CEA-877D-34293360C1C4}" type="parTrans" cxnId="{52EBF89E-CB3B-465B-BDDD-1C863A788DF3}">
      <dgm:prSet/>
      <dgm:spPr/>
      <dgm:t>
        <a:bodyPr/>
        <a:lstStyle/>
        <a:p>
          <a:endParaRPr lang="zh-CN" altLang="en-US"/>
        </a:p>
      </dgm:t>
    </dgm:pt>
    <dgm:pt modelId="{D75DBFB0-DC9E-4575-9F5C-DCD2385CFEDC}" type="sibTrans" cxnId="{52EBF89E-CB3B-465B-BDDD-1C863A788DF3}">
      <dgm:prSet/>
      <dgm:spPr/>
      <dgm:t>
        <a:bodyPr/>
        <a:lstStyle/>
        <a:p>
          <a:endParaRPr lang="zh-CN" altLang="en-US"/>
        </a:p>
      </dgm:t>
    </dgm:pt>
    <dgm:pt modelId="{BCA0A616-FF69-46AE-AC69-ABC498C79F4C}">
      <dgm:prSet/>
      <dgm:spPr/>
      <dgm:t>
        <a:bodyPr/>
        <a:lstStyle/>
        <a:p>
          <a:pPr rtl="0"/>
          <a:r>
            <a:rPr lang="zh-CN" baseline="0" smtClean="0"/>
            <a:t>面向对象</a:t>
          </a:r>
          <a:r>
            <a:rPr lang="en-US" baseline="0" smtClean="0"/>
            <a:t>:</a:t>
          </a:r>
          <a:r>
            <a:rPr lang="zh-CN" baseline="0" smtClean="0"/>
            <a:t>企业</a:t>
          </a:r>
          <a:r>
            <a:rPr lang="en-US" baseline="0" smtClean="0"/>
            <a:t>/</a:t>
          </a:r>
          <a:r>
            <a:rPr lang="zh-CN" baseline="0" smtClean="0"/>
            <a:t>开发者</a:t>
          </a:r>
          <a:endParaRPr lang="zh-CN"/>
        </a:p>
      </dgm:t>
    </dgm:pt>
    <dgm:pt modelId="{D7EEDAE8-A6D9-42C1-B016-6F595E66AA84}" type="parTrans" cxnId="{83C1E93E-1CD7-43DD-8BC8-6135CD99BB93}">
      <dgm:prSet/>
      <dgm:spPr/>
      <dgm:t>
        <a:bodyPr/>
        <a:lstStyle/>
        <a:p>
          <a:endParaRPr lang="zh-CN" altLang="en-US"/>
        </a:p>
      </dgm:t>
    </dgm:pt>
    <dgm:pt modelId="{BFA614CE-C957-4A46-99CD-8B2795BBB16C}" type="sibTrans" cxnId="{83C1E93E-1CD7-43DD-8BC8-6135CD99BB93}">
      <dgm:prSet/>
      <dgm:spPr/>
      <dgm:t>
        <a:bodyPr/>
        <a:lstStyle/>
        <a:p>
          <a:endParaRPr lang="zh-CN" altLang="en-US"/>
        </a:p>
      </dgm:t>
    </dgm:pt>
    <dgm:pt modelId="{EDA1881B-3AFA-4604-A139-473FF3E9AB45}">
      <dgm:prSet/>
      <dgm:spPr/>
      <dgm:t>
        <a:bodyPr/>
        <a:lstStyle/>
        <a:p>
          <a:pPr rtl="0"/>
          <a:r>
            <a:rPr lang="zh-CN" baseline="0" smtClean="0"/>
            <a:t>交付物</a:t>
          </a:r>
          <a:r>
            <a:rPr lang="en-US" baseline="0" smtClean="0"/>
            <a:t>:</a:t>
          </a:r>
          <a:r>
            <a:rPr lang="zh-CN" baseline="0" smtClean="0"/>
            <a:t>基础资源</a:t>
          </a:r>
          <a:endParaRPr lang="zh-CN"/>
        </a:p>
      </dgm:t>
    </dgm:pt>
    <dgm:pt modelId="{89E8CA5C-6499-438F-B1E6-3DD699F29346}" type="parTrans" cxnId="{CC1A23EF-0E2E-42FE-B947-E77E1F45BE46}">
      <dgm:prSet/>
      <dgm:spPr/>
      <dgm:t>
        <a:bodyPr/>
        <a:lstStyle/>
        <a:p>
          <a:endParaRPr lang="zh-CN" altLang="en-US"/>
        </a:p>
      </dgm:t>
    </dgm:pt>
    <dgm:pt modelId="{A40A43E6-95EC-4B68-A0F8-F64ED10FE481}" type="sibTrans" cxnId="{CC1A23EF-0E2E-42FE-B947-E77E1F45BE46}">
      <dgm:prSet/>
      <dgm:spPr/>
      <dgm:t>
        <a:bodyPr/>
        <a:lstStyle/>
        <a:p>
          <a:endParaRPr lang="zh-CN" altLang="en-US"/>
        </a:p>
      </dgm:t>
    </dgm:pt>
    <dgm:pt modelId="{81048628-D448-4557-999A-4D971987BF7D}">
      <dgm:prSet/>
      <dgm:spPr/>
      <dgm:t>
        <a:bodyPr/>
        <a:lstStyle/>
        <a:p>
          <a:pPr rtl="0"/>
          <a:r>
            <a:rPr lang="zh-CN" baseline="0" smtClean="0"/>
            <a:t>具体包括</a:t>
          </a:r>
          <a:r>
            <a:rPr lang="en-US" baseline="0" smtClean="0"/>
            <a:t>:</a:t>
          </a:r>
          <a:r>
            <a:rPr lang="zh-CN" baseline="0" smtClean="0"/>
            <a:t>计算，存储，网络</a:t>
          </a:r>
          <a:endParaRPr lang="zh-CN"/>
        </a:p>
      </dgm:t>
    </dgm:pt>
    <dgm:pt modelId="{6D90B47B-7603-4E3D-A5AB-DCAD9D4416F5}" type="parTrans" cxnId="{8376E3D3-257F-499E-820D-FCCCB3F968F0}">
      <dgm:prSet/>
      <dgm:spPr/>
      <dgm:t>
        <a:bodyPr/>
        <a:lstStyle/>
        <a:p>
          <a:endParaRPr lang="zh-CN" altLang="en-US"/>
        </a:p>
      </dgm:t>
    </dgm:pt>
    <dgm:pt modelId="{49622344-0676-4B7F-BA8B-11708EE3E579}" type="sibTrans" cxnId="{8376E3D3-257F-499E-820D-FCCCB3F968F0}">
      <dgm:prSet/>
      <dgm:spPr/>
      <dgm:t>
        <a:bodyPr/>
        <a:lstStyle/>
        <a:p>
          <a:endParaRPr lang="zh-CN" altLang="en-US"/>
        </a:p>
      </dgm:t>
    </dgm:pt>
    <dgm:pt modelId="{331A2A31-9CAD-4BB4-BBE0-BF5CCDDED129}" type="pres">
      <dgm:prSet presAssocID="{669BBB4A-A6A5-44A8-AADE-D50D071A7D4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3219273-F6BE-4216-81F3-B5F539D8CC8B}" type="pres">
      <dgm:prSet presAssocID="{D6A9D16F-58FC-4CC7-AF96-991B961AFDC0}" presName="composite" presStyleCnt="0"/>
      <dgm:spPr/>
    </dgm:pt>
    <dgm:pt modelId="{6DADEC67-BB3F-4A9B-ABAE-D3E1A8B7AB3A}" type="pres">
      <dgm:prSet presAssocID="{D6A9D16F-58FC-4CC7-AF96-991B961AFDC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F943383-4C4A-4FE8-862E-ACD4E8741843}" type="pres">
      <dgm:prSet presAssocID="{D6A9D16F-58FC-4CC7-AF96-991B961AFDC0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6CF16B9-1D21-4315-8DB2-010648438EFB}" type="pres">
      <dgm:prSet presAssocID="{4A7FF335-F815-401C-890D-6676F5D0B50E}" presName="space" presStyleCnt="0"/>
      <dgm:spPr/>
    </dgm:pt>
    <dgm:pt modelId="{B10B49CC-B1D8-4C74-ADF7-72736BDD76E7}" type="pres">
      <dgm:prSet presAssocID="{E51607CD-DEE2-4710-93B2-21D991DBE40D}" presName="composite" presStyleCnt="0"/>
      <dgm:spPr/>
    </dgm:pt>
    <dgm:pt modelId="{CA22E9CF-804C-44B6-B4F6-16C16095397E}" type="pres">
      <dgm:prSet presAssocID="{E51607CD-DEE2-4710-93B2-21D991DBE4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CC5D30F-0DC8-4FE3-BB97-655C57C56CC4}" type="pres">
      <dgm:prSet presAssocID="{E51607CD-DEE2-4710-93B2-21D991DBE40D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03146FA-D007-4E7F-8EF7-8B10C038F9F1}" type="pres">
      <dgm:prSet presAssocID="{AA66354F-9877-4F72-A59C-03392D9ACF5F}" presName="space" presStyleCnt="0"/>
      <dgm:spPr/>
    </dgm:pt>
    <dgm:pt modelId="{B7A07924-4EF2-4F16-B3B3-CAF49ACF342C}" type="pres">
      <dgm:prSet presAssocID="{7ECD6F57-F655-42FF-A347-A1D83B4F1509}" presName="composite" presStyleCnt="0"/>
      <dgm:spPr/>
    </dgm:pt>
    <dgm:pt modelId="{346E85D7-B690-417F-BBFE-7D5F880B7357}" type="pres">
      <dgm:prSet presAssocID="{7ECD6F57-F655-42FF-A347-A1D83B4F150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4D1C070-4706-49A7-9387-C53F39C9BE87}" type="pres">
      <dgm:prSet presAssocID="{7ECD6F57-F655-42FF-A347-A1D83B4F1509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4CAED7D-F3E4-43B7-BC4E-94E2555B6D47}" type="presOf" srcId="{7ECD6F57-F655-42FF-A347-A1D83B4F1509}" destId="{346E85D7-B690-417F-BBFE-7D5F880B7357}" srcOrd="0" destOrd="0" presId="urn:microsoft.com/office/officeart/2005/8/layout/hList1"/>
    <dgm:cxn modelId="{B78B9A39-476D-467B-8F4E-048FABC1AC40}" type="presOf" srcId="{2D0E051A-D1FB-479D-93AE-284841335D85}" destId="{BCC5D30F-0DC8-4FE3-BB97-655C57C56CC4}" srcOrd="0" destOrd="2" presId="urn:microsoft.com/office/officeart/2005/8/layout/hList1"/>
    <dgm:cxn modelId="{65AB7E26-A740-48CF-8865-AC2AF4841A3F}" type="presOf" srcId="{BEE7972B-D4D5-41CF-B5FC-34C37EFECB4F}" destId="{BCC5D30F-0DC8-4FE3-BB97-655C57C56CC4}" srcOrd="0" destOrd="0" presId="urn:microsoft.com/office/officeart/2005/8/layout/hList1"/>
    <dgm:cxn modelId="{1F9F6C5D-B590-4F56-9C3B-D5D98B530834}" srcId="{E51607CD-DEE2-4710-93B2-21D991DBE40D}" destId="{2D0E051A-D1FB-479D-93AE-284841335D85}" srcOrd="2" destOrd="0" parTransId="{DC596A66-48A1-45D9-8018-A650B945702F}" sibTransId="{35C55967-C861-47B1-B7A4-25A703171FF1}"/>
    <dgm:cxn modelId="{83C1E93E-1CD7-43DD-8BC8-6135CD99BB93}" srcId="{7ECD6F57-F655-42FF-A347-A1D83B4F1509}" destId="{BCA0A616-FF69-46AE-AC69-ABC498C79F4C}" srcOrd="0" destOrd="0" parTransId="{D7EEDAE8-A6D9-42C1-B016-6F595E66AA84}" sibTransId="{BFA614CE-C957-4A46-99CD-8B2795BBB16C}"/>
    <dgm:cxn modelId="{4076A379-06AE-4B75-95E9-3519667A85DF}" type="presOf" srcId="{BCA0A616-FF69-46AE-AC69-ABC498C79F4C}" destId="{74D1C070-4706-49A7-9387-C53F39C9BE87}" srcOrd="0" destOrd="0" presId="urn:microsoft.com/office/officeart/2005/8/layout/hList1"/>
    <dgm:cxn modelId="{25536E6F-40D9-43B8-B064-7211FA0B5685}" type="presOf" srcId="{4D0653FC-EADF-4DE4-9ACD-871C651F8A17}" destId="{EF943383-4C4A-4FE8-862E-ACD4E8741843}" srcOrd="0" destOrd="2" presId="urn:microsoft.com/office/officeart/2005/8/layout/hList1"/>
    <dgm:cxn modelId="{BF119D19-FC2F-4991-A232-77172FCC400B}" srcId="{D6A9D16F-58FC-4CC7-AF96-991B961AFDC0}" destId="{CD1FE9B8-6F3A-46F6-87FF-EE26DF7980A6}" srcOrd="0" destOrd="0" parTransId="{8D48390F-2F6C-4CC2-8162-BD0F79BBB4E5}" sibTransId="{9A504D82-CF0A-4CDA-BEF6-7AC9D378FFEA}"/>
    <dgm:cxn modelId="{7EB34565-F355-405F-939D-2767A0851CE5}" srcId="{E51607CD-DEE2-4710-93B2-21D991DBE40D}" destId="{BEE7972B-D4D5-41CF-B5FC-34C37EFECB4F}" srcOrd="0" destOrd="0" parTransId="{FEDBA5FB-97AB-4A45-B294-6FE34A411D92}" sibTransId="{F55D478A-1E4A-4182-B588-971D6F105529}"/>
    <dgm:cxn modelId="{60046D7E-4350-4C9C-8708-B35F1B2C9DD0}" type="presOf" srcId="{669BBB4A-A6A5-44A8-AADE-D50D071A7D43}" destId="{331A2A31-9CAD-4BB4-BBE0-BF5CCDDED129}" srcOrd="0" destOrd="0" presId="urn:microsoft.com/office/officeart/2005/8/layout/hList1"/>
    <dgm:cxn modelId="{CC1A23EF-0E2E-42FE-B947-E77E1F45BE46}" srcId="{7ECD6F57-F655-42FF-A347-A1D83B4F1509}" destId="{EDA1881B-3AFA-4604-A139-473FF3E9AB45}" srcOrd="1" destOrd="0" parTransId="{89E8CA5C-6499-438F-B1E6-3DD699F29346}" sibTransId="{A40A43E6-95EC-4B68-A0F8-F64ED10FE481}"/>
    <dgm:cxn modelId="{C0289612-716D-401C-9E62-67DDB93034B1}" type="presOf" srcId="{E51607CD-DEE2-4710-93B2-21D991DBE40D}" destId="{CA22E9CF-804C-44B6-B4F6-16C16095397E}" srcOrd="0" destOrd="0" presId="urn:microsoft.com/office/officeart/2005/8/layout/hList1"/>
    <dgm:cxn modelId="{22B16707-0800-47BE-B320-A2F2339B7A58}" type="presOf" srcId="{81048628-D448-4557-999A-4D971987BF7D}" destId="{74D1C070-4706-49A7-9387-C53F39C9BE87}" srcOrd="0" destOrd="2" presId="urn:microsoft.com/office/officeart/2005/8/layout/hList1"/>
    <dgm:cxn modelId="{1508D397-2F00-4A46-95D1-05536022A5B1}" srcId="{D6A9D16F-58FC-4CC7-AF96-991B961AFDC0}" destId="{4D0653FC-EADF-4DE4-9ACD-871C651F8A17}" srcOrd="2" destOrd="0" parTransId="{E07E419C-2E49-4124-B0D2-874A6D96C0CB}" sibTransId="{20803A91-FA7D-4F7F-978E-8C2BF576EF85}"/>
    <dgm:cxn modelId="{FDCDD20D-D4BB-407A-9C51-CAB964E8F89F}" type="presOf" srcId="{D6A9D16F-58FC-4CC7-AF96-991B961AFDC0}" destId="{6DADEC67-BB3F-4A9B-ABAE-D3E1A8B7AB3A}" srcOrd="0" destOrd="0" presId="urn:microsoft.com/office/officeart/2005/8/layout/hList1"/>
    <dgm:cxn modelId="{D9ED13A1-D69D-4EEC-B992-C86EE1046D65}" type="presOf" srcId="{F59BFC03-B830-4DBD-AEE8-7954C1DD62D0}" destId="{BCC5D30F-0DC8-4FE3-BB97-655C57C56CC4}" srcOrd="0" destOrd="1" presId="urn:microsoft.com/office/officeart/2005/8/layout/hList1"/>
    <dgm:cxn modelId="{6F7797E0-21CB-4EE5-AC21-851CA53E4AFE}" srcId="{669BBB4A-A6A5-44A8-AADE-D50D071A7D43}" destId="{E51607CD-DEE2-4710-93B2-21D991DBE40D}" srcOrd="1" destOrd="0" parTransId="{742761F9-8D42-40F8-BDE8-7DA5D4E79A8F}" sibTransId="{AA66354F-9877-4F72-A59C-03392D9ACF5F}"/>
    <dgm:cxn modelId="{DF4B033B-7AA7-4B9A-94F0-2F68BD01A542}" srcId="{669BBB4A-A6A5-44A8-AADE-D50D071A7D43}" destId="{D6A9D16F-58FC-4CC7-AF96-991B961AFDC0}" srcOrd="0" destOrd="0" parTransId="{27E78BB5-25A0-4CD4-B58A-D4D2C7160067}" sibTransId="{4A7FF335-F815-401C-890D-6676F5D0B50E}"/>
    <dgm:cxn modelId="{52EBF89E-CB3B-465B-BDDD-1C863A788DF3}" srcId="{669BBB4A-A6A5-44A8-AADE-D50D071A7D43}" destId="{7ECD6F57-F655-42FF-A347-A1D83B4F1509}" srcOrd="2" destOrd="0" parTransId="{EC8F9B03-593D-4CEA-877D-34293360C1C4}" sibTransId="{D75DBFB0-DC9E-4575-9F5C-DCD2385CFEDC}"/>
    <dgm:cxn modelId="{8490A6F3-F9D1-4758-8F78-B4C8144B57D6}" srcId="{D6A9D16F-58FC-4CC7-AF96-991B961AFDC0}" destId="{FAA7CC85-3AF9-4370-ACE2-E61E83F39D07}" srcOrd="1" destOrd="0" parTransId="{ABA7EB97-871E-4770-BD94-BB236B5C84FE}" sibTransId="{EFB94255-959F-4A8B-8036-55941F6F49B7}"/>
    <dgm:cxn modelId="{2B63F0D1-20DE-4EEA-AC0B-0A7E64EB048F}" type="presOf" srcId="{CD1FE9B8-6F3A-46F6-87FF-EE26DF7980A6}" destId="{EF943383-4C4A-4FE8-862E-ACD4E8741843}" srcOrd="0" destOrd="0" presId="urn:microsoft.com/office/officeart/2005/8/layout/hList1"/>
    <dgm:cxn modelId="{9F3AE31D-A66A-47C0-837C-1C0EA14565AE}" srcId="{E51607CD-DEE2-4710-93B2-21D991DBE40D}" destId="{F59BFC03-B830-4DBD-AEE8-7954C1DD62D0}" srcOrd="1" destOrd="0" parTransId="{B0DD2B88-59D1-4C44-B43B-A6F09920807E}" sibTransId="{0C318CFC-6B62-45A1-9CD1-DB620D5D5C1B}"/>
    <dgm:cxn modelId="{8376E3D3-257F-499E-820D-FCCCB3F968F0}" srcId="{7ECD6F57-F655-42FF-A347-A1D83B4F1509}" destId="{81048628-D448-4557-999A-4D971987BF7D}" srcOrd="2" destOrd="0" parTransId="{6D90B47B-7603-4E3D-A5AB-DCAD9D4416F5}" sibTransId="{49622344-0676-4B7F-BA8B-11708EE3E579}"/>
    <dgm:cxn modelId="{FACAB606-9473-463F-8066-15A7EF7661A5}" type="presOf" srcId="{FAA7CC85-3AF9-4370-ACE2-E61E83F39D07}" destId="{EF943383-4C4A-4FE8-862E-ACD4E8741843}" srcOrd="0" destOrd="1" presId="urn:microsoft.com/office/officeart/2005/8/layout/hList1"/>
    <dgm:cxn modelId="{3B2A9452-6286-48E6-8858-E40C6B2D262C}" type="presOf" srcId="{EDA1881B-3AFA-4604-A139-473FF3E9AB45}" destId="{74D1C070-4706-49A7-9387-C53F39C9BE87}" srcOrd="0" destOrd="1" presId="urn:microsoft.com/office/officeart/2005/8/layout/hList1"/>
    <dgm:cxn modelId="{6C7E7BDC-E4F9-4FF1-B5C7-2A13BDB0FA19}" type="presParOf" srcId="{331A2A31-9CAD-4BB4-BBE0-BF5CCDDED129}" destId="{D3219273-F6BE-4216-81F3-B5F539D8CC8B}" srcOrd="0" destOrd="0" presId="urn:microsoft.com/office/officeart/2005/8/layout/hList1"/>
    <dgm:cxn modelId="{082EF61A-77EA-45DB-B556-0A4CF97D27E3}" type="presParOf" srcId="{D3219273-F6BE-4216-81F3-B5F539D8CC8B}" destId="{6DADEC67-BB3F-4A9B-ABAE-D3E1A8B7AB3A}" srcOrd="0" destOrd="0" presId="urn:microsoft.com/office/officeart/2005/8/layout/hList1"/>
    <dgm:cxn modelId="{BC5896B4-C4A5-43AA-8B73-775B6E6B8E1A}" type="presParOf" srcId="{D3219273-F6BE-4216-81F3-B5F539D8CC8B}" destId="{EF943383-4C4A-4FE8-862E-ACD4E8741843}" srcOrd="1" destOrd="0" presId="urn:microsoft.com/office/officeart/2005/8/layout/hList1"/>
    <dgm:cxn modelId="{FADCD3AE-C07B-40BA-B5A1-81F16C344D1E}" type="presParOf" srcId="{331A2A31-9CAD-4BB4-BBE0-BF5CCDDED129}" destId="{66CF16B9-1D21-4315-8DB2-010648438EFB}" srcOrd="1" destOrd="0" presId="urn:microsoft.com/office/officeart/2005/8/layout/hList1"/>
    <dgm:cxn modelId="{90730282-A3F2-4E12-80C2-98ECD90E37D1}" type="presParOf" srcId="{331A2A31-9CAD-4BB4-BBE0-BF5CCDDED129}" destId="{B10B49CC-B1D8-4C74-ADF7-72736BDD76E7}" srcOrd="2" destOrd="0" presId="urn:microsoft.com/office/officeart/2005/8/layout/hList1"/>
    <dgm:cxn modelId="{AF236D11-D261-4933-A053-DDDE5115BFD4}" type="presParOf" srcId="{B10B49CC-B1D8-4C74-ADF7-72736BDD76E7}" destId="{CA22E9CF-804C-44B6-B4F6-16C16095397E}" srcOrd="0" destOrd="0" presId="urn:microsoft.com/office/officeart/2005/8/layout/hList1"/>
    <dgm:cxn modelId="{5F7E603B-23F8-47C6-8E79-60D9C2EA178E}" type="presParOf" srcId="{B10B49CC-B1D8-4C74-ADF7-72736BDD76E7}" destId="{BCC5D30F-0DC8-4FE3-BB97-655C57C56CC4}" srcOrd="1" destOrd="0" presId="urn:microsoft.com/office/officeart/2005/8/layout/hList1"/>
    <dgm:cxn modelId="{7C09092D-6514-4BAB-9FDF-1AC24939D969}" type="presParOf" srcId="{331A2A31-9CAD-4BB4-BBE0-BF5CCDDED129}" destId="{C03146FA-D007-4E7F-8EF7-8B10C038F9F1}" srcOrd="3" destOrd="0" presId="urn:microsoft.com/office/officeart/2005/8/layout/hList1"/>
    <dgm:cxn modelId="{9BC2E9DB-2391-4058-9FCA-635D9C142805}" type="presParOf" srcId="{331A2A31-9CAD-4BB4-BBE0-BF5CCDDED129}" destId="{B7A07924-4EF2-4F16-B3B3-CAF49ACF342C}" srcOrd="4" destOrd="0" presId="urn:microsoft.com/office/officeart/2005/8/layout/hList1"/>
    <dgm:cxn modelId="{BF04840C-6D7F-48B9-A545-0F9A10929EA2}" type="presParOf" srcId="{B7A07924-4EF2-4F16-B3B3-CAF49ACF342C}" destId="{346E85D7-B690-417F-BBFE-7D5F880B7357}" srcOrd="0" destOrd="0" presId="urn:microsoft.com/office/officeart/2005/8/layout/hList1"/>
    <dgm:cxn modelId="{CDA761B5-EF89-4373-AC67-71A8B0EC2A3C}" type="presParOf" srcId="{B7A07924-4EF2-4F16-B3B3-CAF49ACF342C}" destId="{74D1C070-4706-49A7-9387-C53F39C9BE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D784CB-8828-4112-9CB8-9419DB27870E}" type="doc">
      <dgm:prSet loTypeId="urn:microsoft.com/office/officeart/2009/layout/CircleArrowProcess" loCatId="process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33A19AA7-1A26-48B4-A264-7A9936E960F6}">
      <dgm:prSet/>
      <dgm:spPr/>
      <dgm:t>
        <a:bodyPr/>
        <a:lstStyle/>
        <a:p>
          <a:pPr rtl="0"/>
          <a:r>
            <a:rPr lang="zh-CN" baseline="0" smtClean="0"/>
            <a:t>限时接入</a:t>
          </a:r>
          <a:endParaRPr lang="zh-CN"/>
        </a:p>
      </dgm:t>
    </dgm:pt>
    <dgm:pt modelId="{CECEADA6-3E7B-4803-AE22-A3ACB6D13B1C}" type="parTrans" cxnId="{ECB77F55-8B1A-4B0F-839B-C12DDC77E668}">
      <dgm:prSet/>
      <dgm:spPr/>
      <dgm:t>
        <a:bodyPr/>
        <a:lstStyle/>
        <a:p>
          <a:endParaRPr lang="zh-CN" altLang="en-US"/>
        </a:p>
      </dgm:t>
    </dgm:pt>
    <dgm:pt modelId="{C0392FD6-38CF-4F32-BE54-67194B22ADFA}" type="sibTrans" cxnId="{ECB77F55-8B1A-4B0F-839B-C12DDC77E668}">
      <dgm:prSet/>
      <dgm:spPr/>
      <dgm:t>
        <a:bodyPr/>
        <a:lstStyle/>
        <a:p>
          <a:endParaRPr lang="zh-CN" altLang="en-US"/>
        </a:p>
      </dgm:t>
    </dgm:pt>
    <dgm:pt modelId="{51AB8ACC-BC25-4AEA-99B7-88FE44DB72A8}">
      <dgm:prSet/>
      <dgm:spPr/>
      <dgm:t>
        <a:bodyPr/>
        <a:lstStyle/>
        <a:p>
          <a:pPr rtl="0"/>
          <a:r>
            <a:rPr lang="zh-CN" baseline="0" smtClean="0"/>
            <a:t>自助服务</a:t>
          </a:r>
          <a:endParaRPr lang="zh-CN"/>
        </a:p>
      </dgm:t>
    </dgm:pt>
    <dgm:pt modelId="{277D479D-805B-4400-A063-F6700E11C5D6}" type="parTrans" cxnId="{1CB67257-773E-4C66-BA47-3F0367D05BF1}">
      <dgm:prSet/>
      <dgm:spPr/>
      <dgm:t>
        <a:bodyPr/>
        <a:lstStyle/>
        <a:p>
          <a:endParaRPr lang="zh-CN" altLang="en-US"/>
        </a:p>
      </dgm:t>
    </dgm:pt>
    <dgm:pt modelId="{1F9F26A2-FDA6-43E6-AE03-E6B1000AB366}" type="sibTrans" cxnId="{1CB67257-773E-4C66-BA47-3F0367D05BF1}">
      <dgm:prSet/>
      <dgm:spPr/>
      <dgm:t>
        <a:bodyPr/>
        <a:lstStyle/>
        <a:p>
          <a:endParaRPr lang="zh-CN" altLang="en-US"/>
        </a:p>
      </dgm:t>
    </dgm:pt>
    <dgm:pt modelId="{07E08DA8-FEDD-4DC4-BD6D-984B623B3BA4}">
      <dgm:prSet/>
      <dgm:spPr/>
      <dgm:t>
        <a:bodyPr/>
        <a:lstStyle/>
        <a:p>
          <a:pPr rtl="0"/>
          <a:r>
            <a:rPr lang="zh-CN" baseline="0" smtClean="0"/>
            <a:t>资源共享</a:t>
          </a:r>
          <a:endParaRPr lang="zh-CN"/>
        </a:p>
      </dgm:t>
    </dgm:pt>
    <dgm:pt modelId="{9633F3BE-72E7-48F6-BF23-13567277D7B6}" type="parTrans" cxnId="{4E12AD45-16F8-449D-956F-E60BDE69248B}">
      <dgm:prSet/>
      <dgm:spPr/>
      <dgm:t>
        <a:bodyPr/>
        <a:lstStyle/>
        <a:p>
          <a:endParaRPr lang="zh-CN" altLang="en-US"/>
        </a:p>
      </dgm:t>
    </dgm:pt>
    <dgm:pt modelId="{F404BC05-5A62-4527-B25C-03373E208C32}" type="sibTrans" cxnId="{4E12AD45-16F8-449D-956F-E60BDE69248B}">
      <dgm:prSet/>
      <dgm:spPr/>
      <dgm:t>
        <a:bodyPr/>
        <a:lstStyle/>
        <a:p>
          <a:endParaRPr lang="zh-CN" altLang="en-US"/>
        </a:p>
      </dgm:t>
    </dgm:pt>
    <dgm:pt modelId="{20F2675C-DE36-4C67-8A7F-A996531898C2}">
      <dgm:prSet/>
      <dgm:spPr/>
      <dgm:t>
        <a:bodyPr/>
        <a:lstStyle/>
        <a:p>
          <a:pPr rtl="0"/>
          <a:r>
            <a:rPr lang="zh-CN" baseline="0" smtClean="0"/>
            <a:t>弹性扩展</a:t>
          </a:r>
          <a:endParaRPr lang="zh-CN"/>
        </a:p>
      </dgm:t>
    </dgm:pt>
    <dgm:pt modelId="{C0B05D19-1726-415F-954E-5A9BE4E5DEC5}" type="parTrans" cxnId="{5815B968-7F87-45DE-A161-038F4BE886C5}">
      <dgm:prSet/>
      <dgm:spPr/>
      <dgm:t>
        <a:bodyPr/>
        <a:lstStyle/>
        <a:p>
          <a:endParaRPr lang="zh-CN" altLang="en-US"/>
        </a:p>
      </dgm:t>
    </dgm:pt>
    <dgm:pt modelId="{D9B825F5-4904-4C1C-805F-1FD6F218C659}" type="sibTrans" cxnId="{5815B968-7F87-45DE-A161-038F4BE886C5}">
      <dgm:prSet/>
      <dgm:spPr/>
      <dgm:t>
        <a:bodyPr/>
        <a:lstStyle/>
        <a:p>
          <a:endParaRPr lang="zh-CN" altLang="en-US"/>
        </a:p>
      </dgm:t>
    </dgm:pt>
    <dgm:pt modelId="{6F266603-2A35-49BF-9E60-C41495760A63}">
      <dgm:prSet/>
      <dgm:spPr/>
      <dgm:t>
        <a:bodyPr/>
        <a:lstStyle/>
        <a:p>
          <a:pPr rtl="0"/>
          <a:r>
            <a:rPr lang="zh-CN" baseline="0" smtClean="0"/>
            <a:t>服务可计量</a:t>
          </a:r>
          <a:endParaRPr lang="zh-CN"/>
        </a:p>
      </dgm:t>
    </dgm:pt>
    <dgm:pt modelId="{4884A88E-055E-4045-BC84-AEE197031A79}" type="parTrans" cxnId="{38CDF047-3E28-43BC-B146-C9C031B52B98}">
      <dgm:prSet/>
      <dgm:spPr/>
      <dgm:t>
        <a:bodyPr/>
        <a:lstStyle/>
        <a:p>
          <a:endParaRPr lang="zh-CN" altLang="en-US"/>
        </a:p>
      </dgm:t>
    </dgm:pt>
    <dgm:pt modelId="{14D664FD-3B69-41AE-8907-410AC1D001DD}" type="sibTrans" cxnId="{38CDF047-3E28-43BC-B146-C9C031B52B98}">
      <dgm:prSet/>
      <dgm:spPr/>
      <dgm:t>
        <a:bodyPr/>
        <a:lstStyle/>
        <a:p>
          <a:endParaRPr lang="zh-CN" altLang="en-US"/>
        </a:p>
      </dgm:t>
    </dgm:pt>
    <dgm:pt modelId="{32592679-8D1F-4296-AB7F-B4B241C3FB6E}" type="pres">
      <dgm:prSet presAssocID="{B6D784CB-8828-4112-9CB8-9419DB27870E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7B23AE35-744A-48BF-B153-2972F823E0DB}" type="pres">
      <dgm:prSet presAssocID="{33A19AA7-1A26-48B4-A264-7A9936E960F6}" presName="Accent1" presStyleCnt="0"/>
      <dgm:spPr/>
    </dgm:pt>
    <dgm:pt modelId="{FDEDE71C-8761-47E7-8AA3-176C8214F9EF}" type="pres">
      <dgm:prSet presAssocID="{33A19AA7-1A26-48B4-A264-7A9936E960F6}" presName="Accent" presStyleLbl="node1" presStyleIdx="0" presStyleCnt="5"/>
      <dgm:spPr/>
    </dgm:pt>
    <dgm:pt modelId="{291B8367-BFAB-42D7-90B3-35719DE19782}" type="pres">
      <dgm:prSet presAssocID="{33A19AA7-1A26-48B4-A264-7A9936E960F6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D0343F8-B290-43DB-9290-290E3094D5E9}" type="pres">
      <dgm:prSet presAssocID="{51AB8ACC-BC25-4AEA-99B7-88FE44DB72A8}" presName="Accent2" presStyleCnt="0"/>
      <dgm:spPr/>
    </dgm:pt>
    <dgm:pt modelId="{8529E042-76B1-4854-975E-1976C80C934B}" type="pres">
      <dgm:prSet presAssocID="{51AB8ACC-BC25-4AEA-99B7-88FE44DB72A8}" presName="Accent" presStyleLbl="node1" presStyleIdx="1" presStyleCnt="5"/>
      <dgm:spPr/>
    </dgm:pt>
    <dgm:pt modelId="{53C753EF-A109-4124-90B8-648EE225B56D}" type="pres">
      <dgm:prSet presAssocID="{51AB8ACC-BC25-4AEA-99B7-88FE44DB72A8}" presName="Parent2" presStyleLbl="revTx" presStyleIdx="1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565029-CB46-4511-B4DD-0F3DDD15D668}" type="pres">
      <dgm:prSet presAssocID="{07E08DA8-FEDD-4DC4-BD6D-984B623B3BA4}" presName="Accent3" presStyleCnt="0"/>
      <dgm:spPr/>
    </dgm:pt>
    <dgm:pt modelId="{83A214E9-B1C7-42D8-B955-8350A5352386}" type="pres">
      <dgm:prSet presAssocID="{07E08DA8-FEDD-4DC4-BD6D-984B623B3BA4}" presName="Accent" presStyleLbl="node1" presStyleIdx="2" presStyleCnt="5"/>
      <dgm:spPr/>
    </dgm:pt>
    <dgm:pt modelId="{22150829-60E9-46C3-B6A6-FE3BD765AAA8}" type="pres">
      <dgm:prSet presAssocID="{07E08DA8-FEDD-4DC4-BD6D-984B623B3BA4}" presName="Parent3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4EC6222-12E0-4D74-A303-56857AA932A7}" type="pres">
      <dgm:prSet presAssocID="{20F2675C-DE36-4C67-8A7F-A996531898C2}" presName="Accent4" presStyleCnt="0"/>
      <dgm:spPr/>
    </dgm:pt>
    <dgm:pt modelId="{9CB7C626-AB18-428C-8073-85CF2160A263}" type="pres">
      <dgm:prSet presAssocID="{20F2675C-DE36-4C67-8A7F-A996531898C2}" presName="Accent" presStyleLbl="node1" presStyleIdx="3" presStyleCnt="5"/>
      <dgm:spPr/>
    </dgm:pt>
    <dgm:pt modelId="{3B779DFB-E17F-4E36-85A9-0631E1B662E3}" type="pres">
      <dgm:prSet presAssocID="{20F2675C-DE36-4C67-8A7F-A996531898C2}" presName="Parent4" presStyleLbl="revTx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5961927-28E1-48CC-89C2-11DC763D344D}" type="pres">
      <dgm:prSet presAssocID="{6F266603-2A35-49BF-9E60-C41495760A63}" presName="Accent5" presStyleCnt="0"/>
      <dgm:spPr/>
    </dgm:pt>
    <dgm:pt modelId="{0A6DE88C-EE7C-4F06-BB8C-BD1E2F4FF763}" type="pres">
      <dgm:prSet presAssocID="{6F266603-2A35-49BF-9E60-C41495760A63}" presName="Accent" presStyleLbl="node1" presStyleIdx="4" presStyleCnt="5"/>
      <dgm:spPr/>
    </dgm:pt>
    <dgm:pt modelId="{D5501203-02D9-4360-A130-6FBFCB73E50B}" type="pres">
      <dgm:prSet presAssocID="{6F266603-2A35-49BF-9E60-C41495760A63}" presName="Parent5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815B968-7F87-45DE-A161-038F4BE886C5}" srcId="{B6D784CB-8828-4112-9CB8-9419DB27870E}" destId="{20F2675C-DE36-4C67-8A7F-A996531898C2}" srcOrd="3" destOrd="0" parTransId="{C0B05D19-1726-415F-954E-5A9BE4E5DEC5}" sibTransId="{D9B825F5-4904-4C1C-805F-1FD6F218C659}"/>
    <dgm:cxn modelId="{79F6E583-E926-416A-A972-90CBAA3D90BF}" type="presOf" srcId="{B6D784CB-8828-4112-9CB8-9419DB27870E}" destId="{32592679-8D1F-4296-AB7F-B4B241C3FB6E}" srcOrd="0" destOrd="0" presId="urn:microsoft.com/office/officeart/2009/layout/CircleArrowProcess"/>
    <dgm:cxn modelId="{1CB67257-773E-4C66-BA47-3F0367D05BF1}" srcId="{B6D784CB-8828-4112-9CB8-9419DB27870E}" destId="{51AB8ACC-BC25-4AEA-99B7-88FE44DB72A8}" srcOrd="1" destOrd="0" parTransId="{277D479D-805B-4400-A063-F6700E11C5D6}" sibTransId="{1F9F26A2-FDA6-43E6-AE03-E6B1000AB366}"/>
    <dgm:cxn modelId="{8D432BF6-DD51-4240-89C5-44BA42B9B954}" type="presOf" srcId="{51AB8ACC-BC25-4AEA-99B7-88FE44DB72A8}" destId="{53C753EF-A109-4124-90B8-648EE225B56D}" srcOrd="0" destOrd="0" presId="urn:microsoft.com/office/officeart/2009/layout/CircleArrowProcess"/>
    <dgm:cxn modelId="{63264A8D-2BF2-4B9E-ABD5-79B182095A1E}" type="presOf" srcId="{20F2675C-DE36-4C67-8A7F-A996531898C2}" destId="{3B779DFB-E17F-4E36-85A9-0631E1B662E3}" srcOrd="0" destOrd="0" presId="urn:microsoft.com/office/officeart/2009/layout/CircleArrowProcess"/>
    <dgm:cxn modelId="{2B6AC3A1-DC8F-4D31-A870-24D44887CFA9}" type="presOf" srcId="{33A19AA7-1A26-48B4-A264-7A9936E960F6}" destId="{291B8367-BFAB-42D7-90B3-35719DE19782}" srcOrd="0" destOrd="0" presId="urn:microsoft.com/office/officeart/2009/layout/CircleArrowProcess"/>
    <dgm:cxn modelId="{4E12AD45-16F8-449D-956F-E60BDE69248B}" srcId="{B6D784CB-8828-4112-9CB8-9419DB27870E}" destId="{07E08DA8-FEDD-4DC4-BD6D-984B623B3BA4}" srcOrd="2" destOrd="0" parTransId="{9633F3BE-72E7-48F6-BF23-13567277D7B6}" sibTransId="{F404BC05-5A62-4527-B25C-03373E208C32}"/>
    <dgm:cxn modelId="{D482FA7E-6481-4467-834F-A3E269284E8A}" type="presOf" srcId="{07E08DA8-FEDD-4DC4-BD6D-984B623B3BA4}" destId="{22150829-60E9-46C3-B6A6-FE3BD765AAA8}" srcOrd="0" destOrd="0" presId="urn:microsoft.com/office/officeart/2009/layout/CircleArrowProcess"/>
    <dgm:cxn modelId="{ECB77F55-8B1A-4B0F-839B-C12DDC77E668}" srcId="{B6D784CB-8828-4112-9CB8-9419DB27870E}" destId="{33A19AA7-1A26-48B4-A264-7A9936E960F6}" srcOrd="0" destOrd="0" parTransId="{CECEADA6-3E7B-4803-AE22-A3ACB6D13B1C}" sibTransId="{C0392FD6-38CF-4F32-BE54-67194B22ADFA}"/>
    <dgm:cxn modelId="{38CDF047-3E28-43BC-B146-C9C031B52B98}" srcId="{B6D784CB-8828-4112-9CB8-9419DB27870E}" destId="{6F266603-2A35-49BF-9E60-C41495760A63}" srcOrd="4" destOrd="0" parTransId="{4884A88E-055E-4045-BC84-AEE197031A79}" sibTransId="{14D664FD-3B69-41AE-8907-410AC1D001DD}"/>
    <dgm:cxn modelId="{B186B8C5-883D-41F1-B5CD-87C53C937A9A}" type="presOf" srcId="{6F266603-2A35-49BF-9E60-C41495760A63}" destId="{D5501203-02D9-4360-A130-6FBFCB73E50B}" srcOrd="0" destOrd="0" presId="urn:microsoft.com/office/officeart/2009/layout/CircleArrowProcess"/>
    <dgm:cxn modelId="{FA4740BE-8FDD-426E-A4ED-1E15C649C32F}" type="presParOf" srcId="{32592679-8D1F-4296-AB7F-B4B241C3FB6E}" destId="{7B23AE35-744A-48BF-B153-2972F823E0DB}" srcOrd="0" destOrd="0" presId="urn:microsoft.com/office/officeart/2009/layout/CircleArrowProcess"/>
    <dgm:cxn modelId="{DC8B24C4-C0C9-42A9-8DC2-E074083ECF6C}" type="presParOf" srcId="{7B23AE35-744A-48BF-B153-2972F823E0DB}" destId="{FDEDE71C-8761-47E7-8AA3-176C8214F9EF}" srcOrd="0" destOrd="0" presId="urn:microsoft.com/office/officeart/2009/layout/CircleArrowProcess"/>
    <dgm:cxn modelId="{87B260C8-D61A-46B2-99AC-94988353933E}" type="presParOf" srcId="{32592679-8D1F-4296-AB7F-B4B241C3FB6E}" destId="{291B8367-BFAB-42D7-90B3-35719DE19782}" srcOrd="1" destOrd="0" presId="urn:microsoft.com/office/officeart/2009/layout/CircleArrowProcess"/>
    <dgm:cxn modelId="{99C3854E-348D-401B-9667-722064F94A84}" type="presParOf" srcId="{32592679-8D1F-4296-AB7F-B4B241C3FB6E}" destId="{4D0343F8-B290-43DB-9290-290E3094D5E9}" srcOrd="2" destOrd="0" presId="urn:microsoft.com/office/officeart/2009/layout/CircleArrowProcess"/>
    <dgm:cxn modelId="{A4E71855-C58B-4BAF-A23C-5FE53D4E04E8}" type="presParOf" srcId="{4D0343F8-B290-43DB-9290-290E3094D5E9}" destId="{8529E042-76B1-4854-975E-1976C80C934B}" srcOrd="0" destOrd="0" presId="urn:microsoft.com/office/officeart/2009/layout/CircleArrowProcess"/>
    <dgm:cxn modelId="{D0CF1702-445F-41DA-A193-1402112CE3CF}" type="presParOf" srcId="{32592679-8D1F-4296-AB7F-B4B241C3FB6E}" destId="{53C753EF-A109-4124-90B8-648EE225B56D}" srcOrd="3" destOrd="0" presId="urn:microsoft.com/office/officeart/2009/layout/CircleArrowProcess"/>
    <dgm:cxn modelId="{6642969F-5E4C-4E65-8E55-D763C0957C38}" type="presParOf" srcId="{32592679-8D1F-4296-AB7F-B4B241C3FB6E}" destId="{F9565029-CB46-4511-B4DD-0F3DDD15D668}" srcOrd="4" destOrd="0" presId="urn:microsoft.com/office/officeart/2009/layout/CircleArrowProcess"/>
    <dgm:cxn modelId="{E8E33677-7F4E-4859-9336-2DCEF906A6B0}" type="presParOf" srcId="{F9565029-CB46-4511-B4DD-0F3DDD15D668}" destId="{83A214E9-B1C7-42D8-B955-8350A5352386}" srcOrd="0" destOrd="0" presId="urn:microsoft.com/office/officeart/2009/layout/CircleArrowProcess"/>
    <dgm:cxn modelId="{3CDEB058-A345-4174-AAEE-0FCD0CFE22F4}" type="presParOf" srcId="{32592679-8D1F-4296-AB7F-B4B241C3FB6E}" destId="{22150829-60E9-46C3-B6A6-FE3BD765AAA8}" srcOrd="5" destOrd="0" presId="urn:microsoft.com/office/officeart/2009/layout/CircleArrowProcess"/>
    <dgm:cxn modelId="{A9EFCFED-D78B-4B9B-84BA-83AFBE8460BC}" type="presParOf" srcId="{32592679-8D1F-4296-AB7F-B4B241C3FB6E}" destId="{04EC6222-12E0-4D74-A303-56857AA932A7}" srcOrd="6" destOrd="0" presId="urn:microsoft.com/office/officeart/2009/layout/CircleArrowProcess"/>
    <dgm:cxn modelId="{E8D353DE-46D4-49A5-8F7E-83EF49E103CE}" type="presParOf" srcId="{04EC6222-12E0-4D74-A303-56857AA932A7}" destId="{9CB7C626-AB18-428C-8073-85CF2160A263}" srcOrd="0" destOrd="0" presId="urn:microsoft.com/office/officeart/2009/layout/CircleArrowProcess"/>
    <dgm:cxn modelId="{0365978B-1F92-43C1-B141-6E6066822DF1}" type="presParOf" srcId="{32592679-8D1F-4296-AB7F-B4B241C3FB6E}" destId="{3B779DFB-E17F-4E36-85A9-0631E1B662E3}" srcOrd="7" destOrd="0" presId="urn:microsoft.com/office/officeart/2009/layout/CircleArrowProcess"/>
    <dgm:cxn modelId="{75DCD128-8880-465F-BC99-C65CA61F079F}" type="presParOf" srcId="{32592679-8D1F-4296-AB7F-B4B241C3FB6E}" destId="{F5961927-28E1-48CC-89C2-11DC763D344D}" srcOrd="8" destOrd="0" presId="urn:microsoft.com/office/officeart/2009/layout/CircleArrowProcess"/>
    <dgm:cxn modelId="{11C84DC9-DAB8-4403-A434-3E5E4465ECE2}" type="presParOf" srcId="{F5961927-28E1-48CC-89C2-11DC763D344D}" destId="{0A6DE88C-EE7C-4F06-BB8C-BD1E2F4FF763}" srcOrd="0" destOrd="0" presId="urn:microsoft.com/office/officeart/2009/layout/CircleArrowProcess"/>
    <dgm:cxn modelId="{AA3796EE-1DC4-4E02-9969-FD3CCDABC12F}" type="presParOf" srcId="{32592679-8D1F-4296-AB7F-B4B241C3FB6E}" destId="{D5501203-02D9-4360-A130-6FBFCB73E50B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1CC58B-29F0-4694-A34C-F7789FAC4ED5}" type="doc">
      <dgm:prSet loTypeId="urn:microsoft.com/office/officeart/2005/8/layout/hList6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266764C4-0C53-4F54-92E5-3D03A5597001}">
      <dgm:prSet/>
      <dgm:spPr/>
      <dgm:t>
        <a:bodyPr/>
        <a:lstStyle/>
        <a:p>
          <a:pPr rtl="0"/>
          <a:r>
            <a:rPr lang="zh-CN" baseline="0" smtClean="0"/>
            <a:t>云服务概述</a:t>
          </a:r>
          <a:endParaRPr lang="zh-CN"/>
        </a:p>
      </dgm:t>
    </dgm:pt>
    <dgm:pt modelId="{F51316C7-B1CE-4752-A87E-09E63771AD2A}" type="parTrans" cxnId="{AFDCE02E-83CF-444F-B62E-13FD2118EC55}">
      <dgm:prSet/>
      <dgm:spPr/>
      <dgm:t>
        <a:bodyPr/>
        <a:lstStyle/>
        <a:p>
          <a:endParaRPr lang="zh-CN" altLang="en-US"/>
        </a:p>
      </dgm:t>
    </dgm:pt>
    <dgm:pt modelId="{335D27D9-D594-46F0-8173-D29116C6FFD4}" type="sibTrans" cxnId="{AFDCE02E-83CF-444F-B62E-13FD2118EC55}">
      <dgm:prSet/>
      <dgm:spPr/>
      <dgm:t>
        <a:bodyPr/>
        <a:lstStyle/>
        <a:p>
          <a:endParaRPr lang="zh-CN" altLang="en-US"/>
        </a:p>
      </dgm:t>
    </dgm:pt>
    <dgm:pt modelId="{EDA1960F-C3F6-4E68-BC3A-C11D4854290B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zh-CN" baseline="0" smtClean="0"/>
            <a:t>云服务行业及市场分析</a:t>
          </a:r>
          <a:endParaRPr lang="zh-CN"/>
        </a:p>
      </dgm:t>
    </dgm:pt>
    <dgm:pt modelId="{A72B6ADC-9805-4A2C-A333-BC375E9C3E66}" type="parTrans" cxnId="{971E4253-87E4-49F5-BFEE-8A030807E915}">
      <dgm:prSet/>
      <dgm:spPr/>
      <dgm:t>
        <a:bodyPr/>
        <a:lstStyle/>
        <a:p>
          <a:endParaRPr lang="zh-CN" altLang="en-US"/>
        </a:p>
      </dgm:t>
    </dgm:pt>
    <dgm:pt modelId="{41389656-A23F-474C-9B34-DBC9A8A3AE3E}" type="sibTrans" cxnId="{971E4253-87E4-49F5-BFEE-8A030807E915}">
      <dgm:prSet/>
      <dgm:spPr/>
      <dgm:t>
        <a:bodyPr/>
        <a:lstStyle/>
        <a:p>
          <a:endParaRPr lang="zh-CN" altLang="en-US"/>
        </a:p>
      </dgm:t>
    </dgm:pt>
    <dgm:pt modelId="{D90871A9-B0A4-4905-9FFB-640619F8089A}">
      <dgm:prSet/>
      <dgm:spPr/>
      <dgm:t>
        <a:bodyPr/>
        <a:lstStyle/>
        <a:p>
          <a:pPr rtl="0"/>
          <a:r>
            <a:rPr lang="zh-CN" baseline="0" smtClean="0"/>
            <a:t>云服务发展趋势分析</a:t>
          </a:r>
          <a:endParaRPr lang="zh-CN"/>
        </a:p>
      </dgm:t>
    </dgm:pt>
    <dgm:pt modelId="{1294BE74-1DA7-4C5B-8551-E2A2D708E9A0}" type="parTrans" cxnId="{70F62BF7-75A8-465B-BEE2-089512F86A42}">
      <dgm:prSet/>
      <dgm:spPr/>
      <dgm:t>
        <a:bodyPr/>
        <a:lstStyle/>
        <a:p>
          <a:endParaRPr lang="zh-CN" altLang="en-US"/>
        </a:p>
      </dgm:t>
    </dgm:pt>
    <dgm:pt modelId="{6C94E855-639E-4827-BA5C-21F182D47EB4}" type="sibTrans" cxnId="{70F62BF7-75A8-465B-BEE2-089512F86A42}">
      <dgm:prSet/>
      <dgm:spPr/>
      <dgm:t>
        <a:bodyPr/>
        <a:lstStyle/>
        <a:p>
          <a:endParaRPr lang="zh-CN" altLang="en-US"/>
        </a:p>
      </dgm:t>
    </dgm:pt>
    <dgm:pt modelId="{B1DAC2CF-21D3-4644-9A32-B6C2538E1F9E}" type="pres">
      <dgm:prSet presAssocID="{551CC58B-29F0-4694-A34C-F7789FAC4ED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14F1837-73ED-4992-B1D5-9B60FBAD6EC0}" type="pres">
      <dgm:prSet presAssocID="{266764C4-0C53-4F54-92E5-3D03A559700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6F6236-25A7-407D-BF33-6CCB6871E323}" type="pres">
      <dgm:prSet presAssocID="{335D27D9-D594-46F0-8173-D29116C6FFD4}" presName="sibTrans" presStyleCnt="0"/>
      <dgm:spPr/>
    </dgm:pt>
    <dgm:pt modelId="{CEB59BBD-BADC-49CB-98D1-53C71A8A8C3E}" type="pres">
      <dgm:prSet presAssocID="{EDA1960F-C3F6-4E68-BC3A-C11D4854290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A432A04-11A5-4CE5-B5D0-0670DAAFE4AE}" type="pres">
      <dgm:prSet presAssocID="{41389656-A23F-474C-9B34-DBC9A8A3AE3E}" presName="sibTrans" presStyleCnt="0"/>
      <dgm:spPr/>
    </dgm:pt>
    <dgm:pt modelId="{5CBD9A67-81A2-4F68-B109-5A3197F06F2F}" type="pres">
      <dgm:prSet presAssocID="{D90871A9-B0A4-4905-9FFB-640619F8089A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FDCE02E-83CF-444F-B62E-13FD2118EC55}" srcId="{551CC58B-29F0-4694-A34C-F7789FAC4ED5}" destId="{266764C4-0C53-4F54-92E5-3D03A5597001}" srcOrd="0" destOrd="0" parTransId="{F51316C7-B1CE-4752-A87E-09E63771AD2A}" sibTransId="{335D27D9-D594-46F0-8173-D29116C6FFD4}"/>
    <dgm:cxn modelId="{33D907B7-7B43-41DD-A1FD-1F1D2744F312}" type="presOf" srcId="{EDA1960F-C3F6-4E68-BC3A-C11D4854290B}" destId="{CEB59BBD-BADC-49CB-98D1-53C71A8A8C3E}" srcOrd="0" destOrd="0" presId="urn:microsoft.com/office/officeart/2005/8/layout/hList6"/>
    <dgm:cxn modelId="{F6FF2E35-FA10-499F-B8C9-386A96A309BC}" type="presOf" srcId="{266764C4-0C53-4F54-92E5-3D03A5597001}" destId="{B14F1837-73ED-4992-B1D5-9B60FBAD6EC0}" srcOrd="0" destOrd="0" presId="urn:microsoft.com/office/officeart/2005/8/layout/hList6"/>
    <dgm:cxn modelId="{70F62BF7-75A8-465B-BEE2-089512F86A42}" srcId="{551CC58B-29F0-4694-A34C-F7789FAC4ED5}" destId="{D90871A9-B0A4-4905-9FFB-640619F8089A}" srcOrd="2" destOrd="0" parTransId="{1294BE74-1DA7-4C5B-8551-E2A2D708E9A0}" sibTransId="{6C94E855-639E-4827-BA5C-21F182D47EB4}"/>
    <dgm:cxn modelId="{971E4253-87E4-49F5-BFEE-8A030807E915}" srcId="{551CC58B-29F0-4694-A34C-F7789FAC4ED5}" destId="{EDA1960F-C3F6-4E68-BC3A-C11D4854290B}" srcOrd="1" destOrd="0" parTransId="{A72B6ADC-9805-4A2C-A333-BC375E9C3E66}" sibTransId="{41389656-A23F-474C-9B34-DBC9A8A3AE3E}"/>
    <dgm:cxn modelId="{4DA4FABB-FAC5-48A7-AB90-303DDE65DE72}" type="presOf" srcId="{551CC58B-29F0-4694-A34C-F7789FAC4ED5}" destId="{B1DAC2CF-21D3-4644-9A32-B6C2538E1F9E}" srcOrd="0" destOrd="0" presId="urn:microsoft.com/office/officeart/2005/8/layout/hList6"/>
    <dgm:cxn modelId="{68C67A11-C478-4AA7-BD38-92144E4FE78A}" type="presOf" srcId="{D90871A9-B0A4-4905-9FFB-640619F8089A}" destId="{5CBD9A67-81A2-4F68-B109-5A3197F06F2F}" srcOrd="0" destOrd="0" presId="urn:microsoft.com/office/officeart/2005/8/layout/hList6"/>
    <dgm:cxn modelId="{A105A45D-AF5F-4430-9E58-9E77075DEF5B}" type="presParOf" srcId="{B1DAC2CF-21D3-4644-9A32-B6C2538E1F9E}" destId="{B14F1837-73ED-4992-B1D5-9B60FBAD6EC0}" srcOrd="0" destOrd="0" presId="urn:microsoft.com/office/officeart/2005/8/layout/hList6"/>
    <dgm:cxn modelId="{95C43E4E-92C6-4D85-AB08-ED99AA28D26C}" type="presParOf" srcId="{B1DAC2CF-21D3-4644-9A32-B6C2538E1F9E}" destId="{CC6F6236-25A7-407D-BF33-6CCB6871E323}" srcOrd="1" destOrd="0" presId="urn:microsoft.com/office/officeart/2005/8/layout/hList6"/>
    <dgm:cxn modelId="{45EA38B8-2E97-41E2-9C71-9218FF48C137}" type="presParOf" srcId="{B1DAC2CF-21D3-4644-9A32-B6C2538E1F9E}" destId="{CEB59BBD-BADC-49CB-98D1-53C71A8A8C3E}" srcOrd="2" destOrd="0" presId="urn:microsoft.com/office/officeart/2005/8/layout/hList6"/>
    <dgm:cxn modelId="{58A92E6F-B279-4F49-9FE1-C60CFCE3F961}" type="presParOf" srcId="{B1DAC2CF-21D3-4644-9A32-B6C2538E1F9E}" destId="{5A432A04-11A5-4CE5-B5D0-0670DAAFE4AE}" srcOrd="3" destOrd="0" presId="urn:microsoft.com/office/officeart/2005/8/layout/hList6"/>
    <dgm:cxn modelId="{3630E574-1AB9-471F-9E28-FC00AC4C2E06}" type="presParOf" srcId="{B1DAC2CF-21D3-4644-9A32-B6C2538E1F9E}" destId="{5CBD9A67-81A2-4F68-B109-5A3197F06F2F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C2C1BE-976F-4306-A51A-6CC442234409}" type="doc">
      <dgm:prSet loTypeId="urn:microsoft.com/office/officeart/2005/8/layout/hList6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9B39EA01-2A0B-449D-9C96-A040BD5FE943}">
      <dgm:prSet/>
      <dgm:spPr/>
      <dgm:t>
        <a:bodyPr/>
        <a:lstStyle/>
        <a:p>
          <a:pPr rtl="0"/>
          <a:r>
            <a:rPr lang="zh-CN" baseline="0" smtClean="0"/>
            <a:t>云服务概述</a:t>
          </a:r>
          <a:endParaRPr lang="zh-CN"/>
        </a:p>
      </dgm:t>
    </dgm:pt>
    <dgm:pt modelId="{E574F47E-7AEB-4F10-8D97-607262DE75D1}" type="parTrans" cxnId="{7BBEC961-D57F-4AFD-A3DB-7FC400770314}">
      <dgm:prSet/>
      <dgm:spPr/>
      <dgm:t>
        <a:bodyPr/>
        <a:lstStyle/>
        <a:p>
          <a:endParaRPr lang="zh-CN" altLang="en-US"/>
        </a:p>
      </dgm:t>
    </dgm:pt>
    <dgm:pt modelId="{64492A7A-0B3D-4343-9356-EA92C7954904}" type="sibTrans" cxnId="{7BBEC961-D57F-4AFD-A3DB-7FC400770314}">
      <dgm:prSet/>
      <dgm:spPr/>
      <dgm:t>
        <a:bodyPr/>
        <a:lstStyle/>
        <a:p>
          <a:endParaRPr lang="zh-CN" altLang="en-US"/>
        </a:p>
      </dgm:t>
    </dgm:pt>
    <dgm:pt modelId="{C355ECDF-BBB5-482E-8F8B-EEE0EE20A918}">
      <dgm:prSet/>
      <dgm:spPr/>
      <dgm:t>
        <a:bodyPr/>
        <a:lstStyle/>
        <a:p>
          <a:pPr rtl="0"/>
          <a:r>
            <a:rPr lang="zh-CN" baseline="0" smtClean="0"/>
            <a:t>云服务行业及市场分析</a:t>
          </a:r>
          <a:endParaRPr lang="zh-CN"/>
        </a:p>
      </dgm:t>
    </dgm:pt>
    <dgm:pt modelId="{8B7F30A9-13E1-4895-83B4-EF476F3DFD2A}" type="parTrans" cxnId="{D123E32A-6F3B-4FEB-978D-474B76EC549D}">
      <dgm:prSet/>
      <dgm:spPr/>
      <dgm:t>
        <a:bodyPr/>
        <a:lstStyle/>
        <a:p>
          <a:endParaRPr lang="zh-CN" altLang="en-US"/>
        </a:p>
      </dgm:t>
    </dgm:pt>
    <dgm:pt modelId="{F4351BAF-D8DD-4E4D-8815-182886B7425E}" type="sibTrans" cxnId="{D123E32A-6F3B-4FEB-978D-474B76EC549D}">
      <dgm:prSet/>
      <dgm:spPr/>
      <dgm:t>
        <a:bodyPr/>
        <a:lstStyle/>
        <a:p>
          <a:endParaRPr lang="zh-CN" altLang="en-US"/>
        </a:p>
      </dgm:t>
    </dgm:pt>
    <dgm:pt modelId="{803FF7F4-E257-4F22-8421-F7FC96662819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zh-CN" baseline="0" dirty="0" smtClean="0"/>
            <a:t>云服务发展趋势分析</a:t>
          </a:r>
          <a:endParaRPr lang="zh-CN" dirty="0"/>
        </a:p>
      </dgm:t>
    </dgm:pt>
    <dgm:pt modelId="{FA258F34-D573-4BAA-BF45-7E5A254CE23B}" type="parTrans" cxnId="{2B14173E-395B-4DD7-8F9C-1C8E88E530FA}">
      <dgm:prSet/>
      <dgm:spPr/>
      <dgm:t>
        <a:bodyPr/>
        <a:lstStyle/>
        <a:p>
          <a:endParaRPr lang="zh-CN" altLang="en-US"/>
        </a:p>
      </dgm:t>
    </dgm:pt>
    <dgm:pt modelId="{C7574070-4EB8-405C-BC69-48F6E8F81726}" type="sibTrans" cxnId="{2B14173E-395B-4DD7-8F9C-1C8E88E530FA}">
      <dgm:prSet/>
      <dgm:spPr/>
      <dgm:t>
        <a:bodyPr/>
        <a:lstStyle/>
        <a:p>
          <a:endParaRPr lang="zh-CN" altLang="en-US"/>
        </a:p>
      </dgm:t>
    </dgm:pt>
    <dgm:pt modelId="{4620D082-D0F8-4572-9BBA-0EA82910428C}" type="pres">
      <dgm:prSet presAssocID="{ABC2C1BE-976F-4306-A51A-6CC44223440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8E68E51-F313-47DB-97E3-BA2A4C7FA07A}" type="pres">
      <dgm:prSet presAssocID="{9B39EA01-2A0B-449D-9C96-A040BD5FE94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B9A37E7-4B14-4EB9-A352-FD2E98C4CD9F}" type="pres">
      <dgm:prSet presAssocID="{64492A7A-0B3D-4343-9356-EA92C7954904}" presName="sibTrans" presStyleCnt="0"/>
      <dgm:spPr/>
    </dgm:pt>
    <dgm:pt modelId="{4F543848-98A5-4919-960B-214C7E427742}" type="pres">
      <dgm:prSet presAssocID="{C355ECDF-BBB5-482E-8F8B-EEE0EE20A918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AF9309-5E6E-4FEB-99D4-76F6551532B3}" type="pres">
      <dgm:prSet presAssocID="{F4351BAF-D8DD-4E4D-8815-182886B7425E}" presName="sibTrans" presStyleCnt="0"/>
      <dgm:spPr/>
    </dgm:pt>
    <dgm:pt modelId="{E91202B1-FB52-4F4D-B776-F7E6B56C2D0E}" type="pres">
      <dgm:prSet presAssocID="{803FF7F4-E257-4F22-8421-F7FC9666281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B14173E-395B-4DD7-8F9C-1C8E88E530FA}" srcId="{ABC2C1BE-976F-4306-A51A-6CC442234409}" destId="{803FF7F4-E257-4F22-8421-F7FC96662819}" srcOrd="2" destOrd="0" parTransId="{FA258F34-D573-4BAA-BF45-7E5A254CE23B}" sibTransId="{C7574070-4EB8-405C-BC69-48F6E8F81726}"/>
    <dgm:cxn modelId="{0E796EB5-7DDD-4A08-AAFD-0C735B861CAB}" type="presOf" srcId="{9B39EA01-2A0B-449D-9C96-A040BD5FE943}" destId="{78E68E51-F313-47DB-97E3-BA2A4C7FA07A}" srcOrd="0" destOrd="0" presId="urn:microsoft.com/office/officeart/2005/8/layout/hList6"/>
    <dgm:cxn modelId="{7BBEC961-D57F-4AFD-A3DB-7FC400770314}" srcId="{ABC2C1BE-976F-4306-A51A-6CC442234409}" destId="{9B39EA01-2A0B-449D-9C96-A040BD5FE943}" srcOrd="0" destOrd="0" parTransId="{E574F47E-7AEB-4F10-8D97-607262DE75D1}" sibTransId="{64492A7A-0B3D-4343-9356-EA92C7954904}"/>
    <dgm:cxn modelId="{30E3F038-D69A-4978-A1FE-B03A50AE1067}" type="presOf" srcId="{ABC2C1BE-976F-4306-A51A-6CC442234409}" destId="{4620D082-D0F8-4572-9BBA-0EA82910428C}" srcOrd="0" destOrd="0" presId="urn:microsoft.com/office/officeart/2005/8/layout/hList6"/>
    <dgm:cxn modelId="{D123E32A-6F3B-4FEB-978D-474B76EC549D}" srcId="{ABC2C1BE-976F-4306-A51A-6CC442234409}" destId="{C355ECDF-BBB5-482E-8F8B-EEE0EE20A918}" srcOrd="1" destOrd="0" parTransId="{8B7F30A9-13E1-4895-83B4-EF476F3DFD2A}" sibTransId="{F4351BAF-D8DD-4E4D-8815-182886B7425E}"/>
    <dgm:cxn modelId="{F76F24E2-E672-401E-84C8-DA5EAB43939C}" type="presOf" srcId="{803FF7F4-E257-4F22-8421-F7FC96662819}" destId="{E91202B1-FB52-4F4D-B776-F7E6B56C2D0E}" srcOrd="0" destOrd="0" presId="urn:microsoft.com/office/officeart/2005/8/layout/hList6"/>
    <dgm:cxn modelId="{FAE8DF33-17C5-4716-93B7-EFB521A0BF05}" type="presOf" srcId="{C355ECDF-BBB5-482E-8F8B-EEE0EE20A918}" destId="{4F543848-98A5-4919-960B-214C7E427742}" srcOrd="0" destOrd="0" presId="urn:microsoft.com/office/officeart/2005/8/layout/hList6"/>
    <dgm:cxn modelId="{24BB7A34-594D-4929-ADC4-183381981224}" type="presParOf" srcId="{4620D082-D0F8-4572-9BBA-0EA82910428C}" destId="{78E68E51-F313-47DB-97E3-BA2A4C7FA07A}" srcOrd="0" destOrd="0" presId="urn:microsoft.com/office/officeart/2005/8/layout/hList6"/>
    <dgm:cxn modelId="{2E246592-D7A0-4A00-89DF-B674D9D94FD1}" type="presParOf" srcId="{4620D082-D0F8-4572-9BBA-0EA82910428C}" destId="{BB9A37E7-4B14-4EB9-A352-FD2E98C4CD9F}" srcOrd="1" destOrd="0" presId="urn:microsoft.com/office/officeart/2005/8/layout/hList6"/>
    <dgm:cxn modelId="{6F589C05-19A5-4B73-80E4-99DBEF96DC19}" type="presParOf" srcId="{4620D082-D0F8-4572-9BBA-0EA82910428C}" destId="{4F543848-98A5-4919-960B-214C7E427742}" srcOrd="2" destOrd="0" presId="urn:microsoft.com/office/officeart/2005/8/layout/hList6"/>
    <dgm:cxn modelId="{B0F48D69-2934-4256-B39D-ACB1ABC43501}" type="presParOf" srcId="{4620D082-D0F8-4572-9BBA-0EA82910428C}" destId="{73AF9309-5E6E-4FEB-99D4-76F6551532B3}" srcOrd="3" destOrd="0" presId="urn:microsoft.com/office/officeart/2005/8/layout/hList6"/>
    <dgm:cxn modelId="{6E3576FC-687E-445D-B830-45AA991F1AAF}" type="presParOf" srcId="{4620D082-D0F8-4572-9BBA-0EA82910428C}" destId="{E91202B1-FB52-4F4D-B776-F7E6B56C2D0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E4A53-04DC-44C8-A2C5-2C469F22C7EB}">
      <dsp:nvSpPr>
        <dsp:cNvPr id="0" name=""/>
        <dsp:cNvSpPr/>
      </dsp:nvSpPr>
      <dsp:spPr>
        <a:xfrm rot="16200000">
          <a:off x="-390264" y="391269"/>
          <a:ext cx="3394472" cy="2611933"/>
        </a:xfrm>
        <a:prstGeom prst="flowChartManualOperation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云服务概述</a:t>
          </a:r>
          <a:endParaRPr lang="zh-CN" altLang="en-US" sz="4100" kern="1200"/>
        </a:p>
      </dsp:txBody>
      <dsp:txXfrm rot="5400000">
        <a:off x="1006" y="678893"/>
        <a:ext cx="2611933" cy="2036684"/>
      </dsp:txXfrm>
    </dsp:sp>
    <dsp:sp modelId="{151DDF8E-83D1-4A4A-AD97-621DD062EFF4}">
      <dsp:nvSpPr>
        <dsp:cNvPr id="0" name=""/>
        <dsp:cNvSpPr/>
      </dsp:nvSpPr>
      <dsp:spPr>
        <a:xfrm rot="16200000">
          <a:off x="2417563" y="391269"/>
          <a:ext cx="3394472" cy="261193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云服务行业及市场分析</a:t>
          </a:r>
          <a:endParaRPr lang="zh-CN" altLang="en-US" sz="4100" kern="1200"/>
        </a:p>
      </dsp:txBody>
      <dsp:txXfrm rot="5400000">
        <a:off x="2808833" y="678893"/>
        <a:ext cx="2611933" cy="2036684"/>
      </dsp:txXfrm>
    </dsp:sp>
    <dsp:sp modelId="{7345299A-FEBA-4B72-9235-615E57CBFBE0}">
      <dsp:nvSpPr>
        <dsp:cNvPr id="0" name=""/>
        <dsp:cNvSpPr/>
      </dsp:nvSpPr>
      <dsp:spPr>
        <a:xfrm rot="16200000">
          <a:off x="5225392" y="391269"/>
          <a:ext cx="3394472" cy="261193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云服务发展趋势分析</a:t>
          </a:r>
          <a:endParaRPr lang="zh-CN" altLang="en-US" sz="4100" kern="1200"/>
        </a:p>
      </dsp:txBody>
      <dsp:txXfrm rot="5400000">
        <a:off x="5616662" y="678893"/>
        <a:ext cx="2611933" cy="2036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DEC67-BB3F-4A9B-ABAE-D3E1A8B7AB3A}">
      <dsp:nvSpPr>
        <dsp:cNvPr id="0" name=""/>
        <dsp:cNvSpPr/>
      </dsp:nvSpPr>
      <dsp:spPr>
        <a:xfrm>
          <a:off x="2571" y="34489"/>
          <a:ext cx="2507456" cy="7628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baseline="0" smtClean="0"/>
            <a:t>SaaS-</a:t>
          </a:r>
          <a:r>
            <a:rPr lang="zh-CN" sz="2000" kern="1200" baseline="0" smtClean="0"/>
            <a:t>软件即服务</a:t>
          </a:r>
          <a:endParaRPr lang="zh-CN" sz="2000" kern="1200"/>
        </a:p>
      </dsp:txBody>
      <dsp:txXfrm>
        <a:off x="2571" y="34489"/>
        <a:ext cx="2507456" cy="762804"/>
      </dsp:txXfrm>
    </dsp:sp>
    <dsp:sp modelId="{EF943383-4C4A-4FE8-862E-ACD4E8741843}">
      <dsp:nvSpPr>
        <dsp:cNvPr id="0" name=""/>
        <dsp:cNvSpPr/>
      </dsp:nvSpPr>
      <dsp:spPr>
        <a:xfrm>
          <a:off x="2571" y="797293"/>
          <a:ext cx="2507456" cy="21959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面向对象</a:t>
          </a:r>
          <a:r>
            <a:rPr lang="en-US" sz="2000" kern="1200" baseline="0" smtClean="0"/>
            <a:t>:</a:t>
          </a:r>
          <a:r>
            <a:rPr lang="zh-CN" sz="2000" kern="1200" baseline="0" smtClean="0"/>
            <a:t>企业</a:t>
          </a:r>
          <a:r>
            <a:rPr lang="en-US" sz="2000" kern="1200" baseline="0" smtClean="0"/>
            <a:t>/</a:t>
          </a:r>
          <a:r>
            <a:rPr lang="zh-CN" sz="2000" kern="1200" baseline="0" smtClean="0"/>
            <a:t>个人</a:t>
          </a:r>
          <a:endParaRPr lang="zh-C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交付物</a:t>
          </a:r>
          <a:r>
            <a:rPr lang="en-US" sz="2000" kern="1200" baseline="0" smtClean="0"/>
            <a:t>:</a:t>
          </a:r>
          <a:r>
            <a:rPr lang="zh-CN" sz="2000" kern="1200" baseline="0" smtClean="0"/>
            <a:t>软件应用</a:t>
          </a:r>
          <a:endParaRPr lang="zh-C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具体包括</a:t>
          </a:r>
          <a:r>
            <a:rPr lang="en-US" sz="2000" kern="1200" baseline="0" smtClean="0"/>
            <a:t>:</a:t>
          </a:r>
          <a:r>
            <a:rPr lang="zh-CN" sz="2000" kern="1200" baseline="0" smtClean="0"/>
            <a:t>管理型应用，业务型应用，行业型应用</a:t>
          </a:r>
          <a:endParaRPr lang="zh-CN" sz="2000" kern="1200"/>
        </a:p>
      </dsp:txBody>
      <dsp:txXfrm>
        <a:off x="2571" y="797293"/>
        <a:ext cx="2507456" cy="2195999"/>
      </dsp:txXfrm>
    </dsp:sp>
    <dsp:sp modelId="{CA22E9CF-804C-44B6-B4F6-16C16095397E}">
      <dsp:nvSpPr>
        <dsp:cNvPr id="0" name=""/>
        <dsp:cNvSpPr/>
      </dsp:nvSpPr>
      <dsp:spPr>
        <a:xfrm>
          <a:off x="2861071" y="34489"/>
          <a:ext cx="2507456" cy="7628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baseline="0" smtClean="0"/>
            <a:t>PaaS-</a:t>
          </a:r>
          <a:r>
            <a:rPr lang="zh-CN" sz="2000" kern="1200" baseline="0" smtClean="0"/>
            <a:t>平台即服务</a:t>
          </a:r>
          <a:endParaRPr lang="zh-CN" sz="2000" kern="1200"/>
        </a:p>
      </dsp:txBody>
      <dsp:txXfrm>
        <a:off x="2861071" y="34489"/>
        <a:ext cx="2507456" cy="762804"/>
      </dsp:txXfrm>
    </dsp:sp>
    <dsp:sp modelId="{BCC5D30F-0DC8-4FE3-BB97-655C57C56CC4}">
      <dsp:nvSpPr>
        <dsp:cNvPr id="0" name=""/>
        <dsp:cNvSpPr/>
      </dsp:nvSpPr>
      <dsp:spPr>
        <a:xfrm>
          <a:off x="2861071" y="797293"/>
          <a:ext cx="2507456" cy="21959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b="1" kern="1200" baseline="0" smtClean="0"/>
            <a:t>面向对象</a:t>
          </a:r>
          <a:r>
            <a:rPr lang="en-US" sz="2000" b="1" kern="1200" baseline="0" smtClean="0"/>
            <a:t>:</a:t>
          </a:r>
          <a:r>
            <a:rPr lang="zh-CN" sz="2000" kern="1200" baseline="0" smtClean="0"/>
            <a:t>开发者</a:t>
          </a:r>
          <a:endParaRPr lang="zh-C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交付物</a:t>
          </a:r>
          <a:r>
            <a:rPr lang="en-US" sz="2000" kern="1200" baseline="0" smtClean="0"/>
            <a:t>:</a:t>
          </a:r>
          <a:r>
            <a:rPr lang="zh-CN" sz="2000" kern="1200" baseline="0" smtClean="0"/>
            <a:t>单项能力</a:t>
          </a:r>
          <a:endParaRPr lang="zh-C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具体包括</a:t>
          </a:r>
          <a:r>
            <a:rPr lang="en-US" sz="2000" kern="1200" baseline="0" smtClean="0"/>
            <a:t>:</a:t>
          </a:r>
          <a:r>
            <a:rPr lang="zh-CN" sz="2000" kern="1200" baseline="0" smtClean="0"/>
            <a:t>数据分析，人工智能，语音识别，图像识别等</a:t>
          </a:r>
          <a:endParaRPr lang="zh-CN" sz="2000" kern="1200"/>
        </a:p>
      </dsp:txBody>
      <dsp:txXfrm>
        <a:off x="2861071" y="797293"/>
        <a:ext cx="2507456" cy="2195999"/>
      </dsp:txXfrm>
    </dsp:sp>
    <dsp:sp modelId="{346E85D7-B690-417F-BBFE-7D5F880B7357}">
      <dsp:nvSpPr>
        <dsp:cNvPr id="0" name=""/>
        <dsp:cNvSpPr/>
      </dsp:nvSpPr>
      <dsp:spPr>
        <a:xfrm>
          <a:off x="5719571" y="34489"/>
          <a:ext cx="2507456" cy="7628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baseline="0" smtClean="0"/>
            <a:t>IaaS-</a:t>
          </a:r>
          <a:r>
            <a:rPr lang="zh-CN" sz="2000" kern="1200" baseline="0" smtClean="0"/>
            <a:t>基础设施即服务</a:t>
          </a:r>
          <a:endParaRPr lang="zh-CN" sz="2000" kern="1200"/>
        </a:p>
      </dsp:txBody>
      <dsp:txXfrm>
        <a:off x="5719571" y="34489"/>
        <a:ext cx="2507456" cy="762804"/>
      </dsp:txXfrm>
    </dsp:sp>
    <dsp:sp modelId="{74D1C070-4706-49A7-9387-C53F39C9BE87}">
      <dsp:nvSpPr>
        <dsp:cNvPr id="0" name=""/>
        <dsp:cNvSpPr/>
      </dsp:nvSpPr>
      <dsp:spPr>
        <a:xfrm>
          <a:off x="5719571" y="797293"/>
          <a:ext cx="2507456" cy="21959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面向对象</a:t>
          </a:r>
          <a:r>
            <a:rPr lang="en-US" sz="2000" kern="1200" baseline="0" smtClean="0"/>
            <a:t>:</a:t>
          </a:r>
          <a:r>
            <a:rPr lang="zh-CN" sz="2000" kern="1200" baseline="0" smtClean="0"/>
            <a:t>企业</a:t>
          </a:r>
          <a:r>
            <a:rPr lang="en-US" sz="2000" kern="1200" baseline="0" smtClean="0"/>
            <a:t>/</a:t>
          </a:r>
          <a:r>
            <a:rPr lang="zh-CN" sz="2000" kern="1200" baseline="0" smtClean="0"/>
            <a:t>开发者</a:t>
          </a:r>
          <a:endParaRPr lang="zh-C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交付物</a:t>
          </a:r>
          <a:r>
            <a:rPr lang="en-US" sz="2000" kern="1200" baseline="0" smtClean="0"/>
            <a:t>:</a:t>
          </a:r>
          <a:r>
            <a:rPr lang="zh-CN" sz="2000" kern="1200" baseline="0" smtClean="0"/>
            <a:t>基础资源</a:t>
          </a:r>
          <a:endParaRPr lang="zh-C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000" kern="1200" baseline="0" smtClean="0"/>
            <a:t>具体包括</a:t>
          </a:r>
          <a:r>
            <a:rPr lang="en-US" sz="2000" kern="1200" baseline="0" smtClean="0"/>
            <a:t>:</a:t>
          </a:r>
          <a:r>
            <a:rPr lang="zh-CN" sz="2000" kern="1200" baseline="0" smtClean="0"/>
            <a:t>计算，存储，网络</a:t>
          </a:r>
          <a:endParaRPr lang="zh-CN" sz="2000" kern="1200"/>
        </a:p>
      </dsp:txBody>
      <dsp:txXfrm>
        <a:off x="5719571" y="797293"/>
        <a:ext cx="2507456" cy="21959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DE71C-8761-47E7-8AA3-176C8214F9EF}">
      <dsp:nvSpPr>
        <dsp:cNvPr id="0" name=""/>
        <dsp:cNvSpPr/>
      </dsp:nvSpPr>
      <dsp:spPr>
        <a:xfrm>
          <a:off x="2064820" y="0"/>
          <a:ext cx="1359902" cy="13599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91B8367-BFAB-42D7-90B3-35719DE19782}">
      <dsp:nvSpPr>
        <dsp:cNvPr id="0" name=""/>
        <dsp:cNvSpPr/>
      </dsp:nvSpPr>
      <dsp:spPr>
        <a:xfrm>
          <a:off x="2365065" y="492539"/>
          <a:ext cx="758902" cy="379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baseline="0" smtClean="0"/>
            <a:t>限时接入</a:t>
          </a:r>
          <a:endParaRPr lang="zh-CN" altLang="en-US" sz="1200" kern="1200"/>
        </a:p>
      </dsp:txBody>
      <dsp:txXfrm>
        <a:off x="2365065" y="492539"/>
        <a:ext cx="758902" cy="379281"/>
      </dsp:txXfrm>
    </dsp:sp>
    <dsp:sp modelId="{8529E042-76B1-4854-975E-1976C80C934B}">
      <dsp:nvSpPr>
        <dsp:cNvPr id="0" name=""/>
        <dsp:cNvSpPr/>
      </dsp:nvSpPr>
      <dsp:spPr>
        <a:xfrm>
          <a:off x="1687027" y="781390"/>
          <a:ext cx="1359902" cy="13599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3C753EF-A109-4124-90B8-648EE225B56D}">
      <dsp:nvSpPr>
        <dsp:cNvPr id="0" name=""/>
        <dsp:cNvSpPr/>
      </dsp:nvSpPr>
      <dsp:spPr>
        <a:xfrm>
          <a:off x="1985741" y="1275686"/>
          <a:ext cx="758902" cy="379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baseline="0" smtClean="0"/>
            <a:t>自助服务</a:t>
          </a:r>
          <a:endParaRPr lang="zh-CN" altLang="en-US" sz="1200" kern="1200"/>
        </a:p>
      </dsp:txBody>
      <dsp:txXfrm>
        <a:off x="1985741" y="1275686"/>
        <a:ext cx="758902" cy="379281"/>
      </dsp:txXfrm>
    </dsp:sp>
    <dsp:sp modelId="{83A214E9-B1C7-42D8-B955-8350A5352386}">
      <dsp:nvSpPr>
        <dsp:cNvPr id="0" name=""/>
        <dsp:cNvSpPr/>
      </dsp:nvSpPr>
      <dsp:spPr>
        <a:xfrm>
          <a:off x="2064820" y="1566293"/>
          <a:ext cx="1359902" cy="13599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2150829-60E9-46C3-B6A6-FE3BD765AAA8}">
      <dsp:nvSpPr>
        <dsp:cNvPr id="0" name=""/>
        <dsp:cNvSpPr/>
      </dsp:nvSpPr>
      <dsp:spPr>
        <a:xfrm>
          <a:off x="2365065" y="2058393"/>
          <a:ext cx="758902" cy="379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baseline="0" smtClean="0"/>
            <a:t>资源共享</a:t>
          </a:r>
          <a:endParaRPr lang="zh-CN" altLang="en-US" sz="1200" kern="1200"/>
        </a:p>
      </dsp:txBody>
      <dsp:txXfrm>
        <a:off x="2365065" y="2058393"/>
        <a:ext cx="758902" cy="379281"/>
      </dsp:txXfrm>
    </dsp:sp>
    <dsp:sp modelId="{9CB7C626-AB18-428C-8073-85CF2160A263}">
      <dsp:nvSpPr>
        <dsp:cNvPr id="0" name=""/>
        <dsp:cNvSpPr/>
      </dsp:nvSpPr>
      <dsp:spPr>
        <a:xfrm>
          <a:off x="1687027" y="2349000"/>
          <a:ext cx="1359902" cy="13599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B779DFB-E17F-4E36-85A9-0631E1B662E3}">
      <dsp:nvSpPr>
        <dsp:cNvPr id="0" name=""/>
        <dsp:cNvSpPr/>
      </dsp:nvSpPr>
      <dsp:spPr>
        <a:xfrm>
          <a:off x="1985741" y="2841540"/>
          <a:ext cx="758902" cy="379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baseline="0" smtClean="0"/>
            <a:t>弹性扩展</a:t>
          </a:r>
          <a:endParaRPr lang="zh-CN" altLang="en-US" sz="1200" kern="1200"/>
        </a:p>
      </dsp:txBody>
      <dsp:txXfrm>
        <a:off x="1985741" y="2841540"/>
        <a:ext cx="758902" cy="379281"/>
      </dsp:txXfrm>
    </dsp:sp>
    <dsp:sp modelId="{0A6DE88C-EE7C-4F06-BB8C-BD1E2F4FF763}">
      <dsp:nvSpPr>
        <dsp:cNvPr id="0" name=""/>
        <dsp:cNvSpPr/>
      </dsp:nvSpPr>
      <dsp:spPr>
        <a:xfrm>
          <a:off x="2161500" y="3220821"/>
          <a:ext cx="1168327" cy="1169013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5501203-02D9-4360-A130-6FBFCB73E50B}">
      <dsp:nvSpPr>
        <dsp:cNvPr id="0" name=""/>
        <dsp:cNvSpPr/>
      </dsp:nvSpPr>
      <dsp:spPr>
        <a:xfrm>
          <a:off x="2365065" y="3624686"/>
          <a:ext cx="758902" cy="379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baseline="0" smtClean="0"/>
            <a:t>服务可计量</a:t>
          </a:r>
          <a:endParaRPr lang="zh-CN" altLang="en-US" sz="1200" kern="1200"/>
        </a:p>
      </dsp:txBody>
      <dsp:txXfrm>
        <a:off x="2365065" y="3624686"/>
        <a:ext cx="758902" cy="3792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F1837-73ED-4992-B1D5-9B60FBAD6EC0}">
      <dsp:nvSpPr>
        <dsp:cNvPr id="0" name=""/>
        <dsp:cNvSpPr/>
      </dsp:nvSpPr>
      <dsp:spPr>
        <a:xfrm rot="16200000">
          <a:off x="-390264" y="391269"/>
          <a:ext cx="3394472" cy="261193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云服务概述</a:t>
          </a:r>
          <a:endParaRPr lang="zh-CN" altLang="en-US" sz="4100" kern="1200"/>
        </a:p>
      </dsp:txBody>
      <dsp:txXfrm rot="5400000">
        <a:off x="1006" y="678893"/>
        <a:ext cx="2611933" cy="2036684"/>
      </dsp:txXfrm>
    </dsp:sp>
    <dsp:sp modelId="{CEB59BBD-BADC-49CB-98D1-53C71A8A8C3E}">
      <dsp:nvSpPr>
        <dsp:cNvPr id="0" name=""/>
        <dsp:cNvSpPr/>
      </dsp:nvSpPr>
      <dsp:spPr>
        <a:xfrm rot="16200000">
          <a:off x="2417563" y="391269"/>
          <a:ext cx="3394472" cy="2611933"/>
        </a:xfrm>
        <a:prstGeom prst="flowChartManualOperation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云服务行业及市场分析</a:t>
          </a:r>
          <a:endParaRPr lang="zh-CN" altLang="en-US" sz="4100" kern="1200"/>
        </a:p>
      </dsp:txBody>
      <dsp:txXfrm rot="5400000">
        <a:off x="2808833" y="678893"/>
        <a:ext cx="2611933" cy="2036684"/>
      </dsp:txXfrm>
    </dsp:sp>
    <dsp:sp modelId="{5CBD9A67-81A2-4F68-B109-5A3197F06F2F}">
      <dsp:nvSpPr>
        <dsp:cNvPr id="0" name=""/>
        <dsp:cNvSpPr/>
      </dsp:nvSpPr>
      <dsp:spPr>
        <a:xfrm rot="16200000">
          <a:off x="5225392" y="391269"/>
          <a:ext cx="3394472" cy="261193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云服务发展趋势分析</a:t>
          </a:r>
          <a:endParaRPr lang="zh-CN" altLang="en-US" sz="4100" kern="1200"/>
        </a:p>
      </dsp:txBody>
      <dsp:txXfrm rot="5400000">
        <a:off x="5616662" y="678893"/>
        <a:ext cx="2611933" cy="20366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68E51-F313-47DB-97E3-BA2A4C7FA07A}">
      <dsp:nvSpPr>
        <dsp:cNvPr id="0" name=""/>
        <dsp:cNvSpPr/>
      </dsp:nvSpPr>
      <dsp:spPr>
        <a:xfrm rot="16200000">
          <a:off x="-390264" y="391269"/>
          <a:ext cx="3394472" cy="261193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云服务概述</a:t>
          </a:r>
          <a:endParaRPr lang="zh-CN" altLang="en-US" sz="4100" kern="1200"/>
        </a:p>
      </dsp:txBody>
      <dsp:txXfrm rot="5400000">
        <a:off x="1006" y="678893"/>
        <a:ext cx="2611933" cy="2036684"/>
      </dsp:txXfrm>
    </dsp:sp>
    <dsp:sp modelId="{4F543848-98A5-4919-960B-214C7E427742}">
      <dsp:nvSpPr>
        <dsp:cNvPr id="0" name=""/>
        <dsp:cNvSpPr/>
      </dsp:nvSpPr>
      <dsp:spPr>
        <a:xfrm rot="16200000">
          <a:off x="2417563" y="391269"/>
          <a:ext cx="3394472" cy="261193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smtClean="0"/>
            <a:t>云服务行业及市场分析</a:t>
          </a:r>
          <a:endParaRPr lang="zh-CN" altLang="en-US" sz="4100" kern="1200"/>
        </a:p>
      </dsp:txBody>
      <dsp:txXfrm rot="5400000">
        <a:off x="2808833" y="678893"/>
        <a:ext cx="2611933" cy="2036684"/>
      </dsp:txXfrm>
    </dsp:sp>
    <dsp:sp modelId="{E91202B1-FB52-4F4D-B776-F7E6B56C2D0E}">
      <dsp:nvSpPr>
        <dsp:cNvPr id="0" name=""/>
        <dsp:cNvSpPr/>
      </dsp:nvSpPr>
      <dsp:spPr>
        <a:xfrm rot="16200000">
          <a:off x="5225392" y="391269"/>
          <a:ext cx="3394472" cy="2611933"/>
        </a:xfrm>
        <a:prstGeom prst="flowChartManualOperation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60350" tIns="0" rIns="259643" bIns="0" numCol="1" spcCol="1270" anchor="ctr" anchorCtr="0">
          <a:noAutofit/>
        </a:bodyPr>
        <a:lstStyle/>
        <a:p>
          <a:pPr lvl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100" kern="1200" baseline="0" dirty="0" smtClean="0"/>
            <a:t>云服务发展趋势分析</a:t>
          </a:r>
          <a:endParaRPr lang="zh-CN" altLang="en-US" sz="4100" kern="1200" dirty="0"/>
        </a:p>
      </dsp:txBody>
      <dsp:txXfrm rot="5400000">
        <a:off x="5616662" y="678893"/>
        <a:ext cx="2611933" cy="2036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06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93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5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23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20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85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21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600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2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57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9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AB5EF-8075-463F-9277-85AC0E32B001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0A110-A404-46B8-8E95-8CCF369BD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3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kern="1200" cap="none" spc="0" baseline="0">
          <a:ln w="10160">
            <a:solidFill>
              <a:schemeClr val="accent5"/>
            </a:solidFill>
            <a:prstDash val="solid"/>
          </a:ln>
          <a:solidFill>
            <a:srgbClr val="FFFFFF"/>
          </a:solidFill>
          <a:effectLst>
            <a:outerShdw blurRad="38100" dist="22860" dir="5400000" algn="tl" rotWithShape="0">
              <a:srgbClr val="000000">
                <a:alpha val="30000"/>
              </a:srgbClr>
            </a:outerShdw>
          </a:effectLst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中国企业云服务行业概况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68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内容概要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782682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45810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云服务分类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111959"/>
              </p:ext>
            </p:extLst>
          </p:nvPr>
        </p:nvGraphicFramePr>
        <p:xfrm>
          <a:off x="457200" y="1200151"/>
          <a:ext cx="8229600" cy="3027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9257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/>
              <a:t>云服务特点</a:t>
            </a:r>
            <a:endParaRPr lang="zh-CN" altLang="en-US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423990"/>
              </p:ext>
            </p:extLst>
          </p:nvPr>
        </p:nvGraphicFramePr>
        <p:xfrm>
          <a:off x="3575050" y="204788"/>
          <a:ext cx="5111750" cy="438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云服务包括随时接入、自助服务、资源共享、弹性扩展、服务可计量等特点。</a:t>
            </a:r>
            <a:r>
              <a:rPr lang="zh-CN" altLang="zh-CN" dirty="0"/>
              <a:t>私有云并不符合云服务的全部特点，严格讲只能算是</a:t>
            </a:r>
            <a:r>
              <a:rPr lang="en-US" altLang="zh-CN" dirty="0"/>
              <a:t>IT</a:t>
            </a:r>
            <a:r>
              <a:rPr lang="zh-CN" altLang="zh-CN" dirty="0"/>
              <a:t>系统的一次架构升级。但由于数据安全的重要性、大量的既有硬件资源等因素，致使在相当长的一段时间内，不可能所有应用都上公有云。能够提高资源利用效率和开发运维一体化程度的私有云，仍有相当大的价值和市场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3757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DEDE71C-8761-47E7-8AA3-176C8214F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FDEDE71C-8761-47E7-8AA3-176C8214F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FDEDE71C-8761-47E7-8AA3-176C8214F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graphicEl>
                                              <a:dgm id="{FDEDE71C-8761-47E7-8AA3-176C8214F9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1B8367-BFAB-42D7-90B3-35719DE197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291B8367-BFAB-42D7-90B3-35719DE197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291B8367-BFAB-42D7-90B3-35719DE197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graphicEl>
                                              <a:dgm id="{291B8367-BFAB-42D7-90B3-35719DE197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29E042-76B1-4854-975E-1976C80C93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8529E042-76B1-4854-975E-1976C80C93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8529E042-76B1-4854-975E-1976C80C93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8529E042-76B1-4854-975E-1976C80C93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3C753EF-A109-4124-90B8-648EE225B5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53C753EF-A109-4124-90B8-648EE225B5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53C753EF-A109-4124-90B8-648EE225B5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53C753EF-A109-4124-90B8-648EE225B5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A214E9-B1C7-42D8-B955-8350A5352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83A214E9-B1C7-42D8-B955-8350A5352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83A214E9-B1C7-42D8-B955-8350A5352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graphicEl>
                                              <a:dgm id="{83A214E9-B1C7-42D8-B955-8350A53523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150829-60E9-46C3-B6A6-FE3BD765AA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22150829-60E9-46C3-B6A6-FE3BD765AA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22150829-60E9-46C3-B6A6-FE3BD765AA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graphicEl>
                                              <a:dgm id="{22150829-60E9-46C3-B6A6-FE3BD765AA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CB7C626-AB18-428C-8073-85CF2160A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9CB7C626-AB18-428C-8073-85CF2160A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9CB7C626-AB18-428C-8073-85CF2160A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graphicEl>
                                              <a:dgm id="{9CB7C626-AB18-428C-8073-85CF2160A2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B779DFB-E17F-4E36-85A9-0631E1B66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>
                                            <p:graphicEl>
                                              <a:dgm id="{3B779DFB-E17F-4E36-85A9-0631E1B66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3B779DFB-E17F-4E36-85A9-0631E1B66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graphicEl>
                                              <a:dgm id="{3B779DFB-E17F-4E36-85A9-0631E1B662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6DE88C-EE7C-4F06-BB8C-BD1E2F4FF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0A6DE88C-EE7C-4F06-BB8C-BD1E2F4FF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0A6DE88C-EE7C-4F06-BB8C-BD1E2F4FF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graphicEl>
                                              <a:dgm id="{0A6DE88C-EE7C-4F06-BB8C-BD1E2F4FF7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501203-02D9-4360-A130-6FBFCB73E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>
                                            <p:graphicEl>
                                              <a:dgm id="{D5501203-02D9-4360-A130-6FBFCB73E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>
                                            <p:graphicEl>
                                              <a:dgm id="{D5501203-02D9-4360-A130-6FBFCB73E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graphicEl>
                                              <a:dgm id="{D5501203-02D9-4360-A130-6FBFCB73E5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/>
              <a:t>云计算与大数据</a:t>
            </a:r>
            <a:r>
              <a:rPr lang="zh-CN" altLang="en-US"/>
              <a:t>的关系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大数据是云计算支撑的多个应用方向之一。云计算和大数据密不可分，但并不相同。</a:t>
            </a:r>
          </a:p>
          <a:p>
            <a:pPr lvl="1"/>
            <a:r>
              <a:rPr lang="zh-CN" altLang="en-US" dirty="0"/>
              <a:t>云计算解决系统架构问题，大数据解决业务架构问题。</a:t>
            </a:r>
          </a:p>
          <a:p>
            <a:pPr lvl="1"/>
            <a:r>
              <a:rPr lang="zh-CN" altLang="en-US" dirty="0"/>
              <a:t>大数据的体量大、维度多和实时等特点，提高了云计算的用户接受。</a:t>
            </a:r>
          </a:p>
          <a:p>
            <a:pPr lvl="1"/>
            <a:r>
              <a:rPr lang="zh-CN" altLang="en-US" dirty="0"/>
              <a:t>大数据处理中的新需求促使云计算的软硬件不断发展。</a:t>
            </a:r>
          </a:p>
          <a:p>
            <a:pPr lvl="1"/>
            <a:r>
              <a:rPr lang="zh-CN" altLang="en-US" dirty="0"/>
              <a:t>大数据的数据分析结果同时反作用于云计算。</a:t>
            </a:r>
          </a:p>
          <a:p>
            <a:pPr lvl="1"/>
            <a:r>
              <a:rPr lang="zh-CN" altLang="en-US" dirty="0"/>
              <a:t>大数据中的分布式计算和存储本身即是云计算的重要</a:t>
            </a:r>
            <a:r>
              <a:rPr lang="zh-CN" altLang="en-US"/>
              <a:t>组成部分。</a:t>
            </a:r>
            <a:endParaRPr lang="zh-CN" altLang="zh-CN" dirty="0"/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914759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内容概要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951385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23188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市场规模</a:t>
            </a:r>
          </a:p>
        </p:txBody>
      </p:sp>
      <p:graphicFrame>
        <p:nvGraphicFramePr>
          <p:cNvPr id="12" name="内容占位符 1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14022318"/>
              </p:ext>
            </p:extLst>
          </p:nvPr>
        </p:nvGraphicFramePr>
        <p:xfrm>
          <a:off x="4648200" y="1200150"/>
          <a:ext cx="4038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23230557"/>
              </p:ext>
            </p:extLst>
          </p:nvPr>
        </p:nvGraphicFramePr>
        <p:xfrm>
          <a:off x="457200" y="1200150"/>
          <a:ext cx="4038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4069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Graphic spid="9" grpId="0" uiExpand="1">
        <p:bldSub>
          <a:bldChart bld="series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企业竞争格局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从客户数量、营收规模来看：</a:t>
            </a:r>
            <a:r>
              <a:rPr lang="en-US" altLang="zh-CN"/>
              <a:t> IaaS</a:t>
            </a:r>
            <a:r>
              <a:rPr lang="zh-CN" altLang="en-US"/>
              <a:t>层中</a:t>
            </a:r>
            <a:r>
              <a:rPr lang="zh-CN" altLang="zh-CN"/>
              <a:t>几家主流云服务商占据</a:t>
            </a:r>
            <a:r>
              <a:rPr lang="en-US" altLang="zh-CN"/>
              <a:t>80%</a:t>
            </a:r>
            <a:r>
              <a:rPr lang="zh-CN" altLang="en-US"/>
              <a:t>以上份额。</a:t>
            </a:r>
            <a:r>
              <a:rPr lang="en-US" altLang="zh-CN"/>
              <a:t>PaaS</a:t>
            </a:r>
            <a:r>
              <a:rPr lang="zh-CN" altLang="en-US"/>
              <a:t>层中</a:t>
            </a:r>
            <a:r>
              <a:rPr lang="zh-CN" altLang="zh-CN"/>
              <a:t>市场被大量的小企业瓜分。</a:t>
            </a:r>
            <a:r>
              <a:rPr lang="en-US" altLang="zh-CN"/>
              <a:t>SaaS</a:t>
            </a:r>
            <a:r>
              <a:rPr lang="zh-CN" altLang="en-US"/>
              <a:t>层中</a:t>
            </a:r>
            <a:r>
              <a:rPr lang="zh-CN" altLang="zh-CN"/>
              <a:t>互联网公司产品拥有最多的客户数量，转型软件企业拥有最多的云业务营收，有大量初创企业涌现。</a:t>
            </a:r>
          </a:p>
          <a:p>
            <a:endParaRPr lang="zh-CN" altLang="zh-CN"/>
          </a:p>
          <a:p>
            <a:endParaRPr lang="zh-CN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2452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内容概要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541037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23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行业趋势一：服务分层淡化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IaaS</a:t>
            </a:r>
            <a:r>
              <a:rPr lang="zh-CN" altLang="zh-CN"/>
              <a:t>、</a:t>
            </a:r>
            <a:r>
              <a:rPr lang="en-US" altLang="zh-CN"/>
              <a:t>PaaS</a:t>
            </a:r>
            <a:r>
              <a:rPr lang="zh-CN" altLang="zh-CN"/>
              <a:t>和</a:t>
            </a:r>
            <a:r>
              <a:rPr lang="en-US" altLang="zh-CN"/>
              <a:t>SaaS</a:t>
            </a:r>
            <a:r>
              <a:rPr lang="zh-CN" altLang="zh-CN"/>
              <a:t>不再有明显界线</a:t>
            </a:r>
            <a:r>
              <a:rPr lang="zh-CN" altLang="en-US"/>
              <a:t>。</a:t>
            </a:r>
            <a:endParaRPr lang="zh-CN" altLang="zh-CN"/>
          </a:p>
          <a:p>
            <a:endParaRPr lang="zh-CN" altLang="zh-CN"/>
          </a:p>
          <a:p>
            <a:endParaRPr lang="zh-CN" altLang="zh-CN"/>
          </a:p>
          <a:p>
            <a:endParaRPr lang="zh-CN" altLang="zh-CN"/>
          </a:p>
          <a:p>
            <a:endParaRPr lang="zh-CN" altLang="zh-CN"/>
          </a:p>
          <a:p>
            <a:endParaRPr lang="zh-CN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53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行业趋势二：多种技术要素相互融合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zh-CN"/>
              <a:t>云计算、大数据、人工智能、物联网、区块链融合为新平台</a:t>
            </a:r>
            <a:r>
              <a:rPr lang="zh-CN" altLang="en-US"/>
              <a:t>。</a:t>
            </a:r>
            <a:endParaRPr lang="en-US" altLang="zh-CN"/>
          </a:p>
          <a:p>
            <a:r>
              <a:rPr lang="en-US" altLang="zh-CN"/>
              <a:t>IaaS+ PaaS</a:t>
            </a:r>
          </a:p>
          <a:p>
            <a:pPr lvl="1"/>
            <a:r>
              <a:rPr lang="zh-CN" altLang="zh-CN"/>
              <a:t>云计算</a:t>
            </a:r>
            <a:endParaRPr lang="en-US" altLang="zh-CN"/>
          </a:p>
          <a:p>
            <a:pPr lvl="1"/>
            <a:r>
              <a:rPr lang="zh-CN" altLang="zh-CN"/>
              <a:t>大数据</a:t>
            </a:r>
            <a:endParaRPr lang="en-US" altLang="zh-CN"/>
          </a:p>
          <a:p>
            <a:pPr lvl="1"/>
            <a:r>
              <a:rPr lang="zh-CN" altLang="zh-CN"/>
              <a:t>人工智能</a:t>
            </a:r>
            <a:endParaRPr lang="en-US" altLang="zh-CN"/>
          </a:p>
          <a:p>
            <a:pPr lvl="1"/>
            <a:r>
              <a:rPr lang="zh-CN" altLang="zh-CN"/>
              <a:t>物联网</a:t>
            </a:r>
            <a:endParaRPr lang="en-US" altLang="zh-CN"/>
          </a:p>
          <a:p>
            <a:pPr lvl="1"/>
            <a:r>
              <a:rPr lang="zh-CN" altLang="zh-CN"/>
              <a:t>区块链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82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/>
              <a:t>行业趋势三：云服务商生态化发展</a:t>
            </a:r>
            <a:endParaRPr lang="zh-CN" altLang="en-US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124444"/>
              </p:ext>
            </p:extLst>
          </p:nvPr>
        </p:nvGraphicFramePr>
        <p:xfrm>
          <a:off x="161763" y="1035077"/>
          <a:ext cx="8856000" cy="348088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生态模式</a:t>
                      </a:r>
                      <a:endParaRPr lang="zh-CN" altLang="zh-CN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适合类型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特点</a:t>
                      </a:r>
                      <a:endParaRPr lang="zh-CN" altLang="zh-CN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适合类型</a:t>
                      </a:r>
                      <a:endParaRPr lang="zh-CN" altLang="zh-CN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优缺点</a:t>
                      </a:r>
                      <a:endParaRPr lang="zh-CN" altLang="zh-CN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649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产业生态</a:t>
                      </a:r>
                      <a:endParaRPr lang="zh-CN" altLang="zh-CN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>
                          <a:effectLst/>
                        </a:rPr>
                        <a:t>引凤筑巢</a:t>
                      </a:r>
                    </a:p>
                    <a:p>
                      <a:pPr algn="ctr"/>
                      <a:endParaRPr lang="zh-CN" altLang="en-US" sz="1200" b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以一个企业（一般为</a:t>
                      </a:r>
                      <a:r>
                        <a:rPr lang="en-US" altLang="zh-CN" sz="1200" dirty="0"/>
                        <a:t>IaaS</a:t>
                      </a:r>
                      <a:r>
                        <a:rPr lang="zh-CN" altLang="zh-CN" sz="1200" kern="1200" dirty="0">
                          <a:effectLst/>
                        </a:rPr>
                        <a:t>公有云商）为核心，众多</a:t>
                      </a:r>
                      <a:r>
                        <a:rPr lang="en-US" altLang="zh-CN" sz="1200" kern="1200" dirty="0">
                          <a:effectLst/>
                        </a:rPr>
                        <a:t>PaaS</a:t>
                      </a:r>
                      <a:r>
                        <a:rPr lang="zh-CN" altLang="en-US" sz="1200" kern="1200" dirty="0">
                          <a:effectLst/>
                        </a:rPr>
                        <a:t>厂商和</a:t>
                      </a:r>
                      <a:r>
                        <a:rPr lang="en-US" altLang="zh-CN" sz="1200" kern="1200" dirty="0">
                          <a:effectLst/>
                        </a:rPr>
                        <a:t>ISV</a:t>
                      </a:r>
                      <a:r>
                        <a:rPr lang="zh-CN" altLang="en-US" sz="1200" kern="1200" dirty="0">
                          <a:effectLst/>
                        </a:rPr>
                        <a:t>入驻，形成生态圈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>
                          <a:effectLst/>
                        </a:rPr>
                        <a:t>IaaS</a:t>
                      </a:r>
                      <a:r>
                        <a:rPr lang="zh-CN" altLang="en-US" sz="1200" kern="1200">
                          <a:effectLst/>
                        </a:rPr>
                        <a:t>云</a:t>
                      </a:r>
                      <a:endParaRPr lang="zh-CN" altLang="zh-CN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优点：形成以</a:t>
                      </a:r>
                      <a:r>
                        <a:rPr lang="en-US" altLang="zh-CN" sz="1200" kern="1200" dirty="0">
                          <a:effectLst/>
                        </a:rPr>
                        <a:t>IaaS</a:t>
                      </a:r>
                      <a:r>
                        <a:rPr lang="zh-CN" altLang="zh-CN" sz="1200" kern="1200" dirty="0">
                          <a:effectLst/>
                        </a:rPr>
                        <a:t>公有云为中心的生态圈，为用户提供完整方案</a:t>
                      </a:r>
                      <a:r>
                        <a:rPr lang="zh-CN" altLang="en-US" sz="1200" kern="1200" dirty="0">
                          <a:effectLst/>
                        </a:rPr>
                        <a:t>。</a:t>
                      </a:r>
                      <a:r>
                        <a:rPr lang="en-US" altLang="zh-CN" sz="1200" kern="1200" dirty="0">
                          <a:effectLst/>
                        </a:rPr>
                        <a:t>IaaS</a:t>
                      </a:r>
                      <a:r>
                        <a:rPr lang="zh-CN" altLang="en-US" sz="1200" kern="1200" dirty="0">
                          <a:effectLst/>
                        </a:rPr>
                        <a:t>和</a:t>
                      </a:r>
                      <a:r>
                        <a:rPr lang="en-US" altLang="zh-CN" sz="1200" kern="1200" dirty="0">
                          <a:effectLst/>
                        </a:rPr>
                        <a:t>PaaS</a:t>
                      </a:r>
                      <a:r>
                        <a:rPr lang="zh-CN" altLang="zh-CN" sz="1200" kern="1200" dirty="0">
                          <a:effectLst/>
                        </a:rPr>
                        <a:t>厂商间利益长期保持一致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缺点：缺乏完全公正的评判机制，</a:t>
                      </a:r>
                      <a:r>
                        <a:rPr lang="en-US" altLang="zh-CN" sz="1200" kern="1200" dirty="0">
                          <a:effectLst/>
                        </a:rPr>
                        <a:t>IaaS</a:t>
                      </a:r>
                      <a:r>
                        <a:rPr lang="zh-CN" altLang="zh-CN" sz="1200" kern="1200" dirty="0">
                          <a:effectLst/>
                        </a:rPr>
                        <a:t>如不能清晰界定自己业务边界，易剥夺入驻厂商利益</a:t>
                      </a:r>
                      <a:endParaRPr lang="zh-CN" altLang="zh-CN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809">
                <a:tc vMerge="1">
                  <a:txBody>
                    <a:bodyPr/>
                    <a:lstStyle/>
                    <a:p>
                      <a:endParaRPr lang="zh-CN" altLang="en-US" sz="1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>
                          <a:effectLst/>
                        </a:rPr>
                        <a:t>同舟共济</a:t>
                      </a:r>
                      <a:endParaRPr lang="zh-CN" altLang="zh-CN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在产业链中不同位置或者有不同技</a:t>
                      </a:r>
                    </a:p>
                    <a:p>
                      <a:pPr algn="l"/>
                      <a:r>
                        <a:rPr lang="zh-CN" altLang="en-US" sz="1200" dirty="0"/>
                        <a:t>术特点的，具有互补效应的，体量</a:t>
                      </a:r>
                    </a:p>
                    <a:p>
                      <a:pPr algn="l"/>
                      <a:r>
                        <a:rPr lang="zh-CN" altLang="en-US" sz="1200" dirty="0"/>
                        <a:t>相差又不太大的企业进行合作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effectLst/>
                        </a:rPr>
                        <a:t>IaaS</a:t>
                      </a:r>
                      <a:endParaRPr lang="zh-CN" altLang="zh-CN" sz="1200" kern="1200" dirty="0">
                        <a:effectLst/>
                      </a:endParaRPr>
                    </a:p>
                    <a:p>
                      <a:pPr algn="ctr"/>
                      <a:r>
                        <a:rPr lang="en-US" altLang="zh-CN" sz="1200" dirty="0"/>
                        <a:t>PaaS</a:t>
                      </a:r>
                      <a:r>
                        <a:rPr lang="zh-CN" altLang="en-US" sz="1200" dirty="0"/>
                        <a:t>云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优点：抱团发展，便于资源优化和共赢</a:t>
                      </a:r>
                    </a:p>
                    <a:p>
                      <a:pPr algn="l"/>
                      <a:r>
                        <a:rPr lang="zh-CN" altLang="en-US" sz="1200" dirty="0"/>
                        <a:t>缺点：合作关系太弱效果不明显，合作关系太强又导致不足够开放</a:t>
                      </a:r>
                    </a:p>
                    <a:p>
                      <a:pPr algn="l"/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12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effectLst/>
                        </a:rPr>
                        <a:t>场景生态</a:t>
                      </a:r>
                      <a:endParaRPr lang="zh-CN" altLang="zh-CN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在某些场景中具有明显优势的企业，为了提供更好的功能和体验，也为了打造产业闭环，跨层经营，但每</a:t>
                      </a:r>
                    </a:p>
                    <a:p>
                      <a:pPr algn="l"/>
                      <a:r>
                        <a:rPr lang="zh-CN" altLang="en-US" sz="1200" dirty="0"/>
                        <a:t>一层仍对外开放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>
                          <a:effectLst/>
                        </a:rPr>
                        <a:t>细分场景优势企业</a:t>
                      </a:r>
                    </a:p>
                    <a:p>
                      <a:pPr algn="ctr"/>
                      <a:r>
                        <a:rPr lang="en-US" altLang="zh-CN" sz="1200"/>
                        <a:t>SaaS</a:t>
                      </a:r>
                      <a:r>
                        <a:rPr lang="zh-CN" altLang="en-US" sz="1200"/>
                        <a:t>云</a:t>
                      </a:r>
                      <a:endParaRPr lang="zh-CN" altLang="en-US" sz="1200" b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优点：可以为终端用户提供极致体验；可以统一协调整体产业链上的各种资源；可以把客户和用户圈定在自己的生态圈内</a:t>
                      </a:r>
                    </a:p>
                    <a:p>
                      <a:pPr algn="l"/>
                      <a:r>
                        <a:rPr lang="zh-CN" altLang="en-US" sz="1200" dirty="0"/>
                        <a:t>缺点：产业链长，聚焦困难；部分环节上的中立性容易受到质疑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71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>
            <a:off x="3492000" y="900000"/>
            <a:ext cx="2160000" cy="2160000"/>
          </a:xfrm>
          <a:custGeom>
            <a:avLst/>
            <a:gdLst>
              <a:gd name="connsiteX0" fmla="*/ 1645076 w 2160000"/>
              <a:gd name="connsiteY0" fmla="*/ 1425890 h 2160000"/>
              <a:gd name="connsiteX1" fmla="*/ 1425890 w 2160000"/>
              <a:gd name="connsiteY1" fmla="*/ 1645076 h 2160000"/>
              <a:gd name="connsiteX2" fmla="*/ 1843600 w 2160000"/>
              <a:gd name="connsiteY2" fmla="*/ 1843600 h 2160000"/>
              <a:gd name="connsiteX3" fmla="*/ 514924 w 2160000"/>
              <a:gd name="connsiteY3" fmla="*/ 1425890 h 2160000"/>
              <a:gd name="connsiteX4" fmla="*/ 316300 w 2160000"/>
              <a:gd name="connsiteY4" fmla="*/ 1843600 h 2160000"/>
              <a:gd name="connsiteX5" fmla="*/ 734110 w 2160000"/>
              <a:gd name="connsiteY5" fmla="*/ 1645076 h 2160000"/>
              <a:gd name="connsiteX6" fmla="*/ 1080000 w 2160000"/>
              <a:gd name="connsiteY6" fmla="*/ 540000 h 2160000"/>
              <a:gd name="connsiteX7" fmla="*/ 540000 w 2160000"/>
              <a:gd name="connsiteY7" fmla="*/ 1080000 h 2160000"/>
              <a:gd name="connsiteX8" fmla="*/ 1080000 w 2160000"/>
              <a:gd name="connsiteY8" fmla="*/ 1620000 h 2160000"/>
              <a:gd name="connsiteX9" fmla="*/ 1620000 w 2160000"/>
              <a:gd name="connsiteY9" fmla="*/ 1080000 h 2160000"/>
              <a:gd name="connsiteX10" fmla="*/ 1080000 w 2160000"/>
              <a:gd name="connsiteY10" fmla="*/ 540000 h 2160000"/>
              <a:gd name="connsiteX11" fmla="*/ 1843600 w 2160000"/>
              <a:gd name="connsiteY11" fmla="*/ 316300 h 2160000"/>
              <a:gd name="connsiteX12" fmla="*/ 1425890 w 2160000"/>
              <a:gd name="connsiteY12" fmla="*/ 514924 h 2160000"/>
              <a:gd name="connsiteX13" fmla="*/ 1645076 w 2160000"/>
              <a:gd name="connsiteY13" fmla="*/ 734110 h 2160000"/>
              <a:gd name="connsiteX14" fmla="*/ 316300 w 2160000"/>
              <a:gd name="connsiteY14" fmla="*/ 316300 h 2160000"/>
              <a:gd name="connsiteX15" fmla="*/ 316334 w 2160000"/>
              <a:gd name="connsiteY15" fmla="*/ 316316 h 2160000"/>
              <a:gd name="connsiteX16" fmla="*/ 316325 w 2160000"/>
              <a:gd name="connsiteY16" fmla="*/ 316325 h 2160000"/>
              <a:gd name="connsiteX17" fmla="*/ 316316 w 2160000"/>
              <a:gd name="connsiteY17" fmla="*/ 316334 h 2160000"/>
              <a:gd name="connsiteX18" fmla="*/ 1080000 w 2160000"/>
              <a:gd name="connsiteY18" fmla="*/ 0 h 2160000"/>
              <a:gd name="connsiteX19" fmla="*/ 2160000 w 2160000"/>
              <a:gd name="connsiteY19" fmla="*/ 1080000 h 2160000"/>
              <a:gd name="connsiteX20" fmla="*/ 1724175 w 2160000"/>
              <a:gd name="connsiteY20" fmla="*/ 925010 h 2160000"/>
              <a:gd name="connsiteX21" fmla="*/ 1724175 w 2160000"/>
              <a:gd name="connsiteY21" fmla="*/ 1234990 h 2160000"/>
              <a:gd name="connsiteX22" fmla="*/ 2160000 w 2160000"/>
              <a:gd name="connsiteY22" fmla="*/ 1080000 h 2160000"/>
              <a:gd name="connsiteX23" fmla="*/ 1080000 w 2160000"/>
              <a:gd name="connsiteY23" fmla="*/ 2160000 h 2160000"/>
              <a:gd name="connsiteX24" fmla="*/ 1234990 w 2160000"/>
              <a:gd name="connsiteY24" fmla="*/ 1724175 h 2160000"/>
              <a:gd name="connsiteX25" fmla="*/ 925010 w 2160000"/>
              <a:gd name="connsiteY25" fmla="*/ 1724175 h 2160000"/>
              <a:gd name="connsiteX26" fmla="*/ 1080000 w 2160000"/>
              <a:gd name="connsiteY26" fmla="*/ 2160000 h 2160000"/>
              <a:gd name="connsiteX27" fmla="*/ 0 w 2160000"/>
              <a:gd name="connsiteY27" fmla="*/ 1080000 h 2160000"/>
              <a:gd name="connsiteX28" fmla="*/ 435825 w 2160000"/>
              <a:gd name="connsiteY28" fmla="*/ 1234990 h 2160000"/>
              <a:gd name="connsiteX29" fmla="*/ 435825 w 2160000"/>
              <a:gd name="connsiteY29" fmla="*/ 925010 h 2160000"/>
              <a:gd name="connsiteX30" fmla="*/ 0 w 2160000"/>
              <a:gd name="connsiteY30" fmla="*/ 1080000 h 2160000"/>
              <a:gd name="connsiteX31" fmla="*/ 246620 w 2160000"/>
              <a:gd name="connsiteY31" fmla="*/ 393020 h 2160000"/>
              <a:gd name="connsiteX32" fmla="*/ 316316 w 2160000"/>
              <a:gd name="connsiteY32" fmla="*/ 316334 h 2160000"/>
              <a:gd name="connsiteX33" fmla="*/ 514924 w 2160000"/>
              <a:gd name="connsiteY33" fmla="*/ 734110 h 2160000"/>
              <a:gd name="connsiteX34" fmla="*/ 734110 w 2160000"/>
              <a:gd name="connsiteY34" fmla="*/ 514924 h 2160000"/>
              <a:gd name="connsiteX35" fmla="*/ 316334 w 2160000"/>
              <a:gd name="connsiteY35" fmla="*/ 316316 h 2160000"/>
              <a:gd name="connsiteX36" fmla="*/ 393020 w 2160000"/>
              <a:gd name="connsiteY36" fmla="*/ 246619 h 2160000"/>
              <a:gd name="connsiteX37" fmla="*/ 1080000 w 2160000"/>
              <a:gd name="connsiteY37" fmla="*/ 0 h 2160000"/>
              <a:gd name="connsiteX38" fmla="*/ 925010 w 2160000"/>
              <a:gd name="connsiteY38" fmla="*/ 435825 h 2160000"/>
              <a:gd name="connsiteX39" fmla="*/ 1234990 w 2160000"/>
              <a:gd name="connsiteY39" fmla="*/ 435825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160000" h="2160000">
                <a:moveTo>
                  <a:pt x="1645076" y="1425890"/>
                </a:moveTo>
                <a:lnTo>
                  <a:pt x="1425890" y="1645076"/>
                </a:lnTo>
                <a:lnTo>
                  <a:pt x="1843600" y="1843600"/>
                </a:lnTo>
                <a:close/>
                <a:moveTo>
                  <a:pt x="514924" y="1425890"/>
                </a:moveTo>
                <a:lnTo>
                  <a:pt x="316300" y="1843600"/>
                </a:lnTo>
                <a:lnTo>
                  <a:pt x="734110" y="1645076"/>
                </a:lnTo>
                <a:close/>
                <a:moveTo>
                  <a:pt x="1080000" y="540000"/>
                </a:moveTo>
                <a:cubicBezTo>
                  <a:pt x="781766" y="540000"/>
                  <a:pt x="540000" y="781766"/>
                  <a:pt x="540000" y="1080000"/>
                </a:cubicBezTo>
                <a:cubicBezTo>
                  <a:pt x="540000" y="1378234"/>
                  <a:pt x="781766" y="1620000"/>
                  <a:pt x="1080000" y="1620000"/>
                </a:cubicBezTo>
                <a:cubicBezTo>
                  <a:pt x="1378234" y="1620000"/>
                  <a:pt x="1620000" y="1378234"/>
                  <a:pt x="1620000" y="1080000"/>
                </a:cubicBezTo>
                <a:cubicBezTo>
                  <a:pt x="1620000" y="781766"/>
                  <a:pt x="1378234" y="540000"/>
                  <a:pt x="1080000" y="540000"/>
                </a:cubicBezTo>
                <a:close/>
                <a:moveTo>
                  <a:pt x="1843600" y="316300"/>
                </a:moveTo>
                <a:lnTo>
                  <a:pt x="1425890" y="514924"/>
                </a:lnTo>
                <a:lnTo>
                  <a:pt x="1645076" y="734110"/>
                </a:lnTo>
                <a:close/>
                <a:moveTo>
                  <a:pt x="316300" y="316300"/>
                </a:moveTo>
                <a:lnTo>
                  <a:pt x="316334" y="316316"/>
                </a:lnTo>
                <a:lnTo>
                  <a:pt x="316325" y="316325"/>
                </a:lnTo>
                <a:lnTo>
                  <a:pt x="316316" y="316334"/>
                </a:lnTo>
                <a:close/>
                <a:moveTo>
                  <a:pt x="1080000" y="0"/>
                </a:moveTo>
                <a:cubicBezTo>
                  <a:pt x="1676468" y="0"/>
                  <a:pt x="2160000" y="483532"/>
                  <a:pt x="2160000" y="1080000"/>
                </a:cubicBezTo>
                <a:lnTo>
                  <a:pt x="1724175" y="925010"/>
                </a:lnTo>
                <a:lnTo>
                  <a:pt x="1724175" y="1234990"/>
                </a:lnTo>
                <a:lnTo>
                  <a:pt x="2160000" y="1080000"/>
                </a:lnTo>
                <a:cubicBezTo>
                  <a:pt x="2160000" y="1676468"/>
                  <a:pt x="1676468" y="2160000"/>
                  <a:pt x="1080000" y="2160000"/>
                </a:cubicBezTo>
                <a:lnTo>
                  <a:pt x="1234990" y="1724175"/>
                </a:lnTo>
                <a:lnTo>
                  <a:pt x="925010" y="1724175"/>
                </a:lnTo>
                <a:lnTo>
                  <a:pt x="1080000" y="2160000"/>
                </a:lnTo>
                <a:cubicBezTo>
                  <a:pt x="483532" y="2160000"/>
                  <a:pt x="0" y="1676468"/>
                  <a:pt x="0" y="1080000"/>
                </a:cubicBezTo>
                <a:lnTo>
                  <a:pt x="435825" y="1234990"/>
                </a:lnTo>
                <a:lnTo>
                  <a:pt x="435825" y="925010"/>
                </a:lnTo>
                <a:lnTo>
                  <a:pt x="0" y="1080000"/>
                </a:lnTo>
                <a:cubicBezTo>
                  <a:pt x="0" y="819045"/>
                  <a:pt x="92551" y="579707"/>
                  <a:pt x="246620" y="393020"/>
                </a:cubicBezTo>
                <a:lnTo>
                  <a:pt x="316316" y="316334"/>
                </a:lnTo>
                <a:lnTo>
                  <a:pt x="514924" y="734110"/>
                </a:lnTo>
                <a:lnTo>
                  <a:pt x="734110" y="514924"/>
                </a:lnTo>
                <a:lnTo>
                  <a:pt x="316334" y="316316"/>
                </a:lnTo>
                <a:lnTo>
                  <a:pt x="393020" y="246619"/>
                </a:lnTo>
                <a:cubicBezTo>
                  <a:pt x="579707" y="92551"/>
                  <a:pt x="819046" y="0"/>
                  <a:pt x="1080000" y="0"/>
                </a:cubicBezTo>
                <a:lnTo>
                  <a:pt x="925010" y="435825"/>
                </a:lnTo>
                <a:lnTo>
                  <a:pt x="1234990" y="435825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81909" y="3420000"/>
            <a:ext cx="41801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CLOUDSHARE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320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737</Words>
  <Application>Microsoft Office PowerPoint</Application>
  <PresentationFormat>全屏显示(16:9)</PresentationFormat>
  <Paragraphs>90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宋体</vt:lpstr>
      <vt:lpstr>微软雅黑</vt:lpstr>
      <vt:lpstr>幼圆</vt:lpstr>
      <vt:lpstr>Arial</vt:lpstr>
      <vt:lpstr>Calibri</vt:lpstr>
      <vt:lpstr>Office 主题​​</vt:lpstr>
      <vt:lpstr>中国企业云服务行业概况</vt:lpstr>
      <vt:lpstr>内容概要</vt:lpstr>
      <vt:lpstr>云服务分类</vt:lpstr>
      <vt:lpstr>云服务特点</vt:lpstr>
      <vt:lpstr>云计算与大数据的关系</vt:lpstr>
      <vt:lpstr>内容概要</vt:lpstr>
      <vt:lpstr>市场规模</vt:lpstr>
      <vt:lpstr>企业竞争格局</vt:lpstr>
      <vt:lpstr>内容概要</vt:lpstr>
      <vt:lpstr>行业趋势一：服务分层淡化</vt:lpstr>
      <vt:lpstr>行业趋势二：多种技术要素相互融合</vt:lpstr>
      <vt:lpstr>行业趋势三：云服务商生态化发展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Essen</dc:creator>
  <cp:lastModifiedBy>Windows 用户11</cp:lastModifiedBy>
  <cp:revision>36</cp:revision>
  <dcterms:created xsi:type="dcterms:W3CDTF">2017-02-19T09:20:49Z</dcterms:created>
  <dcterms:modified xsi:type="dcterms:W3CDTF">2022-04-06T01:26:44Z</dcterms:modified>
</cp:coreProperties>
</file>