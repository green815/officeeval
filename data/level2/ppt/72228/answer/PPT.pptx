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1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1" autoAdjust="0"/>
    <p:restoredTop sz="94660"/>
  </p:normalViewPr>
  <p:slideViewPr>
    <p:cSldViewPr snapToGrid="0">
      <p:cViewPr varScale="1">
        <p:scale>
          <a:sx n="46" d="100"/>
          <a:sy n="46" d="100"/>
        </p:scale>
        <p:origin x="78" y="1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slide" Target="../slides/slide4.xml"/><Relationship Id="rId1" Type="http://schemas.openxmlformats.org/officeDocument/2006/relationships/slide" Target="../slides/slide3.xml"/><Relationship Id="rId4" Type="http://schemas.openxmlformats.org/officeDocument/2006/relationships/slide" Target="../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9B459F-6371-4CD1-8775-B193FCD1D668}" type="doc">
      <dgm:prSet loTypeId="urn:microsoft.com/office/officeart/2005/8/layout/list1" loCatId="list" qsTypeId="urn:microsoft.com/office/officeart/2005/8/quickstyle/3d2" qsCatId="3D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E338BCB7-B1F5-42D5-AA77-932EAAAA55B5}">
      <dgm:prSet phldrT="[文本]" custT="1"/>
      <dgm:spPr/>
      <dgm:t>
        <a:bodyPr/>
        <a:lstStyle/>
        <a:p>
          <a:r>
            <a:rPr lang="zh-CN" altLang="en-US" sz="3600" b="1" cap="none" spc="0" dirty="0" smtClean="0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rPr>
            <a:t>第一代计算机</a:t>
          </a:r>
          <a:endParaRPr lang="zh-CN" altLang="en-US" sz="3600" b="1" cap="none" spc="0" dirty="0">
            <a:ln w="10160">
              <a:solidFill>
                <a:schemeClr val="bg1"/>
              </a:solidFill>
              <a:prstDash val="solid"/>
            </a:ln>
            <a:noFill/>
            <a:effectLst>
              <a:outerShdw blurRad="38100" dist="22860" dir="5400000" algn="tl" rotWithShape="0">
                <a:srgbClr val="000000">
                  <a:alpha val="30000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50F46E17-5D58-4B14-9845-0A1E8992C007}" type="parTrans" cxnId="{8C6BC3D3-A2FE-406E-800C-19164C25AE45}">
      <dgm:prSet/>
      <dgm:spPr/>
      <dgm:t>
        <a:bodyPr/>
        <a:lstStyle/>
        <a:p>
          <a:endParaRPr lang="zh-CN" altLang="en-US" sz="3600" b="1" cap="none" spc="0">
            <a:ln w="10160">
              <a:solidFill>
                <a:schemeClr val="bg1"/>
              </a:solidFill>
              <a:prstDash val="solid"/>
            </a:ln>
            <a:noFill/>
            <a:effectLst>
              <a:outerShdw blurRad="38100" dist="22860" dir="5400000" algn="tl" rotWithShape="0">
                <a:srgbClr val="000000">
                  <a:alpha val="30000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ED6E3A1-E89D-4E07-BDA0-88EB404FA2B0}" type="sibTrans" cxnId="{8C6BC3D3-A2FE-406E-800C-19164C25AE45}">
      <dgm:prSet/>
      <dgm:spPr/>
      <dgm:t>
        <a:bodyPr/>
        <a:lstStyle/>
        <a:p>
          <a:endParaRPr lang="zh-CN" altLang="en-US" sz="3600" b="1" cap="none" spc="0">
            <a:ln w="10160">
              <a:solidFill>
                <a:schemeClr val="bg1"/>
              </a:solidFill>
              <a:prstDash val="solid"/>
            </a:ln>
            <a:noFill/>
            <a:effectLst>
              <a:outerShdw blurRad="38100" dist="22860" dir="5400000" algn="tl" rotWithShape="0">
                <a:srgbClr val="000000">
                  <a:alpha val="30000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2629EEE-E974-4299-8718-A70251CFDD55}">
      <dgm:prSet phldrT="[文本]" custT="1"/>
      <dgm:spPr/>
      <dgm:t>
        <a:bodyPr/>
        <a:lstStyle/>
        <a:p>
          <a:r>
            <a:rPr lang="zh-CN" altLang="en-US" sz="3600" b="1" cap="none" spc="0" dirty="0" smtClean="0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rPr>
            <a:t>第二代计算机</a:t>
          </a:r>
          <a:endParaRPr lang="zh-CN" altLang="en-US" sz="3600" b="1" cap="none" spc="0" dirty="0">
            <a:ln w="10160">
              <a:solidFill>
                <a:schemeClr val="bg1"/>
              </a:solidFill>
              <a:prstDash val="solid"/>
            </a:ln>
            <a:noFill/>
            <a:effectLst>
              <a:outerShdw blurRad="38100" dist="22860" dir="5400000" algn="tl" rotWithShape="0">
                <a:srgbClr val="000000">
                  <a:alpha val="30000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3084BBAA-CA42-442B-9232-5BBD1C624B24}" type="parTrans" cxnId="{D0EA3AD2-24C2-47A1-9C5B-8A538164CD1E}">
      <dgm:prSet/>
      <dgm:spPr/>
      <dgm:t>
        <a:bodyPr/>
        <a:lstStyle/>
        <a:p>
          <a:endParaRPr lang="zh-CN" altLang="en-US" sz="3600" b="1" cap="none" spc="0">
            <a:ln w="10160">
              <a:solidFill>
                <a:schemeClr val="bg1"/>
              </a:solidFill>
              <a:prstDash val="solid"/>
            </a:ln>
            <a:noFill/>
            <a:effectLst>
              <a:outerShdw blurRad="38100" dist="22860" dir="5400000" algn="tl" rotWithShape="0">
                <a:srgbClr val="000000">
                  <a:alpha val="30000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AE49709-028F-48EB-BC5B-4ED72C6C1FC0}" type="sibTrans" cxnId="{D0EA3AD2-24C2-47A1-9C5B-8A538164CD1E}">
      <dgm:prSet/>
      <dgm:spPr/>
      <dgm:t>
        <a:bodyPr/>
        <a:lstStyle/>
        <a:p>
          <a:endParaRPr lang="zh-CN" altLang="en-US" sz="3600" b="1" cap="none" spc="0">
            <a:ln w="10160">
              <a:solidFill>
                <a:schemeClr val="bg1"/>
              </a:solidFill>
              <a:prstDash val="solid"/>
            </a:ln>
            <a:noFill/>
            <a:effectLst>
              <a:outerShdw blurRad="38100" dist="22860" dir="5400000" algn="tl" rotWithShape="0">
                <a:srgbClr val="000000">
                  <a:alpha val="30000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140F989-7473-48D3-91EE-5ADB143743E4}">
      <dgm:prSet phldrT="[文本]" custT="1"/>
      <dgm:spPr/>
      <dgm:t>
        <a:bodyPr/>
        <a:lstStyle/>
        <a:p>
          <a:r>
            <a:rPr lang="zh-CN" altLang="en-US" sz="3600" b="1" cap="none" spc="0" dirty="0" smtClean="0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rPr>
            <a:t>第三代计算机</a:t>
          </a:r>
          <a:endParaRPr lang="zh-CN" altLang="en-US" sz="3600" b="1" cap="none" spc="0" dirty="0">
            <a:ln w="10160">
              <a:solidFill>
                <a:schemeClr val="bg1"/>
              </a:solidFill>
              <a:prstDash val="solid"/>
            </a:ln>
            <a:noFill/>
            <a:effectLst>
              <a:outerShdw blurRad="38100" dist="22860" dir="5400000" algn="tl" rotWithShape="0">
                <a:srgbClr val="000000">
                  <a:alpha val="30000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C80DEE12-F694-4F05-A63F-92B9AB977190}" type="parTrans" cxnId="{4E092D46-3066-4132-AA1B-F9F861764716}">
      <dgm:prSet/>
      <dgm:spPr/>
      <dgm:t>
        <a:bodyPr/>
        <a:lstStyle/>
        <a:p>
          <a:endParaRPr lang="zh-CN" altLang="en-US" sz="3600" b="1" cap="none" spc="0">
            <a:ln w="10160">
              <a:solidFill>
                <a:schemeClr val="bg1"/>
              </a:solidFill>
              <a:prstDash val="solid"/>
            </a:ln>
            <a:noFill/>
            <a:effectLst>
              <a:outerShdw blurRad="38100" dist="22860" dir="5400000" algn="tl" rotWithShape="0">
                <a:srgbClr val="000000">
                  <a:alpha val="30000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74BB6E6-FFFE-43CB-9B99-7F2273089BBD}" type="sibTrans" cxnId="{4E092D46-3066-4132-AA1B-F9F861764716}">
      <dgm:prSet/>
      <dgm:spPr/>
      <dgm:t>
        <a:bodyPr/>
        <a:lstStyle/>
        <a:p>
          <a:endParaRPr lang="zh-CN" altLang="en-US" sz="3600" b="1" cap="none" spc="0">
            <a:ln w="10160">
              <a:solidFill>
                <a:schemeClr val="bg1"/>
              </a:solidFill>
              <a:prstDash val="solid"/>
            </a:ln>
            <a:noFill/>
            <a:effectLst>
              <a:outerShdw blurRad="38100" dist="22860" dir="5400000" algn="tl" rotWithShape="0">
                <a:srgbClr val="000000">
                  <a:alpha val="30000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8407EF7-05C9-4DAD-8608-E14E23902C77}">
      <dgm:prSet phldrT="[文本]" custT="1"/>
      <dgm:spPr/>
      <dgm:t>
        <a:bodyPr/>
        <a:lstStyle/>
        <a:p>
          <a:r>
            <a:rPr lang="zh-CN" altLang="en-US" sz="3600" b="1" cap="none" spc="0" dirty="0" smtClean="0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rPr>
            <a:t>第四代计算机</a:t>
          </a:r>
          <a:endParaRPr lang="zh-CN" altLang="en-US" sz="3600" b="1" cap="none" spc="0" dirty="0">
            <a:ln w="10160">
              <a:solidFill>
                <a:schemeClr val="bg1"/>
              </a:solidFill>
              <a:prstDash val="solid"/>
            </a:ln>
            <a:noFill/>
            <a:effectLst>
              <a:outerShdw blurRad="38100" dist="22860" dir="5400000" algn="tl" rotWithShape="0">
                <a:srgbClr val="000000">
                  <a:alpha val="30000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83BB357F-4ECC-4B71-8838-C0373FF54EB0}" type="parTrans" cxnId="{CAAF56C9-13E1-432F-B72D-569DC714D316}">
      <dgm:prSet/>
      <dgm:spPr/>
      <dgm:t>
        <a:bodyPr/>
        <a:lstStyle/>
        <a:p>
          <a:endParaRPr lang="zh-CN" altLang="en-US" sz="3600" b="1" cap="none" spc="0">
            <a:ln w="10160">
              <a:solidFill>
                <a:schemeClr val="bg1"/>
              </a:solidFill>
              <a:prstDash val="solid"/>
            </a:ln>
            <a:noFill/>
            <a:effectLst>
              <a:outerShdw blurRad="38100" dist="22860" dir="5400000" algn="tl" rotWithShape="0">
                <a:srgbClr val="000000">
                  <a:alpha val="30000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5F984C7-6EBD-4DA1-A1F4-63823F2EBF04}" type="sibTrans" cxnId="{CAAF56C9-13E1-432F-B72D-569DC714D316}">
      <dgm:prSet/>
      <dgm:spPr/>
      <dgm:t>
        <a:bodyPr/>
        <a:lstStyle/>
        <a:p>
          <a:endParaRPr lang="zh-CN" altLang="en-US" sz="3600" b="1" cap="none" spc="0">
            <a:ln w="10160">
              <a:solidFill>
                <a:schemeClr val="bg1"/>
              </a:solidFill>
              <a:prstDash val="solid"/>
            </a:ln>
            <a:noFill/>
            <a:effectLst>
              <a:outerShdw blurRad="38100" dist="22860" dir="5400000" algn="tl" rotWithShape="0">
                <a:srgbClr val="000000">
                  <a:alpha val="30000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B58169D-8E9E-4948-8F6C-AEEC8E5141C6}" type="pres">
      <dgm:prSet presAssocID="{B79B459F-6371-4CD1-8775-B193FCD1D668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7727C552-AF24-42E7-BF45-8CFCA79B9716}" type="pres">
      <dgm:prSet presAssocID="{E338BCB7-B1F5-42D5-AA77-932EAAAA55B5}" presName="parentLin" presStyleCnt="0"/>
      <dgm:spPr/>
    </dgm:pt>
    <dgm:pt modelId="{90AB0B98-6273-4632-AD5D-D3CF8A2F99D0}" type="pres">
      <dgm:prSet presAssocID="{E338BCB7-B1F5-42D5-AA77-932EAAAA55B5}" presName="parentLeftMargin" presStyleLbl="node1" presStyleIdx="0" presStyleCnt="4"/>
      <dgm:spPr/>
      <dgm:t>
        <a:bodyPr/>
        <a:lstStyle/>
        <a:p>
          <a:endParaRPr lang="zh-CN" altLang="en-US"/>
        </a:p>
      </dgm:t>
    </dgm:pt>
    <dgm:pt modelId="{EFC386D4-F1C6-437A-90FB-CBF7BEB39D4C}" type="pres">
      <dgm:prSet presAssocID="{E338BCB7-B1F5-42D5-AA77-932EAAAA55B5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4AD8234-0526-4267-9630-7949B0E27582}" type="pres">
      <dgm:prSet presAssocID="{E338BCB7-B1F5-42D5-AA77-932EAAAA55B5}" presName="negativeSpace" presStyleCnt="0"/>
      <dgm:spPr/>
    </dgm:pt>
    <dgm:pt modelId="{22D018BA-8D18-48DF-94C2-4ED9A627D761}" type="pres">
      <dgm:prSet presAssocID="{E338BCB7-B1F5-42D5-AA77-932EAAAA55B5}" presName="childText" presStyleLbl="conFgAcc1" presStyleIdx="0" presStyleCnt="4">
        <dgm:presLayoutVars>
          <dgm:bulletEnabled val="1"/>
        </dgm:presLayoutVars>
      </dgm:prSet>
      <dgm:spPr/>
    </dgm:pt>
    <dgm:pt modelId="{1DD287E0-A647-4EF0-9754-8581B7B549F1}" type="pres">
      <dgm:prSet presAssocID="{7ED6E3A1-E89D-4E07-BDA0-88EB404FA2B0}" presName="spaceBetweenRectangles" presStyleCnt="0"/>
      <dgm:spPr/>
    </dgm:pt>
    <dgm:pt modelId="{45CBAD8E-9635-479E-9615-5AF1AD98BB60}" type="pres">
      <dgm:prSet presAssocID="{02629EEE-E974-4299-8718-A70251CFDD55}" presName="parentLin" presStyleCnt="0"/>
      <dgm:spPr/>
    </dgm:pt>
    <dgm:pt modelId="{E472320E-1C8D-4697-B75D-025B65527D83}" type="pres">
      <dgm:prSet presAssocID="{02629EEE-E974-4299-8718-A70251CFDD55}" presName="parentLeftMargin" presStyleLbl="node1" presStyleIdx="0" presStyleCnt="4"/>
      <dgm:spPr/>
      <dgm:t>
        <a:bodyPr/>
        <a:lstStyle/>
        <a:p>
          <a:endParaRPr lang="zh-CN" altLang="en-US"/>
        </a:p>
      </dgm:t>
    </dgm:pt>
    <dgm:pt modelId="{8E91AF66-1FCE-433A-A048-E6B083AA1ED0}" type="pres">
      <dgm:prSet presAssocID="{02629EEE-E974-4299-8718-A70251CFDD55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55E09C2-468D-4174-8C19-BBD338AB90E6}" type="pres">
      <dgm:prSet presAssocID="{02629EEE-E974-4299-8718-A70251CFDD55}" presName="negativeSpace" presStyleCnt="0"/>
      <dgm:spPr/>
    </dgm:pt>
    <dgm:pt modelId="{15B965FB-09EE-4950-8A97-68FE5BC9DDCA}" type="pres">
      <dgm:prSet presAssocID="{02629EEE-E974-4299-8718-A70251CFDD55}" presName="childText" presStyleLbl="conFgAcc1" presStyleIdx="1" presStyleCnt="4">
        <dgm:presLayoutVars>
          <dgm:bulletEnabled val="1"/>
        </dgm:presLayoutVars>
      </dgm:prSet>
      <dgm:spPr/>
    </dgm:pt>
    <dgm:pt modelId="{6755E806-02C1-47DA-AA9C-6BB56A45300F}" type="pres">
      <dgm:prSet presAssocID="{5AE49709-028F-48EB-BC5B-4ED72C6C1FC0}" presName="spaceBetweenRectangles" presStyleCnt="0"/>
      <dgm:spPr/>
    </dgm:pt>
    <dgm:pt modelId="{E1804CDA-E1E9-4C2D-B032-D50E463D95A9}" type="pres">
      <dgm:prSet presAssocID="{5140F989-7473-48D3-91EE-5ADB143743E4}" presName="parentLin" presStyleCnt="0"/>
      <dgm:spPr/>
    </dgm:pt>
    <dgm:pt modelId="{FD0DDA2C-76E4-4636-952D-36F54042732B}" type="pres">
      <dgm:prSet presAssocID="{5140F989-7473-48D3-91EE-5ADB143743E4}" presName="parentLeftMargin" presStyleLbl="node1" presStyleIdx="1" presStyleCnt="4"/>
      <dgm:spPr/>
      <dgm:t>
        <a:bodyPr/>
        <a:lstStyle/>
        <a:p>
          <a:endParaRPr lang="zh-CN" altLang="en-US"/>
        </a:p>
      </dgm:t>
    </dgm:pt>
    <dgm:pt modelId="{9412B2DB-C9BB-497D-82D4-D0E61A87AA0F}" type="pres">
      <dgm:prSet presAssocID="{5140F989-7473-48D3-91EE-5ADB143743E4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30AF42F-B34C-45EB-A15C-F32421A89F6C}" type="pres">
      <dgm:prSet presAssocID="{5140F989-7473-48D3-91EE-5ADB143743E4}" presName="negativeSpace" presStyleCnt="0"/>
      <dgm:spPr/>
    </dgm:pt>
    <dgm:pt modelId="{0314D756-61F9-4EEF-B065-9E1733C01B3B}" type="pres">
      <dgm:prSet presAssocID="{5140F989-7473-48D3-91EE-5ADB143743E4}" presName="childText" presStyleLbl="conFgAcc1" presStyleIdx="2" presStyleCnt="4">
        <dgm:presLayoutVars>
          <dgm:bulletEnabled val="1"/>
        </dgm:presLayoutVars>
      </dgm:prSet>
      <dgm:spPr/>
    </dgm:pt>
    <dgm:pt modelId="{697AF018-7EC7-42E0-BEB2-2C5DF905CB58}" type="pres">
      <dgm:prSet presAssocID="{874BB6E6-FFFE-43CB-9B99-7F2273089BBD}" presName="spaceBetweenRectangles" presStyleCnt="0"/>
      <dgm:spPr/>
    </dgm:pt>
    <dgm:pt modelId="{E04D25BC-44B9-46EC-8CDA-422A85E381A1}" type="pres">
      <dgm:prSet presAssocID="{48407EF7-05C9-4DAD-8608-E14E23902C77}" presName="parentLin" presStyleCnt="0"/>
      <dgm:spPr/>
    </dgm:pt>
    <dgm:pt modelId="{2B088733-023F-4A33-B014-F7637F8D6E36}" type="pres">
      <dgm:prSet presAssocID="{48407EF7-05C9-4DAD-8608-E14E23902C77}" presName="parentLeftMargin" presStyleLbl="node1" presStyleIdx="2" presStyleCnt="4"/>
      <dgm:spPr/>
      <dgm:t>
        <a:bodyPr/>
        <a:lstStyle/>
        <a:p>
          <a:endParaRPr lang="zh-CN" altLang="en-US"/>
        </a:p>
      </dgm:t>
    </dgm:pt>
    <dgm:pt modelId="{FD5EDA17-6E0B-460E-B359-C1836332F388}" type="pres">
      <dgm:prSet presAssocID="{48407EF7-05C9-4DAD-8608-E14E23902C77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FC83BC1-58E0-41FD-A893-4EB8778E5B3B}" type="pres">
      <dgm:prSet presAssocID="{48407EF7-05C9-4DAD-8608-E14E23902C77}" presName="negativeSpace" presStyleCnt="0"/>
      <dgm:spPr/>
    </dgm:pt>
    <dgm:pt modelId="{42C81D36-44E7-457E-A4CB-9E74A767F02E}" type="pres">
      <dgm:prSet presAssocID="{48407EF7-05C9-4DAD-8608-E14E23902C77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9FB04D79-09B3-4F7D-9053-161CE2FE9139}" type="presOf" srcId="{02629EEE-E974-4299-8718-A70251CFDD55}" destId="{E472320E-1C8D-4697-B75D-025B65527D83}" srcOrd="0" destOrd="0" presId="urn:microsoft.com/office/officeart/2005/8/layout/list1"/>
    <dgm:cxn modelId="{243BA14B-B6D2-4C72-A98F-812DE8887473}" type="presOf" srcId="{48407EF7-05C9-4DAD-8608-E14E23902C77}" destId="{2B088733-023F-4A33-B014-F7637F8D6E36}" srcOrd="0" destOrd="0" presId="urn:microsoft.com/office/officeart/2005/8/layout/list1"/>
    <dgm:cxn modelId="{AD5F88F8-BF13-414A-9A65-46B74D8EEAAB}" type="presOf" srcId="{E338BCB7-B1F5-42D5-AA77-932EAAAA55B5}" destId="{EFC386D4-F1C6-437A-90FB-CBF7BEB39D4C}" srcOrd="1" destOrd="0" presId="urn:microsoft.com/office/officeart/2005/8/layout/list1"/>
    <dgm:cxn modelId="{69CB9A2C-AF02-42D3-B7FF-936FA8245D1B}" type="presOf" srcId="{5140F989-7473-48D3-91EE-5ADB143743E4}" destId="{9412B2DB-C9BB-497D-82D4-D0E61A87AA0F}" srcOrd="1" destOrd="0" presId="urn:microsoft.com/office/officeart/2005/8/layout/list1"/>
    <dgm:cxn modelId="{D0EA3AD2-24C2-47A1-9C5B-8A538164CD1E}" srcId="{B79B459F-6371-4CD1-8775-B193FCD1D668}" destId="{02629EEE-E974-4299-8718-A70251CFDD55}" srcOrd="1" destOrd="0" parTransId="{3084BBAA-CA42-442B-9232-5BBD1C624B24}" sibTransId="{5AE49709-028F-48EB-BC5B-4ED72C6C1FC0}"/>
    <dgm:cxn modelId="{34F41F1E-40EB-4785-8C3D-6D2CA983DA0D}" type="presOf" srcId="{48407EF7-05C9-4DAD-8608-E14E23902C77}" destId="{FD5EDA17-6E0B-460E-B359-C1836332F388}" srcOrd="1" destOrd="0" presId="urn:microsoft.com/office/officeart/2005/8/layout/list1"/>
    <dgm:cxn modelId="{CAAF56C9-13E1-432F-B72D-569DC714D316}" srcId="{B79B459F-6371-4CD1-8775-B193FCD1D668}" destId="{48407EF7-05C9-4DAD-8608-E14E23902C77}" srcOrd="3" destOrd="0" parTransId="{83BB357F-4ECC-4B71-8838-C0373FF54EB0}" sibTransId="{25F984C7-6EBD-4DA1-A1F4-63823F2EBF04}"/>
    <dgm:cxn modelId="{CF3BBE8C-410D-4F37-A480-4A2141653516}" type="presOf" srcId="{B79B459F-6371-4CD1-8775-B193FCD1D668}" destId="{8B58169D-8E9E-4948-8F6C-AEEC8E5141C6}" srcOrd="0" destOrd="0" presId="urn:microsoft.com/office/officeart/2005/8/layout/list1"/>
    <dgm:cxn modelId="{2B0F206E-A0D4-4FEF-83DC-87C8116AEDD8}" type="presOf" srcId="{02629EEE-E974-4299-8718-A70251CFDD55}" destId="{8E91AF66-1FCE-433A-A048-E6B083AA1ED0}" srcOrd="1" destOrd="0" presId="urn:microsoft.com/office/officeart/2005/8/layout/list1"/>
    <dgm:cxn modelId="{10868DF3-4CBB-492B-8715-D9EEDE61AD4C}" type="presOf" srcId="{5140F989-7473-48D3-91EE-5ADB143743E4}" destId="{FD0DDA2C-76E4-4636-952D-36F54042732B}" srcOrd="0" destOrd="0" presId="urn:microsoft.com/office/officeart/2005/8/layout/list1"/>
    <dgm:cxn modelId="{74412324-A84B-4982-AB54-FEC4B2205598}" type="presOf" srcId="{E338BCB7-B1F5-42D5-AA77-932EAAAA55B5}" destId="{90AB0B98-6273-4632-AD5D-D3CF8A2F99D0}" srcOrd="0" destOrd="0" presId="urn:microsoft.com/office/officeart/2005/8/layout/list1"/>
    <dgm:cxn modelId="{8C6BC3D3-A2FE-406E-800C-19164C25AE45}" srcId="{B79B459F-6371-4CD1-8775-B193FCD1D668}" destId="{E338BCB7-B1F5-42D5-AA77-932EAAAA55B5}" srcOrd="0" destOrd="0" parTransId="{50F46E17-5D58-4B14-9845-0A1E8992C007}" sibTransId="{7ED6E3A1-E89D-4E07-BDA0-88EB404FA2B0}"/>
    <dgm:cxn modelId="{4E092D46-3066-4132-AA1B-F9F861764716}" srcId="{B79B459F-6371-4CD1-8775-B193FCD1D668}" destId="{5140F989-7473-48D3-91EE-5ADB143743E4}" srcOrd="2" destOrd="0" parTransId="{C80DEE12-F694-4F05-A63F-92B9AB977190}" sibTransId="{874BB6E6-FFFE-43CB-9B99-7F2273089BBD}"/>
    <dgm:cxn modelId="{CEC30E5C-5AA0-4AD6-B2A3-2F86267F01EA}" type="presParOf" srcId="{8B58169D-8E9E-4948-8F6C-AEEC8E5141C6}" destId="{7727C552-AF24-42E7-BF45-8CFCA79B9716}" srcOrd="0" destOrd="0" presId="urn:microsoft.com/office/officeart/2005/8/layout/list1"/>
    <dgm:cxn modelId="{AD977FC6-8FF3-4F11-8016-334A6A274E6B}" type="presParOf" srcId="{7727C552-AF24-42E7-BF45-8CFCA79B9716}" destId="{90AB0B98-6273-4632-AD5D-D3CF8A2F99D0}" srcOrd="0" destOrd="0" presId="urn:microsoft.com/office/officeart/2005/8/layout/list1"/>
    <dgm:cxn modelId="{69AE4AD9-A128-4C14-BB17-84DF0578A64E}" type="presParOf" srcId="{7727C552-AF24-42E7-BF45-8CFCA79B9716}" destId="{EFC386D4-F1C6-437A-90FB-CBF7BEB39D4C}" srcOrd="1" destOrd="0" presId="urn:microsoft.com/office/officeart/2005/8/layout/list1"/>
    <dgm:cxn modelId="{896B6129-01F0-418A-8068-75A44AEADEEE}" type="presParOf" srcId="{8B58169D-8E9E-4948-8F6C-AEEC8E5141C6}" destId="{84AD8234-0526-4267-9630-7949B0E27582}" srcOrd="1" destOrd="0" presId="urn:microsoft.com/office/officeart/2005/8/layout/list1"/>
    <dgm:cxn modelId="{05854AEF-682D-47B1-A25C-8427C4242B6D}" type="presParOf" srcId="{8B58169D-8E9E-4948-8F6C-AEEC8E5141C6}" destId="{22D018BA-8D18-48DF-94C2-4ED9A627D761}" srcOrd="2" destOrd="0" presId="urn:microsoft.com/office/officeart/2005/8/layout/list1"/>
    <dgm:cxn modelId="{35F79498-E8B8-4C7A-9263-A34B786F85F9}" type="presParOf" srcId="{8B58169D-8E9E-4948-8F6C-AEEC8E5141C6}" destId="{1DD287E0-A647-4EF0-9754-8581B7B549F1}" srcOrd="3" destOrd="0" presId="urn:microsoft.com/office/officeart/2005/8/layout/list1"/>
    <dgm:cxn modelId="{4BB19B45-11E9-48F7-B7CA-3BB88D7D5A30}" type="presParOf" srcId="{8B58169D-8E9E-4948-8F6C-AEEC8E5141C6}" destId="{45CBAD8E-9635-479E-9615-5AF1AD98BB60}" srcOrd="4" destOrd="0" presId="urn:microsoft.com/office/officeart/2005/8/layout/list1"/>
    <dgm:cxn modelId="{EFD74E79-18DF-4E39-8EBD-C84BD2031726}" type="presParOf" srcId="{45CBAD8E-9635-479E-9615-5AF1AD98BB60}" destId="{E472320E-1C8D-4697-B75D-025B65527D83}" srcOrd="0" destOrd="0" presId="urn:microsoft.com/office/officeart/2005/8/layout/list1"/>
    <dgm:cxn modelId="{769BC443-5FFF-4712-A864-B6D8B6EC6E11}" type="presParOf" srcId="{45CBAD8E-9635-479E-9615-5AF1AD98BB60}" destId="{8E91AF66-1FCE-433A-A048-E6B083AA1ED0}" srcOrd="1" destOrd="0" presId="urn:microsoft.com/office/officeart/2005/8/layout/list1"/>
    <dgm:cxn modelId="{EC745FA8-5BCD-4646-BCE4-F9223788B7A4}" type="presParOf" srcId="{8B58169D-8E9E-4948-8F6C-AEEC8E5141C6}" destId="{E55E09C2-468D-4174-8C19-BBD338AB90E6}" srcOrd="5" destOrd="0" presId="urn:microsoft.com/office/officeart/2005/8/layout/list1"/>
    <dgm:cxn modelId="{9D6A540D-4A58-4E1A-8FD2-D0E7F2E37134}" type="presParOf" srcId="{8B58169D-8E9E-4948-8F6C-AEEC8E5141C6}" destId="{15B965FB-09EE-4950-8A97-68FE5BC9DDCA}" srcOrd="6" destOrd="0" presId="urn:microsoft.com/office/officeart/2005/8/layout/list1"/>
    <dgm:cxn modelId="{59FB4233-332C-440A-B36D-533701AD819E}" type="presParOf" srcId="{8B58169D-8E9E-4948-8F6C-AEEC8E5141C6}" destId="{6755E806-02C1-47DA-AA9C-6BB56A45300F}" srcOrd="7" destOrd="0" presId="urn:microsoft.com/office/officeart/2005/8/layout/list1"/>
    <dgm:cxn modelId="{0FCFEF61-97B4-49B7-AF66-D6D3A0E2D8E4}" type="presParOf" srcId="{8B58169D-8E9E-4948-8F6C-AEEC8E5141C6}" destId="{E1804CDA-E1E9-4C2D-B032-D50E463D95A9}" srcOrd="8" destOrd="0" presId="urn:microsoft.com/office/officeart/2005/8/layout/list1"/>
    <dgm:cxn modelId="{E0D1A81F-AABF-4F6E-924C-D6CE6E8E6258}" type="presParOf" srcId="{E1804CDA-E1E9-4C2D-B032-D50E463D95A9}" destId="{FD0DDA2C-76E4-4636-952D-36F54042732B}" srcOrd="0" destOrd="0" presId="urn:microsoft.com/office/officeart/2005/8/layout/list1"/>
    <dgm:cxn modelId="{3844C039-F28F-491F-A430-6E47565FBE47}" type="presParOf" srcId="{E1804CDA-E1E9-4C2D-B032-D50E463D95A9}" destId="{9412B2DB-C9BB-497D-82D4-D0E61A87AA0F}" srcOrd="1" destOrd="0" presId="urn:microsoft.com/office/officeart/2005/8/layout/list1"/>
    <dgm:cxn modelId="{98FFA9D5-5F5B-4508-B94E-812E28771E2E}" type="presParOf" srcId="{8B58169D-8E9E-4948-8F6C-AEEC8E5141C6}" destId="{E30AF42F-B34C-45EB-A15C-F32421A89F6C}" srcOrd="9" destOrd="0" presId="urn:microsoft.com/office/officeart/2005/8/layout/list1"/>
    <dgm:cxn modelId="{274381A8-0BF5-4DB0-82E1-6771544F7997}" type="presParOf" srcId="{8B58169D-8E9E-4948-8F6C-AEEC8E5141C6}" destId="{0314D756-61F9-4EEF-B065-9E1733C01B3B}" srcOrd="10" destOrd="0" presId="urn:microsoft.com/office/officeart/2005/8/layout/list1"/>
    <dgm:cxn modelId="{EAA4E921-C231-47FC-B694-F03CF25E750D}" type="presParOf" srcId="{8B58169D-8E9E-4948-8F6C-AEEC8E5141C6}" destId="{697AF018-7EC7-42E0-BEB2-2C5DF905CB58}" srcOrd="11" destOrd="0" presId="urn:microsoft.com/office/officeart/2005/8/layout/list1"/>
    <dgm:cxn modelId="{9B21CD37-A488-474F-A183-A3B8BA33135D}" type="presParOf" srcId="{8B58169D-8E9E-4948-8F6C-AEEC8E5141C6}" destId="{E04D25BC-44B9-46EC-8CDA-422A85E381A1}" srcOrd="12" destOrd="0" presId="urn:microsoft.com/office/officeart/2005/8/layout/list1"/>
    <dgm:cxn modelId="{0FDF5A09-DEF2-40E1-80F6-51AC18611ECE}" type="presParOf" srcId="{E04D25BC-44B9-46EC-8CDA-422A85E381A1}" destId="{2B088733-023F-4A33-B014-F7637F8D6E36}" srcOrd="0" destOrd="0" presId="urn:microsoft.com/office/officeart/2005/8/layout/list1"/>
    <dgm:cxn modelId="{AE996A24-E751-47BD-8DD7-089E09215145}" type="presParOf" srcId="{E04D25BC-44B9-46EC-8CDA-422A85E381A1}" destId="{FD5EDA17-6E0B-460E-B359-C1836332F388}" srcOrd="1" destOrd="0" presId="urn:microsoft.com/office/officeart/2005/8/layout/list1"/>
    <dgm:cxn modelId="{48E51570-BB67-47B3-950D-6152E24F5459}" type="presParOf" srcId="{8B58169D-8E9E-4948-8F6C-AEEC8E5141C6}" destId="{4FC83BC1-58E0-41FD-A893-4EB8778E5B3B}" srcOrd="13" destOrd="0" presId="urn:microsoft.com/office/officeart/2005/8/layout/list1"/>
    <dgm:cxn modelId="{F3312429-49C6-417B-A15F-FD1986769F72}" type="presParOf" srcId="{8B58169D-8E9E-4948-8F6C-AEEC8E5141C6}" destId="{42C81D36-44E7-457E-A4CB-9E74A767F02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D018BA-8D18-48DF-94C2-4ED9A627D761}">
      <dsp:nvSpPr>
        <dsp:cNvPr id="0" name=""/>
        <dsp:cNvSpPr/>
      </dsp:nvSpPr>
      <dsp:spPr>
        <a:xfrm>
          <a:off x="0" y="417831"/>
          <a:ext cx="7730837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FC386D4-F1C6-437A-90FB-CBF7BEB39D4C}">
      <dsp:nvSpPr>
        <dsp:cNvPr id="0" name=""/>
        <dsp:cNvSpPr/>
      </dsp:nvSpPr>
      <dsp:spPr>
        <a:xfrm>
          <a:off x="386541" y="78351"/>
          <a:ext cx="5411585" cy="67896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4545" tIns="0" rIns="204545" bIns="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b="1" kern="1200" cap="none" spc="0" dirty="0" smtClean="0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rPr>
            <a:t>第一代计算机</a:t>
          </a:r>
          <a:endParaRPr lang="zh-CN" altLang="en-US" sz="3600" b="1" kern="1200" cap="none" spc="0" dirty="0">
            <a:ln w="10160">
              <a:solidFill>
                <a:schemeClr val="bg1"/>
              </a:solidFill>
              <a:prstDash val="solid"/>
            </a:ln>
            <a:noFill/>
            <a:effectLst>
              <a:outerShdw blurRad="38100" dist="22860" dir="5400000" algn="tl" rotWithShape="0">
                <a:srgbClr val="000000">
                  <a:alpha val="30000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19685" y="111495"/>
        <a:ext cx="5345297" cy="612672"/>
      </dsp:txXfrm>
    </dsp:sp>
    <dsp:sp modelId="{15B965FB-09EE-4950-8A97-68FE5BC9DDCA}">
      <dsp:nvSpPr>
        <dsp:cNvPr id="0" name=""/>
        <dsp:cNvSpPr/>
      </dsp:nvSpPr>
      <dsp:spPr>
        <a:xfrm>
          <a:off x="0" y="1461112"/>
          <a:ext cx="7730837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hueOff val="6546825"/>
              <a:satOff val="-615"/>
              <a:lumOff val="784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E91AF66-1FCE-433A-A048-E6B083AA1ED0}">
      <dsp:nvSpPr>
        <dsp:cNvPr id="0" name=""/>
        <dsp:cNvSpPr/>
      </dsp:nvSpPr>
      <dsp:spPr>
        <a:xfrm>
          <a:off x="386541" y="1121631"/>
          <a:ext cx="5411585" cy="678960"/>
        </a:xfrm>
        <a:prstGeom prst="roundRect">
          <a:avLst/>
        </a:prstGeom>
        <a:gradFill rotWithShape="0">
          <a:gsLst>
            <a:gs pos="0">
              <a:schemeClr val="accent4">
                <a:hueOff val="6546825"/>
                <a:satOff val="-615"/>
                <a:lumOff val="784"/>
                <a:alphaOff val="0"/>
                <a:tint val="96000"/>
                <a:lumMod val="102000"/>
              </a:schemeClr>
            </a:gs>
            <a:gs pos="100000">
              <a:schemeClr val="accent4">
                <a:hueOff val="6546825"/>
                <a:satOff val="-615"/>
                <a:lumOff val="784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4545" tIns="0" rIns="204545" bIns="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b="1" kern="1200" cap="none" spc="0" dirty="0" smtClean="0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rPr>
            <a:t>第二代计算机</a:t>
          </a:r>
          <a:endParaRPr lang="zh-CN" altLang="en-US" sz="3600" b="1" kern="1200" cap="none" spc="0" dirty="0">
            <a:ln w="10160">
              <a:solidFill>
                <a:schemeClr val="bg1"/>
              </a:solidFill>
              <a:prstDash val="solid"/>
            </a:ln>
            <a:noFill/>
            <a:effectLst>
              <a:outerShdw blurRad="38100" dist="22860" dir="5400000" algn="tl" rotWithShape="0">
                <a:srgbClr val="000000">
                  <a:alpha val="30000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19685" y="1154775"/>
        <a:ext cx="5345297" cy="612672"/>
      </dsp:txXfrm>
    </dsp:sp>
    <dsp:sp modelId="{0314D756-61F9-4EEF-B065-9E1733C01B3B}">
      <dsp:nvSpPr>
        <dsp:cNvPr id="0" name=""/>
        <dsp:cNvSpPr/>
      </dsp:nvSpPr>
      <dsp:spPr>
        <a:xfrm>
          <a:off x="0" y="2504392"/>
          <a:ext cx="7730837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hueOff val="13093651"/>
              <a:satOff val="-1230"/>
              <a:lumOff val="1568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412B2DB-C9BB-497D-82D4-D0E61A87AA0F}">
      <dsp:nvSpPr>
        <dsp:cNvPr id="0" name=""/>
        <dsp:cNvSpPr/>
      </dsp:nvSpPr>
      <dsp:spPr>
        <a:xfrm>
          <a:off x="386541" y="2164912"/>
          <a:ext cx="5411585" cy="678960"/>
        </a:xfrm>
        <a:prstGeom prst="roundRect">
          <a:avLst/>
        </a:prstGeom>
        <a:gradFill rotWithShape="0">
          <a:gsLst>
            <a:gs pos="0">
              <a:schemeClr val="accent4">
                <a:hueOff val="13093651"/>
                <a:satOff val="-1230"/>
                <a:lumOff val="1568"/>
                <a:alphaOff val="0"/>
                <a:tint val="96000"/>
                <a:lumMod val="102000"/>
              </a:schemeClr>
            </a:gs>
            <a:gs pos="100000">
              <a:schemeClr val="accent4">
                <a:hueOff val="13093651"/>
                <a:satOff val="-1230"/>
                <a:lumOff val="1568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4545" tIns="0" rIns="204545" bIns="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b="1" kern="1200" cap="none" spc="0" dirty="0" smtClean="0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rPr>
            <a:t>第三代计算机</a:t>
          </a:r>
          <a:endParaRPr lang="zh-CN" altLang="en-US" sz="3600" b="1" kern="1200" cap="none" spc="0" dirty="0">
            <a:ln w="10160">
              <a:solidFill>
                <a:schemeClr val="bg1"/>
              </a:solidFill>
              <a:prstDash val="solid"/>
            </a:ln>
            <a:noFill/>
            <a:effectLst>
              <a:outerShdw blurRad="38100" dist="22860" dir="5400000" algn="tl" rotWithShape="0">
                <a:srgbClr val="000000">
                  <a:alpha val="30000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19685" y="2198056"/>
        <a:ext cx="5345297" cy="612672"/>
      </dsp:txXfrm>
    </dsp:sp>
    <dsp:sp modelId="{42C81D36-44E7-457E-A4CB-9E74A767F02E}">
      <dsp:nvSpPr>
        <dsp:cNvPr id="0" name=""/>
        <dsp:cNvSpPr/>
      </dsp:nvSpPr>
      <dsp:spPr>
        <a:xfrm>
          <a:off x="0" y="3547672"/>
          <a:ext cx="7730837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hueOff val="19640475"/>
              <a:satOff val="-1845"/>
              <a:lumOff val="2352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D5EDA17-6E0B-460E-B359-C1836332F388}">
      <dsp:nvSpPr>
        <dsp:cNvPr id="0" name=""/>
        <dsp:cNvSpPr/>
      </dsp:nvSpPr>
      <dsp:spPr>
        <a:xfrm>
          <a:off x="386541" y="3208192"/>
          <a:ext cx="5411585" cy="678960"/>
        </a:xfrm>
        <a:prstGeom prst="roundRect">
          <a:avLst/>
        </a:prstGeom>
        <a:gradFill rotWithShape="0">
          <a:gsLst>
            <a:gs pos="0">
              <a:schemeClr val="accent4">
                <a:hueOff val="19640475"/>
                <a:satOff val="-1845"/>
                <a:lumOff val="2352"/>
                <a:alphaOff val="0"/>
                <a:tint val="96000"/>
                <a:lumMod val="102000"/>
              </a:schemeClr>
            </a:gs>
            <a:gs pos="100000">
              <a:schemeClr val="accent4">
                <a:hueOff val="19640475"/>
                <a:satOff val="-1845"/>
                <a:lumOff val="2352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4545" tIns="0" rIns="204545" bIns="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b="1" kern="1200" cap="none" spc="0" dirty="0" smtClean="0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rPr>
            <a:t>第四代计算机</a:t>
          </a:r>
          <a:endParaRPr lang="zh-CN" altLang="en-US" sz="3600" b="1" kern="1200" cap="none" spc="0" dirty="0">
            <a:ln w="10160">
              <a:solidFill>
                <a:schemeClr val="bg1"/>
              </a:solidFill>
              <a:prstDash val="solid"/>
            </a:ln>
            <a:noFill/>
            <a:effectLst>
              <a:outerShdw blurRad="38100" dist="22860" dir="5400000" algn="tl" rotWithShape="0">
                <a:srgbClr val="000000">
                  <a:alpha val="30000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19685" y="3241336"/>
        <a:ext cx="5345297" cy="612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1A6FBB-E22D-48D4-BA30-21F2418737CC}" type="datetimeFigureOut">
              <a:rPr lang="zh-CN" altLang="en-US" smtClean="0"/>
              <a:t>2022/4/2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8C0251-E1EC-44A1-B30F-CCA1F480D0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236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21C20-8D05-42D2-81F1-0F288B1C77DF}" type="datetime1">
              <a:rPr lang="zh-CN" altLang="en-US" smtClean="0"/>
              <a:t>2022/4/2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730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switch dir="r"/>
      </p:transition>
    </mc:Choice>
    <mc:Fallback xmlns="">
      <p:transition spd="slow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25EA0-0C4C-48D3-AFAD-9A267BBB93FE}" type="datetime1">
              <a:rPr lang="zh-CN" altLang="en-US" smtClean="0"/>
              <a:t>2022/4/2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755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switch dir="r"/>
      </p:transition>
    </mc:Choice>
    <mc:Fallback xmlns="">
      <p:transition spd="slow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93779-1A58-4AA9-8170-9732BE8698F4}" type="datetime1">
              <a:rPr lang="zh-CN" altLang="en-US" smtClean="0"/>
              <a:t>2022/4/2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266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switch dir="r"/>
      </p:transition>
    </mc:Choice>
    <mc:Fallback xmlns="">
      <p:transition spd="slow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F298D-81FD-4101-AC1C-FDAD72E44855}" type="datetime1">
              <a:rPr lang="zh-CN" altLang="en-US" smtClean="0"/>
              <a:t>2022/4/2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31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switch dir="r"/>
      </p:transition>
    </mc:Choice>
    <mc:Fallback xmlns="">
      <p:transition spd="slow" advTm="5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F1ACE-CF0A-4B05-A015-97FA1F8E644C}" type="datetime1">
              <a:rPr lang="zh-CN" altLang="en-US" smtClean="0"/>
              <a:t>2022/4/2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2836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switch dir="r"/>
      </p:transition>
    </mc:Choice>
    <mc:Fallback xmlns="">
      <p:transition spd="slow" advTm="5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FEFE9-BEFF-4FBE-8BA1-EAC53C894F22}" type="datetime1">
              <a:rPr lang="zh-CN" altLang="en-US" smtClean="0"/>
              <a:t>2022/4/2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93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switch dir="r"/>
      </p:transition>
    </mc:Choice>
    <mc:Fallback xmlns="">
      <p:transition spd="slow" advTm="5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A6158-A75F-4D12-8F53-5732E89471A8}" type="datetime1">
              <a:rPr lang="zh-CN" altLang="en-US" smtClean="0"/>
              <a:t>2022/4/2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341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switch dir="r"/>
      </p:transition>
    </mc:Choice>
    <mc:Fallback xmlns="">
      <p:transition spd="slow" advTm="5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D4A4A-1B98-46A7-B135-26C847485B56}" type="datetime1">
              <a:rPr lang="zh-CN" altLang="en-US" smtClean="0"/>
              <a:t>2022/4/2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989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switch dir="r"/>
      </p:transition>
    </mc:Choice>
    <mc:Fallback xmlns="">
      <p:transition spd="slow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0AFD1-DF45-458B-9A5D-06A430FE8F0F}" type="datetime1">
              <a:rPr lang="zh-CN" altLang="en-US" smtClean="0"/>
              <a:t>2022/4/2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559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switch dir="r"/>
      </p:transition>
    </mc:Choice>
    <mc:Fallback xmlns="">
      <p:transition spd="slow" advTm="5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3E60-63A9-4503-8F49-B4AEFAEAA4C1}" type="datetime1">
              <a:rPr lang="zh-CN" altLang="en-US" smtClean="0"/>
              <a:t>2022/4/2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481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switch dir="r"/>
      </p:transition>
    </mc:Choice>
    <mc:Fallback xmlns="">
      <p:transition spd="slow" advTm="5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4C816-44CF-460D-B89A-E1AC4B5612E9}" type="datetime1">
              <a:rPr lang="zh-CN" altLang="en-US" smtClean="0"/>
              <a:t>2022/4/2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02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switch dir="r"/>
      </p:transition>
    </mc:Choice>
    <mc:Fallback xmlns="">
      <p:transition spd="slow" advTm="5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D8FDC-25CB-42FA-9C7F-DD70906BD5A7}" type="datetime1">
              <a:rPr lang="zh-CN" altLang="en-US" smtClean="0"/>
              <a:t>2022/4/2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883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switch dir="r"/>
      </p:transition>
    </mc:Choice>
    <mc:Fallback xmlns="">
      <p:transition spd="slow" advTm="5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87ED7-BCFE-44A1-9C50-A63799A5F04E}" type="datetime1">
              <a:rPr lang="zh-CN" altLang="en-US" smtClean="0"/>
              <a:t>2022/4/2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0891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switch dir="r"/>
      </p:transition>
    </mc:Choice>
    <mc:Fallback xmlns="">
      <p:transition spd="slow" advTm="5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427A3-F8B7-4287-A469-334E778C2C03}" type="datetime1">
              <a:rPr lang="zh-CN" altLang="en-US" smtClean="0"/>
              <a:t>2022/4/2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975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switch dir="r"/>
      </p:transition>
    </mc:Choice>
    <mc:Fallback xmlns="">
      <p:transition spd="slow" advTm="5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0B29E-1703-4405-80DC-B801AD1FF520}" type="datetime1">
              <a:rPr lang="zh-CN" altLang="en-US" smtClean="0"/>
              <a:t>2022/4/2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239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switch dir="r"/>
      </p:transition>
    </mc:Choice>
    <mc:Fallback xmlns="">
      <p:transition spd="slow" advTm="5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EFB48-6626-4C98-8A33-21DA1EF3C59D}" type="datetime1">
              <a:rPr lang="zh-CN" altLang="en-US" smtClean="0"/>
              <a:t>2022/4/2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609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switch dir="r"/>
      </p:transition>
    </mc:Choice>
    <mc:Fallback xmlns="">
      <p:transition spd="slow" advTm="5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8550-8F46-4B44-8B32-7706B23A0B7B}" type="datetime1">
              <a:rPr lang="zh-CN" altLang="en-US" smtClean="0"/>
              <a:t>2022/4/2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435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switch dir="r"/>
      </p:transition>
    </mc:Choice>
    <mc:Fallback xmlns="">
      <p:transition spd="slow" advTm="5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87E81-05FD-4F85-A34B-5DC9D1E7EC48}" type="datetime1">
              <a:rPr lang="zh-CN" altLang="en-US" smtClean="0"/>
              <a:t>2022/4/2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52D33-0A80-440B-9295-2B246732E6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125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switch dir="r"/>
      </p:transition>
    </mc:Choice>
    <mc:Fallback xmlns="">
      <p:transition spd="slow" advTm="5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  <a:ea typeface="微软雅黑" panose="020B0503020204020204" pitchFamily="34" charset="-122"/>
              </a:defRPr>
            </a:lvl1pPr>
          </a:lstStyle>
          <a:p>
            <a:fld id="{8CE7FBED-DBDF-4EBD-AC7C-BC8136B056E7}" type="datetime1">
              <a:rPr lang="zh-CN" altLang="en-US" smtClean="0"/>
              <a:t>2022/4/2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  <a:ea typeface="微软雅黑" panose="020B0503020204020204" pitchFamily="34" charset="-122"/>
              </a:defRPr>
            </a:lvl1pPr>
          </a:lstStyle>
          <a:p>
            <a:fld id="{3A743C95-B6B7-40CE-A0A8-F278D528FAB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6864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mc:AlternateContent xmlns:mc="http://schemas.openxmlformats.org/markup-compatibility/2006" xmlns:p14="http://schemas.microsoft.com/office/powerpoint/2010/main">
    <mc:Choice Requires="p14">
      <p:transition spd="slow" p14:dur="1250" advTm="5000">
        <p14:switch dir="r"/>
      </p:transition>
    </mc:Choice>
    <mc:Fallback xmlns="">
      <p:transition spd="slow" advTm="5000">
        <p:fade/>
      </p:transition>
    </mc:Fallback>
  </mc:AlternateContent>
  <p:hf hdr="0" ftr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微软雅黑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微软雅黑" panose="020B0503020204020204" pitchFamily="34" charset="-122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微软雅黑" panose="020B0503020204020204" pitchFamily="34" charset="-122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微软雅黑" panose="020B0503020204020204" pitchFamily="34" charset="-122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微软雅黑" panose="020B0503020204020204" pitchFamily="34" charset="-122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file:///C:\&#39640;&#26657;&#39064;&#24211;&#21046;&#20316;&#31995;&#32479;&#21103;&#26412;2\startfile\ExtractFile\&#35745;&#31639;&#26426;&#22522;&#30784;&#30693;&#35782;.docx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计算机发展简史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计算机发展的四个阶段</a:t>
            </a:r>
          </a:p>
        </p:txBody>
      </p:sp>
    </p:spTree>
    <p:extLst>
      <p:ext uri="{BB962C8B-B14F-4D97-AF65-F5344CB8AC3E}">
        <p14:creationId xmlns:p14="http://schemas.microsoft.com/office/powerpoint/2010/main" val="2362503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path" presetSubtype="0" repeatCount="2000" accel="50000" de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 0 C 0 0.033 0.027 0.06 0.06 0.06 C 0.099 0.06 0.113 0.03 0.119 0.012 L 0.125 -0.012 C 0.131 -0.03 0.146 -0.06 0.19 -0.06 C 0.218 -0.06 0.25 -0.033 0.25 0 C 0.25 0.033 0.218 0.06 0.19 0.06 C 0.146 0.06 0.131 0.03 0.125 0.012 L 0.119 -0.012 C 0.113 -0.03 0.099 -0.06 0.06 -0.06 C 0.027 -0.06 0 -0.033 0 0 Z" pathEditMode="relative" ptsTypes="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400"/>
                            </p:stCondLst>
                            <p:childTnLst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计算机发展的四个阶段</a:t>
            </a:r>
            <a:endParaRPr lang="zh-CN" altLang="en-US" dirty="0"/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3911678350"/>
              </p:ext>
            </p:extLst>
          </p:nvPr>
        </p:nvGraphicFramePr>
        <p:xfrm>
          <a:off x="2628248" y="2098964"/>
          <a:ext cx="7730837" cy="4205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E4C1-8F4C-4588-86EE-337BF1B96E3F}" type="datetime1">
              <a:rPr lang="zh-CN" altLang="en-US" smtClean="0"/>
              <a:t>2022/4/2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197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switch dir="r"/>
      </p:transition>
    </mc:Choice>
    <mc:Fallback xmlns=""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 smtClean="0"/>
              <a:t>第一代计算机：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电子管数字计算机（</a:t>
            </a:r>
            <a:r>
              <a:rPr lang="en-US" altLang="zh-CN" dirty="0" smtClean="0"/>
              <a:t>1946-1958</a:t>
            </a:r>
            <a:r>
              <a:rPr lang="zh-CN" altLang="en-US" dirty="0" smtClean="0"/>
              <a:t>年）</a:t>
            </a:r>
          </a:p>
        </p:txBody>
      </p:sp>
      <p:sp>
        <p:nvSpPr>
          <p:cNvPr id="3" name="文本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 algn="just">
              <a:buFont typeface="Wingdings" panose="05000000000000000000" pitchFamily="2" charset="2"/>
              <a:buChar char="Ø"/>
            </a:pPr>
            <a:r>
              <a:rPr lang="zh-CN" altLang="en-US" dirty="0" smtClean="0"/>
              <a:t>硬件方面，逻辑元件采用电子管，主存储器采用汞延迟线、磁鼓、磁芯；外存储器采用磁带；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zh-CN" altLang="en-US" dirty="0" smtClean="0"/>
              <a:t>软件方面采用机器语言、汇编语言；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zh-CN" altLang="en-US" dirty="0" smtClean="0"/>
              <a:t>应用领域以军事和科学计算为主；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zh-CN" altLang="en-US" dirty="0" smtClean="0"/>
              <a:t>特点是体积大、功耗高、可靠性差、速度慢、价格昂贵。</a:t>
            </a:r>
          </a:p>
        </p:txBody>
      </p:sp>
      <p:pic>
        <p:nvPicPr>
          <p:cNvPr id="7" name="内容占位符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3509" y="3089459"/>
            <a:ext cx="2918377" cy="22921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64BD-72D4-4ADE-AA94-A7DC753C8482}" type="datetime1">
              <a:rPr lang="zh-CN" altLang="en-US" smtClean="0"/>
              <a:t>2022/4/2</a:t>
            </a:fld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4030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switch dir="r"/>
      </p:transition>
    </mc:Choice>
    <mc:Fallback xmlns=""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 smtClean="0"/>
              <a:t>第二代计算机：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晶体管数字计算机（</a:t>
            </a:r>
            <a:r>
              <a:rPr lang="en-US" altLang="zh-CN" dirty="0" smtClean="0"/>
              <a:t>1958-1964</a:t>
            </a:r>
            <a:r>
              <a:rPr lang="zh-CN" altLang="en-US" dirty="0" smtClean="0"/>
              <a:t>年）</a:t>
            </a:r>
          </a:p>
        </p:txBody>
      </p:sp>
      <p:pic>
        <p:nvPicPr>
          <p:cNvPr id="7" name="图片占位符 6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7" r="7667"/>
          <a:stretch>
            <a:fillRect/>
          </a:stretch>
        </p:blipFill>
        <p:spPr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85000" lnSpcReduction="20000"/>
          </a:bodyPr>
          <a:lstStyle/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zh-CN" altLang="en-US" dirty="0" smtClean="0"/>
              <a:t>硬件方面，逻辑元件采用晶体管，主存储器采用磁芯，外存储器采用磁盘；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zh-CN" altLang="en-US" dirty="0" smtClean="0"/>
              <a:t>软件方面出现了以批处理为主的操作系统、高级语言及其编译程序；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zh-CN" altLang="en-US" dirty="0" smtClean="0"/>
              <a:t>应用领域以科学计算和事务处理为主。并开始进入工业控制领域；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zh-CN" altLang="en-US" dirty="0" smtClean="0"/>
              <a:t>特点是体积缩小、能耗降低、可靠性提高、运算速度提高。</a:t>
            </a: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10958-A0EC-4FC6-B2A2-0F3ACCEB8836}" type="datetime1">
              <a:rPr lang="zh-CN" altLang="en-US" smtClean="0"/>
              <a:t>2022/4/2</a:t>
            </a:fld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211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switch dir="r"/>
      </p:transition>
    </mc:Choice>
    <mc:Fallback xmlns=""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 smtClean="0"/>
              <a:t>第三代计算机：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集成电路数字计算机（</a:t>
            </a:r>
            <a:r>
              <a:rPr lang="en-US" altLang="zh-CN" dirty="0" smtClean="0"/>
              <a:t>1964-1970</a:t>
            </a:r>
            <a:r>
              <a:rPr lang="zh-CN" altLang="en-US" dirty="0" smtClean="0"/>
              <a:t>年）</a:t>
            </a:r>
          </a:p>
        </p:txBody>
      </p:sp>
      <p:sp>
        <p:nvSpPr>
          <p:cNvPr id="3" name="文本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 algn="just">
              <a:buFont typeface="Wingdings" panose="05000000000000000000" pitchFamily="2" charset="2"/>
              <a:buChar char="Ø"/>
            </a:pPr>
            <a:r>
              <a:rPr lang="zh-CN" altLang="en-US" dirty="0" smtClean="0"/>
              <a:t>硬件方面，逻辑元件采用中、小规模集成电路，主存储器仍采用磁芯；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zh-CN" altLang="en-US" dirty="0" smtClean="0"/>
              <a:t>软件方面出现了分时操作系统以及结构化、规模化程序设计方法；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zh-CN" altLang="en-US" dirty="0" smtClean="0"/>
              <a:t>特点是速度更快，可靠性有了显著提高，价格进一步下降，产品走向通用话、系列化和标准化；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zh-CN" altLang="en-US" dirty="0" smtClean="0"/>
              <a:t>应用领域开始进入文字处理和图形图像处理领域。</a:t>
            </a:r>
          </a:p>
        </p:txBody>
      </p:sp>
      <p:pic>
        <p:nvPicPr>
          <p:cNvPr id="7" name="内容占位符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116" y="2867891"/>
            <a:ext cx="3333266" cy="244995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707A6-B9DA-4DB6-86AA-B116298C7C2D}" type="datetime1">
              <a:rPr lang="zh-CN" altLang="en-US" smtClean="0"/>
              <a:t>2022/4/2</a:t>
            </a:fld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15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switch dir="r"/>
      </p:transition>
    </mc:Choice>
    <mc:Fallback xmlns=""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6040294" cy="1177637"/>
          </a:xfrm>
        </p:spPr>
        <p:txBody>
          <a:bodyPr/>
          <a:lstStyle/>
          <a:p>
            <a:pPr algn="l"/>
            <a:r>
              <a:rPr lang="zh-CN" altLang="en-US" dirty="0" smtClean="0"/>
              <a:t>第四代计算机：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大规模集成电路计算机（</a:t>
            </a:r>
            <a:r>
              <a:rPr lang="en-US" altLang="zh-CN" dirty="0" smtClean="0"/>
              <a:t>1970</a:t>
            </a:r>
            <a:r>
              <a:rPr lang="zh-CN" altLang="en-US" dirty="0" smtClean="0"/>
              <a:t>年至今）</a:t>
            </a:r>
          </a:p>
        </p:txBody>
      </p:sp>
      <p:pic>
        <p:nvPicPr>
          <p:cNvPr id="7" name="图片占位符 6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45" r="24145"/>
          <a:stretch>
            <a:fillRect/>
          </a:stretch>
        </p:blipFill>
        <p:spPr>
          <a:xfrm>
            <a:off x="8624454" y="581891"/>
            <a:ext cx="2001820" cy="27895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85000" lnSpcReduction="10000"/>
          </a:bodyPr>
          <a:lstStyle/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zh-CN" altLang="en-US" dirty="0" smtClean="0"/>
              <a:t>硬件方面，逻辑元件采用大规模和超大规模集成电路；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zh-CN" altLang="en-US" dirty="0" smtClean="0"/>
              <a:t>软件方面出现了数据库管理系统、网络管理系统和面向对象语言等；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zh-CN" altLang="en-US" dirty="0" smtClean="0"/>
              <a:t>特点是</a:t>
            </a:r>
            <a:r>
              <a:rPr lang="en-US" altLang="zh-CN" dirty="0" smtClean="0"/>
              <a:t>1971</a:t>
            </a:r>
            <a:r>
              <a:rPr lang="zh-CN" altLang="en-US" dirty="0" smtClean="0"/>
              <a:t>年世界上第一台微处理器在美国硅谷诞生，开始了微型计算机的新时代。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zh-CN" altLang="en-US" dirty="0" smtClean="0"/>
              <a:t>应用领域从科学计算、事务管理、过程控制逐步走向家庭。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4454" y="3617767"/>
            <a:ext cx="2098828" cy="18686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日期占位符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8AB0E-07E1-46ED-9DEA-C4221F387E4A}" type="datetime1">
              <a:rPr lang="zh-CN" altLang="en-US" smtClean="0"/>
              <a:t>2022/4/2</a:t>
            </a:fld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853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switch dir="r"/>
      </p:transition>
    </mc:Choice>
    <mc:Fallback xmlns=""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计算机发展四阶段对比表</a:t>
            </a:r>
          </a:p>
        </p:txBody>
      </p:sp>
      <p:graphicFrame>
        <p:nvGraphicFramePr>
          <p:cNvPr id="7" name="内容占位符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1282488"/>
              </p:ext>
            </p:extLst>
          </p:nvPr>
        </p:nvGraphicFramePr>
        <p:xfrm>
          <a:off x="1216680" y="2214023"/>
          <a:ext cx="10559008" cy="35162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38846">
                  <a:extLst>
                    <a:ext uri="{9D8B030D-6E8A-4147-A177-3AD203B41FA5}">
                      <a16:colId xmlns:a16="http://schemas.microsoft.com/office/drawing/2014/main" val="3858773901"/>
                    </a:ext>
                  </a:extLst>
                </a:gridCol>
                <a:gridCol w="1967389">
                  <a:extLst>
                    <a:ext uri="{9D8B030D-6E8A-4147-A177-3AD203B41FA5}">
                      <a16:colId xmlns:a16="http://schemas.microsoft.com/office/drawing/2014/main" val="1116886777"/>
                    </a:ext>
                  </a:extLst>
                </a:gridCol>
                <a:gridCol w="1967389">
                  <a:extLst>
                    <a:ext uri="{9D8B030D-6E8A-4147-A177-3AD203B41FA5}">
                      <a16:colId xmlns:a16="http://schemas.microsoft.com/office/drawing/2014/main" val="2138006643"/>
                    </a:ext>
                  </a:extLst>
                </a:gridCol>
                <a:gridCol w="2106264">
                  <a:extLst>
                    <a:ext uri="{9D8B030D-6E8A-4147-A177-3AD203B41FA5}">
                      <a16:colId xmlns:a16="http://schemas.microsoft.com/office/drawing/2014/main" val="1383041631"/>
                    </a:ext>
                  </a:extLst>
                </a:gridCol>
                <a:gridCol w="2679120">
                  <a:extLst>
                    <a:ext uri="{9D8B030D-6E8A-4147-A177-3AD203B41FA5}">
                      <a16:colId xmlns:a16="http://schemas.microsoft.com/office/drawing/2014/main" val="2981468446"/>
                    </a:ext>
                  </a:extLst>
                </a:gridCol>
              </a:tblGrid>
              <a:tr h="685295">
                <a:tc>
                  <a:txBody>
                    <a:bodyPr/>
                    <a:lstStyle/>
                    <a:p>
                      <a:pPr marL="180000" indent="0">
                        <a:spcAft>
                          <a:spcPts val="0"/>
                        </a:spcAft>
                      </a:pPr>
                      <a:r>
                        <a:rPr lang="en-US" altLang="zh-CN" sz="1600" dirty="0" smtClea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           </a:t>
                      </a:r>
                      <a:r>
                        <a:rPr lang="zh-CN" sz="1600" dirty="0" smtClea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年代</a:t>
                      </a:r>
                      <a:endParaRPr lang="en-US" sz="1600" dirty="0" smtClea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180000" indent="0">
                        <a:spcAft>
                          <a:spcPts val="0"/>
                        </a:spcAft>
                      </a:pPr>
                      <a:r>
                        <a:rPr lang="zh-CN" sz="1600" dirty="0" smtClea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部件</a:t>
                      </a:r>
                      <a:endParaRPr lang="zh-CN" sz="1600" dirty="0">
                        <a:solidFill>
                          <a:srgbClr val="0070C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marL="180000" indent="0" algn="l">
                        <a:spcAft>
                          <a:spcPts val="0"/>
                        </a:spcAft>
                      </a:pPr>
                      <a:r>
                        <a:rPr lang="zh-CN" sz="16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第一</a:t>
                      </a:r>
                      <a:r>
                        <a:rPr lang="zh-CN" sz="1600" dirty="0" smtClea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阶段</a:t>
                      </a:r>
                      <a:endParaRPr lang="en-US" altLang="zh-CN" sz="1600" dirty="0" smtClea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180000" indent="0" algn="l">
                        <a:spcAft>
                          <a:spcPts val="0"/>
                        </a:spcAft>
                      </a:pPr>
                      <a:r>
                        <a:rPr lang="zh-CN" sz="1600" dirty="0" smtClea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sz="16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1946</a:t>
                      </a:r>
                      <a:r>
                        <a:rPr lang="zh-CN" sz="16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～</a:t>
                      </a:r>
                      <a:r>
                        <a:rPr lang="en-US" sz="16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1959</a:t>
                      </a:r>
                      <a:r>
                        <a:rPr lang="zh-CN" sz="16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  <a:endParaRPr lang="zh-CN" sz="1600" dirty="0">
                        <a:solidFill>
                          <a:srgbClr val="0070C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000" indent="0" algn="l">
                        <a:spcAft>
                          <a:spcPts val="0"/>
                        </a:spcAft>
                      </a:pPr>
                      <a:r>
                        <a:rPr lang="zh-CN" sz="16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第二</a:t>
                      </a:r>
                      <a:r>
                        <a:rPr lang="zh-CN" sz="1600" dirty="0" smtClea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阶段</a:t>
                      </a:r>
                      <a:endParaRPr lang="en-US" altLang="zh-CN" sz="1600" dirty="0" smtClea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180000" indent="0" algn="l">
                        <a:spcAft>
                          <a:spcPts val="0"/>
                        </a:spcAft>
                      </a:pPr>
                      <a:r>
                        <a:rPr lang="zh-CN" sz="1600" dirty="0" smtClea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sz="16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1959</a:t>
                      </a:r>
                      <a:r>
                        <a:rPr lang="zh-CN" sz="16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～</a:t>
                      </a:r>
                      <a:r>
                        <a:rPr lang="en-US" sz="16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1964</a:t>
                      </a:r>
                      <a:r>
                        <a:rPr lang="zh-CN" sz="16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  <a:endParaRPr lang="zh-CN" sz="1600" dirty="0">
                        <a:solidFill>
                          <a:srgbClr val="0070C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000" indent="0" algn="l">
                        <a:spcAft>
                          <a:spcPts val="0"/>
                        </a:spcAft>
                      </a:pPr>
                      <a:r>
                        <a:rPr lang="zh-CN" sz="16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第三</a:t>
                      </a:r>
                      <a:r>
                        <a:rPr lang="zh-CN" sz="1600" dirty="0" smtClea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阶段</a:t>
                      </a:r>
                      <a:endParaRPr lang="en-US" altLang="zh-CN" sz="1600" dirty="0" smtClea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180000" indent="0" algn="l">
                        <a:spcAft>
                          <a:spcPts val="0"/>
                        </a:spcAft>
                      </a:pPr>
                      <a:r>
                        <a:rPr lang="zh-CN" sz="1600" dirty="0" smtClea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sz="16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1964</a:t>
                      </a:r>
                      <a:r>
                        <a:rPr lang="zh-CN" sz="16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～</a:t>
                      </a:r>
                      <a:r>
                        <a:rPr lang="en-US" sz="16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1972</a:t>
                      </a:r>
                      <a:r>
                        <a:rPr lang="zh-CN" sz="16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  <a:endParaRPr lang="zh-CN" sz="1600" dirty="0">
                        <a:solidFill>
                          <a:srgbClr val="0070C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000" indent="0" algn="l">
                        <a:spcAft>
                          <a:spcPts val="0"/>
                        </a:spcAft>
                      </a:pPr>
                      <a:r>
                        <a:rPr lang="zh-CN" sz="16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第四</a:t>
                      </a:r>
                      <a:r>
                        <a:rPr lang="zh-CN" sz="1600" dirty="0" smtClea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阶段</a:t>
                      </a:r>
                      <a:endParaRPr lang="en-US" altLang="zh-CN" sz="1600" dirty="0" smtClea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180000" indent="0" algn="l">
                        <a:spcAft>
                          <a:spcPts val="0"/>
                        </a:spcAft>
                      </a:pPr>
                      <a:r>
                        <a:rPr lang="zh-CN" sz="1600" dirty="0" smtClea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sz="16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1972</a:t>
                      </a:r>
                      <a:r>
                        <a:rPr lang="zh-CN" sz="16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至今）</a:t>
                      </a:r>
                      <a:endParaRPr lang="zh-CN" sz="1600" dirty="0">
                        <a:solidFill>
                          <a:srgbClr val="0070C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9474958"/>
                  </a:ext>
                </a:extLst>
              </a:tr>
              <a:tr h="696191">
                <a:tc>
                  <a:txBody>
                    <a:bodyPr/>
                    <a:lstStyle/>
                    <a:p>
                      <a:pPr marL="180000" indent="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00206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主机电子器件</a:t>
                      </a:r>
                      <a:endParaRPr lang="zh-CN" sz="1600" dirty="0">
                        <a:solidFill>
                          <a:srgbClr val="00206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80000" indent="0" algn="l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00206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电子管</a:t>
                      </a:r>
                      <a:endParaRPr lang="zh-CN" sz="1600" dirty="0">
                        <a:solidFill>
                          <a:srgbClr val="00206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80000" indent="0" algn="l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00206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晶体管</a:t>
                      </a:r>
                      <a:endParaRPr lang="zh-CN" sz="1600" dirty="0">
                        <a:solidFill>
                          <a:srgbClr val="00206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80000" indent="0" algn="l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00206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中小规模集成电路</a:t>
                      </a:r>
                      <a:endParaRPr lang="zh-CN" sz="1600" dirty="0">
                        <a:solidFill>
                          <a:srgbClr val="00206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80000" indent="0" algn="l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00206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大规模、超大规模集成电路</a:t>
                      </a:r>
                      <a:endParaRPr lang="zh-CN" sz="1600" dirty="0">
                        <a:solidFill>
                          <a:srgbClr val="00206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30177875"/>
                  </a:ext>
                </a:extLst>
              </a:tr>
              <a:tr h="696191">
                <a:tc>
                  <a:txBody>
                    <a:bodyPr/>
                    <a:lstStyle/>
                    <a:p>
                      <a:pPr marL="180000" indent="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00206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内存</a:t>
                      </a:r>
                      <a:endParaRPr lang="zh-CN" sz="1600" dirty="0">
                        <a:solidFill>
                          <a:srgbClr val="00206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80000" indent="0" algn="l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00206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汞延迟线</a:t>
                      </a:r>
                      <a:endParaRPr lang="zh-CN" sz="1600" dirty="0">
                        <a:solidFill>
                          <a:srgbClr val="00206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80000" indent="0" algn="l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00206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磁芯存储器</a:t>
                      </a:r>
                      <a:endParaRPr lang="zh-CN" sz="1600" dirty="0">
                        <a:solidFill>
                          <a:srgbClr val="00206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80000" indent="0" algn="l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00206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半导体存储器</a:t>
                      </a:r>
                      <a:endParaRPr lang="zh-CN" sz="1600" dirty="0">
                        <a:solidFill>
                          <a:srgbClr val="00206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80000" indent="0" algn="l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00206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半导体存储器</a:t>
                      </a:r>
                      <a:endParaRPr lang="zh-CN" sz="1600" dirty="0">
                        <a:solidFill>
                          <a:srgbClr val="00206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64106686"/>
                  </a:ext>
                </a:extLst>
              </a:tr>
              <a:tr h="696191">
                <a:tc>
                  <a:txBody>
                    <a:bodyPr/>
                    <a:lstStyle/>
                    <a:p>
                      <a:pPr marL="180000" indent="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00206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外存储器</a:t>
                      </a:r>
                      <a:endParaRPr lang="zh-CN" sz="1600" dirty="0">
                        <a:solidFill>
                          <a:srgbClr val="00206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80000" indent="0" algn="l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00206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穿孔卡片、纸带</a:t>
                      </a:r>
                      <a:endParaRPr lang="zh-CN" sz="1600" dirty="0">
                        <a:solidFill>
                          <a:srgbClr val="00206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80000" indent="0" algn="l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00206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磁带</a:t>
                      </a:r>
                      <a:endParaRPr lang="zh-CN" sz="1600">
                        <a:solidFill>
                          <a:srgbClr val="00206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80000" indent="0" algn="l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00206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磁带、磁盘</a:t>
                      </a:r>
                      <a:endParaRPr lang="zh-CN" sz="1600">
                        <a:solidFill>
                          <a:srgbClr val="00206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80000" indent="0" algn="l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00206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磁盘、磁带、光盘等大容量存储器</a:t>
                      </a:r>
                      <a:endParaRPr lang="zh-CN" sz="1600" dirty="0">
                        <a:solidFill>
                          <a:srgbClr val="00206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70906106"/>
                  </a:ext>
                </a:extLst>
              </a:tr>
              <a:tr h="696191">
                <a:tc>
                  <a:txBody>
                    <a:bodyPr/>
                    <a:lstStyle/>
                    <a:p>
                      <a:pPr marL="180000" indent="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00206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处理</a:t>
                      </a:r>
                      <a:r>
                        <a:rPr lang="zh-CN" sz="1600" dirty="0" smtClean="0">
                          <a:solidFill>
                            <a:srgbClr val="00206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速度</a:t>
                      </a:r>
                      <a:endParaRPr lang="en-US" altLang="zh-CN" sz="1600" dirty="0" smtClean="0">
                        <a:solidFill>
                          <a:srgbClr val="00206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180000" indent="0">
                        <a:spcAft>
                          <a:spcPts val="0"/>
                        </a:spcAft>
                      </a:pPr>
                      <a:r>
                        <a:rPr lang="zh-CN" sz="1600" dirty="0" smtClean="0">
                          <a:solidFill>
                            <a:srgbClr val="00206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zh-CN" sz="1600" dirty="0">
                          <a:solidFill>
                            <a:srgbClr val="00206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每秒指令数）</a:t>
                      </a:r>
                      <a:endParaRPr lang="zh-CN" sz="1600" dirty="0">
                        <a:solidFill>
                          <a:srgbClr val="00206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80000" indent="0" algn="l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r>
                        <a:rPr lang="zh-CN" sz="1600" dirty="0">
                          <a:solidFill>
                            <a:srgbClr val="00206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千条至几千条</a:t>
                      </a:r>
                      <a:endParaRPr lang="zh-CN" sz="1600" dirty="0">
                        <a:solidFill>
                          <a:srgbClr val="00206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80000" indent="0" algn="l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00206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几万至几十万条</a:t>
                      </a:r>
                      <a:endParaRPr lang="zh-CN" sz="1600">
                        <a:solidFill>
                          <a:srgbClr val="00206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80000" indent="0" algn="l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00206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几十万至几百万条</a:t>
                      </a:r>
                      <a:endParaRPr lang="zh-CN" sz="1600">
                        <a:solidFill>
                          <a:srgbClr val="00206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80000" indent="0" algn="l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00206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上千万至万亿条</a:t>
                      </a:r>
                      <a:endParaRPr lang="zh-CN" sz="1600" dirty="0">
                        <a:solidFill>
                          <a:srgbClr val="00206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54848420"/>
                  </a:ext>
                </a:extLst>
              </a:tr>
            </a:tbl>
          </a:graphicData>
        </a:graphic>
      </p:graphicFrame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F284A-DDBF-49DE-AE6C-4BC8BF3B8BE7}" type="datetime1">
              <a:rPr lang="zh-CN" altLang="en-US" smtClean="0"/>
              <a:t>2022/4/2</a:t>
            </a:fld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836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switch dir="r"/>
      </p:transition>
    </mc:Choice>
    <mc:Fallback xmlns=""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964921" y="2967335"/>
            <a:ext cx="22621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5400" b="1" cap="none" spc="0" dirty="0" smtClean="0">
                <a:ln/>
                <a:solidFill>
                  <a:schemeClr val="accent4"/>
                </a:solidFill>
                <a:effectLst/>
              </a:rPr>
              <a:t>谢谢！</a:t>
            </a:r>
            <a:endParaRPr lang="zh-CN" altLang="en-US" sz="54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A0E4-D308-475F-9C07-88C7799B1883}" type="datetime1">
              <a:rPr lang="zh-CN" altLang="en-US" smtClean="0"/>
              <a:t>2022/4/2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动作按钮: 文档 5">
            <a:hlinkClick r:id="rId3" action="ppaction://hlinkfile" highlightClick="1"/>
          </p:cNvPr>
          <p:cNvSpPr/>
          <p:nvPr/>
        </p:nvSpPr>
        <p:spPr>
          <a:xfrm>
            <a:off x="9732656" y="4159405"/>
            <a:ext cx="1143000" cy="1494263"/>
          </a:xfrm>
          <a:prstGeom prst="actionButton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更多知识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694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switch dir="r"/>
      </p:transition>
    </mc:Choice>
    <mc:Fallback xmlns=""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线条">
  <a:themeElements>
    <a:clrScheme name="视差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视差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视差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线条" id="{228A0311-4C58-43E9-9F6F-C5B7A5757B5B}" vid="{CB9E5B87-C98D-45EC-89B5-BC6BE95AE81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线条</Template>
  <TotalTime>86</TotalTime>
  <Words>377</Words>
  <Application>Microsoft Office PowerPoint</Application>
  <PresentationFormat>宽屏</PresentationFormat>
  <Paragraphs>75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等线</vt:lpstr>
      <vt:lpstr>华文楷体</vt:lpstr>
      <vt:lpstr>宋体</vt:lpstr>
      <vt:lpstr>微软雅黑</vt:lpstr>
      <vt:lpstr>Arial</vt:lpstr>
      <vt:lpstr>Corbel</vt:lpstr>
      <vt:lpstr>Times New Roman</vt:lpstr>
      <vt:lpstr>Wingdings</vt:lpstr>
      <vt:lpstr>线条</vt:lpstr>
      <vt:lpstr>计算机发展简史</vt:lpstr>
      <vt:lpstr>计算机发展的四个阶段</vt:lpstr>
      <vt:lpstr>第一代计算机： 电子管数字计算机（1946-1958年）</vt:lpstr>
      <vt:lpstr>第二代计算机： 晶体管数字计算机（1958-1964年）</vt:lpstr>
      <vt:lpstr>第三代计算机： 集成电路数字计算机（1964-1970年）</vt:lpstr>
      <vt:lpstr>第四代计算机： 大规模集成电路计算机（1970年至今）</vt:lpstr>
      <vt:lpstr>计算机发展四阶段对比表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</dc:creator>
  <cp:lastModifiedBy>Windows 用户11</cp:lastModifiedBy>
  <cp:revision>18</cp:revision>
  <dcterms:created xsi:type="dcterms:W3CDTF">2021-03-10T07:27:31Z</dcterms:created>
  <dcterms:modified xsi:type="dcterms:W3CDTF">2022-04-02T10:00:21Z</dcterms:modified>
</cp:coreProperties>
</file>