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custShowLst>
    <p:custShow name="放映方案1" id="0">
      <p:sldLst>
        <p:sld r:id="rId2"/>
        <p:sld r:id="rId3"/>
        <p:sld r:id="rId5"/>
        <p:sld r:id="rId8"/>
      </p:sldLst>
    </p:custShow>
    <p:custShow name="放映方案2" id="1">
      <p:sldLst>
        <p:sld r:id="rId2"/>
        <p:sld r:id="rId3"/>
        <p:sld r:id="rId4"/>
        <p:sld r:id="rId6"/>
        <p:sld r:id="rId7"/>
      </p:sldLst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196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045592-88DA-437D-B566-410DC4B147A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62497B2-FC94-423A-AD4A-90D8882F92D2}">
      <dgm:prSet/>
      <dgm:spPr/>
      <dgm:t>
        <a:bodyPr/>
        <a:lstStyle/>
        <a:p>
          <a:pPr rtl="0"/>
          <a:r>
            <a:rPr lang="zh-CN" baseline="0" dirty="0" smtClean="0"/>
            <a:t>确定选题</a:t>
          </a:r>
          <a:endParaRPr lang="zh-CN" dirty="0"/>
        </a:p>
      </dgm:t>
    </dgm:pt>
    <dgm:pt modelId="{6DDCD62B-84C9-4CAA-A90E-7601FA8BFEAC}" type="parTrans" cxnId="{13908759-5693-409D-BCE2-C7695C69B970}">
      <dgm:prSet/>
      <dgm:spPr/>
      <dgm:t>
        <a:bodyPr/>
        <a:lstStyle/>
        <a:p>
          <a:endParaRPr lang="zh-CN" altLang="en-US"/>
        </a:p>
      </dgm:t>
    </dgm:pt>
    <dgm:pt modelId="{F35C1039-786A-4F47-A17A-7207E1F4E0A5}" type="sibTrans" cxnId="{13908759-5693-409D-BCE2-C7695C69B970}">
      <dgm:prSet/>
      <dgm:spPr/>
      <dgm:t>
        <a:bodyPr/>
        <a:lstStyle/>
        <a:p>
          <a:endParaRPr lang="zh-CN" altLang="en-US"/>
        </a:p>
      </dgm:t>
    </dgm:pt>
    <dgm:pt modelId="{DF1579EB-B93D-42AB-8047-B42D15D247D0}">
      <dgm:prSet/>
      <dgm:spPr/>
      <dgm:t>
        <a:bodyPr/>
        <a:lstStyle/>
        <a:p>
          <a:pPr rtl="0"/>
          <a:r>
            <a:rPr lang="zh-CN" baseline="0" smtClean="0"/>
            <a:t>选定作者</a:t>
          </a:r>
          <a:endParaRPr lang="zh-CN"/>
        </a:p>
      </dgm:t>
    </dgm:pt>
    <dgm:pt modelId="{9F8F33B0-70A1-4DA6-9BA8-7B9471680302}" type="parTrans" cxnId="{B3762762-28DD-4BF3-B8EE-B2814BD8E515}">
      <dgm:prSet/>
      <dgm:spPr/>
      <dgm:t>
        <a:bodyPr/>
        <a:lstStyle/>
        <a:p>
          <a:endParaRPr lang="zh-CN" altLang="en-US"/>
        </a:p>
      </dgm:t>
    </dgm:pt>
    <dgm:pt modelId="{D2948FBB-4151-43F2-A83A-937A9497AA50}" type="sibTrans" cxnId="{B3762762-28DD-4BF3-B8EE-B2814BD8E515}">
      <dgm:prSet/>
      <dgm:spPr/>
      <dgm:t>
        <a:bodyPr/>
        <a:lstStyle/>
        <a:p>
          <a:endParaRPr lang="zh-CN" altLang="en-US"/>
        </a:p>
      </dgm:t>
    </dgm:pt>
    <dgm:pt modelId="{93B9D52C-9C0F-4EC5-A36B-04A5BA6A4168}">
      <dgm:prSet/>
      <dgm:spPr/>
      <dgm:t>
        <a:bodyPr/>
        <a:lstStyle/>
        <a:p>
          <a:pPr rtl="0"/>
          <a:r>
            <a:rPr lang="zh-CN" baseline="0" smtClean="0"/>
            <a:t>选题沟通</a:t>
          </a:r>
          <a:endParaRPr lang="zh-CN"/>
        </a:p>
      </dgm:t>
    </dgm:pt>
    <dgm:pt modelId="{9CF4ECB3-8279-40D7-802C-D3581C0C1505}" type="parTrans" cxnId="{EE12507A-8CF5-4B50-824D-8A7FAEE4218C}">
      <dgm:prSet/>
      <dgm:spPr/>
      <dgm:t>
        <a:bodyPr/>
        <a:lstStyle/>
        <a:p>
          <a:endParaRPr lang="zh-CN" altLang="en-US"/>
        </a:p>
      </dgm:t>
    </dgm:pt>
    <dgm:pt modelId="{9E7FD8B0-2821-48EF-A378-F00A9A7533E6}" type="sibTrans" cxnId="{EE12507A-8CF5-4B50-824D-8A7FAEE4218C}">
      <dgm:prSet/>
      <dgm:spPr/>
      <dgm:t>
        <a:bodyPr/>
        <a:lstStyle/>
        <a:p>
          <a:endParaRPr lang="zh-CN" altLang="en-US"/>
        </a:p>
      </dgm:t>
    </dgm:pt>
    <dgm:pt modelId="{A36BB479-AED5-49A7-B88F-1E7FB923EF1A}">
      <dgm:prSet/>
      <dgm:spPr/>
      <dgm:t>
        <a:bodyPr/>
        <a:lstStyle/>
        <a:p>
          <a:pPr rtl="0"/>
          <a:r>
            <a:rPr lang="zh-CN" baseline="0" smtClean="0"/>
            <a:t>图书编写</a:t>
          </a:r>
          <a:endParaRPr lang="zh-CN"/>
        </a:p>
      </dgm:t>
    </dgm:pt>
    <dgm:pt modelId="{341F7875-E79B-4590-850B-9B32B01DF976}" type="parTrans" cxnId="{3672DCA2-304F-4AD7-BC00-450652B53D3D}">
      <dgm:prSet/>
      <dgm:spPr/>
      <dgm:t>
        <a:bodyPr/>
        <a:lstStyle/>
        <a:p>
          <a:endParaRPr lang="zh-CN" altLang="en-US"/>
        </a:p>
      </dgm:t>
    </dgm:pt>
    <dgm:pt modelId="{3E4BB952-1B3C-4FA2-8B47-5B5C566BE1CD}" type="sibTrans" cxnId="{3672DCA2-304F-4AD7-BC00-450652B53D3D}">
      <dgm:prSet/>
      <dgm:spPr/>
      <dgm:t>
        <a:bodyPr/>
        <a:lstStyle/>
        <a:p>
          <a:endParaRPr lang="zh-CN" altLang="en-US"/>
        </a:p>
      </dgm:t>
    </dgm:pt>
    <dgm:pt modelId="{ED95EEDA-24A4-4E81-B7C4-79D8D6A6E3D7}">
      <dgm:prSet/>
      <dgm:spPr/>
      <dgm:t>
        <a:bodyPr/>
        <a:lstStyle/>
        <a:p>
          <a:pPr rtl="0"/>
          <a:r>
            <a:rPr lang="zh-CN" baseline="0" smtClean="0"/>
            <a:t>编辑审校</a:t>
          </a:r>
          <a:endParaRPr lang="zh-CN"/>
        </a:p>
      </dgm:t>
    </dgm:pt>
    <dgm:pt modelId="{98213A00-FED8-4240-8D05-CC04AD68D070}" type="parTrans" cxnId="{2670F154-3865-490B-A22C-86E0C54D1BE1}">
      <dgm:prSet/>
      <dgm:spPr/>
      <dgm:t>
        <a:bodyPr/>
        <a:lstStyle/>
        <a:p>
          <a:endParaRPr lang="zh-CN" altLang="en-US"/>
        </a:p>
      </dgm:t>
    </dgm:pt>
    <dgm:pt modelId="{16AE75DF-3268-4C24-95A3-B76338671AF6}" type="sibTrans" cxnId="{2670F154-3865-490B-A22C-86E0C54D1BE1}">
      <dgm:prSet/>
      <dgm:spPr/>
      <dgm:t>
        <a:bodyPr/>
        <a:lstStyle/>
        <a:p>
          <a:endParaRPr lang="zh-CN" altLang="en-US"/>
        </a:p>
      </dgm:t>
    </dgm:pt>
    <dgm:pt modelId="{93787463-B0AA-4742-9350-7ACC9144C30C}">
      <dgm:prSet/>
      <dgm:spPr/>
      <dgm:t>
        <a:bodyPr/>
        <a:lstStyle/>
        <a:p>
          <a:pPr rtl="0"/>
          <a:r>
            <a:rPr lang="zh-CN" baseline="0" smtClean="0"/>
            <a:t>排版印刷</a:t>
          </a:r>
          <a:endParaRPr lang="zh-CN"/>
        </a:p>
      </dgm:t>
    </dgm:pt>
    <dgm:pt modelId="{8834FF25-A851-4A04-9648-11C5E45A13F7}" type="parTrans" cxnId="{329D90C2-65ED-448E-8467-ED2492E00CC5}">
      <dgm:prSet/>
      <dgm:spPr/>
      <dgm:t>
        <a:bodyPr/>
        <a:lstStyle/>
        <a:p>
          <a:endParaRPr lang="zh-CN" altLang="en-US"/>
        </a:p>
      </dgm:t>
    </dgm:pt>
    <dgm:pt modelId="{293654BE-7FE8-482E-8E3E-C3F8D159BD48}" type="sibTrans" cxnId="{329D90C2-65ED-448E-8467-ED2492E00CC5}">
      <dgm:prSet/>
      <dgm:spPr/>
      <dgm:t>
        <a:bodyPr/>
        <a:lstStyle/>
        <a:p>
          <a:endParaRPr lang="zh-CN" altLang="en-US"/>
        </a:p>
      </dgm:t>
    </dgm:pt>
    <dgm:pt modelId="{B10E79C8-3E39-434D-9473-8E6B06E201FB}">
      <dgm:prSet/>
      <dgm:spPr/>
      <dgm:t>
        <a:bodyPr/>
        <a:lstStyle/>
        <a:p>
          <a:pPr rtl="0"/>
          <a:r>
            <a:rPr lang="zh-CN" baseline="0" smtClean="0"/>
            <a:t>上市发行</a:t>
          </a:r>
          <a:endParaRPr lang="zh-CN"/>
        </a:p>
      </dgm:t>
    </dgm:pt>
    <dgm:pt modelId="{AC0F7CEC-DB08-484A-B105-A505C084C881}" type="parTrans" cxnId="{10CC964F-C60E-45C7-9348-BF8F40BD6B04}">
      <dgm:prSet/>
      <dgm:spPr/>
      <dgm:t>
        <a:bodyPr/>
        <a:lstStyle/>
        <a:p>
          <a:endParaRPr lang="zh-CN" altLang="en-US"/>
        </a:p>
      </dgm:t>
    </dgm:pt>
    <dgm:pt modelId="{00EA4F31-9604-45C8-8BC1-94F72B7DBFA9}" type="sibTrans" cxnId="{10CC964F-C60E-45C7-9348-BF8F40BD6B04}">
      <dgm:prSet/>
      <dgm:spPr/>
      <dgm:t>
        <a:bodyPr/>
        <a:lstStyle/>
        <a:p>
          <a:endParaRPr lang="zh-CN" altLang="en-US"/>
        </a:p>
      </dgm:t>
    </dgm:pt>
    <dgm:pt modelId="{5E35F3F6-8A4A-4FBC-9AC9-694D1274474F}" type="pres">
      <dgm:prSet presAssocID="{38045592-88DA-437D-B566-410DC4B147A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EF31A37B-62A5-42C7-A17D-55839951C960}" type="pres">
      <dgm:prSet presAssocID="{F62497B2-FC94-423A-AD4A-90D8882F92D2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F500DF0-3298-45D4-AFE7-139E43D626AD}" type="pres">
      <dgm:prSet presAssocID="{F62497B2-FC94-423A-AD4A-90D8882F92D2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1830376-9914-4262-BBF9-3E127F8C80A6}" type="pres">
      <dgm:prSet presAssocID="{A36BB479-AED5-49A7-B88F-1E7FB923EF1A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9AD1165-F925-449D-B9ED-DE9B09111133}" type="pres">
      <dgm:prSet presAssocID="{3E4BB952-1B3C-4FA2-8B47-5B5C566BE1CD}" presName="spacer" presStyleCnt="0"/>
      <dgm:spPr/>
    </dgm:pt>
    <dgm:pt modelId="{E8ECB3B1-7E0A-4903-BCBF-469AB1E3386C}" type="pres">
      <dgm:prSet presAssocID="{ED95EEDA-24A4-4E81-B7C4-79D8D6A6E3D7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46C36A6-D0E9-4801-8D59-4A6601F2D5BE}" type="pres">
      <dgm:prSet presAssocID="{16AE75DF-3268-4C24-95A3-B76338671AF6}" presName="spacer" presStyleCnt="0"/>
      <dgm:spPr/>
    </dgm:pt>
    <dgm:pt modelId="{C2EFA9B4-F05D-4612-A3CD-90793B56A6FC}" type="pres">
      <dgm:prSet presAssocID="{93787463-B0AA-4742-9350-7ACC9144C30C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5201895-D0A6-4602-8B72-5A6BE41E3F3D}" type="pres">
      <dgm:prSet presAssocID="{293654BE-7FE8-482E-8E3E-C3F8D159BD48}" presName="spacer" presStyleCnt="0"/>
      <dgm:spPr/>
    </dgm:pt>
    <dgm:pt modelId="{7A2472B8-B1DE-4B25-941C-EEFD9F5FDE59}" type="pres">
      <dgm:prSet presAssocID="{B10E79C8-3E39-434D-9473-8E6B06E201FB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A7839E0-7142-4F86-9FE9-EDAC3C95DABD}" type="presOf" srcId="{A36BB479-AED5-49A7-B88F-1E7FB923EF1A}" destId="{B1830376-9914-4262-BBF9-3E127F8C80A6}" srcOrd="0" destOrd="0" presId="urn:microsoft.com/office/officeart/2005/8/layout/vList2"/>
    <dgm:cxn modelId="{CBF9477F-E363-45EC-8D63-A30EBFB5A5B6}" type="presOf" srcId="{38045592-88DA-437D-B566-410DC4B147A5}" destId="{5E35F3F6-8A4A-4FBC-9AC9-694D1274474F}" srcOrd="0" destOrd="0" presId="urn:microsoft.com/office/officeart/2005/8/layout/vList2"/>
    <dgm:cxn modelId="{2670F154-3865-490B-A22C-86E0C54D1BE1}" srcId="{38045592-88DA-437D-B566-410DC4B147A5}" destId="{ED95EEDA-24A4-4E81-B7C4-79D8D6A6E3D7}" srcOrd="2" destOrd="0" parTransId="{98213A00-FED8-4240-8D05-CC04AD68D070}" sibTransId="{16AE75DF-3268-4C24-95A3-B76338671AF6}"/>
    <dgm:cxn modelId="{3672DCA2-304F-4AD7-BC00-450652B53D3D}" srcId="{38045592-88DA-437D-B566-410DC4B147A5}" destId="{A36BB479-AED5-49A7-B88F-1E7FB923EF1A}" srcOrd="1" destOrd="0" parTransId="{341F7875-E79B-4590-850B-9B32B01DF976}" sibTransId="{3E4BB952-1B3C-4FA2-8B47-5B5C566BE1CD}"/>
    <dgm:cxn modelId="{329D90C2-65ED-448E-8467-ED2492E00CC5}" srcId="{38045592-88DA-437D-B566-410DC4B147A5}" destId="{93787463-B0AA-4742-9350-7ACC9144C30C}" srcOrd="3" destOrd="0" parTransId="{8834FF25-A851-4A04-9648-11C5E45A13F7}" sibTransId="{293654BE-7FE8-482E-8E3E-C3F8D159BD48}"/>
    <dgm:cxn modelId="{B3762762-28DD-4BF3-B8EE-B2814BD8E515}" srcId="{F62497B2-FC94-423A-AD4A-90D8882F92D2}" destId="{DF1579EB-B93D-42AB-8047-B42D15D247D0}" srcOrd="0" destOrd="0" parTransId="{9F8F33B0-70A1-4DA6-9BA8-7B9471680302}" sibTransId="{D2948FBB-4151-43F2-A83A-937A9497AA50}"/>
    <dgm:cxn modelId="{48689BE9-857A-4993-AE23-536EF0373511}" type="presOf" srcId="{93B9D52C-9C0F-4EC5-A36B-04A5BA6A4168}" destId="{EF500DF0-3298-45D4-AFE7-139E43D626AD}" srcOrd="0" destOrd="1" presId="urn:microsoft.com/office/officeart/2005/8/layout/vList2"/>
    <dgm:cxn modelId="{EE12507A-8CF5-4B50-824D-8A7FAEE4218C}" srcId="{F62497B2-FC94-423A-AD4A-90D8882F92D2}" destId="{93B9D52C-9C0F-4EC5-A36B-04A5BA6A4168}" srcOrd="1" destOrd="0" parTransId="{9CF4ECB3-8279-40D7-802C-D3581C0C1505}" sibTransId="{9E7FD8B0-2821-48EF-A378-F00A9A7533E6}"/>
    <dgm:cxn modelId="{E2989BCC-BF83-41D9-B3E5-27A1CE109D81}" type="presOf" srcId="{DF1579EB-B93D-42AB-8047-B42D15D247D0}" destId="{EF500DF0-3298-45D4-AFE7-139E43D626AD}" srcOrd="0" destOrd="0" presId="urn:microsoft.com/office/officeart/2005/8/layout/vList2"/>
    <dgm:cxn modelId="{9BC7C8B7-C156-4912-9D5A-B0EBF61127E5}" type="presOf" srcId="{ED95EEDA-24A4-4E81-B7C4-79D8D6A6E3D7}" destId="{E8ECB3B1-7E0A-4903-BCBF-469AB1E3386C}" srcOrd="0" destOrd="0" presId="urn:microsoft.com/office/officeart/2005/8/layout/vList2"/>
    <dgm:cxn modelId="{13908759-5693-409D-BCE2-C7695C69B970}" srcId="{38045592-88DA-437D-B566-410DC4B147A5}" destId="{F62497B2-FC94-423A-AD4A-90D8882F92D2}" srcOrd="0" destOrd="0" parTransId="{6DDCD62B-84C9-4CAA-A90E-7601FA8BFEAC}" sibTransId="{F35C1039-786A-4F47-A17A-7207E1F4E0A5}"/>
    <dgm:cxn modelId="{42E1A928-D83D-43C8-88F9-6E81FF1D863D}" type="presOf" srcId="{93787463-B0AA-4742-9350-7ACC9144C30C}" destId="{C2EFA9B4-F05D-4612-A3CD-90793B56A6FC}" srcOrd="0" destOrd="0" presId="urn:microsoft.com/office/officeart/2005/8/layout/vList2"/>
    <dgm:cxn modelId="{57380F3F-6BC3-4E88-9907-32877E582365}" type="presOf" srcId="{F62497B2-FC94-423A-AD4A-90D8882F92D2}" destId="{EF31A37B-62A5-42C7-A17D-55839951C960}" srcOrd="0" destOrd="0" presId="urn:microsoft.com/office/officeart/2005/8/layout/vList2"/>
    <dgm:cxn modelId="{10CC964F-C60E-45C7-9348-BF8F40BD6B04}" srcId="{38045592-88DA-437D-B566-410DC4B147A5}" destId="{B10E79C8-3E39-434D-9473-8E6B06E201FB}" srcOrd="4" destOrd="0" parTransId="{AC0F7CEC-DB08-484A-B105-A505C084C881}" sibTransId="{00EA4F31-9604-45C8-8BC1-94F72B7DBFA9}"/>
    <dgm:cxn modelId="{771FC538-8B57-4243-9F58-009012CC5D29}" type="presOf" srcId="{B10E79C8-3E39-434D-9473-8E6B06E201FB}" destId="{7A2472B8-B1DE-4B25-941C-EEFD9F5FDE59}" srcOrd="0" destOrd="0" presId="urn:microsoft.com/office/officeart/2005/8/layout/vList2"/>
    <dgm:cxn modelId="{ED3BF88F-26A0-414E-A46E-2DD544FE762C}" type="presParOf" srcId="{5E35F3F6-8A4A-4FBC-9AC9-694D1274474F}" destId="{EF31A37B-62A5-42C7-A17D-55839951C960}" srcOrd="0" destOrd="0" presId="urn:microsoft.com/office/officeart/2005/8/layout/vList2"/>
    <dgm:cxn modelId="{26DACCE8-97C7-4857-AA96-D86A70C5F920}" type="presParOf" srcId="{5E35F3F6-8A4A-4FBC-9AC9-694D1274474F}" destId="{EF500DF0-3298-45D4-AFE7-139E43D626AD}" srcOrd="1" destOrd="0" presId="urn:microsoft.com/office/officeart/2005/8/layout/vList2"/>
    <dgm:cxn modelId="{480B0D64-0BC6-40DD-8F3F-9DFFD1B3F7CA}" type="presParOf" srcId="{5E35F3F6-8A4A-4FBC-9AC9-694D1274474F}" destId="{B1830376-9914-4262-BBF9-3E127F8C80A6}" srcOrd="2" destOrd="0" presId="urn:microsoft.com/office/officeart/2005/8/layout/vList2"/>
    <dgm:cxn modelId="{7AF4F210-200F-4B7C-A6AC-80ADA9FF1F2C}" type="presParOf" srcId="{5E35F3F6-8A4A-4FBC-9AC9-694D1274474F}" destId="{79AD1165-F925-449D-B9ED-DE9B09111133}" srcOrd="3" destOrd="0" presId="urn:microsoft.com/office/officeart/2005/8/layout/vList2"/>
    <dgm:cxn modelId="{6FE0D60E-0FFB-4582-B5FC-950F1A0BEE28}" type="presParOf" srcId="{5E35F3F6-8A4A-4FBC-9AC9-694D1274474F}" destId="{E8ECB3B1-7E0A-4903-BCBF-469AB1E3386C}" srcOrd="4" destOrd="0" presId="urn:microsoft.com/office/officeart/2005/8/layout/vList2"/>
    <dgm:cxn modelId="{A9D0CFD7-D31D-4F6F-90EC-721DAA01582B}" type="presParOf" srcId="{5E35F3F6-8A4A-4FBC-9AC9-694D1274474F}" destId="{D46C36A6-D0E9-4801-8D59-4A6601F2D5BE}" srcOrd="5" destOrd="0" presId="urn:microsoft.com/office/officeart/2005/8/layout/vList2"/>
    <dgm:cxn modelId="{B5560630-046A-46F1-BFC1-6672A2B38384}" type="presParOf" srcId="{5E35F3F6-8A4A-4FBC-9AC9-694D1274474F}" destId="{C2EFA9B4-F05D-4612-A3CD-90793B56A6FC}" srcOrd="6" destOrd="0" presId="urn:microsoft.com/office/officeart/2005/8/layout/vList2"/>
    <dgm:cxn modelId="{E2BFF689-6C79-4773-AEF6-0B51E16A8848}" type="presParOf" srcId="{5E35F3F6-8A4A-4FBC-9AC9-694D1274474F}" destId="{25201895-D0A6-4602-8B72-5A6BE41E3F3D}" srcOrd="7" destOrd="0" presId="urn:microsoft.com/office/officeart/2005/8/layout/vList2"/>
    <dgm:cxn modelId="{97902FBB-8D08-4A42-8389-4C4CEE0FED74}" type="presParOf" srcId="{5E35F3F6-8A4A-4FBC-9AC9-694D1274474F}" destId="{7A2472B8-B1DE-4B25-941C-EEFD9F5FDE5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31A37B-62A5-42C7-A17D-55839951C960}">
      <dsp:nvSpPr>
        <dsp:cNvPr id="0" name=""/>
        <dsp:cNvSpPr/>
      </dsp:nvSpPr>
      <dsp:spPr>
        <a:xfrm>
          <a:off x="0" y="41277"/>
          <a:ext cx="9601200" cy="500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900" kern="1200" baseline="0" dirty="0" smtClean="0"/>
            <a:t>确定选题</a:t>
          </a:r>
          <a:endParaRPr lang="zh-CN" sz="1900" kern="1200" dirty="0"/>
        </a:p>
      </dsp:txBody>
      <dsp:txXfrm>
        <a:off x="24417" y="65694"/>
        <a:ext cx="9552366" cy="451341"/>
      </dsp:txXfrm>
    </dsp:sp>
    <dsp:sp modelId="{EF500DF0-3298-45D4-AFE7-139E43D626AD}">
      <dsp:nvSpPr>
        <dsp:cNvPr id="0" name=""/>
        <dsp:cNvSpPr/>
      </dsp:nvSpPr>
      <dsp:spPr>
        <a:xfrm>
          <a:off x="0" y="541452"/>
          <a:ext cx="9601200" cy="570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38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zh-CN" sz="1500" kern="1200" baseline="0" smtClean="0"/>
            <a:t>选定作者</a:t>
          </a:r>
          <a:endParaRPr lang="zh-CN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zh-CN" sz="1500" kern="1200" baseline="0" smtClean="0"/>
            <a:t>选题沟通</a:t>
          </a:r>
          <a:endParaRPr lang="zh-CN" sz="1500" kern="1200"/>
        </a:p>
      </dsp:txBody>
      <dsp:txXfrm>
        <a:off x="0" y="541452"/>
        <a:ext cx="9601200" cy="570285"/>
      </dsp:txXfrm>
    </dsp:sp>
    <dsp:sp modelId="{B1830376-9914-4262-BBF9-3E127F8C80A6}">
      <dsp:nvSpPr>
        <dsp:cNvPr id="0" name=""/>
        <dsp:cNvSpPr/>
      </dsp:nvSpPr>
      <dsp:spPr>
        <a:xfrm>
          <a:off x="0" y="1111737"/>
          <a:ext cx="9601200" cy="500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900" kern="1200" baseline="0" smtClean="0"/>
            <a:t>图书编写</a:t>
          </a:r>
          <a:endParaRPr lang="zh-CN" sz="1900" kern="1200"/>
        </a:p>
      </dsp:txBody>
      <dsp:txXfrm>
        <a:off x="24417" y="1136154"/>
        <a:ext cx="9552366" cy="451341"/>
      </dsp:txXfrm>
    </dsp:sp>
    <dsp:sp modelId="{E8ECB3B1-7E0A-4903-BCBF-469AB1E3386C}">
      <dsp:nvSpPr>
        <dsp:cNvPr id="0" name=""/>
        <dsp:cNvSpPr/>
      </dsp:nvSpPr>
      <dsp:spPr>
        <a:xfrm>
          <a:off x="0" y="1666632"/>
          <a:ext cx="9601200" cy="500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900" kern="1200" baseline="0" smtClean="0"/>
            <a:t>编辑审校</a:t>
          </a:r>
          <a:endParaRPr lang="zh-CN" sz="1900" kern="1200"/>
        </a:p>
      </dsp:txBody>
      <dsp:txXfrm>
        <a:off x="24417" y="1691049"/>
        <a:ext cx="9552366" cy="451341"/>
      </dsp:txXfrm>
    </dsp:sp>
    <dsp:sp modelId="{C2EFA9B4-F05D-4612-A3CD-90793B56A6FC}">
      <dsp:nvSpPr>
        <dsp:cNvPr id="0" name=""/>
        <dsp:cNvSpPr/>
      </dsp:nvSpPr>
      <dsp:spPr>
        <a:xfrm>
          <a:off x="0" y="2221527"/>
          <a:ext cx="9601200" cy="500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900" kern="1200" baseline="0" smtClean="0"/>
            <a:t>排版印刷</a:t>
          </a:r>
          <a:endParaRPr lang="zh-CN" sz="1900" kern="1200"/>
        </a:p>
      </dsp:txBody>
      <dsp:txXfrm>
        <a:off x="24417" y="2245944"/>
        <a:ext cx="9552366" cy="451341"/>
      </dsp:txXfrm>
    </dsp:sp>
    <dsp:sp modelId="{7A2472B8-B1DE-4B25-941C-EEFD9F5FDE59}">
      <dsp:nvSpPr>
        <dsp:cNvPr id="0" name=""/>
        <dsp:cNvSpPr/>
      </dsp:nvSpPr>
      <dsp:spPr>
        <a:xfrm>
          <a:off x="0" y="2776422"/>
          <a:ext cx="9601200" cy="500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900" kern="1200" baseline="0" smtClean="0"/>
            <a:t>上市发行</a:t>
          </a:r>
          <a:endParaRPr lang="zh-CN" sz="1900" kern="1200"/>
        </a:p>
      </dsp:txBody>
      <dsp:txXfrm>
        <a:off x="24417" y="2800839"/>
        <a:ext cx="9552366" cy="4513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91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829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708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297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35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968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883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882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79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083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61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473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12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28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576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035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217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3557DC7-8F40-4957-9175-870D34DF7C6C}" type="datetimeFigureOut">
              <a:rPr lang="zh-CN" altLang="en-US" smtClean="0"/>
              <a:t>2020/12/3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2EFA32C-111D-4848-B465-3C8CD63E5F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511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Microsoft Office</a:t>
            </a:r>
            <a:r>
              <a:rPr lang="zh-CN" altLang="en-US" dirty="0" smtClean="0"/>
              <a:t>图书策划案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78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推荐作者简介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刘雅汶</a:t>
            </a:r>
          </a:p>
          <a:p>
            <a:pPr lvl="1"/>
            <a:r>
              <a:rPr lang="en-US" altLang="zh-CN" dirty="0" smtClean="0"/>
              <a:t>Contoso</a:t>
            </a:r>
            <a:r>
              <a:rPr lang="zh-CN" altLang="en-US" dirty="0" smtClean="0"/>
              <a:t>公司技术经理</a:t>
            </a:r>
          </a:p>
          <a:p>
            <a:r>
              <a:rPr lang="zh-CN" altLang="en-US" dirty="0" smtClean="0"/>
              <a:t>主要代表作品</a:t>
            </a:r>
          </a:p>
          <a:p>
            <a:pPr lvl="1"/>
            <a:r>
              <a:rPr lang="en-US" altLang="zh-CN" dirty="0" smtClean="0"/>
              <a:t>《Microsoft Office</a:t>
            </a:r>
            <a:r>
              <a:rPr lang="zh-CN" altLang="en-US" dirty="0" smtClean="0"/>
              <a:t>整合应用精要</a:t>
            </a:r>
            <a:r>
              <a:rPr lang="en-US" altLang="zh-CN" dirty="0" smtClean="0"/>
              <a:t>》</a:t>
            </a:r>
          </a:p>
          <a:p>
            <a:pPr lvl="1"/>
            <a:r>
              <a:rPr lang="en-US" altLang="zh-CN" dirty="0" smtClean="0"/>
              <a:t>《Microsoft Word</a:t>
            </a:r>
            <a:r>
              <a:rPr lang="zh-CN" altLang="en-US" dirty="0" smtClean="0"/>
              <a:t>企业应用宝典</a:t>
            </a:r>
            <a:r>
              <a:rPr lang="en-US" altLang="zh-CN" dirty="0" smtClean="0"/>
              <a:t>》</a:t>
            </a:r>
          </a:p>
          <a:p>
            <a:pPr lvl="1"/>
            <a:r>
              <a:rPr lang="en-US" altLang="zh-CN" dirty="0" smtClean="0"/>
              <a:t>《Microsoft Office</a:t>
            </a:r>
            <a:r>
              <a:rPr lang="zh-CN" altLang="en-US" dirty="0" smtClean="0"/>
              <a:t>应用办公好帮手</a:t>
            </a:r>
            <a:r>
              <a:rPr lang="en-US" altLang="zh-CN" dirty="0" smtClean="0"/>
              <a:t>》</a:t>
            </a:r>
          </a:p>
          <a:p>
            <a:pPr lvl="1"/>
            <a:r>
              <a:rPr lang="en-US" altLang="zh-CN" dirty="0" smtClean="0"/>
              <a:t>《Microsoft Office</a:t>
            </a:r>
            <a:r>
              <a:rPr lang="zh-CN" altLang="en-US" dirty="0" smtClean="0"/>
              <a:t>专家门诊</a:t>
            </a:r>
            <a:r>
              <a:rPr lang="en-US" altLang="zh-CN" dirty="0" smtClean="0"/>
              <a:t>》</a:t>
            </a:r>
          </a:p>
        </p:txBody>
      </p:sp>
    </p:spTree>
    <p:extLst>
      <p:ext uri="{BB962C8B-B14F-4D97-AF65-F5344CB8AC3E}">
        <p14:creationId xmlns:p14="http://schemas.microsoft.com/office/powerpoint/2010/main" val="1989903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Office 2010</a:t>
            </a:r>
            <a:r>
              <a:rPr lang="zh-CN" altLang="en-US" dirty="0" smtClean="0"/>
              <a:t>的十大优势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 smtClean="0"/>
              <a:t>更直观地表达想法</a:t>
            </a:r>
            <a:endParaRPr lang="en-US" altLang="zh-CN" dirty="0" smtClean="0"/>
          </a:p>
          <a:p>
            <a:r>
              <a:rPr lang="zh-CN" altLang="en-US" dirty="0" smtClean="0"/>
              <a:t>协作的绩效更高</a:t>
            </a:r>
            <a:endParaRPr lang="en-US" altLang="zh-CN" dirty="0" smtClean="0"/>
          </a:p>
          <a:p>
            <a:r>
              <a:rPr lang="zh-CN" altLang="en-US" dirty="0" smtClean="0"/>
              <a:t>从更多地点更多设备上享受熟悉的</a:t>
            </a:r>
            <a:r>
              <a:rPr lang="en-US" altLang="zh-CN" dirty="0" smtClean="0"/>
              <a:t>Office</a:t>
            </a:r>
            <a:r>
              <a:rPr lang="zh-CN" altLang="en-US" dirty="0" smtClean="0"/>
              <a:t>体验</a:t>
            </a:r>
            <a:endParaRPr lang="en-US" altLang="zh-CN" dirty="0" smtClean="0"/>
          </a:p>
          <a:p>
            <a:r>
              <a:rPr lang="zh-CN" altLang="en-US" dirty="0"/>
              <a:t>提供</a:t>
            </a:r>
            <a:r>
              <a:rPr lang="zh-CN" altLang="en-US" dirty="0" smtClean="0"/>
              <a:t>强大的数据分析和可视化功能</a:t>
            </a:r>
            <a:endParaRPr lang="en-US" altLang="zh-CN" dirty="0" smtClean="0"/>
          </a:p>
          <a:p>
            <a:r>
              <a:rPr lang="zh-CN" altLang="en-US" dirty="0" smtClean="0"/>
              <a:t>创建出类拔萃的演示文稿</a:t>
            </a:r>
            <a:endParaRPr lang="en-US" altLang="zh-CN" dirty="0" smtClean="0"/>
          </a:p>
          <a:p>
            <a:r>
              <a:rPr lang="zh-CN" altLang="en-US" dirty="0" smtClean="0"/>
              <a:t>轻松管理大量电子邮件</a:t>
            </a:r>
            <a:endParaRPr lang="en-US" altLang="zh-CN" dirty="0" smtClean="0"/>
          </a:p>
          <a:p>
            <a:r>
              <a:rPr lang="zh-CN" altLang="en-US" dirty="0" smtClean="0"/>
              <a:t>在一个位置存储并跟踪自己的所有想法和笔记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即时传递消息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/>
              <a:t>更</a:t>
            </a:r>
            <a:r>
              <a:rPr lang="zh-CN" altLang="en-US" dirty="0" smtClean="0"/>
              <a:t>快、更轻松地完成任务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在不同的设备和平台上访问工作信息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1507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新版图书读者定位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信息工作者</a:t>
            </a:r>
            <a:endParaRPr lang="en-US" altLang="zh-CN" dirty="0" smtClean="0"/>
          </a:p>
          <a:p>
            <a:r>
              <a:rPr lang="zh-CN" altLang="en-US" dirty="0" smtClean="0"/>
              <a:t>学生和教师</a:t>
            </a:r>
            <a:endParaRPr lang="en-US" altLang="zh-CN" dirty="0" smtClean="0"/>
          </a:p>
          <a:p>
            <a:r>
              <a:rPr lang="zh-CN" altLang="en-US" dirty="0"/>
              <a:t>办公</a:t>
            </a:r>
            <a:r>
              <a:rPr lang="zh-CN" altLang="en-US" dirty="0" smtClean="0"/>
              <a:t>应用技能培训班</a:t>
            </a:r>
            <a:endParaRPr lang="en-US" altLang="zh-CN" dirty="0" smtClean="0"/>
          </a:p>
          <a:p>
            <a:r>
              <a:rPr lang="zh-CN" altLang="en-US" dirty="0"/>
              <a:t>大专院校教材</a:t>
            </a:r>
          </a:p>
        </p:txBody>
      </p:sp>
    </p:spTree>
    <p:extLst>
      <p:ext uri="{BB962C8B-B14F-4D97-AF65-F5344CB8AC3E}">
        <p14:creationId xmlns:p14="http://schemas.microsoft.com/office/powerpoint/2010/main" val="3280954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PowerPoint 2010</a:t>
            </a:r>
            <a:r>
              <a:rPr lang="zh-CN" altLang="en-US" dirty="0" smtClean="0"/>
              <a:t>创新的功能体验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在新增的后台视图中管理文件</a:t>
            </a:r>
            <a:endParaRPr lang="en-US" altLang="zh-CN" dirty="0" smtClean="0"/>
          </a:p>
          <a:p>
            <a:r>
              <a:rPr lang="zh-CN" altLang="en-US" dirty="0" smtClean="0"/>
              <a:t>与同事共同创作演示文稿</a:t>
            </a:r>
            <a:endParaRPr lang="en-US" altLang="zh-CN" dirty="0" smtClean="0"/>
          </a:p>
          <a:p>
            <a:r>
              <a:rPr lang="zh-CN" altLang="en-US" dirty="0" smtClean="0"/>
              <a:t>将幻灯片组织为逻辑节</a:t>
            </a:r>
            <a:endParaRPr lang="en-US" altLang="zh-CN" dirty="0" smtClean="0"/>
          </a:p>
          <a:p>
            <a:r>
              <a:rPr lang="zh-CN" altLang="en-US" dirty="0" smtClean="0"/>
              <a:t>将演示文稿转变成视频</a:t>
            </a:r>
            <a:endParaRPr lang="en-US" altLang="zh-CN" dirty="0" smtClean="0"/>
          </a:p>
          <a:p>
            <a:r>
              <a:rPr lang="zh-CN" altLang="en-US" dirty="0" smtClean="0"/>
              <a:t>使用</a:t>
            </a:r>
            <a:r>
              <a:rPr lang="en-US" altLang="zh-CN" dirty="0" smtClean="0"/>
              <a:t>SmartArt</a:t>
            </a:r>
            <a:r>
              <a:rPr lang="zh-CN" altLang="en-US" dirty="0" smtClean="0"/>
              <a:t>图形图片布局</a:t>
            </a:r>
            <a:endParaRPr lang="en-US" altLang="zh-CN" dirty="0" smtClean="0"/>
          </a:p>
          <a:p>
            <a:r>
              <a:rPr lang="zh-CN" altLang="en-US" dirty="0" smtClean="0"/>
              <a:t>删除背景工具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617098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2012</a:t>
            </a:r>
            <a:r>
              <a:rPr lang="zh-CN" altLang="en-US" dirty="0" smtClean="0"/>
              <a:t>年同类图书销量统计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3094767"/>
              </p:ext>
            </p:extLst>
          </p:nvPr>
        </p:nvGraphicFramePr>
        <p:xfrm>
          <a:off x="1295400" y="2557463"/>
          <a:ext cx="9601200" cy="3317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198732133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62557521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36252664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7762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88004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图书名称</a:t>
                      </a:r>
                      <a:endParaRPr lang="zh-CN" altLang="en-US" dirty="0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出版社</a:t>
                      </a:r>
                      <a:endParaRPr lang="zh-CN" altLang="en-US" dirty="0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作者</a:t>
                      </a:r>
                      <a:endParaRPr lang="zh-CN" altLang="en-US" dirty="0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定价</a:t>
                      </a:r>
                      <a:endParaRPr lang="zh-CN" altLang="en-US" dirty="0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销量</a:t>
                      </a:r>
                      <a:endParaRPr lang="zh-CN" altLang="en-US" dirty="0"/>
                    </a:p>
                  </a:txBody>
                  <a:tcPr marL="84458" marR="84458"/>
                </a:tc>
                <a:extLst>
                  <a:ext uri="{0D108BD9-81ED-4DB2-BD59-A6C34878D82A}">
                    <a16:rowId xmlns:a16="http://schemas.microsoft.com/office/drawing/2014/main" val="491099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extLst>
                  <a:ext uri="{0D108BD9-81ED-4DB2-BD59-A6C34878D82A}">
                    <a16:rowId xmlns:a16="http://schemas.microsoft.com/office/drawing/2014/main" val="2557084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extLst>
                  <a:ext uri="{0D108BD9-81ED-4DB2-BD59-A6C34878D82A}">
                    <a16:rowId xmlns:a16="http://schemas.microsoft.com/office/drawing/2014/main" val="4111299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extLst>
                  <a:ext uri="{0D108BD9-81ED-4DB2-BD59-A6C34878D82A}">
                    <a16:rowId xmlns:a16="http://schemas.microsoft.com/office/drawing/2014/main" val="464576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extLst>
                  <a:ext uri="{0D108BD9-81ED-4DB2-BD59-A6C34878D82A}">
                    <a16:rowId xmlns:a16="http://schemas.microsoft.com/office/drawing/2014/main" val="3664079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84458" marR="84458"/>
                </a:tc>
                <a:extLst>
                  <a:ext uri="{0D108BD9-81ED-4DB2-BD59-A6C34878D82A}">
                    <a16:rowId xmlns:a16="http://schemas.microsoft.com/office/drawing/2014/main" val="61145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648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新版图书创作流程示意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4352539"/>
              </p:ext>
            </p:extLst>
          </p:nvPr>
        </p:nvGraphicFramePr>
        <p:xfrm>
          <a:off x="1295400" y="2557463"/>
          <a:ext cx="9601200" cy="3317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93672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31</TotalTime>
  <Words>206</Words>
  <Application>Microsoft Office PowerPoint</Application>
  <PresentationFormat>宽屏</PresentationFormat>
  <Paragraphs>46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  <vt:variant>
        <vt:lpstr>自定义放映</vt:lpstr>
      </vt:variant>
      <vt:variant>
        <vt:i4>2</vt:i4>
      </vt:variant>
    </vt:vector>
  </HeadingPairs>
  <TitlesOfParts>
    <vt:vector size="13" baseType="lpstr">
      <vt:lpstr>方正舒体</vt:lpstr>
      <vt:lpstr>Arial</vt:lpstr>
      <vt:lpstr>Garamond</vt:lpstr>
      <vt:lpstr>环保</vt:lpstr>
      <vt:lpstr>Microsoft Office图书策划案</vt:lpstr>
      <vt:lpstr>推荐作者简介</vt:lpstr>
      <vt:lpstr>Office 2010的十大优势</vt:lpstr>
      <vt:lpstr>新版图书读者定位</vt:lpstr>
      <vt:lpstr>PowerPoint 2010创新的功能体验</vt:lpstr>
      <vt:lpstr>2012年同类图书销量统计</vt:lpstr>
      <vt:lpstr>新版图书创作流程示意</vt:lpstr>
      <vt:lpstr>放映方案1</vt:lpstr>
      <vt:lpstr>放映方案2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Office图书策划案</dc:title>
  <dc:creator>Administrator</dc:creator>
  <cp:lastModifiedBy>Administrator</cp:lastModifiedBy>
  <cp:revision>7</cp:revision>
  <dcterms:created xsi:type="dcterms:W3CDTF">2020-03-11T03:32:04Z</dcterms:created>
  <dcterms:modified xsi:type="dcterms:W3CDTF">2020-12-03T08:47:38Z</dcterms:modified>
</cp:coreProperties>
</file>