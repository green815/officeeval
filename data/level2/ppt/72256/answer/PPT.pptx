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ID" ContentType="audio/mid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8"/>
  </p:notesMasterIdLst>
  <p:sldIdLst>
    <p:sldId id="256" r:id="rId2"/>
    <p:sldId id="265" r:id="rId3"/>
    <p:sldId id="262" r:id="rId4"/>
    <p:sldId id="257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21C86C51-5F69-448A-874F-EBDEE537DFDF}">
          <p14:sldIdLst>
            <p14:sldId id="256"/>
          </p14:sldIdLst>
        </p14:section>
        <p14:section name="产品特性" id="{89EF2A4C-B8C4-493D-9B67-AD8EE3CB0BDA}">
          <p14:sldIdLst>
            <p14:sldId id="265"/>
            <p14:sldId id="262"/>
            <p14:sldId id="257"/>
            <p14:sldId id="264"/>
          </p14:sldIdLst>
        </p14:section>
        <p14:section name="更多信息" id="{8FC695FE-C340-4D64-BE2B-0DCB6C545F4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76274" autoAdjust="0"/>
  </p:normalViewPr>
  <p:slideViewPr>
    <p:cSldViewPr snapToGrid="0">
      <p:cViewPr varScale="1">
        <p:scale>
          <a:sx n="50" d="100"/>
          <a:sy n="50" d="100"/>
        </p:scale>
        <p:origin x="36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C94025-B077-4985-968F-D7EEBB85C2E0}" type="doc">
      <dgm:prSet loTypeId="urn:microsoft.com/office/officeart/2005/8/layout/venn1" loCatId="relationship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B9BC98B5-2D1F-4FC5-AC86-CFD61044914C}">
      <dgm:prSet/>
      <dgm:spPr/>
      <dgm:t>
        <a:bodyPr/>
        <a:lstStyle/>
        <a:p>
          <a:pPr rtl="0"/>
          <a:r>
            <a:rPr lang="zh-CN" dirty="0"/>
            <a:t>便捷的设计理念</a:t>
          </a:r>
        </a:p>
      </dgm:t>
    </dgm:pt>
    <dgm:pt modelId="{4D77C64D-4946-4A89-AE2C-13A8D8FEC414}" type="parTrans" cxnId="{4BD9E524-17D5-43AA-8B18-B4C99A91E42A}">
      <dgm:prSet/>
      <dgm:spPr/>
      <dgm:t>
        <a:bodyPr/>
        <a:lstStyle/>
        <a:p>
          <a:endParaRPr lang="zh-CN" altLang="en-US"/>
        </a:p>
      </dgm:t>
    </dgm:pt>
    <dgm:pt modelId="{96FC5D53-788D-43D0-A135-E3D50863A053}" type="sibTrans" cxnId="{4BD9E524-17D5-43AA-8B18-B4C99A91E42A}">
      <dgm:prSet/>
      <dgm:spPr/>
      <dgm:t>
        <a:bodyPr/>
        <a:lstStyle/>
        <a:p>
          <a:endParaRPr lang="zh-CN" altLang="en-US"/>
        </a:p>
      </dgm:t>
    </dgm:pt>
    <dgm:pt modelId="{FDB58687-D6A3-4038-B05A-136C2BC2D80B}">
      <dgm:prSet/>
      <dgm:spPr/>
      <dgm:t>
        <a:bodyPr/>
        <a:lstStyle/>
        <a:p>
          <a:pPr rtl="0"/>
          <a:r>
            <a:rPr lang="zh-CN"/>
            <a:t>瞩目的演示方案</a:t>
          </a:r>
        </a:p>
      </dgm:t>
    </dgm:pt>
    <dgm:pt modelId="{E0E87AAB-8804-4151-B3E4-DE9B02DD109F}" type="parTrans" cxnId="{A6789C2C-56C3-4FBD-BE56-D7432D0FAC98}">
      <dgm:prSet/>
      <dgm:spPr/>
      <dgm:t>
        <a:bodyPr/>
        <a:lstStyle/>
        <a:p>
          <a:endParaRPr lang="zh-CN" altLang="en-US"/>
        </a:p>
      </dgm:t>
    </dgm:pt>
    <dgm:pt modelId="{111B13B6-0D83-48E6-8409-DF65C3C99E10}" type="sibTrans" cxnId="{A6789C2C-56C3-4FBD-BE56-D7432D0FAC98}">
      <dgm:prSet/>
      <dgm:spPr/>
      <dgm:t>
        <a:bodyPr/>
        <a:lstStyle/>
        <a:p>
          <a:endParaRPr lang="zh-CN" altLang="en-US"/>
        </a:p>
      </dgm:t>
    </dgm:pt>
    <dgm:pt modelId="{CB41A9C9-5614-4234-8D1F-3795CAEF1147}">
      <dgm:prSet/>
      <dgm:spPr/>
      <dgm:t>
        <a:bodyPr/>
        <a:lstStyle/>
        <a:p>
          <a:pPr rtl="0"/>
          <a:r>
            <a:rPr lang="zh-CN"/>
            <a:t>紧密的团队协作</a:t>
          </a:r>
        </a:p>
      </dgm:t>
    </dgm:pt>
    <dgm:pt modelId="{F53EA7B6-0846-40C2-8075-432420ED3AFF}" type="parTrans" cxnId="{CA9A9739-0ED0-4C53-AF6F-2FDD9BA79B6E}">
      <dgm:prSet/>
      <dgm:spPr/>
      <dgm:t>
        <a:bodyPr/>
        <a:lstStyle/>
        <a:p>
          <a:endParaRPr lang="zh-CN" altLang="en-US"/>
        </a:p>
      </dgm:t>
    </dgm:pt>
    <dgm:pt modelId="{08C81228-71F9-4F1D-B4D9-2D226D8BD23F}" type="sibTrans" cxnId="{CA9A9739-0ED0-4C53-AF6F-2FDD9BA79B6E}">
      <dgm:prSet/>
      <dgm:spPr/>
      <dgm:t>
        <a:bodyPr/>
        <a:lstStyle/>
        <a:p>
          <a:endParaRPr lang="zh-CN" altLang="en-US"/>
        </a:p>
      </dgm:t>
    </dgm:pt>
    <dgm:pt modelId="{6AB015D4-E53B-4F3E-8ECF-DBE5A3A58973}" type="pres">
      <dgm:prSet presAssocID="{CEC94025-B077-4985-968F-D7EEBB85C2E0}" presName="compositeShape" presStyleCnt="0">
        <dgm:presLayoutVars>
          <dgm:chMax val="7"/>
          <dgm:dir/>
          <dgm:resizeHandles val="exact"/>
        </dgm:presLayoutVars>
      </dgm:prSet>
      <dgm:spPr/>
    </dgm:pt>
    <dgm:pt modelId="{B975A242-34EA-4BBA-AAFB-53C4893022A3}" type="pres">
      <dgm:prSet presAssocID="{B9BC98B5-2D1F-4FC5-AC86-CFD61044914C}" presName="circ1" presStyleLbl="vennNode1" presStyleIdx="0" presStyleCnt="3"/>
      <dgm:spPr/>
    </dgm:pt>
    <dgm:pt modelId="{DE4D5A92-CD99-49E4-88C6-8EF3673B886B}" type="pres">
      <dgm:prSet presAssocID="{B9BC98B5-2D1F-4FC5-AC86-CFD61044914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7929BE3-2277-4CE9-9D68-EADB259DA75A}" type="pres">
      <dgm:prSet presAssocID="{FDB58687-D6A3-4038-B05A-136C2BC2D80B}" presName="circ2" presStyleLbl="vennNode1" presStyleIdx="1" presStyleCnt="3"/>
      <dgm:spPr/>
    </dgm:pt>
    <dgm:pt modelId="{330649B0-BAF5-4C96-B9D6-E91A716A35E4}" type="pres">
      <dgm:prSet presAssocID="{FDB58687-D6A3-4038-B05A-136C2BC2D80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E00F1A-42FE-44ED-B651-A878E0117408}" type="pres">
      <dgm:prSet presAssocID="{CB41A9C9-5614-4234-8D1F-3795CAEF1147}" presName="circ3" presStyleLbl="vennNode1" presStyleIdx="2" presStyleCnt="3"/>
      <dgm:spPr/>
    </dgm:pt>
    <dgm:pt modelId="{6C4FF258-DAAA-4657-B1A7-2AECE9241FBA}" type="pres">
      <dgm:prSet presAssocID="{CB41A9C9-5614-4234-8D1F-3795CAEF114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BD9E524-17D5-43AA-8B18-B4C99A91E42A}" srcId="{CEC94025-B077-4985-968F-D7EEBB85C2E0}" destId="{B9BC98B5-2D1F-4FC5-AC86-CFD61044914C}" srcOrd="0" destOrd="0" parTransId="{4D77C64D-4946-4A89-AE2C-13A8D8FEC414}" sibTransId="{96FC5D53-788D-43D0-A135-E3D50863A053}"/>
    <dgm:cxn modelId="{A6789C2C-56C3-4FBD-BE56-D7432D0FAC98}" srcId="{CEC94025-B077-4985-968F-D7EEBB85C2E0}" destId="{FDB58687-D6A3-4038-B05A-136C2BC2D80B}" srcOrd="1" destOrd="0" parTransId="{E0E87AAB-8804-4151-B3E4-DE9B02DD109F}" sibTransId="{111B13B6-0D83-48E6-8409-DF65C3C99E10}"/>
    <dgm:cxn modelId="{CA9A9739-0ED0-4C53-AF6F-2FDD9BA79B6E}" srcId="{CEC94025-B077-4985-968F-D7EEBB85C2E0}" destId="{CB41A9C9-5614-4234-8D1F-3795CAEF1147}" srcOrd="2" destOrd="0" parTransId="{F53EA7B6-0846-40C2-8075-432420ED3AFF}" sibTransId="{08C81228-71F9-4F1D-B4D9-2D226D8BD23F}"/>
    <dgm:cxn modelId="{B3F8DE3F-31EE-499C-A6E7-28BCD4351BCF}" type="presOf" srcId="{CB41A9C9-5614-4234-8D1F-3795CAEF1147}" destId="{6C4FF258-DAAA-4657-B1A7-2AECE9241FBA}" srcOrd="1" destOrd="0" presId="urn:microsoft.com/office/officeart/2005/8/layout/venn1"/>
    <dgm:cxn modelId="{55705C45-28D1-4D28-BEA1-20B4EE29D0E5}" type="presOf" srcId="{CB41A9C9-5614-4234-8D1F-3795CAEF1147}" destId="{AFE00F1A-42FE-44ED-B651-A878E0117408}" srcOrd="0" destOrd="0" presId="urn:microsoft.com/office/officeart/2005/8/layout/venn1"/>
    <dgm:cxn modelId="{4BD22B6C-DA9B-455C-848B-1DB50B57CA4C}" type="presOf" srcId="{FDB58687-D6A3-4038-B05A-136C2BC2D80B}" destId="{67929BE3-2277-4CE9-9D68-EADB259DA75A}" srcOrd="0" destOrd="0" presId="urn:microsoft.com/office/officeart/2005/8/layout/venn1"/>
    <dgm:cxn modelId="{94212972-375F-4CB6-842F-615DB272ADA7}" type="presOf" srcId="{CEC94025-B077-4985-968F-D7EEBB85C2E0}" destId="{6AB015D4-E53B-4F3E-8ECF-DBE5A3A58973}" srcOrd="0" destOrd="0" presId="urn:microsoft.com/office/officeart/2005/8/layout/venn1"/>
    <dgm:cxn modelId="{624B67A1-A3A0-4D5A-B586-E5AEBD0960CA}" type="presOf" srcId="{B9BC98B5-2D1F-4FC5-AC86-CFD61044914C}" destId="{B975A242-34EA-4BBA-AAFB-53C4893022A3}" srcOrd="0" destOrd="0" presId="urn:microsoft.com/office/officeart/2005/8/layout/venn1"/>
    <dgm:cxn modelId="{27EE3AAD-444D-40F0-B4F2-CE5A5332457A}" type="presOf" srcId="{B9BC98B5-2D1F-4FC5-AC86-CFD61044914C}" destId="{DE4D5A92-CD99-49E4-88C6-8EF3673B886B}" srcOrd="1" destOrd="0" presId="urn:microsoft.com/office/officeart/2005/8/layout/venn1"/>
    <dgm:cxn modelId="{9B04B5BA-7CFF-45DF-A841-A7128D6331FF}" type="presOf" srcId="{FDB58687-D6A3-4038-B05A-136C2BC2D80B}" destId="{330649B0-BAF5-4C96-B9D6-E91A716A35E4}" srcOrd="1" destOrd="0" presId="urn:microsoft.com/office/officeart/2005/8/layout/venn1"/>
    <dgm:cxn modelId="{99D260F7-2538-4887-ABAD-8365568C605C}" type="presParOf" srcId="{6AB015D4-E53B-4F3E-8ECF-DBE5A3A58973}" destId="{B975A242-34EA-4BBA-AAFB-53C4893022A3}" srcOrd="0" destOrd="0" presId="urn:microsoft.com/office/officeart/2005/8/layout/venn1"/>
    <dgm:cxn modelId="{9E3D7BB7-7EF4-45CD-9379-69B5FE0C37D2}" type="presParOf" srcId="{6AB015D4-E53B-4F3E-8ECF-DBE5A3A58973}" destId="{DE4D5A92-CD99-49E4-88C6-8EF3673B886B}" srcOrd="1" destOrd="0" presId="urn:microsoft.com/office/officeart/2005/8/layout/venn1"/>
    <dgm:cxn modelId="{99EBE4CF-21B1-4FA8-AF0A-DB03DF9D1CA9}" type="presParOf" srcId="{6AB015D4-E53B-4F3E-8ECF-DBE5A3A58973}" destId="{67929BE3-2277-4CE9-9D68-EADB259DA75A}" srcOrd="2" destOrd="0" presId="urn:microsoft.com/office/officeart/2005/8/layout/venn1"/>
    <dgm:cxn modelId="{8B59B7F2-CA6C-4DE2-8EF5-FB881DA5C8E9}" type="presParOf" srcId="{6AB015D4-E53B-4F3E-8ECF-DBE5A3A58973}" destId="{330649B0-BAF5-4C96-B9D6-E91A716A35E4}" srcOrd="3" destOrd="0" presId="urn:microsoft.com/office/officeart/2005/8/layout/venn1"/>
    <dgm:cxn modelId="{7EC1DD35-1F82-42D6-8EB6-4D2E3B1E3D25}" type="presParOf" srcId="{6AB015D4-E53B-4F3E-8ECF-DBE5A3A58973}" destId="{AFE00F1A-42FE-44ED-B651-A878E0117408}" srcOrd="4" destOrd="0" presId="urn:microsoft.com/office/officeart/2005/8/layout/venn1"/>
    <dgm:cxn modelId="{1A4B278C-E7C1-4C5E-9A64-AB2E278B7345}" type="presParOf" srcId="{6AB015D4-E53B-4F3E-8ECF-DBE5A3A58973}" destId="{6C4FF258-DAAA-4657-B1A7-2AECE9241FB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5A242-34EA-4BBA-AAFB-53C4893022A3}">
      <dsp:nvSpPr>
        <dsp:cNvPr id="0" name=""/>
        <dsp:cNvSpPr/>
      </dsp:nvSpPr>
      <dsp:spPr>
        <a:xfrm>
          <a:off x="3952398" y="54391"/>
          <a:ext cx="2610802" cy="2610802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/>
            <a:t>便捷的设计理念</a:t>
          </a:r>
        </a:p>
      </dsp:txBody>
      <dsp:txXfrm>
        <a:off x="4300505" y="511282"/>
        <a:ext cx="1914588" cy="1174861"/>
      </dsp:txXfrm>
    </dsp:sp>
    <dsp:sp modelId="{67929BE3-2277-4CE9-9D68-EADB259DA75A}">
      <dsp:nvSpPr>
        <dsp:cNvPr id="0" name=""/>
        <dsp:cNvSpPr/>
      </dsp:nvSpPr>
      <dsp:spPr>
        <a:xfrm>
          <a:off x="4894463" y="1686143"/>
          <a:ext cx="2610802" cy="2610802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2340759"/>
                <a:satOff val="-2919"/>
                <a:lumOff val="6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2340759"/>
                <a:satOff val="-2919"/>
                <a:lumOff val="6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2340759"/>
                <a:satOff val="-2919"/>
                <a:lumOff val="6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/>
            <a:t>瞩目的演示方案</a:t>
          </a:r>
        </a:p>
      </dsp:txBody>
      <dsp:txXfrm>
        <a:off x="5692933" y="2360600"/>
        <a:ext cx="1566481" cy="1435941"/>
      </dsp:txXfrm>
    </dsp:sp>
    <dsp:sp modelId="{AFE00F1A-42FE-44ED-B651-A878E0117408}">
      <dsp:nvSpPr>
        <dsp:cNvPr id="0" name=""/>
        <dsp:cNvSpPr/>
      </dsp:nvSpPr>
      <dsp:spPr>
        <a:xfrm>
          <a:off x="3010333" y="1686143"/>
          <a:ext cx="2610802" cy="2610802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4681519"/>
                <a:satOff val="-5839"/>
                <a:lumOff val="137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4681519"/>
                <a:satOff val="-5839"/>
                <a:lumOff val="137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4681519"/>
                <a:satOff val="-5839"/>
                <a:lumOff val="137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/>
            <a:t>紧密的团队协作</a:t>
          </a:r>
        </a:p>
      </dsp:txBody>
      <dsp:txXfrm>
        <a:off x="3256184" y="2360600"/>
        <a:ext cx="1566481" cy="143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C13577B-6902-467D-A26C-08A0DD5E4E03}" type="datetimeFigureOut">
              <a:t>2020/11/2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DF61EA0F-A667-4B49-8422-0062BC55E249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t>6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 latinLnBrk="0">
              <a:defRPr lang="zh-CN"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lang="zh-CN" sz="2800">
                <a:solidFill>
                  <a:srgbClr val="D24726"/>
                </a:solidFill>
                <a:latin typeface="+mj-lt"/>
              </a:defRPr>
            </a:lvl1pPr>
            <a:lvl2pPr marL="457200" indent="0" algn="ctr" latinLnBrk="0">
              <a:buNone/>
              <a:defRPr lang="zh-CN" sz="2000"/>
            </a:lvl2pPr>
            <a:lvl3pPr marL="914400" indent="0" algn="ctr" latinLnBrk="0">
              <a:buNone/>
              <a:defRPr lang="zh-CN" sz="1800"/>
            </a:lvl3pPr>
            <a:lvl4pPr marL="1371600" indent="0" algn="ctr" latinLnBrk="0">
              <a:buNone/>
              <a:defRPr lang="zh-CN" sz="1600"/>
            </a:lvl4pPr>
            <a:lvl5pPr marL="1828800" indent="0" algn="ctr" latinLnBrk="0">
              <a:buNone/>
              <a:defRPr lang="zh-CN" sz="1600"/>
            </a:lvl5pPr>
            <a:lvl6pPr marL="2286000" indent="0" algn="ctr" latinLnBrk="0">
              <a:buNone/>
              <a:defRPr lang="zh-CN" sz="1600"/>
            </a:lvl6pPr>
            <a:lvl7pPr marL="2743200" indent="0" algn="ctr" latinLnBrk="0">
              <a:buNone/>
              <a:defRPr lang="zh-CN" sz="1600"/>
            </a:lvl7pPr>
            <a:lvl8pPr marL="3200400" indent="0" algn="ctr" latinLnBrk="0">
              <a:buNone/>
              <a:defRPr lang="zh-CN" sz="1600"/>
            </a:lvl8pPr>
            <a:lvl9pPr marL="3657600" indent="0" algn="ctr" latinLnBrk="0">
              <a:buNone/>
              <a:defRPr lang="zh-CN" sz="1600"/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transition spd="slow" advTm="10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 latinLnBrk="0">
              <a:lnSpc>
                <a:spcPct val="150000"/>
              </a:lnSpc>
              <a:spcAft>
                <a:spcPts val="1200"/>
              </a:spcAft>
              <a:buNone/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lnSpc>
                <a:spcPct val="150000"/>
              </a:lnSpc>
              <a:spcAft>
                <a:spcPts val="1200"/>
              </a:spcAft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lnSpc>
                <a:spcPct val="150000"/>
              </a:lnSpc>
              <a:spcAft>
                <a:spcPts val="1200"/>
              </a:spcAft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  <p:transition spd="slow" advTm="10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 latinLnBrk="0">
              <a:defRPr lang="zh-CN" sz="4800">
                <a:solidFill>
                  <a:srgbClr val="D247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 latinLnBrk="0">
              <a:lnSpc>
                <a:spcPct val="150000"/>
              </a:lnSpc>
              <a:buNone/>
              <a:defRPr lang="zh-CN" sz="2800">
                <a:solidFill>
                  <a:schemeClr val="bg1"/>
                </a:solidFill>
                <a:latin typeface="+mj-lt"/>
              </a:defRPr>
            </a:lvl1pPr>
            <a:lvl2pPr marL="457200" indent="0" latinLnBrk="0">
              <a:buNone/>
              <a:defRPr lang="zh-CN" sz="2000"/>
            </a:lvl2pPr>
            <a:lvl3pPr marL="914400" indent="0" latinLnBrk="0">
              <a:buNone/>
              <a:defRPr lang="zh-CN" sz="1800"/>
            </a:lvl3pPr>
            <a:lvl4pPr marL="1371600" indent="0" latinLnBrk="0">
              <a:buNone/>
              <a:defRPr lang="zh-CN" sz="1600"/>
            </a:lvl4pPr>
            <a:lvl5pPr marL="1828800" indent="0" latinLnBrk="0">
              <a:buNone/>
              <a:defRPr lang="zh-CN" sz="1600"/>
            </a:lvl5pPr>
            <a:lvl6pPr marL="2286000" indent="0" latinLnBrk="0">
              <a:buNone/>
              <a:defRPr lang="zh-CN" sz="1600"/>
            </a:lvl6pPr>
            <a:lvl7pPr marL="2743200" indent="0" latinLnBrk="0">
              <a:buNone/>
              <a:defRPr lang="zh-CN" sz="1600"/>
            </a:lvl7pPr>
            <a:lvl8pPr marL="3200400" indent="0" latinLnBrk="0">
              <a:buNone/>
              <a:defRPr lang="zh-CN" sz="1600"/>
            </a:lvl8pPr>
            <a:lvl9pPr marL="3657600" indent="0" latinLnBrk="0">
              <a:buNone/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  <p:transition spd="slow" advTm="10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  <p:transition spd="slow" advTm="10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  <p:transition spd="slow" advTm="10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  <p:transition spd="slow" advTm="10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  <p:transition spd="slow" advTm="10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  <p:transition spd="slow" advTm="10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  <p:transition spd="slow" advTm="10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  <p:transition spd="slow" advTm="10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2020/11/2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  <p:transition spd="slow" advTm="10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8BEEBAAA-29B5-4AF5-BC5F-7E580C29002D}" type="datetimeFigureOut">
              <a:rPr lang="en-US" altLang="zh-CN" smtClean="0"/>
              <a:pPr/>
              <a:t>11/2/2020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Tm="10000">
    <p:wipe/>
  </p:transition>
  <p:txStyles>
    <p:titleStyle>
      <a:lvl1pPr algn="l" defTabSz="9144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ID"/><Relationship Id="rId1" Type="http://schemas.microsoft.com/office/2007/relationships/media" Target="../media/media1.MID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o15.officeredir.microsoft.com/r/rlid2013GettingStartedCntrPPT?clid=205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欢迎使用 </a:t>
            </a:r>
            <a:r>
              <a:rPr 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轻松自信地设计和交付精美的演示文稿。</a:t>
            </a:r>
          </a:p>
        </p:txBody>
      </p:sp>
      <p:pic>
        <p:nvPicPr>
          <p:cNvPr id="4" name="BackMusic.MI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05263" y="50933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Tm="10000">
        <p:cut/>
      </p:transition>
    </mc:Choice>
    <mc:Fallback xmlns="">
      <p:transition advTm="10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产品特性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15668"/>
              </p:ext>
            </p:extLst>
          </p:nvPr>
        </p:nvGraphicFramePr>
        <p:xfrm>
          <a:off x="838201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604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B975A242-34EA-4BBA-AAFB-53C489302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67929BE3-2277-4CE9-9D68-EADB259DA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FE00F1A-42FE-44ED-B651-A878E011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便捷的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理念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4876800" cy="4447761"/>
          </a:xfrm>
        </p:spPr>
        <p:txBody>
          <a:bodyPr>
            <a:normAutofit/>
          </a:bodyPr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从一开始，您就可以访问到漂亮的宽屏主题，您很容易就可以更改主题，使主题与您的风格相适应。每个主题都有若干颜色变体，您可以混合和匹配它们。</a:t>
            </a:r>
          </a:p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“合并形状”和颜色匹配取色器等新功能为您的设计提供新的机会。</a:t>
            </a:r>
          </a:p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使用对齐参考线和智能参考线完美快速对齐布局、照片和图示。</a:t>
            </a:r>
          </a:p>
          <a:p>
            <a:endParaRPr lang="zh-CN" dirty="0"/>
          </a:p>
          <a:p>
            <a:endParaRPr 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1746236"/>
            <a:ext cx="5243044" cy="29650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4842096"/>
            <a:ext cx="2560319" cy="1422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58" y="4833206"/>
            <a:ext cx="2560222" cy="14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p:transition spd="slow" advTm="10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瞩目的演示方案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93884" cy="4433752"/>
          </a:xfrm>
        </p:spPr>
        <p:txBody>
          <a:bodyPr>
            <a:normAutofit/>
          </a:bodyPr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改进的“演示者视图”包含了新的工具，方便您进行控制。新的即时自动扩展功能可为您应用适宜的设置，使您可以集中精力讲解，不必因显示而分心。</a:t>
            </a:r>
          </a:p>
          <a:p>
            <a:endParaRPr 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幻灯片缩放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有助于使您的观众将注意力放到您的思想上。只需单击即可放大或缩小特定图示、图表或图形。</a:t>
            </a:r>
          </a:p>
          <a:p>
            <a:endParaRPr 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幻灯片浏览器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 使用该功能，用户可以直观地浏览和导航到其他幻灯片，而不必离开“幻灯片放映”视图。您的观众仅会看您正演示的幻灯片。</a:t>
            </a:r>
          </a:p>
          <a:p>
            <a:endParaRPr lang="zh-CN" dirty="0"/>
          </a:p>
          <a:p>
            <a:endParaRPr 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052985"/>
            <a:ext cx="495300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85" y="3720024"/>
            <a:ext cx="499915" cy="44504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5" y="1840906"/>
            <a:ext cx="4038599" cy="2257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35" y="4435802"/>
            <a:ext cx="4036895" cy="16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p:transition spd="slow" advTm="10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紧密的团队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可从不同的计算机与其他人在同一时间协作进行编辑，而且会话功能改进了注释系统。 </a:t>
            </a:r>
          </a:p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在线共享很简单。即使您的观众没有安装 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PowerPoint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，也可以使用“联机演示”将幻灯片映射到他们的浏览器供其观看。</a:t>
            </a:r>
          </a:p>
          <a:p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可从不同位置在同一时间与其他人协同工作，而无论您是使用自己桌面上的 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PowerPoint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还是使用 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PowerPoint Web App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26" y="2029619"/>
            <a:ext cx="6010275" cy="394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0">
        <p:split orient="vert"/>
      </p:transition>
    </mc:Choice>
    <mc:Fallback xmlns="">
      <p:transition spd="slow" advTm="10000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6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使用先进的演示工具直观地设计精美的演示文稿、轻松与其他人共享和协作、提供展现专业素质的演示。</a:t>
            </a:r>
          </a:p>
        </p:txBody>
      </p:sp>
      <p:sp>
        <p:nvSpPr>
          <p:cNvPr id="8" name="任意多边形 7">
            <a:hlinkClick r:id="rId3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solidFill>
                <a:schemeClr val="tx1"/>
              </a:solidFill>
            </a:endParaRPr>
          </a:p>
        </p:txBody>
      </p:sp>
      <p:sp>
        <p:nvSpPr>
          <p:cNvPr id="9" name="文本占位符 2">
            <a:hlinkClick r:id="rId4" tooltip="了解详细信息"/>
          </p:cNvPr>
          <p:cNvSpPr txBox="1">
            <a:spLocks/>
          </p:cNvSpPr>
          <p:nvPr/>
        </p:nvSpPr>
        <p:spPr>
          <a:xfrm>
            <a:off x="2897188" y="5844663"/>
            <a:ext cx="8659850" cy="931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lang="zh-C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sz="1800" dirty="0">
                <a:solidFill>
                  <a:srgbClr val="DD46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sz="1800" dirty="0">
                <a:solidFill>
                  <a:srgbClr val="DD46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1800" dirty="0">
                <a:solidFill>
                  <a:srgbClr val="DD462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PowerPoint </a:t>
            </a:r>
            <a:r>
              <a:rPr lang="zh-CN" sz="1800" dirty="0">
                <a:solidFill>
                  <a:srgbClr val="DD46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入门中心查找更多内容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sz="1200" dirty="0">
                <a:solidFill>
                  <a:srgbClr val="D24726">
                    <a:alpha val="37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（在“幻灯片放映”模式中时单击该箭头</a:t>
            </a:r>
            <a:r>
              <a:rPr lang="zh-CN" sz="1200" dirty="0">
                <a:solidFill>
                  <a:srgbClr val="D24726">
                    <a:alpha val="37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endParaRPr lang="zh-CN" sz="1200" dirty="0">
              <a:solidFill>
                <a:srgbClr val="D24726">
                  <a:alpha val="37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10000">
        <p14:reveal/>
      </p:transition>
    </mc:Choice>
    <mc:Fallback xmlns="">
      <p:transition spd="slow" advTm="10000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欢迎使用 PowerPoint</Template>
  <TotalTime>0</TotalTime>
  <Words>354</Words>
  <Application>Microsoft Office PowerPoint</Application>
  <PresentationFormat>宽屏</PresentationFormat>
  <Paragraphs>26</Paragraphs>
  <Slides>6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 Unicode MS</vt:lpstr>
      <vt:lpstr>宋体</vt:lpstr>
      <vt:lpstr>微软雅黑</vt:lpstr>
      <vt:lpstr>Arial</vt:lpstr>
      <vt:lpstr>Calibri</vt:lpstr>
      <vt:lpstr>Segoe UI</vt:lpstr>
      <vt:lpstr>Segoe UI Light</vt:lpstr>
      <vt:lpstr>WelcomeDoc</vt:lpstr>
      <vt:lpstr>欢迎使用 PowerPoint</vt:lpstr>
      <vt:lpstr>产品特性</vt:lpstr>
      <vt:lpstr>便捷的设计理念</vt:lpstr>
      <vt:lpstr>瞩目的演示方案</vt:lpstr>
      <vt:lpstr>紧密的团队协作</vt:lpstr>
      <vt:lpstr>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2014-07-15T04:24:12Z</dcterms:created>
  <dcterms:modified xsi:type="dcterms:W3CDTF">2020-11-02T06:42:47Z</dcterms:modified>
  <cp:version/>
</cp:coreProperties>
</file>