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ID" ContentType="audio/mid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14"/>
  </p:notesMasterIdLst>
  <p:sldIdLst>
    <p:sldId id="256" r:id="rId2"/>
    <p:sldId id="267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kiosk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1" autoAdjust="0"/>
    <p:restoredTop sz="94660"/>
  </p:normalViewPr>
  <p:slideViewPr>
    <p:cSldViewPr snapToGrid="0">
      <p:cViewPr varScale="1">
        <p:scale>
          <a:sx n="44" d="100"/>
          <a:sy n="44" d="100"/>
        </p:scale>
        <p:origin x="48" y="10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CEFFDB3-4838-4557-95E6-6D3FFD12594B}" type="doc">
      <dgm:prSet loTypeId="urn:microsoft.com/office/officeart/2005/8/layout/hierarchy4" loCatId="hierarchy" qsTypeId="urn:microsoft.com/office/officeart/2005/8/quickstyle/simple5" qsCatId="simple" csTypeId="urn:microsoft.com/office/officeart/2005/8/colors/colorful1" csCatId="colorful" phldr="1"/>
      <dgm:spPr/>
      <dgm:t>
        <a:bodyPr/>
        <a:lstStyle/>
        <a:p>
          <a:endParaRPr lang="zh-CN" altLang="en-US"/>
        </a:p>
      </dgm:t>
    </dgm:pt>
    <dgm:pt modelId="{2137CA11-7C90-43DE-B125-AF2902643429}">
      <dgm:prSet phldrT="[文本]" custT="1"/>
      <dgm:spPr/>
      <dgm:t>
        <a:bodyPr/>
        <a:lstStyle/>
        <a:p>
          <a:r>
            <a:rPr lang="zh-CN" altLang="en-US" sz="4800" dirty="0" smtClean="0"/>
            <a:t>水的应用图解</a:t>
          </a:r>
          <a:endParaRPr lang="zh-CN" altLang="en-US" sz="4800" dirty="0"/>
        </a:p>
      </dgm:t>
    </dgm:pt>
    <dgm:pt modelId="{45ADCFDA-E99C-44EA-9657-D938884D99C8}" type="parTrans" cxnId="{EC945D04-8D64-41C4-9FF3-7E122E991A95}">
      <dgm:prSet/>
      <dgm:spPr/>
      <dgm:t>
        <a:bodyPr/>
        <a:lstStyle/>
        <a:p>
          <a:endParaRPr lang="zh-CN" altLang="en-US" sz="2000"/>
        </a:p>
      </dgm:t>
    </dgm:pt>
    <dgm:pt modelId="{5C9E7F66-802D-4538-B680-517A4ED8BFDE}" type="sibTrans" cxnId="{EC945D04-8D64-41C4-9FF3-7E122E991A95}">
      <dgm:prSet/>
      <dgm:spPr/>
      <dgm:t>
        <a:bodyPr/>
        <a:lstStyle/>
        <a:p>
          <a:endParaRPr lang="zh-CN" altLang="en-US" sz="2000"/>
        </a:p>
      </dgm:t>
    </dgm:pt>
    <dgm:pt modelId="{E54FD67A-5D41-4A12-B5A5-BC32AEC6F654}">
      <dgm:prSet phldrT="[文本]" custT="1"/>
      <dgm:spPr/>
      <dgm:t>
        <a:bodyPr/>
        <a:lstStyle/>
        <a:p>
          <a:r>
            <a:rPr lang="zh-CN" altLang="en-US" sz="2000" dirty="0" smtClean="0"/>
            <a:t>日常生活用水</a:t>
          </a:r>
          <a:endParaRPr lang="zh-CN" altLang="en-US" sz="2000" dirty="0"/>
        </a:p>
      </dgm:t>
    </dgm:pt>
    <dgm:pt modelId="{3608DBE2-03AE-42A0-9EA8-F0DB1B2BE8FF}" type="parTrans" cxnId="{AB36C0B6-3817-4A6E-A168-0124B981D069}">
      <dgm:prSet/>
      <dgm:spPr/>
      <dgm:t>
        <a:bodyPr/>
        <a:lstStyle/>
        <a:p>
          <a:endParaRPr lang="zh-CN" altLang="en-US" sz="2000"/>
        </a:p>
      </dgm:t>
    </dgm:pt>
    <dgm:pt modelId="{3226060E-43E4-4A7F-AF41-953A35B12454}" type="sibTrans" cxnId="{AB36C0B6-3817-4A6E-A168-0124B981D069}">
      <dgm:prSet/>
      <dgm:spPr/>
      <dgm:t>
        <a:bodyPr/>
        <a:lstStyle/>
        <a:p>
          <a:endParaRPr lang="zh-CN" altLang="en-US" sz="2000"/>
        </a:p>
      </dgm:t>
    </dgm:pt>
    <dgm:pt modelId="{D938C464-E6C8-4488-9542-D6C64EF91400}">
      <dgm:prSet custT="1"/>
      <dgm:spPr/>
      <dgm:t>
        <a:bodyPr vert="eaVert"/>
        <a:lstStyle/>
        <a:p>
          <a:r>
            <a:rPr lang="zh-CN" altLang="en-US" sz="2000" dirty="0" smtClean="0"/>
            <a:t>做饭喝水</a:t>
          </a:r>
          <a:endParaRPr lang="zh-CN" altLang="en-US" sz="2000" dirty="0"/>
        </a:p>
      </dgm:t>
    </dgm:pt>
    <dgm:pt modelId="{730B24AF-7D46-48ED-B3C5-F4451B1D00BF}" type="parTrans" cxnId="{1BB2BECD-8005-4D9D-BC48-5D2DCD4B4DB4}">
      <dgm:prSet/>
      <dgm:spPr/>
      <dgm:t>
        <a:bodyPr/>
        <a:lstStyle/>
        <a:p>
          <a:endParaRPr lang="zh-CN" altLang="en-US" sz="2000"/>
        </a:p>
      </dgm:t>
    </dgm:pt>
    <dgm:pt modelId="{45CAAF84-5F14-41D3-8C9B-85654C4EAF75}" type="sibTrans" cxnId="{1BB2BECD-8005-4D9D-BC48-5D2DCD4B4DB4}">
      <dgm:prSet/>
      <dgm:spPr/>
      <dgm:t>
        <a:bodyPr/>
        <a:lstStyle/>
        <a:p>
          <a:endParaRPr lang="zh-CN" altLang="en-US" sz="2000"/>
        </a:p>
      </dgm:t>
    </dgm:pt>
    <dgm:pt modelId="{7E198946-E72E-40CE-9E82-F4933C88A322}">
      <dgm:prSet custT="1"/>
      <dgm:spPr/>
      <dgm:t>
        <a:bodyPr vert="eaVert"/>
        <a:lstStyle/>
        <a:p>
          <a:r>
            <a:rPr lang="zh-CN" altLang="en-US" sz="2000" dirty="0" smtClean="0"/>
            <a:t>洗衣洗菜</a:t>
          </a:r>
          <a:endParaRPr lang="zh-CN" altLang="en-US" sz="2000" dirty="0"/>
        </a:p>
      </dgm:t>
    </dgm:pt>
    <dgm:pt modelId="{DE4663B8-0429-4A1D-8DFA-D36241846EBD}" type="parTrans" cxnId="{49E017F0-95F9-4B54-8E57-5036B50764D8}">
      <dgm:prSet/>
      <dgm:spPr/>
      <dgm:t>
        <a:bodyPr/>
        <a:lstStyle/>
        <a:p>
          <a:endParaRPr lang="zh-CN" altLang="en-US" sz="2000"/>
        </a:p>
      </dgm:t>
    </dgm:pt>
    <dgm:pt modelId="{C6B3AD0B-4C45-44EB-B0E4-6A0B2C7BF862}" type="sibTrans" cxnId="{49E017F0-95F9-4B54-8E57-5036B50764D8}">
      <dgm:prSet/>
      <dgm:spPr/>
      <dgm:t>
        <a:bodyPr/>
        <a:lstStyle/>
        <a:p>
          <a:endParaRPr lang="zh-CN" altLang="en-US" sz="2000"/>
        </a:p>
      </dgm:t>
    </dgm:pt>
    <dgm:pt modelId="{F6DC8E85-1A62-499B-9AB1-BA327FA1B2A6}">
      <dgm:prSet custT="1"/>
      <dgm:spPr/>
      <dgm:t>
        <a:bodyPr vert="eaVert"/>
        <a:lstStyle/>
        <a:p>
          <a:r>
            <a:rPr lang="zh-CN" altLang="en-US" sz="2000" dirty="0" smtClean="0"/>
            <a:t>洗浴冲厕</a:t>
          </a:r>
          <a:endParaRPr lang="zh-CN" altLang="en-US" sz="2000" dirty="0"/>
        </a:p>
      </dgm:t>
    </dgm:pt>
    <dgm:pt modelId="{A38B034F-A916-4CB0-98A8-7F82E022831B}" type="parTrans" cxnId="{BD7EBE8D-C308-4565-A923-A20D8B725820}">
      <dgm:prSet/>
      <dgm:spPr/>
      <dgm:t>
        <a:bodyPr/>
        <a:lstStyle/>
        <a:p>
          <a:endParaRPr lang="zh-CN" altLang="en-US" sz="2000"/>
        </a:p>
      </dgm:t>
    </dgm:pt>
    <dgm:pt modelId="{ACD3B866-3347-4CB8-8E56-C4C701667B53}" type="sibTrans" cxnId="{BD7EBE8D-C308-4565-A923-A20D8B725820}">
      <dgm:prSet/>
      <dgm:spPr/>
      <dgm:t>
        <a:bodyPr/>
        <a:lstStyle/>
        <a:p>
          <a:endParaRPr lang="zh-CN" altLang="en-US" sz="2000"/>
        </a:p>
      </dgm:t>
    </dgm:pt>
    <dgm:pt modelId="{F96FA97E-BED5-4009-AA57-035086C215E8}">
      <dgm:prSet custT="1"/>
      <dgm:spPr/>
      <dgm:t>
        <a:bodyPr/>
        <a:lstStyle/>
        <a:p>
          <a:r>
            <a:rPr lang="zh-CN" altLang="en-US" sz="2000" dirty="0" smtClean="0"/>
            <a:t>水的利用</a:t>
          </a:r>
          <a:endParaRPr lang="zh-CN" altLang="en-US" sz="2000" dirty="0"/>
        </a:p>
      </dgm:t>
    </dgm:pt>
    <dgm:pt modelId="{A74EB95C-242A-47C5-A151-5119A1A91324}" type="parTrans" cxnId="{6E190923-F196-4AE8-AA4A-8BF6FF7B3F03}">
      <dgm:prSet/>
      <dgm:spPr/>
      <dgm:t>
        <a:bodyPr/>
        <a:lstStyle/>
        <a:p>
          <a:endParaRPr lang="zh-CN" altLang="en-US" sz="2000"/>
        </a:p>
      </dgm:t>
    </dgm:pt>
    <dgm:pt modelId="{27F78D8C-F719-4952-802F-F11FE58DD7D6}" type="sibTrans" cxnId="{6E190923-F196-4AE8-AA4A-8BF6FF7B3F03}">
      <dgm:prSet/>
      <dgm:spPr/>
      <dgm:t>
        <a:bodyPr/>
        <a:lstStyle/>
        <a:p>
          <a:endParaRPr lang="zh-CN" altLang="en-US" sz="2000"/>
        </a:p>
      </dgm:t>
    </dgm:pt>
    <dgm:pt modelId="{EAEE6699-0069-4A8B-98B3-1B65888A12D0}">
      <dgm:prSet custT="1"/>
      <dgm:spPr/>
      <dgm:t>
        <a:bodyPr vert="eaVert"/>
        <a:lstStyle/>
        <a:p>
          <a:r>
            <a:rPr lang="zh-CN" altLang="en-US" sz="2000" dirty="0" smtClean="0"/>
            <a:t>水冷空调</a:t>
          </a:r>
          <a:endParaRPr lang="zh-CN" altLang="en-US" sz="2000" dirty="0"/>
        </a:p>
      </dgm:t>
    </dgm:pt>
    <dgm:pt modelId="{CF11B621-58A5-496F-BB17-5C16CAEA15E8}" type="parTrans" cxnId="{9B170C15-327F-416E-BA6A-17C4894FC90E}">
      <dgm:prSet/>
      <dgm:spPr/>
      <dgm:t>
        <a:bodyPr/>
        <a:lstStyle/>
        <a:p>
          <a:endParaRPr lang="zh-CN" altLang="en-US" sz="2000"/>
        </a:p>
      </dgm:t>
    </dgm:pt>
    <dgm:pt modelId="{ECC5B5FD-43A7-4779-8E27-3E5CDF6C602B}" type="sibTrans" cxnId="{9B170C15-327F-416E-BA6A-17C4894FC90E}">
      <dgm:prSet/>
      <dgm:spPr/>
      <dgm:t>
        <a:bodyPr/>
        <a:lstStyle/>
        <a:p>
          <a:endParaRPr lang="zh-CN" altLang="en-US" sz="2000"/>
        </a:p>
      </dgm:t>
    </dgm:pt>
    <dgm:pt modelId="{71D8FD0F-1EB4-4409-B927-36819236D38B}">
      <dgm:prSet custT="1"/>
      <dgm:spPr/>
      <dgm:t>
        <a:bodyPr vert="eaVert"/>
        <a:lstStyle/>
        <a:p>
          <a:r>
            <a:rPr lang="zh-CN" altLang="en-US" sz="2000" dirty="0" smtClean="0"/>
            <a:t>水与减震</a:t>
          </a:r>
          <a:endParaRPr lang="zh-CN" altLang="en-US" sz="2000" dirty="0"/>
        </a:p>
      </dgm:t>
    </dgm:pt>
    <dgm:pt modelId="{54EF94CD-4BE1-411C-BDDB-20EBD72FCEC9}" type="parTrans" cxnId="{A452FECA-851A-4627-B798-E9FC42D79634}">
      <dgm:prSet/>
      <dgm:spPr/>
      <dgm:t>
        <a:bodyPr/>
        <a:lstStyle/>
        <a:p>
          <a:endParaRPr lang="zh-CN" altLang="en-US" sz="2000"/>
        </a:p>
      </dgm:t>
    </dgm:pt>
    <dgm:pt modelId="{BF37A6A7-9254-44D0-A0D1-AA71CE9DE833}" type="sibTrans" cxnId="{A452FECA-851A-4627-B798-E9FC42D79634}">
      <dgm:prSet/>
      <dgm:spPr/>
      <dgm:t>
        <a:bodyPr/>
        <a:lstStyle/>
        <a:p>
          <a:endParaRPr lang="zh-CN" altLang="en-US" sz="2000"/>
        </a:p>
      </dgm:t>
    </dgm:pt>
    <dgm:pt modelId="{A4327B23-2389-41A7-9896-D28F619CD442}">
      <dgm:prSet custT="1"/>
      <dgm:spPr/>
      <dgm:t>
        <a:bodyPr vert="eaVert"/>
        <a:lstStyle/>
        <a:p>
          <a:r>
            <a:rPr lang="zh-CN" altLang="en-US" sz="2000" dirty="0" smtClean="0"/>
            <a:t>音乐水雾</a:t>
          </a:r>
          <a:endParaRPr lang="zh-CN" altLang="en-US" sz="2000" dirty="0"/>
        </a:p>
      </dgm:t>
    </dgm:pt>
    <dgm:pt modelId="{3B4B3D66-207A-40A1-8299-8609A62B74D6}" type="parTrans" cxnId="{EB3F57B2-05E2-4CF5-9A13-8F4D911EED8D}">
      <dgm:prSet/>
      <dgm:spPr/>
      <dgm:t>
        <a:bodyPr/>
        <a:lstStyle/>
        <a:p>
          <a:endParaRPr lang="zh-CN" altLang="en-US" sz="2000"/>
        </a:p>
      </dgm:t>
    </dgm:pt>
    <dgm:pt modelId="{4F74376E-22D0-4D45-B319-A402CC6A1FEC}" type="sibTrans" cxnId="{EB3F57B2-05E2-4CF5-9A13-8F4D911EED8D}">
      <dgm:prSet/>
      <dgm:spPr/>
      <dgm:t>
        <a:bodyPr/>
        <a:lstStyle/>
        <a:p>
          <a:endParaRPr lang="zh-CN" altLang="en-US" sz="2000"/>
        </a:p>
      </dgm:t>
    </dgm:pt>
    <dgm:pt modelId="{E411BAA2-7119-4805-85F0-60CA5E2B75DD}">
      <dgm:prSet custT="1"/>
      <dgm:spPr/>
      <dgm:t>
        <a:bodyPr vert="eaVert"/>
        <a:lstStyle/>
        <a:p>
          <a:r>
            <a:rPr lang="zh-CN" altLang="en-US" sz="2000" dirty="0" smtClean="0"/>
            <a:t>水利发电</a:t>
          </a:r>
          <a:endParaRPr lang="zh-CN" altLang="en-US" sz="2000" dirty="0"/>
        </a:p>
      </dgm:t>
    </dgm:pt>
    <dgm:pt modelId="{DC7A3F90-20DE-49CE-AEC5-276D08B3E93C}" type="parTrans" cxnId="{4134430A-F93C-43FF-B38E-F6CFEB6C7903}">
      <dgm:prSet/>
      <dgm:spPr/>
      <dgm:t>
        <a:bodyPr/>
        <a:lstStyle/>
        <a:p>
          <a:endParaRPr lang="zh-CN" altLang="en-US" sz="2000"/>
        </a:p>
      </dgm:t>
    </dgm:pt>
    <dgm:pt modelId="{1F520446-D210-4760-86D5-6D2D84D8237E}" type="sibTrans" cxnId="{4134430A-F93C-43FF-B38E-F6CFEB6C7903}">
      <dgm:prSet/>
      <dgm:spPr/>
      <dgm:t>
        <a:bodyPr/>
        <a:lstStyle/>
        <a:p>
          <a:endParaRPr lang="zh-CN" altLang="en-US" sz="2000"/>
        </a:p>
      </dgm:t>
    </dgm:pt>
    <dgm:pt modelId="{542F9F76-A55A-4180-88ED-F41FF596245A}">
      <dgm:prSet custT="1"/>
      <dgm:spPr/>
      <dgm:t>
        <a:bodyPr vert="eaVert"/>
        <a:lstStyle/>
        <a:p>
          <a:r>
            <a:rPr lang="zh-CN" altLang="en-US" sz="2000" dirty="0" smtClean="0"/>
            <a:t>雨水利用</a:t>
          </a:r>
          <a:endParaRPr lang="zh-CN" altLang="en-US" sz="2000" dirty="0"/>
        </a:p>
      </dgm:t>
    </dgm:pt>
    <dgm:pt modelId="{584EB526-5B84-44A4-8F36-92FE6983B3D5}" type="parTrans" cxnId="{F97BD8A7-5DAE-4091-BC8F-62132240B7DE}">
      <dgm:prSet/>
      <dgm:spPr/>
      <dgm:t>
        <a:bodyPr/>
        <a:lstStyle/>
        <a:p>
          <a:endParaRPr lang="zh-CN" altLang="en-US" sz="2000"/>
        </a:p>
      </dgm:t>
    </dgm:pt>
    <dgm:pt modelId="{27CEEA59-DCCF-469E-B4C4-F5E3FE228D62}" type="sibTrans" cxnId="{F97BD8A7-5DAE-4091-BC8F-62132240B7DE}">
      <dgm:prSet/>
      <dgm:spPr/>
      <dgm:t>
        <a:bodyPr/>
        <a:lstStyle/>
        <a:p>
          <a:endParaRPr lang="zh-CN" altLang="en-US" sz="2000"/>
        </a:p>
      </dgm:t>
    </dgm:pt>
    <dgm:pt modelId="{5C201763-8193-4152-9893-6C4435D68B48}">
      <dgm:prSet custT="1"/>
      <dgm:spPr/>
      <dgm:t>
        <a:bodyPr vert="eaVert"/>
        <a:lstStyle/>
        <a:p>
          <a:r>
            <a:rPr lang="zh-CN" altLang="en-US" sz="2000" dirty="0" smtClean="0"/>
            <a:t>再生水利用</a:t>
          </a:r>
          <a:endParaRPr lang="zh-CN" altLang="en-US" sz="2000" dirty="0"/>
        </a:p>
      </dgm:t>
    </dgm:pt>
    <dgm:pt modelId="{55653E1E-756E-4526-BE8A-5D172B30942C}" type="parTrans" cxnId="{05B843BC-F661-4304-9497-6C1585E529F3}">
      <dgm:prSet/>
      <dgm:spPr/>
      <dgm:t>
        <a:bodyPr/>
        <a:lstStyle/>
        <a:p>
          <a:endParaRPr lang="zh-CN" altLang="en-US" sz="2000"/>
        </a:p>
      </dgm:t>
    </dgm:pt>
    <dgm:pt modelId="{CD2FBA11-C413-4797-93EC-D07200104757}" type="sibTrans" cxnId="{05B843BC-F661-4304-9497-6C1585E529F3}">
      <dgm:prSet/>
      <dgm:spPr/>
      <dgm:t>
        <a:bodyPr/>
        <a:lstStyle/>
        <a:p>
          <a:endParaRPr lang="zh-CN" altLang="en-US" sz="2000"/>
        </a:p>
      </dgm:t>
    </dgm:pt>
    <dgm:pt modelId="{D68E2238-9D6E-49FE-9F31-BC9AEB93A179}">
      <dgm:prSet custT="1"/>
      <dgm:spPr/>
      <dgm:t>
        <a:bodyPr/>
        <a:lstStyle/>
        <a:p>
          <a:r>
            <a:rPr lang="zh-CN" altLang="en-US" sz="2000" dirty="0" smtClean="0"/>
            <a:t>海水淡化技术</a:t>
          </a:r>
          <a:endParaRPr lang="zh-CN" altLang="en-US" sz="2000" dirty="0"/>
        </a:p>
      </dgm:t>
    </dgm:pt>
    <dgm:pt modelId="{33220016-7411-4532-85E0-0B2F607DB42F}" type="parTrans" cxnId="{BD44DBFF-3A97-4D6A-AD20-EA1E84498A66}">
      <dgm:prSet/>
      <dgm:spPr/>
      <dgm:t>
        <a:bodyPr/>
        <a:lstStyle/>
        <a:p>
          <a:endParaRPr lang="zh-CN" altLang="en-US" sz="2000"/>
        </a:p>
      </dgm:t>
    </dgm:pt>
    <dgm:pt modelId="{F266A3AF-95E6-40A8-AC17-2A56D7664017}" type="sibTrans" cxnId="{BD44DBFF-3A97-4D6A-AD20-EA1E84498A66}">
      <dgm:prSet/>
      <dgm:spPr/>
      <dgm:t>
        <a:bodyPr/>
        <a:lstStyle/>
        <a:p>
          <a:endParaRPr lang="zh-CN" altLang="en-US" sz="2000"/>
        </a:p>
      </dgm:t>
    </dgm:pt>
    <dgm:pt modelId="{42F38E0E-E42A-4406-8465-6E4D2C3EAA19}">
      <dgm:prSet custT="1"/>
      <dgm:spPr/>
      <dgm:t>
        <a:bodyPr vert="eaVert"/>
        <a:lstStyle/>
        <a:p>
          <a:r>
            <a:rPr lang="zh-CN" altLang="en-US" sz="2000" dirty="0" smtClean="0"/>
            <a:t>蒸馏</a:t>
          </a:r>
          <a:endParaRPr lang="zh-CN" altLang="en-US" sz="2000" dirty="0"/>
        </a:p>
      </dgm:t>
    </dgm:pt>
    <dgm:pt modelId="{8FDE1F75-F4EC-4556-A26D-05D0E1F25F6C}" type="parTrans" cxnId="{8DED563B-AB2F-4675-99E0-777A6FD8066B}">
      <dgm:prSet/>
      <dgm:spPr/>
      <dgm:t>
        <a:bodyPr/>
        <a:lstStyle/>
        <a:p>
          <a:endParaRPr lang="zh-CN" altLang="en-US" sz="2000"/>
        </a:p>
      </dgm:t>
    </dgm:pt>
    <dgm:pt modelId="{56DF21EB-0C66-4052-BC5F-EBCBFC03D87D}" type="sibTrans" cxnId="{8DED563B-AB2F-4675-99E0-777A6FD8066B}">
      <dgm:prSet/>
      <dgm:spPr/>
      <dgm:t>
        <a:bodyPr/>
        <a:lstStyle/>
        <a:p>
          <a:endParaRPr lang="zh-CN" altLang="en-US" sz="2000"/>
        </a:p>
      </dgm:t>
    </dgm:pt>
    <dgm:pt modelId="{22C313DF-8752-44D4-BFE4-DF21D44058F1}">
      <dgm:prSet custT="1"/>
      <dgm:spPr/>
      <dgm:t>
        <a:bodyPr vert="eaVert"/>
        <a:lstStyle/>
        <a:p>
          <a:r>
            <a:rPr lang="zh-CN" altLang="en-US" sz="2000" dirty="0" smtClean="0"/>
            <a:t>电渗析</a:t>
          </a:r>
          <a:endParaRPr lang="zh-CN" altLang="en-US" sz="2000" dirty="0"/>
        </a:p>
      </dgm:t>
    </dgm:pt>
    <dgm:pt modelId="{43FC5896-2B52-4627-8DD3-058FCE009B79}" type="parTrans" cxnId="{85D3B62B-0673-4683-AF85-F65584433F4E}">
      <dgm:prSet/>
      <dgm:spPr/>
      <dgm:t>
        <a:bodyPr/>
        <a:lstStyle/>
        <a:p>
          <a:endParaRPr lang="zh-CN" altLang="en-US" sz="2000"/>
        </a:p>
      </dgm:t>
    </dgm:pt>
    <dgm:pt modelId="{1E5855A3-CD38-45EF-8088-856FF2398952}" type="sibTrans" cxnId="{85D3B62B-0673-4683-AF85-F65584433F4E}">
      <dgm:prSet/>
      <dgm:spPr/>
      <dgm:t>
        <a:bodyPr/>
        <a:lstStyle/>
        <a:p>
          <a:endParaRPr lang="zh-CN" altLang="en-US" sz="2000"/>
        </a:p>
      </dgm:t>
    </dgm:pt>
    <dgm:pt modelId="{415014D0-9C48-4F98-AD00-6C25D68FF1EE}">
      <dgm:prSet custT="1"/>
      <dgm:spPr/>
      <dgm:t>
        <a:bodyPr vert="eaVert"/>
        <a:lstStyle/>
        <a:p>
          <a:r>
            <a:rPr lang="zh-CN" altLang="en-US" sz="2000" dirty="0" smtClean="0"/>
            <a:t>反渗透</a:t>
          </a:r>
          <a:endParaRPr lang="zh-CN" altLang="en-US" sz="2000" dirty="0"/>
        </a:p>
      </dgm:t>
    </dgm:pt>
    <dgm:pt modelId="{5007A942-9DD3-48E5-8E33-B9C56992ACF4}" type="parTrans" cxnId="{29418E10-DA96-48BD-9736-DAC7D14801AD}">
      <dgm:prSet/>
      <dgm:spPr/>
      <dgm:t>
        <a:bodyPr/>
        <a:lstStyle/>
        <a:p>
          <a:endParaRPr lang="zh-CN" altLang="en-US" sz="2000"/>
        </a:p>
      </dgm:t>
    </dgm:pt>
    <dgm:pt modelId="{B97EB1D1-0871-4F15-ADB1-C225908B3842}" type="sibTrans" cxnId="{29418E10-DA96-48BD-9736-DAC7D14801AD}">
      <dgm:prSet/>
      <dgm:spPr/>
      <dgm:t>
        <a:bodyPr/>
        <a:lstStyle/>
        <a:p>
          <a:endParaRPr lang="zh-CN" altLang="en-US" sz="2000"/>
        </a:p>
      </dgm:t>
    </dgm:pt>
    <dgm:pt modelId="{D09A5E13-572D-4792-BFBE-BA398E0FC46E}" type="pres">
      <dgm:prSet presAssocID="{BCEFFDB3-4838-4557-95E6-6D3FFD12594B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A688A6E-05FF-4C0A-8BFB-119888DB7F2A}" type="pres">
      <dgm:prSet presAssocID="{2137CA11-7C90-43DE-B125-AF2902643429}" presName="vertOne" presStyleCnt="0"/>
      <dgm:spPr/>
    </dgm:pt>
    <dgm:pt modelId="{21F6F6B7-C351-4414-8FAC-69C3284BCEFB}" type="pres">
      <dgm:prSet presAssocID="{2137CA11-7C90-43DE-B125-AF2902643429}" presName="txOn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FBE9F7A-8B4C-4778-A688-CCD106DFE1FC}" type="pres">
      <dgm:prSet presAssocID="{2137CA11-7C90-43DE-B125-AF2902643429}" presName="parTransOne" presStyleCnt="0"/>
      <dgm:spPr/>
    </dgm:pt>
    <dgm:pt modelId="{0AC8313A-9690-4253-932F-B89893F2F673}" type="pres">
      <dgm:prSet presAssocID="{2137CA11-7C90-43DE-B125-AF2902643429}" presName="horzOne" presStyleCnt="0"/>
      <dgm:spPr/>
    </dgm:pt>
    <dgm:pt modelId="{84367922-A2DC-43DA-8141-1F731F11FD45}" type="pres">
      <dgm:prSet presAssocID="{E54FD67A-5D41-4A12-B5A5-BC32AEC6F654}" presName="vertTwo" presStyleCnt="0"/>
      <dgm:spPr/>
    </dgm:pt>
    <dgm:pt modelId="{C193FD4B-B1CD-49D2-9FDC-37B4F7CEEC59}" type="pres">
      <dgm:prSet presAssocID="{E54FD67A-5D41-4A12-B5A5-BC32AEC6F654}" presName="txTwo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64698E7-F319-41F8-BEE5-4D4E10F9DC68}" type="pres">
      <dgm:prSet presAssocID="{E54FD67A-5D41-4A12-B5A5-BC32AEC6F654}" presName="parTransTwo" presStyleCnt="0"/>
      <dgm:spPr/>
    </dgm:pt>
    <dgm:pt modelId="{59ED7ABD-77F7-4C30-B424-5CF515BB63AA}" type="pres">
      <dgm:prSet presAssocID="{E54FD67A-5D41-4A12-B5A5-BC32AEC6F654}" presName="horzTwo" presStyleCnt="0"/>
      <dgm:spPr/>
    </dgm:pt>
    <dgm:pt modelId="{91ADEA3C-DC6F-44F3-A919-3728C51F558A}" type="pres">
      <dgm:prSet presAssocID="{D938C464-E6C8-4488-9542-D6C64EF91400}" presName="vertThree" presStyleCnt="0"/>
      <dgm:spPr/>
    </dgm:pt>
    <dgm:pt modelId="{EBF9315E-31BA-4363-9D20-B3352224F728}" type="pres">
      <dgm:prSet presAssocID="{D938C464-E6C8-4488-9542-D6C64EF91400}" presName="txThree" presStyleLbl="node3" presStyleIdx="0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31090CA1-13AF-464A-8B26-E414F34F5B4D}" type="pres">
      <dgm:prSet presAssocID="{D938C464-E6C8-4488-9542-D6C64EF91400}" presName="horzThree" presStyleCnt="0"/>
      <dgm:spPr/>
    </dgm:pt>
    <dgm:pt modelId="{8C69C6CF-D1EC-46FC-A80E-ED7F36C23606}" type="pres">
      <dgm:prSet presAssocID="{45CAAF84-5F14-41D3-8C9B-85654C4EAF75}" presName="sibSpaceThree" presStyleCnt="0"/>
      <dgm:spPr/>
    </dgm:pt>
    <dgm:pt modelId="{DCB66A50-A189-4FDB-AEB7-28FC1E703C62}" type="pres">
      <dgm:prSet presAssocID="{7E198946-E72E-40CE-9E82-F4933C88A322}" presName="vertThree" presStyleCnt="0"/>
      <dgm:spPr/>
    </dgm:pt>
    <dgm:pt modelId="{84020A00-6B92-4F2D-B7BC-D64D0FC19643}" type="pres">
      <dgm:prSet presAssocID="{7E198946-E72E-40CE-9E82-F4933C88A322}" presName="txThree" presStyleLbl="node3" presStyleIdx="1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2D38D520-616C-4EDF-9B66-9A1F156B1769}" type="pres">
      <dgm:prSet presAssocID="{7E198946-E72E-40CE-9E82-F4933C88A322}" presName="horzThree" presStyleCnt="0"/>
      <dgm:spPr/>
    </dgm:pt>
    <dgm:pt modelId="{E5C43851-BF86-4D57-85F0-13EE73B88DC9}" type="pres">
      <dgm:prSet presAssocID="{C6B3AD0B-4C45-44EB-B0E4-6A0B2C7BF862}" presName="sibSpaceThree" presStyleCnt="0"/>
      <dgm:spPr/>
    </dgm:pt>
    <dgm:pt modelId="{D97BCCAC-6D2E-42AD-8CDB-5253B1C66779}" type="pres">
      <dgm:prSet presAssocID="{F6DC8E85-1A62-499B-9AB1-BA327FA1B2A6}" presName="vertThree" presStyleCnt="0"/>
      <dgm:spPr/>
    </dgm:pt>
    <dgm:pt modelId="{3ADD3C72-D1D3-46B0-950B-3FDF01D47A8C}" type="pres">
      <dgm:prSet presAssocID="{F6DC8E85-1A62-499B-9AB1-BA327FA1B2A6}" presName="txThree" presStyleLbl="node3" presStyleIdx="2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17FDB6F-0BAA-49E2-92FA-D883C7029978}" type="pres">
      <dgm:prSet presAssocID="{F6DC8E85-1A62-499B-9AB1-BA327FA1B2A6}" presName="horzThree" presStyleCnt="0"/>
      <dgm:spPr/>
    </dgm:pt>
    <dgm:pt modelId="{BE328D07-207B-4936-A327-0AE83AB28EF0}" type="pres">
      <dgm:prSet presAssocID="{3226060E-43E4-4A7F-AF41-953A35B12454}" presName="sibSpaceTwo" presStyleCnt="0"/>
      <dgm:spPr/>
    </dgm:pt>
    <dgm:pt modelId="{39F4FC57-A189-409C-89FB-9CF5A54EF552}" type="pres">
      <dgm:prSet presAssocID="{F96FA97E-BED5-4009-AA57-035086C215E8}" presName="vertTwo" presStyleCnt="0"/>
      <dgm:spPr/>
    </dgm:pt>
    <dgm:pt modelId="{FA3ED6CD-B6BB-4A2C-B674-010964A51A0D}" type="pres">
      <dgm:prSet presAssocID="{F96FA97E-BED5-4009-AA57-035086C215E8}" presName="txTwo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D21E814F-EB68-47EA-9813-0B971C0D2145}" type="pres">
      <dgm:prSet presAssocID="{F96FA97E-BED5-4009-AA57-035086C215E8}" presName="parTransTwo" presStyleCnt="0"/>
      <dgm:spPr/>
    </dgm:pt>
    <dgm:pt modelId="{28A7F426-CEA1-46A8-8B6E-234B3B79C43D}" type="pres">
      <dgm:prSet presAssocID="{F96FA97E-BED5-4009-AA57-035086C215E8}" presName="horzTwo" presStyleCnt="0"/>
      <dgm:spPr/>
    </dgm:pt>
    <dgm:pt modelId="{F4EF5769-06A5-4218-A893-17DB1F8A5722}" type="pres">
      <dgm:prSet presAssocID="{EAEE6699-0069-4A8B-98B3-1B65888A12D0}" presName="vertThree" presStyleCnt="0"/>
      <dgm:spPr/>
    </dgm:pt>
    <dgm:pt modelId="{1DE23714-7DD8-408A-A202-95D2227A111E}" type="pres">
      <dgm:prSet presAssocID="{EAEE6699-0069-4A8B-98B3-1B65888A12D0}" presName="txThree" presStyleLbl="node3" presStyleIdx="3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8AB917E-DD1C-4630-9865-A7139ADB0756}" type="pres">
      <dgm:prSet presAssocID="{EAEE6699-0069-4A8B-98B3-1B65888A12D0}" presName="horzThree" presStyleCnt="0"/>
      <dgm:spPr/>
    </dgm:pt>
    <dgm:pt modelId="{8FC6AFEB-40EC-4927-A835-90CC9871D5E0}" type="pres">
      <dgm:prSet presAssocID="{ECC5B5FD-43A7-4779-8E27-3E5CDF6C602B}" presName="sibSpaceThree" presStyleCnt="0"/>
      <dgm:spPr/>
    </dgm:pt>
    <dgm:pt modelId="{20E9318A-D641-4051-842C-31329EB24EDE}" type="pres">
      <dgm:prSet presAssocID="{71D8FD0F-1EB4-4409-B927-36819236D38B}" presName="vertThree" presStyleCnt="0"/>
      <dgm:spPr/>
    </dgm:pt>
    <dgm:pt modelId="{6BA75939-11EC-424A-828B-5EE577A2A3BE}" type="pres">
      <dgm:prSet presAssocID="{71D8FD0F-1EB4-4409-B927-36819236D38B}" presName="txThree" presStyleLbl="node3" presStyleIdx="4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A9788D23-34D9-44E7-A3D3-BFE39F9F6F5B}" type="pres">
      <dgm:prSet presAssocID="{71D8FD0F-1EB4-4409-B927-36819236D38B}" presName="horzThree" presStyleCnt="0"/>
      <dgm:spPr/>
    </dgm:pt>
    <dgm:pt modelId="{D1E033C9-6C9A-4578-B301-89FCAADCDD5B}" type="pres">
      <dgm:prSet presAssocID="{BF37A6A7-9254-44D0-A0D1-AA71CE9DE833}" presName="sibSpaceThree" presStyleCnt="0"/>
      <dgm:spPr/>
    </dgm:pt>
    <dgm:pt modelId="{03410397-E8FE-450C-93AB-B1850184067C}" type="pres">
      <dgm:prSet presAssocID="{A4327B23-2389-41A7-9896-D28F619CD442}" presName="vertThree" presStyleCnt="0"/>
      <dgm:spPr/>
    </dgm:pt>
    <dgm:pt modelId="{05872576-8509-4355-8736-F4BE63844C5F}" type="pres">
      <dgm:prSet presAssocID="{A4327B23-2389-41A7-9896-D28F619CD442}" presName="txThree" presStyleLbl="node3" presStyleIdx="5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84DF581-A364-49A7-9913-B74DF1E09666}" type="pres">
      <dgm:prSet presAssocID="{A4327B23-2389-41A7-9896-D28F619CD442}" presName="horzThree" presStyleCnt="0"/>
      <dgm:spPr/>
    </dgm:pt>
    <dgm:pt modelId="{B1ACACA1-39D5-4D3F-A845-EC56EBBC7A46}" type="pres">
      <dgm:prSet presAssocID="{4F74376E-22D0-4D45-B319-A402CC6A1FEC}" presName="sibSpaceThree" presStyleCnt="0"/>
      <dgm:spPr/>
    </dgm:pt>
    <dgm:pt modelId="{5857633A-759E-4F89-B358-22E9077A47B7}" type="pres">
      <dgm:prSet presAssocID="{E411BAA2-7119-4805-85F0-60CA5E2B75DD}" presName="vertThree" presStyleCnt="0"/>
      <dgm:spPr/>
    </dgm:pt>
    <dgm:pt modelId="{6000B574-4E4F-485B-8710-8EB10AABB126}" type="pres">
      <dgm:prSet presAssocID="{E411BAA2-7119-4805-85F0-60CA5E2B75DD}" presName="txThree" presStyleLbl="node3" presStyleIdx="6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725E8980-0985-4F0E-8D53-2B1D86CDCFAD}" type="pres">
      <dgm:prSet presAssocID="{E411BAA2-7119-4805-85F0-60CA5E2B75DD}" presName="horzThree" presStyleCnt="0"/>
      <dgm:spPr/>
    </dgm:pt>
    <dgm:pt modelId="{9D095524-F987-460B-96B8-FCA15F0124C4}" type="pres">
      <dgm:prSet presAssocID="{1F520446-D210-4760-86D5-6D2D84D8237E}" presName="sibSpaceThree" presStyleCnt="0"/>
      <dgm:spPr/>
    </dgm:pt>
    <dgm:pt modelId="{F725DDD1-44DD-4C4E-A15F-1F3B39345FA0}" type="pres">
      <dgm:prSet presAssocID="{542F9F76-A55A-4180-88ED-F41FF596245A}" presName="vertThree" presStyleCnt="0"/>
      <dgm:spPr/>
    </dgm:pt>
    <dgm:pt modelId="{B85FF4C1-6021-4E1E-B4C4-58F9C743CAD5}" type="pres">
      <dgm:prSet presAssocID="{542F9F76-A55A-4180-88ED-F41FF596245A}" presName="txThree" presStyleLbl="node3" presStyleIdx="7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023AA5E1-FB34-48FD-8358-02DAE7B6B79C}" type="pres">
      <dgm:prSet presAssocID="{542F9F76-A55A-4180-88ED-F41FF596245A}" presName="horzThree" presStyleCnt="0"/>
      <dgm:spPr/>
    </dgm:pt>
    <dgm:pt modelId="{F4307612-5F18-4C57-B059-E008E1D202F8}" type="pres">
      <dgm:prSet presAssocID="{27CEEA59-DCCF-469E-B4C4-F5E3FE228D62}" presName="sibSpaceThree" presStyleCnt="0"/>
      <dgm:spPr/>
    </dgm:pt>
    <dgm:pt modelId="{96ADDC96-BD11-4903-BE10-977C2C820F0B}" type="pres">
      <dgm:prSet presAssocID="{5C201763-8193-4152-9893-6C4435D68B48}" presName="vertThree" presStyleCnt="0"/>
      <dgm:spPr/>
    </dgm:pt>
    <dgm:pt modelId="{6DCA188C-0DB2-4F78-9F40-250AEEF5FCB9}" type="pres">
      <dgm:prSet presAssocID="{5C201763-8193-4152-9893-6C4435D68B48}" presName="txThree" presStyleLbl="node3" presStyleIdx="8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F3754707-7B5B-4E88-AA53-089CB570886B}" type="pres">
      <dgm:prSet presAssocID="{5C201763-8193-4152-9893-6C4435D68B48}" presName="horzThree" presStyleCnt="0"/>
      <dgm:spPr/>
    </dgm:pt>
    <dgm:pt modelId="{1073C19B-4BDA-4A61-BEF4-B6710CB02552}" type="pres">
      <dgm:prSet presAssocID="{27F78D8C-F719-4952-802F-F11FE58DD7D6}" presName="sibSpaceTwo" presStyleCnt="0"/>
      <dgm:spPr/>
    </dgm:pt>
    <dgm:pt modelId="{624DBB39-0049-4F77-AA19-EF4C634466C9}" type="pres">
      <dgm:prSet presAssocID="{D68E2238-9D6E-49FE-9F31-BC9AEB93A179}" presName="vertTwo" presStyleCnt="0"/>
      <dgm:spPr/>
    </dgm:pt>
    <dgm:pt modelId="{23191FA4-7506-4770-A6AB-9BCFED968851}" type="pres">
      <dgm:prSet presAssocID="{D68E2238-9D6E-49FE-9F31-BC9AEB93A179}" presName="txTwo" presStyleLbl="node2" presStyleIdx="2" presStyleCnt="3">
        <dgm:presLayoutVars>
          <dgm:chPref val="3"/>
        </dgm:presLayoutVars>
      </dgm:prSet>
      <dgm:spPr/>
    </dgm:pt>
    <dgm:pt modelId="{82AA398E-87F7-4535-85C1-138A0BACF14E}" type="pres">
      <dgm:prSet presAssocID="{D68E2238-9D6E-49FE-9F31-BC9AEB93A179}" presName="parTransTwo" presStyleCnt="0"/>
      <dgm:spPr/>
    </dgm:pt>
    <dgm:pt modelId="{2DF3CA1A-632B-4242-9B2A-5FAB1783B6C3}" type="pres">
      <dgm:prSet presAssocID="{D68E2238-9D6E-49FE-9F31-BC9AEB93A179}" presName="horzTwo" presStyleCnt="0"/>
      <dgm:spPr/>
    </dgm:pt>
    <dgm:pt modelId="{5309D944-96F2-4C85-BFA9-90C37A90BD2D}" type="pres">
      <dgm:prSet presAssocID="{42F38E0E-E42A-4406-8465-6E4D2C3EAA19}" presName="vertThree" presStyleCnt="0"/>
      <dgm:spPr/>
    </dgm:pt>
    <dgm:pt modelId="{273DDEDD-8DEE-49EA-9734-D3856067F1B1}" type="pres">
      <dgm:prSet presAssocID="{42F38E0E-E42A-4406-8465-6E4D2C3EAA19}" presName="txThree" presStyleLbl="node3" presStyleIdx="9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C5FE0192-505B-47D1-9ED6-21244D031822}" type="pres">
      <dgm:prSet presAssocID="{42F38E0E-E42A-4406-8465-6E4D2C3EAA19}" presName="horzThree" presStyleCnt="0"/>
      <dgm:spPr/>
    </dgm:pt>
    <dgm:pt modelId="{D95344A7-A7FA-46E7-8246-C5DEF087D012}" type="pres">
      <dgm:prSet presAssocID="{56DF21EB-0C66-4052-BC5F-EBCBFC03D87D}" presName="sibSpaceThree" presStyleCnt="0"/>
      <dgm:spPr/>
    </dgm:pt>
    <dgm:pt modelId="{8CCB47FC-F257-427F-B7E1-2EA94275B28C}" type="pres">
      <dgm:prSet presAssocID="{22C313DF-8752-44D4-BFE4-DF21D44058F1}" presName="vertThree" presStyleCnt="0"/>
      <dgm:spPr/>
    </dgm:pt>
    <dgm:pt modelId="{FD537542-2BA0-4AD0-8765-98BA2F8A2CB5}" type="pres">
      <dgm:prSet presAssocID="{22C313DF-8752-44D4-BFE4-DF21D44058F1}" presName="txThree" presStyleLbl="node3" presStyleIdx="10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971AEC98-A502-4DA9-A01E-A72C62E3BB87}" type="pres">
      <dgm:prSet presAssocID="{22C313DF-8752-44D4-BFE4-DF21D44058F1}" presName="horzThree" presStyleCnt="0"/>
      <dgm:spPr/>
    </dgm:pt>
    <dgm:pt modelId="{227164C7-7DD8-430E-BBC8-A2A2FB0CF30D}" type="pres">
      <dgm:prSet presAssocID="{1E5855A3-CD38-45EF-8088-856FF2398952}" presName="sibSpaceThree" presStyleCnt="0"/>
      <dgm:spPr/>
    </dgm:pt>
    <dgm:pt modelId="{8F6AAAD3-16B6-41CA-96E4-2EC49AF5E6F3}" type="pres">
      <dgm:prSet presAssocID="{415014D0-9C48-4F98-AD00-6C25D68FF1EE}" presName="vertThree" presStyleCnt="0"/>
      <dgm:spPr/>
    </dgm:pt>
    <dgm:pt modelId="{63CB54AE-9F2A-475C-A9B1-249F6CF48C38}" type="pres">
      <dgm:prSet presAssocID="{415014D0-9C48-4F98-AD00-6C25D68FF1EE}" presName="txThree" presStyleLbl="node3" presStyleIdx="11" presStyleCnt="12">
        <dgm:presLayoutVars>
          <dgm:chPref val="3"/>
        </dgm:presLayoutVars>
      </dgm:prSet>
      <dgm:spPr/>
      <dgm:t>
        <a:bodyPr/>
        <a:lstStyle/>
        <a:p>
          <a:endParaRPr lang="zh-CN" altLang="en-US"/>
        </a:p>
      </dgm:t>
    </dgm:pt>
    <dgm:pt modelId="{1C735F0C-74E7-4406-9DE2-A9841D1797BC}" type="pres">
      <dgm:prSet presAssocID="{415014D0-9C48-4F98-AD00-6C25D68FF1EE}" presName="horzThree" presStyleCnt="0"/>
      <dgm:spPr/>
    </dgm:pt>
  </dgm:ptLst>
  <dgm:cxnLst>
    <dgm:cxn modelId="{308C7879-9C61-4A8E-8C5D-F995CF41EB26}" type="presOf" srcId="{D938C464-E6C8-4488-9542-D6C64EF91400}" destId="{EBF9315E-31BA-4363-9D20-B3352224F728}" srcOrd="0" destOrd="0" presId="urn:microsoft.com/office/officeart/2005/8/layout/hierarchy4"/>
    <dgm:cxn modelId="{A452FECA-851A-4627-B798-E9FC42D79634}" srcId="{F96FA97E-BED5-4009-AA57-035086C215E8}" destId="{71D8FD0F-1EB4-4409-B927-36819236D38B}" srcOrd="1" destOrd="0" parTransId="{54EF94CD-4BE1-411C-BDDB-20EBD72FCEC9}" sibTransId="{BF37A6A7-9254-44D0-A0D1-AA71CE9DE833}"/>
    <dgm:cxn modelId="{05B843BC-F661-4304-9497-6C1585E529F3}" srcId="{F96FA97E-BED5-4009-AA57-035086C215E8}" destId="{5C201763-8193-4152-9893-6C4435D68B48}" srcOrd="5" destOrd="0" parTransId="{55653E1E-756E-4526-BE8A-5D172B30942C}" sibTransId="{CD2FBA11-C413-4797-93EC-D07200104757}"/>
    <dgm:cxn modelId="{9CBB68DD-AFFD-4830-A891-CF81D6FC8774}" type="presOf" srcId="{2137CA11-7C90-43DE-B125-AF2902643429}" destId="{21F6F6B7-C351-4414-8FAC-69C3284BCEFB}" srcOrd="0" destOrd="0" presId="urn:microsoft.com/office/officeart/2005/8/layout/hierarchy4"/>
    <dgm:cxn modelId="{29418E10-DA96-48BD-9736-DAC7D14801AD}" srcId="{D68E2238-9D6E-49FE-9F31-BC9AEB93A179}" destId="{415014D0-9C48-4F98-AD00-6C25D68FF1EE}" srcOrd="2" destOrd="0" parTransId="{5007A942-9DD3-48E5-8E33-B9C56992ACF4}" sibTransId="{B97EB1D1-0871-4F15-ADB1-C225908B3842}"/>
    <dgm:cxn modelId="{F97BD8A7-5DAE-4091-BC8F-62132240B7DE}" srcId="{F96FA97E-BED5-4009-AA57-035086C215E8}" destId="{542F9F76-A55A-4180-88ED-F41FF596245A}" srcOrd="4" destOrd="0" parTransId="{584EB526-5B84-44A4-8F36-92FE6983B3D5}" sibTransId="{27CEEA59-DCCF-469E-B4C4-F5E3FE228D62}"/>
    <dgm:cxn modelId="{9B170C15-327F-416E-BA6A-17C4894FC90E}" srcId="{F96FA97E-BED5-4009-AA57-035086C215E8}" destId="{EAEE6699-0069-4A8B-98B3-1B65888A12D0}" srcOrd="0" destOrd="0" parTransId="{CF11B621-58A5-496F-BB17-5C16CAEA15E8}" sibTransId="{ECC5B5FD-43A7-4779-8E27-3E5CDF6C602B}"/>
    <dgm:cxn modelId="{BE138915-BA72-483B-A7A8-039587E3942D}" type="presOf" srcId="{5C201763-8193-4152-9893-6C4435D68B48}" destId="{6DCA188C-0DB2-4F78-9F40-250AEEF5FCB9}" srcOrd="0" destOrd="0" presId="urn:microsoft.com/office/officeart/2005/8/layout/hierarchy4"/>
    <dgm:cxn modelId="{6E190923-F196-4AE8-AA4A-8BF6FF7B3F03}" srcId="{2137CA11-7C90-43DE-B125-AF2902643429}" destId="{F96FA97E-BED5-4009-AA57-035086C215E8}" srcOrd="1" destOrd="0" parTransId="{A74EB95C-242A-47C5-A151-5119A1A91324}" sibTransId="{27F78D8C-F719-4952-802F-F11FE58DD7D6}"/>
    <dgm:cxn modelId="{AB36C0B6-3817-4A6E-A168-0124B981D069}" srcId="{2137CA11-7C90-43DE-B125-AF2902643429}" destId="{E54FD67A-5D41-4A12-B5A5-BC32AEC6F654}" srcOrd="0" destOrd="0" parTransId="{3608DBE2-03AE-42A0-9EA8-F0DB1B2BE8FF}" sibTransId="{3226060E-43E4-4A7F-AF41-953A35B12454}"/>
    <dgm:cxn modelId="{59F42342-DC42-4143-A5FB-C73601713BB1}" type="presOf" srcId="{F96FA97E-BED5-4009-AA57-035086C215E8}" destId="{FA3ED6CD-B6BB-4A2C-B674-010964A51A0D}" srcOrd="0" destOrd="0" presId="urn:microsoft.com/office/officeart/2005/8/layout/hierarchy4"/>
    <dgm:cxn modelId="{5522CAE8-42D8-4B81-9329-8DBBAC24E11B}" type="presOf" srcId="{542F9F76-A55A-4180-88ED-F41FF596245A}" destId="{B85FF4C1-6021-4E1E-B4C4-58F9C743CAD5}" srcOrd="0" destOrd="0" presId="urn:microsoft.com/office/officeart/2005/8/layout/hierarchy4"/>
    <dgm:cxn modelId="{AA889281-B552-4384-8AC4-0CA10A5F8FC2}" type="presOf" srcId="{EAEE6699-0069-4A8B-98B3-1B65888A12D0}" destId="{1DE23714-7DD8-408A-A202-95D2227A111E}" srcOrd="0" destOrd="0" presId="urn:microsoft.com/office/officeart/2005/8/layout/hierarchy4"/>
    <dgm:cxn modelId="{BD44DBFF-3A97-4D6A-AD20-EA1E84498A66}" srcId="{2137CA11-7C90-43DE-B125-AF2902643429}" destId="{D68E2238-9D6E-49FE-9F31-BC9AEB93A179}" srcOrd="2" destOrd="0" parTransId="{33220016-7411-4532-85E0-0B2F607DB42F}" sibTransId="{F266A3AF-95E6-40A8-AC17-2A56D7664017}"/>
    <dgm:cxn modelId="{B25E4CBA-57DD-4E68-81D0-85DD21A47396}" type="presOf" srcId="{E411BAA2-7119-4805-85F0-60CA5E2B75DD}" destId="{6000B574-4E4F-485B-8710-8EB10AABB126}" srcOrd="0" destOrd="0" presId="urn:microsoft.com/office/officeart/2005/8/layout/hierarchy4"/>
    <dgm:cxn modelId="{49E017F0-95F9-4B54-8E57-5036B50764D8}" srcId="{E54FD67A-5D41-4A12-B5A5-BC32AEC6F654}" destId="{7E198946-E72E-40CE-9E82-F4933C88A322}" srcOrd="1" destOrd="0" parTransId="{DE4663B8-0429-4A1D-8DFA-D36241846EBD}" sibTransId="{C6B3AD0B-4C45-44EB-B0E4-6A0B2C7BF862}"/>
    <dgm:cxn modelId="{1BB2BECD-8005-4D9D-BC48-5D2DCD4B4DB4}" srcId="{E54FD67A-5D41-4A12-B5A5-BC32AEC6F654}" destId="{D938C464-E6C8-4488-9542-D6C64EF91400}" srcOrd="0" destOrd="0" parTransId="{730B24AF-7D46-48ED-B3C5-F4451B1D00BF}" sibTransId="{45CAAF84-5F14-41D3-8C9B-85654C4EAF75}"/>
    <dgm:cxn modelId="{EB3F57B2-05E2-4CF5-9A13-8F4D911EED8D}" srcId="{F96FA97E-BED5-4009-AA57-035086C215E8}" destId="{A4327B23-2389-41A7-9896-D28F619CD442}" srcOrd="2" destOrd="0" parTransId="{3B4B3D66-207A-40A1-8299-8609A62B74D6}" sibTransId="{4F74376E-22D0-4D45-B319-A402CC6A1FEC}"/>
    <dgm:cxn modelId="{40316842-CA87-482C-9C75-BAF41ED84309}" type="presOf" srcId="{D68E2238-9D6E-49FE-9F31-BC9AEB93A179}" destId="{23191FA4-7506-4770-A6AB-9BCFED968851}" srcOrd="0" destOrd="0" presId="urn:microsoft.com/office/officeart/2005/8/layout/hierarchy4"/>
    <dgm:cxn modelId="{85D3B62B-0673-4683-AF85-F65584433F4E}" srcId="{D68E2238-9D6E-49FE-9F31-BC9AEB93A179}" destId="{22C313DF-8752-44D4-BFE4-DF21D44058F1}" srcOrd="1" destOrd="0" parTransId="{43FC5896-2B52-4627-8DD3-058FCE009B79}" sibTransId="{1E5855A3-CD38-45EF-8088-856FF2398952}"/>
    <dgm:cxn modelId="{09AC360D-0EC7-44F6-AD02-691E32EBCEF1}" type="presOf" srcId="{BCEFFDB3-4838-4557-95E6-6D3FFD12594B}" destId="{D09A5E13-572D-4792-BFBE-BA398E0FC46E}" srcOrd="0" destOrd="0" presId="urn:microsoft.com/office/officeart/2005/8/layout/hierarchy4"/>
    <dgm:cxn modelId="{E2E6F9E9-F5A3-4FDC-A050-9332D58A977E}" type="presOf" srcId="{22C313DF-8752-44D4-BFE4-DF21D44058F1}" destId="{FD537542-2BA0-4AD0-8765-98BA2F8A2CB5}" srcOrd="0" destOrd="0" presId="urn:microsoft.com/office/officeart/2005/8/layout/hierarchy4"/>
    <dgm:cxn modelId="{D8C1559B-0CF6-4C04-8DCD-36CF48B3E239}" type="presOf" srcId="{71D8FD0F-1EB4-4409-B927-36819236D38B}" destId="{6BA75939-11EC-424A-828B-5EE577A2A3BE}" srcOrd="0" destOrd="0" presId="urn:microsoft.com/office/officeart/2005/8/layout/hierarchy4"/>
    <dgm:cxn modelId="{94863EC6-F327-4C72-9B2B-F931B51BC005}" type="presOf" srcId="{A4327B23-2389-41A7-9896-D28F619CD442}" destId="{05872576-8509-4355-8736-F4BE63844C5F}" srcOrd="0" destOrd="0" presId="urn:microsoft.com/office/officeart/2005/8/layout/hierarchy4"/>
    <dgm:cxn modelId="{EC945D04-8D64-41C4-9FF3-7E122E991A95}" srcId="{BCEFFDB3-4838-4557-95E6-6D3FFD12594B}" destId="{2137CA11-7C90-43DE-B125-AF2902643429}" srcOrd="0" destOrd="0" parTransId="{45ADCFDA-E99C-44EA-9657-D938884D99C8}" sibTransId="{5C9E7F66-802D-4538-B680-517A4ED8BFDE}"/>
    <dgm:cxn modelId="{8DED563B-AB2F-4675-99E0-777A6FD8066B}" srcId="{D68E2238-9D6E-49FE-9F31-BC9AEB93A179}" destId="{42F38E0E-E42A-4406-8465-6E4D2C3EAA19}" srcOrd="0" destOrd="0" parTransId="{8FDE1F75-F4EC-4556-A26D-05D0E1F25F6C}" sibTransId="{56DF21EB-0C66-4052-BC5F-EBCBFC03D87D}"/>
    <dgm:cxn modelId="{8B29BE2B-D879-4FC7-8B64-BB407C6FB8BB}" type="presOf" srcId="{F6DC8E85-1A62-499B-9AB1-BA327FA1B2A6}" destId="{3ADD3C72-D1D3-46B0-950B-3FDF01D47A8C}" srcOrd="0" destOrd="0" presId="urn:microsoft.com/office/officeart/2005/8/layout/hierarchy4"/>
    <dgm:cxn modelId="{982929E6-455F-4682-8B7B-FDA481161435}" type="presOf" srcId="{E54FD67A-5D41-4A12-B5A5-BC32AEC6F654}" destId="{C193FD4B-B1CD-49D2-9FDC-37B4F7CEEC59}" srcOrd="0" destOrd="0" presId="urn:microsoft.com/office/officeart/2005/8/layout/hierarchy4"/>
    <dgm:cxn modelId="{2861CEB8-D6A2-41FF-93A7-B8FC3EC01E82}" type="presOf" srcId="{7E198946-E72E-40CE-9E82-F4933C88A322}" destId="{84020A00-6B92-4F2D-B7BC-D64D0FC19643}" srcOrd="0" destOrd="0" presId="urn:microsoft.com/office/officeart/2005/8/layout/hierarchy4"/>
    <dgm:cxn modelId="{4134430A-F93C-43FF-B38E-F6CFEB6C7903}" srcId="{F96FA97E-BED5-4009-AA57-035086C215E8}" destId="{E411BAA2-7119-4805-85F0-60CA5E2B75DD}" srcOrd="3" destOrd="0" parTransId="{DC7A3F90-20DE-49CE-AEC5-276D08B3E93C}" sibTransId="{1F520446-D210-4760-86D5-6D2D84D8237E}"/>
    <dgm:cxn modelId="{AF046CAA-343E-41A7-9BAE-9B0F05DAA25F}" type="presOf" srcId="{42F38E0E-E42A-4406-8465-6E4D2C3EAA19}" destId="{273DDEDD-8DEE-49EA-9734-D3856067F1B1}" srcOrd="0" destOrd="0" presId="urn:microsoft.com/office/officeart/2005/8/layout/hierarchy4"/>
    <dgm:cxn modelId="{3FD699B7-1190-49CA-8172-E896962C06C6}" type="presOf" srcId="{415014D0-9C48-4F98-AD00-6C25D68FF1EE}" destId="{63CB54AE-9F2A-475C-A9B1-249F6CF48C38}" srcOrd="0" destOrd="0" presId="urn:microsoft.com/office/officeart/2005/8/layout/hierarchy4"/>
    <dgm:cxn modelId="{BD7EBE8D-C308-4565-A923-A20D8B725820}" srcId="{E54FD67A-5D41-4A12-B5A5-BC32AEC6F654}" destId="{F6DC8E85-1A62-499B-9AB1-BA327FA1B2A6}" srcOrd="2" destOrd="0" parTransId="{A38B034F-A916-4CB0-98A8-7F82E022831B}" sibTransId="{ACD3B866-3347-4CB8-8E56-C4C701667B53}"/>
    <dgm:cxn modelId="{C2C066A0-ADF7-4301-9D81-511C4F21C63F}" type="presParOf" srcId="{D09A5E13-572D-4792-BFBE-BA398E0FC46E}" destId="{CA688A6E-05FF-4C0A-8BFB-119888DB7F2A}" srcOrd="0" destOrd="0" presId="urn:microsoft.com/office/officeart/2005/8/layout/hierarchy4"/>
    <dgm:cxn modelId="{5F287B34-8242-47FB-BA20-ADA99E4C412F}" type="presParOf" srcId="{CA688A6E-05FF-4C0A-8BFB-119888DB7F2A}" destId="{21F6F6B7-C351-4414-8FAC-69C3284BCEFB}" srcOrd="0" destOrd="0" presId="urn:microsoft.com/office/officeart/2005/8/layout/hierarchy4"/>
    <dgm:cxn modelId="{7A6EAF61-773F-4ACB-AC6A-B5124E44FBC9}" type="presParOf" srcId="{CA688A6E-05FF-4C0A-8BFB-119888DB7F2A}" destId="{1FBE9F7A-8B4C-4778-A688-CCD106DFE1FC}" srcOrd="1" destOrd="0" presId="urn:microsoft.com/office/officeart/2005/8/layout/hierarchy4"/>
    <dgm:cxn modelId="{F3B93F9C-C668-45AA-A33B-C0C7BB5FB5FB}" type="presParOf" srcId="{CA688A6E-05FF-4C0A-8BFB-119888DB7F2A}" destId="{0AC8313A-9690-4253-932F-B89893F2F673}" srcOrd="2" destOrd="0" presId="urn:microsoft.com/office/officeart/2005/8/layout/hierarchy4"/>
    <dgm:cxn modelId="{74CD9E62-BC20-40A0-91C3-5E348B0F4C20}" type="presParOf" srcId="{0AC8313A-9690-4253-932F-B89893F2F673}" destId="{84367922-A2DC-43DA-8141-1F731F11FD45}" srcOrd="0" destOrd="0" presId="urn:microsoft.com/office/officeart/2005/8/layout/hierarchy4"/>
    <dgm:cxn modelId="{C1C520A0-782B-4C6A-91FA-3AAE55ED57E6}" type="presParOf" srcId="{84367922-A2DC-43DA-8141-1F731F11FD45}" destId="{C193FD4B-B1CD-49D2-9FDC-37B4F7CEEC59}" srcOrd="0" destOrd="0" presId="urn:microsoft.com/office/officeart/2005/8/layout/hierarchy4"/>
    <dgm:cxn modelId="{9A6CC57D-472B-41E8-A2F6-B2E33BFEF51D}" type="presParOf" srcId="{84367922-A2DC-43DA-8141-1F731F11FD45}" destId="{364698E7-F319-41F8-BEE5-4D4E10F9DC68}" srcOrd="1" destOrd="0" presId="urn:microsoft.com/office/officeart/2005/8/layout/hierarchy4"/>
    <dgm:cxn modelId="{85F5FB08-AEEC-4192-872F-8862CEB77BDC}" type="presParOf" srcId="{84367922-A2DC-43DA-8141-1F731F11FD45}" destId="{59ED7ABD-77F7-4C30-B424-5CF515BB63AA}" srcOrd="2" destOrd="0" presId="urn:microsoft.com/office/officeart/2005/8/layout/hierarchy4"/>
    <dgm:cxn modelId="{BC2AB461-0D17-4C9F-B432-385CABD0EB9A}" type="presParOf" srcId="{59ED7ABD-77F7-4C30-B424-5CF515BB63AA}" destId="{91ADEA3C-DC6F-44F3-A919-3728C51F558A}" srcOrd="0" destOrd="0" presId="urn:microsoft.com/office/officeart/2005/8/layout/hierarchy4"/>
    <dgm:cxn modelId="{57A3C5DE-2FB2-4509-A7AE-B89B3C287D05}" type="presParOf" srcId="{91ADEA3C-DC6F-44F3-A919-3728C51F558A}" destId="{EBF9315E-31BA-4363-9D20-B3352224F728}" srcOrd="0" destOrd="0" presId="urn:microsoft.com/office/officeart/2005/8/layout/hierarchy4"/>
    <dgm:cxn modelId="{9EE6FB0B-46E6-4242-8A25-1515CFDB2D09}" type="presParOf" srcId="{91ADEA3C-DC6F-44F3-A919-3728C51F558A}" destId="{31090CA1-13AF-464A-8B26-E414F34F5B4D}" srcOrd="1" destOrd="0" presId="urn:microsoft.com/office/officeart/2005/8/layout/hierarchy4"/>
    <dgm:cxn modelId="{04591E7C-5FE6-432C-953F-3E088ED9789F}" type="presParOf" srcId="{59ED7ABD-77F7-4C30-B424-5CF515BB63AA}" destId="{8C69C6CF-D1EC-46FC-A80E-ED7F36C23606}" srcOrd="1" destOrd="0" presId="urn:microsoft.com/office/officeart/2005/8/layout/hierarchy4"/>
    <dgm:cxn modelId="{A79BD691-6AA8-4638-B0F7-D55E206F180D}" type="presParOf" srcId="{59ED7ABD-77F7-4C30-B424-5CF515BB63AA}" destId="{DCB66A50-A189-4FDB-AEB7-28FC1E703C62}" srcOrd="2" destOrd="0" presId="urn:microsoft.com/office/officeart/2005/8/layout/hierarchy4"/>
    <dgm:cxn modelId="{627719D3-3972-4C22-A0E8-3151951C8A6E}" type="presParOf" srcId="{DCB66A50-A189-4FDB-AEB7-28FC1E703C62}" destId="{84020A00-6B92-4F2D-B7BC-D64D0FC19643}" srcOrd="0" destOrd="0" presId="urn:microsoft.com/office/officeart/2005/8/layout/hierarchy4"/>
    <dgm:cxn modelId="{E9E475D3-9F2F-4C44-807D-FA2F50F0A66A}" type="presParOf" srcId="{DCB66A50-A189-4FDB-AEB7-28FC1E703C62}" destId="{2D38D520-616C-4EDF-9B66-9A1F156B1769}" srcOrd="1" destOrd="0" presId="urn:microsoft.com/office/officeart/2005/8/layout/hierarchy4"/>
    <dgm:cxn modelId="{A5A93B8B-54A7-45F3-8EF0-E72A092055B3}" type="presParOf" srcId="{59ED7ABD-77F7-4C30-B424-5CF515BB63AA}" destId="{E5C43851-BF86-4D57-85F0-13EE73B88DC9}" srcOrd="3" destOrd="0" presId="urn:microsoft.com/office/officeart/2005/8/layout/hierarchy4"/>
    <dgm:cxn modelId="{B939CE99-42BC-48D3-8CF3-58C633580DBA}" type="presParOf" srcId="{59ED7ABD-77F7-4C30-B424-5CF515BB63AA}" destId="{D97BCCAC-6D2E-42AD-8CDB-5253B1C66779}" srcOrd="4" destOrd="0" presId="urn:microsoft.com/office/officeart/2005/8/layout/hierarchy4"/>
    <dgm:cxn modelId="{B65B899D-1FDC-4FB5-A3DA-1549BB64706E}" type="presParOf" srcId="{D97BCCAC-6D2E-42AD-8CDB-5253B1C66779}" destId="{3ADD3C72-D1D3-46B0-950B-3FDF01D47A8C}" srcOrd="0" destOrd="0" presId="urn:microsoft.com/office/officeart/2005/8/layout/hierarchy4"/>
    <dgm:cxn modelId="{BDCDAB3D-3172-4337-9569-045B25C50F17}" type="presParOf" srcId="{D97BCCAC-6D2E-42AD-8CDB-5253B1C66779}" destId="{F17FDB6F-0BAA-49E2-92FA-D883C7029978}" srcOrd="1" destOrd="0" presId="urn:microsoft.com/office/officeart/2005/8/layout/hierarchy4"/>
    <dgm:cxn modelId="{7F4D2D5B-EB45-4F7B-A207-5E19F5A7EC58}" type="presParOf" srcId="{0AC8313A-9690-4253-932F-B89893F2F673}" destId="{BE328D07-207B-4936-A327-0AE83AB28EF0}" srcOrd="1" destOrd="0" presId="urn:microsoft.com/office/officeart/2005/8/layout/hierarchy4"/>
    <dgm:cxn modelId="{E32C0927-7BB4-455C-9F0A-961C2974CEC9}" type="presParOf" srcId="{0AC8313A-9690-4253-932F-B89893F2F673}" destId="{39F4FC57-A189-409C-89FB-9CF5A54EF552}" srcOrd="2" destOrd="0" presId="urn:microsoft.com/office/officeart/2005/8/layout/hierarchy4"/>
    <dgm:cxn modelId="{0CF93530-48DE-49AA-B4F9-77EE90A81128}" type="presParOf" srcId="{39F4FC57-A189-409C-89FB-9CF5A54EF552}" destId="{FA3ED6CD-B6BB-4A2C-B674-010964A51A0D}" srcOrd="0" destOrd="0" presId="urn:microsoft.com/office/officeart/2005/8/layout/hierarchy4"/>
    <dgm:cxn modelId="{518A9E1C-3645-49FC-A028-A4009FFD3798}" type="presParOf" srcId="{39F4FC57-A189-409C-89FB-9CF5A54EF552}" destId="{D21E814F-EB68-47EA-9813-0B971C0D2145}" srcOrd="1" destOrd="0" presId="urn:microsoft.com/office/officeart/2005/8/layout/hierarchy4"/>
    <dgm:cxn modelId="{D28AA14A-F9F3-4B7A-9E55-65D715925C00}" type="presParOf" srcId="{39F4FC57-A189-409C-89FB-9CF5A54EF552}" destId="{28A7F426-CEA1-46A8-8B6E-234B3B79C43D}" srcOrd="2" destOrd="0" presId="urn:microsoft.com/office/officeart/2005/8/layout/hierarchy4"/>
    <dgm:cxn modelId="{6E344A91-E3CC-432A-89EF-6912E896C721}" type="presParOf" srcId="{28A7F426-CEA1-46A8-8B6E-234B3B79C43D}" destId="{F4EF5769-06A5-4218-A893-17DB1F8A5722}" srcOrd="0" destOrd="0" presId="urn:microsoft.com/office/officeart/2005/8/layout/hierarchy4"/>
    <dgm:cxn modelId="{DE6E7D79-8C31-44E9-9C5B-9D363FA5C892}" type="presParOf" srcId="{F4EF5769-06A5-4218-A893-17DB1F8A5722}" destId="{1DE23714-7DD8-408A-A202-95D2227A111E}" srcOrd="0" destOrd="0" presId="urn:microsoft.com/office/officeart/2005/8/layout/hierarchy4"/>
    <dgm:cxn modelId="{A0DB38E9-9396-4FA8-AB86-9FB38020F8D9}" type="presParOf" srcId="{F4EF5769-06A5-4218-A893-17DB1F8A5722}" destId="{A8AB917E-DD1C-4630-9865-A7139ADB0756}" srcOrd="1" destOrd="0" presId="urn:microsoft.com/office/officeart/2005/8/layout/hierarchy4"/>
    <dgm:cxn modelId="{CAE367EA-7A2C-4660-80DB-30CD1899E523}" type="presParOf" srcId="{28A7F426-CEA1-46A8-8B6E-234B3B79C43D}" destId="{8FC6AFEB-40EC-4927-A835-90CC9871D5E0}" srcOrd="1" destOrd="0" presId="urn:microsoft.com/office/officeart/2005/8/layout/hierarchy4"/>
    <dgm:cxn modelId="{9BC0C586-A932-409F-B904-B55914EBCD5B}" type="presParOf" srcId="{28A7F426-CEA1-46A8-8B6E-234B3B79C43D}" destId="{20E9318A-D641-4051-842C-31329EB24EDE}" srcOrd="2" destOrd="0" presId="urn:microsoft.com/office/officeart/2005/8/layout/hierarchy4"/>
    <dgm:cxn modelId="{183D873E-3367-4C8D-A3C8-B42CAA7647C8}" type="presParOf" srcId="{20E9318A-D641-4051-842C-31329EB24EDE}" destId="{6BA75939-11EC-424A-828B-5EE577A2A3BE}" srcOrd="0" destOrd="0" presId="urn:microsoft.com/office/officeart/2005/8/layout/hierarchy4"/>
    <dgm:cxn modelId="{551E2CDA-C661-467A-9839-DA743876CE59}" type="presParOf" srcId="{20E9318A-D641-4051-842C-31329EB24EDE}" destId="{A9788D23-34D9-44E7-A3D3-BFE39F9F6F5B}" srcOrd="1" destOrd="0" presId="urn:microsoft.com/office/officeart/2005/8/layout/hierarchy4"/>
    <dgm:cxn modelId="{837CCD17-39C3-4DF6-8E9C-155725C56F81}" type="presParOf" srcId="{28A7F426-CEA1-46A8-8B6E-234B3B79C43D}" destId="{D1E033C9-6C9A-4578-B301-89FCAADCDD5B}" srcOrd="3" destOrd="0" presId="urn:microsoft.com/office/officeart/2005/8/layout/hierarchy4"/>
    <dgm:cxn modelId="{51B9CEFE-FDEF-4961-B089-78254E266AA5}" type="presParOf" srcId="{28A7F426-CEA1-46A8-8B6E-234B3B79C43D}" destId="{03410397-E8FE-450C-93AB-B1850184067C}" srcOrd="4" destOrd="0" presId="urn:microsoft.com/office/officeart/2005/8/layout/hierarchy4"/>
    <dgm:cxn modelId="{4112468F-C77A-4EA3-B6FE-BFC6F16A9696}" type="presParOf" srcId="{03410397-E8FE-450C-93AB-B1850184067C}" destId="{05872576-8509-4355-8736-F4BE63844C5F}" srcOrd="0" destOrd="0" presId="urn:microsoft.com/office/officeart/2005/8/layout/hierarchy4"/>
    <dgm:cxn modelId="{39D5D96F-DE84-4745-A7A2-8E08DD659C33}" type="presParOf" srcId="{03410397-E8FE-450C-93AB-B1850184067C}" destId="{984DF581-A364-49A7-9913-B74DF1E09666}" srcOrd="1" destOrd="0" presId="urn:microsoft.com/office/officeart/2005/8/layout/hierarchy4"/>
    <dgm:cxn modelId="{E2A8F948-A3E5-4DBF-B09E-13C5420F05D5}" type="presParOf" srcId="{28A7F426-CEA1-46A8-8B6E-234B3B79C43D}" destId="{B1ACACA1-39D5-4D3F-A845-EC56EBBC7A46}" srcOrd="5" destOrd="0" presId="urn:microsoft.com/office/officeart/2005/8/layout/hierarchy4"/>
    <dgm:cxn modelId="{E40E35D0-AC6F-4953-B2EA-C76F039CE794}" type="presParOf" srcId="{28A7F426-CEA1-46A8-8B6E-234B3B79C43D}" destId="{5857633A-759E-4F89-B358-22E9077A47B7}" srcOrd="6" destOrd="0" presId="urn:microsoft.com/office/officeart/2005/8/layout/hierarchy4"/>
    <dgm:cxn modelId="{C773AC85-6CD3-4208-AA46-C2AAB8112293}" type="presParOf" srcId="{5857633A-759E-4F89-B358-22E9077A47B7}" destId="{6000B574-4E4F-485B-8710-8EB10AABB126}" srcOrd="0" destOrd="0" presId="urn:microsoft.com/office/officeart/2005/8/layout/hierarchy4"/>
    <dgm:cxn modelId="{79943FC8-2949-49B5-8E99-45A1AD5259BE}" type="presParOf" srcId="{5857633A-759E-4F89-B358-22E9077A47B7}" destId="{725E8980-0985-4F0E-8D53-2B1D86CDCFAD}" srcOrd="1" destOrd="0" presId="urn:microsoft.com/office/officeart/2005/8/layout/hierarchy4"/>
    <dgm:cxn modelId="{919B463E-8A96-4F15-8988-162DCAF2BE50}" type="presParOf" srcId="{28A7F426-CEA1-46A8-8B6E-234B3B79C43D}" destId="{9D095524-F987-460B-96B8-FCA15F0124C4}" srcOrd="7" destOrd="0" presId="urn:microsoft.com/office/officeart/2005/8/layout/hierarchy4"/>
    <dgm:cxn modelId="{A429A4F1-116C-4306-8198-FBB60F2F04A8}" type="presParOf" srcId="{28A7F426-CEA1-46A8-8B6E-234B3B79C43D}" destId="{F725DDD1-44DD-4C4E-A15F-1F3B39345FA0}" srcOrd="8" destOrd="0" presId="urn:microsoft.com/office/officeart/2005/8/layout/hierarchy4"/>
    <dgm:cxn modelId="{17F75946-DF07-4EC7-B661-180D7A6B235B}" type="presParOf" srcId="{F725DDD1-44DD-4C4E-A15F-1F3B39345FA0}" destId="{B85FF4C1-6021-4E1E-B4C4-58F9C743CAD5}" srcOrd="0" destOrd="0" presId="urn:microsoft.com/office/officeart/2005/8/layout/hierarchy4"/>
    <dgm:cxn modelId="{7956FC03-2914-43FD-891D-3AF911130A96}" type="presParOf" srcId="{F725DDD1-44DD-4C4E-A15F-1F3B39345FA0}" destId="{023AA5E1-FB34-48FD-8358-02DAE7B6B79C}" srcOrd="1" destOrd="0" presId="urn:microsoft.com/office/officeart/2005/8/layout/hierarchy4"/>
    <dgm:cxn modelId="{D9D351F1-B29C-4749-A107-50893D126CC9}" type="presParOf" srcId="{28A7F426-CEA1-46A8-8B6E-234B3B79C43D}" destId="{F4307612-5F18-4C57-B059-E008E1D202F8}" srcOrd="9" destOrd="0" presId="urn:microsoft.com/office/officeart/2005/8/layout/hierarchy4"/>
    <dgm:cxn modelId="{BD2FAC01-E47B-47CB-A6F2-2C5AEF136926}" type="presParOf" srcId="{28A7F426-CEA1-46A8-8B6E-234B3B79C43D}" destId="{96ADDC96-BD11-4903-BE10-977C2C820F0B}" srcOrd="10" destOrd="0" presId="urn:microsoft.com/office/officeart/2005/8/layout/hierarchy4"/>
    <dgm:cxn modelId="{EF986898-9A42-4BA4-8135-6452C17843AF}" type="presParOf" srcId="{96ADDC96-BD11-4903-BE10-977C2C820F0B}" destId="{6DCA188C-0DB2-4F78-9F40-250AEEF5FCB9}" srcOrd="0" destOrd="0" presId="urn:microsoft.com/office/officeart/2005/8/layout/hierarchy4"/>
    <dgm:cxn modelId="{1BFC41AF-576F-499A-96B3-D9E98831D6F7}" type="presParOf" srcId="{96ADDC96-BD11-4903-BE10-977C2C820F0B}" destId="{F3754707-7B5B-4E88-AA53-089CB570886B}" srcOrd="1" destOrd="0" presId="urn:microsoft.com/office/officeart/2005/8/layout/hierarchy4"/>
    <dgm:cxn modelId="{A2E4E829-9D57-465F-A043-82EE7F1EE921}" type="presParOf" srcId="{0AC8313A-9690-4253-932F-B89893F2F673}" destId="{1073C19B-4BDA-4A61-BEF4-B6710CB02552}" srcOrd="3" destOrd="0" presId="urn:microsoft.com/office/officeart/2005/8/layout/hierarchy4"/>
    <dgm:cxn modelId="{0999C47C-48D2-4965-8CA9-E6F0BA031DD0}" type="presParOf" srcId="{0AC8313A-9690-4253-932F-B89893F2F673}" destId="{624DBB39-0049-4F77-AA19-EF4C634466C9}" srcOrd="4" destOrd="0" presId="urn:microsoft.com/office/officeart/2005/8/layout/hierarchy4"/>
    <dgm:cxn modelId="{931407C8-203C-4338-8337-94C329E77152}" type="presParOf" srcId="{624DBB39-0049-4F77-AA19-EF4C634466C9}" destId="{23191FA4-7506-4770-A6AB-9BCFED968851}" srcOrd="0" destOrd="0" presId="urn:microsoft.com/office/officeart/2005/8/layout/hierarchy4"/>
    <dgm:cxn modelId="{23033FDF-583B-4CE0-B428-58C3E7FFFFB0}" type="presParOf" srcId="{624DBB39-0049-4F77-AA19-EF4C634466C9}" destId="{82AA398E-87F7-4535-85C1-138A0BACF14E}" srcOrd="1" destOrd="0" presId="urn:microsoft.com/office/officeart/2005/8/layout/hierarchy4"/>
    <dgm:cxn modelId="{576E5730-CAC4-46F0-9802-52C6F0AE541E}" type="presParOf" srcId="{624DBB39-0049-4F77-AA19-EF4C634466C9}" destId="{2DF3CA1A-632B-4242-9B2A-5FAB1783B6C3}" srcOrd="2" destOrd="0" presId="urn:microsoft.com/office/officeart/2005/8/layout/hierarchy4"/>
    <dgm:cxn modelId="{BE4B7871-F23B-42F0-BAD1-35172D7E0B25}" type="presParOf" srcId="{2DF3CA1A-632B-4242-9B2A-5FAB1783B6C3}" destId="{5309D944-96F2-4C85-BFA9-90C37A90BD2D}" srcOrd="0" destOrd="0" presId="urn:microsoft.com/office/officeart/2005/8/layout/hierarchy4"/>
    <dgm:cxn modelId="{365BE99B-AC73-4873-9F49-EB818C5AAEDF}" type="presParOf" srcId="{5309D944-96F2-4C85-BFA9-90C37A90BD2D}" destId="{273DDEDD-8DEE-49EA-9734-D3856067F1B1}" srcOrd="0" destOrd="0" presId="urn:microsoft.com/office/officeart/2005/8/layout/hierarchy4"/>
    <dgm:cxn modelId="{6C2D1A4B-1DA8-4ED7-9E98-31DD7B0BD9D7}" type="presParOf" srcId="{5309D944-96F2-4C85-BFA9-90C37A90BD2D}" destId="{C5FE0192-505B-47D1-9ED6-21244D031822}" srcOrd="1" destOrd="0" presId="urn:microsoft.com/office/officeart/2005/8/layout/hierarchy4"/>
    <dgm:cxn modelId="{09AFECDE-DEEE-4F2E-8862-2FCF5AF050B3}" type="presParOf" srcId="{2DF3CA1A-632B-4242-9B2A-5FAB1783B6C3}" destId="{D95344A7-A7FA-46E7-8246-C5DEF087D012}" srcOrd="1" destOrd="0" presId="urn:microsoft.com/office/officeart/2005/8/layout/hierarchy4"/>
    <dgm:cxn modelId="{CD97441F-CB9F-4F03-965E-DF09C9AE400E}" type="presParOf" srcId="{2DF3CA1A-632B-4242-9B2A-5FAB1783B6C3}" destId="{8CCB47FC-F257-427F-B7E1-2EA94275B28C}" srcOrd="2" destOrd="0" presId="urn:microsoft.com/office/officeart/2005/8/layout/hierarchy4"/>
    <dgm:cxn modelId="{E0F0BB4D-E703-4728-A46C-F34C927F5C42}" type="presParOf" srcId="{8CCB47FC-F257-427F-B7E1-2EA94275B28C}" destId="{FD537542-2BA0-4AD0-8765-98BA2F8A2CB5}" srcOrd="0" destOrd="0" presId="urn:microsoft.com/office/officeart/2005/8/layout/hierarchy4"/>
    <dgm:cxn modelId="{A750E4BB-5762-42BF-A192-B6237C7E6F81}" type="presParOf" srcId="{8CCB47FC-F257-427F-B7E1-2EA94275B28C}" destId="{971AEC98-A502-4DA9-A01E-A72C62E3BB87}" srcOrd="1" destOrd="0" presId="urn:microsoft.com/office/officeart/2005/8/layout/hierarchy4"/>
    <dgm:cxn modelId="{1F404B61-CEAC-4F1C-861F-B73E795DA29A}" type="presParOf" srcId="{2DF3CA1A-632B-4242-9B2A-5FAB1783B6C3}" destId="{227164C7-7DD8-430E-BBC8-A2A2FB0CF30D}" srcOrd="3" destOrd="0" presId="urn:microsoft.com/office/officeart/2005/8/layout/hierarchy4"/>
    <dgm:cxn modelId="{25656434-A9F0-4245-8C10-91157E03CB29}" type="presParOf" srcId="{2DF3CA1A-632B-4242-9B2A-5FAB1783B6C3}" destId="{8F6AAAD3-16B6-41CA-96E4-2EC49AF5E6F3}" srcOrd="4" destOrd="0" presId="urn:microsoft.com/office/officeart/2005/8/layout/hierarchy4"/>
    <dgm:cxn modelId="{BCCA9435-7A32-4A50-9A8E-8962995D087B}" type="presParOf" srcId="{8F6AAAD3-16B6-41CA-96E4-2EC49AF5E6F3}" destId="{63CB54AE-9F2A-475C-A9B1-249F6CF48C38}" srcOrd="0" destOrd="0" presId="urn:microsoft.com/office/officeart/2005/8/layout/hierarchy4"/>
    <dgm:cxn modelId="{1E753562-C091-4945-8EE2-62A61B3F421A}" type="presParOf" srcId="{8F6AAAD3-16B6-41CA-96E4-2EC49AF5E6F3}" destId="{1C735F0C-74E7-4406-9DE2-A9841D1797BC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8C3F42B-F8E7-430C-B48A-5D3B8775E51D}" type="doc">
      <dgm:prSet loTypeId="urn:microsoft.com/office/officeart/2005/8/layout/venn3" loCatId="relationship" qsTypeId="urn:microsoft.com/office/officeart/2005/8/quickstyle/simple5" qsCatId="simple" csTypeId="urn:microsoft.com/office/officeart/2005/8/colors/colorful2" csCatId="colorful"/>
      <dgm:spPr/>
      <dgm:t>
        <a:bodyPr/>
        <a:lstStyle/>
        <a:p>
          <a:endParaRPr lang="zh-CN" altLang="en-US"/>
        </a:p>
      </dgm:t>
    </dgm:pt>
    <dgm:pt modelId="{48338809-290D-4632-A119-EF6BF12B24A2}">
      <dgm:prSet/>
      <dgm:spPr/>
      <dgm:t>
        <a:bodyPr/>
        <a:lstStyle/>
        <a:p>
          <a:pPr rtl="0"/>
          <a:r>
            <a:rPr lang="zh-CN" baseline="0" smtClean="0"/>
            <a:t>管理型节水模式</a:t>
          </a:r>
          <a:endParaRPr lang="zh-CN"/>
        </a:p>
      </dgm:t>
    </dgm:pt>
    <dgm:pt modelId="{142B8C56-6377-43F1-AADD-197FF0C5860F}" type="parTrans" cxnId="{E481AF43-95B0-4984-9489-54C229CB225D}">
      <dgm:prSet/>
      <dgm:spPr/>
      <dgm:t>
        <a:bodyPr/>
        <a:lstStyle/>
        <a:p>
          <a:endParaRPr lang="zh-CN" altLang="en-US"/>
        </a:p>
      </dgm:t>
    </dgm:pt>
    <dgm:pt modelId="{659D1A42-51EA-4BD1-ACE2-774537D8D039}" type="sibTrans" cxnId="{E481AF43-95B0-4984-9489-54C229CB225D}">
      <dgm:prSet/>
      <dgm:spPr/>
      <dgm:t>
        <a:bodyPr/>
        <a:lstStyle/>
        <a:p>
          <a:endParaRPr lang="zh-CN" altLang="en-US"/>
        </a:p>
      </dgm:t>
    </dgm:pt>
    <dgm:pt modelId="{FF42B512-CA94-4F7B-ABCD-1F2DFBB5BEC9}">
      <dgm:prSet/>
      <dgm:spPr/>
      <dgm:t>
        <a:bodyPr/>
        <a:lstStyle/>
        <a:p>
          <a:pPr rtl="0"/>
          <a:r>
            <a:rPr lang="zh-CN" baseline="0" smtClean="0"/>
            <a:t>工程型节水模式</a:t>
          </a:r>
          <a:endParaRPr lang="zh-CN"/>
        </a:p>
      </dgm:t>
    </dgm:pt>
    <dgm:pt modelId="{16477FDF-3261-4944-BC9D-59AA275E84F4}" type="parTrans" cxnId="{8D003777-5DA6-4942-9E11-2A1DAC8F5096}">
      <dgm:prSet/>
      <dgm:spPr/>
      <dgm:t>
        <a:bodyPr/>
        <a:lstStyle/>
        <a:p>
          <a:endParaRPr lang="zh-CN" altLang="en-US"/>
        </a:p>
      </dgm:t>
    </dgm:pt>
    <dgm:pt modelId="{1A0BF1B0-262C-4DBB-B21B-3B4197A9DFBE}" type="sibTrans" cxnId="{8D003777-5DA6-4942-9E11-2A1DAC8F5096}">
      <dgm:prSet/>
      <dgm:spPr/>
      <dgm:t>
        <a:bodyPr/>
        <a:lstStyle/>
        <a:p>
          <a:endParaRPr lang="zh-CN" altLang="en-US"/>
        </a:p>
      </dgm:t>
    </dgm:pt>
    <dgm:pt modelId="{5B5D88B6-5379-4464-A01D-3E4C63A1F801}">
      <dgm:prSet/>
      <dgm:spPr/>
      <dgm:t>
        <a:bodyPr/>
        <a:lstStyle/>
        <a:p>
          <a:pPr rtl="0"/>
          <a:r>
            <a:rPr lang="zh-CN" baseline="0" smtClean="0"/>
            <a:t>科技型节水模式</a:t>
          </a:r>
          <a:endParaRPr lang="zh-CN"/>
        </a:p>
      </dgm:t>
    </dgm:pt>
    <dgm:pt modelId="{E489239D-2151-480D-8B74-3070703EE28A}" type="parTrans" cxnId="{80870CDD-595C-419B-8548-44371D84B5FB}">
      <dgm:prSet/>
      <dgm:spPr/>
      <dgm:t>
        <a:bodyPr/>
        <a:lstStyle/>
        <a:p>
          <a:endParaRPr lang="zh-CN" altLang="en-US"/>
        </a:p>
      </dgm:t>
    </dgm:pt>
    <dgm:pt modelId="{252A1896-8C75-4F32-9228-01470A35390F}" type="sibTrans" cxnId="{80870CDD-595C-419B-8548-44371D84B5FB}">
      <dgm:prSet/>
      <dgm:spPr/>
      <dgm:t>
        <a:bodyPr/>
        <a:lstStyle/>
        <a:p>
          <a:endParaRPr lang="zh-CN" altLang="en-US"/>
        </a:p>
      </dgm:t>
    </dgm:pt>
    <dgm:pt modelId="{BE0F2C80-64A9-4CE3-B884-31133564A520}">
      <dgm:prSet/>
      <dgm:spPr/>
      <dgm:t>
        <a:bodyPr/>
        <a:lstStyle/>
        <a:p>
          <a:pPr rtl="0"/>
          <a:r>
            <a:rPr lang="zh-CN" baseline="0" smtClean="0"/>
            <a:t>公众参与型节水模式</a:t>
          </a:r>
          <a:endParaRPr lang="zh-CN"/>
        </a:p>
      </dgm:t>
    </dgm:pt>
    <dgm:pt modelId="{4B2AC09B-341D-4EB2-8211-F61FA5E9FDF4}" type="parTrans" cxnId="{72C64E63-94FF-45EC-A083-6194D9024318}">
      <dgm:prSet/>
      <dgm:spPr/>
      <dgm:t>
        <a:bodyPr/>
        <a:lstStyle/>
        <a:p>
          <a:endParaRPr lang="zh-CN" altLang="en-US"/>
        </a:p>
      </dgm:t>
    </dgm:pt>
    <dgm:pt modelId="{8AB2786B-15A1-4A8E-A884-A0581A886388}" type="sibTrans" cxnId="{72C64E63-94FF-45EC-A083-6194D9024318}">
      <dgm:prSet/>
      <dgm:spPr/>
      <dgm:t>
        <a:bodyPr/>
        <a:lstStyle/>
        <a:p>
          <a:endParaRPr lang="zh-CN" altLang="en-US"/>
        </a:p>
      </dgm:t>
    </dgm:pt>
    <dgm:pt modelId="{DFA58BE1-46A8-4888-BD31-D7064DD7BC35}">
      <dgm:prSet/>
      <dgm:spPr/>
      <dgm:t>
        <a:bodyPr/>
        <a:lstStyle/>
        <a:p>
          <a:pPr rtl="0"/>
          <a:r>
            <a:rPr lang="zh-CN" baseline="0" smtClean="0"/>
            <a:t>循环利用型节水模式</a:t>
          </a:r>
          <a:endParaRPr lang="zh-CN"/>
        </a:p>
      </dgm:t>
    </dgm:pt>
    <dgm:pt modelId="{55FA3902-C71E-41A3-A31B-59ECAA268BEF}" type="parTrans" cxnId="{A8F6F407-789D-4C9F-A16F-7C407324B0F9}">
      <dgm:prSet/>
      <dgm:spPr/>
      <dgm:t>
        <a:bodyPr/>
        <a:lstStyle/>
        <a:p>
          <a:endParaRPr lang="zh-CN" altLang="en-US"/>
        </a:p>
      </dgm:t>
    </dgm:pt>
    <dgm:pt modelId="{94EFD9D6-9E24-418F-8F23-CAABB624859F}" type="sibTrans" cxnId="{A8F6F407-789D-4C9F-A16F-7C407324B0F9}">
      <dgm:prSet/>
      <dgm:spPr/>
      <dgm:t>
        <a:bodyPr/>
        <a:lstStyle/>
        <a:p>
          <a:endParaRPr lang="zh-CN" altLang="en-US"/>
        </a:p>
      </dgm:t>
    </dgm:pt>
    <dgm:pt modelId="{614B7D09-5E8B-4EF7-B8D4-C266D09A4FCA}" type="pres">
      <dgm:prSet presAssocID="{E8C3F42B-F8E7-430C-B48A-5D3B8775E51D}" presName="Name0" presStyleCnt="0">
        <dgm:presLayoutVars>
          <dgm:dir/>
          <dgm:resizeHandles val="exact"/>
        </dgm:presLayoutVars>
      </dgm:prSet>
      <dgm:spPr/>
    </dgm:pt>
    <dgm:pt modelId="{DE776A0E-3BEE-400E-A8EA-590C4EA24183}" type="pres">
      <dgm:prSet presAssocID="{48338809-290D-4632-A119-EF6BF12B24A2}" presName="Name5" presStyleLbl="vennNode1" presStyleIdx="0" presStyleCnt="5">
        <dgm:presLayoutVars>
          <dgm:bulletEnabled val="1"/>
        </dgm:presLayoutVars>
      </dgm:prSet>
      <dgm:spPr/>
    </dgm:pt>
    <dgm:pt modelId="{E4453B97-0C1B-48BA-BF2A-5E6E957EDF24}" type="pres">
      <dgm:prSet presAssocID="{659D1A42-51EA-4BD1-ACE2-774537D8D039}" presName="space" presStyleCnt="0"/>
      <dgm:spPr/>
    </dgm:pt>
    <dgm:pt modelId="{D28AA628-7945-4B00-AB6E-5AD0332E2785}" type="pres">
      <dgm:prSet presAssocID="{FF42B512-CA94-4F7B-ABCD-1F2DFBB5BEC9}" presName="Name5" presStyleLbl="vennNode1" presStyleIdx="1" presStyleCnt="5">
        <dgm:presLayoutVars>
          <dgm:bulletEnabled val="1"/>
        </dgm:presLayoutVars>
      </dgm:prSet>
      <dgm:spPr/>
    </dgm:pt>
    <dgm:pt modelId="{137433AD-09E5-4ABC-8013-3A30C14FDE8E}" type="pres">
      <dgm:prSet presAssocID="{1A0BF1B0-262C-4DBB-B21B-3B4197A9DFBE}" presName="space" presStyleCnt="0"/>
      <dgm:spPr/>
    </dgm:pt>
    <dgm:pt modelId="{FB46481C-7E91-4E14-8215-578FDEF75CF9}" type="pres">
      <dgm:prSet presAssocID="{5B5D88B6-5379-4464-A01D-3E4C63A1F801}" presName="Name5" presStyleLbl="vennNode1" presStyleIdx="2" presStyleCnt="5">
        <dgm:presLayoutVars>
          <dgm:bulletEnabled val="1"/>
        </dgm:presLayoutVars>
      </dgm:prSet>
      <dgm:spPr/>
    </dgm:pt>
    <dgm:pt modelId="{B6B56E51-F2B5-4D9A-BBE1-3CBD369C7309}" type="pres">
      <dgm:prSet presAssocID="{252A1896-8C75-4F32-9228-01470A35390F}" presName="space" presStyleCnt="0"/>
      <dgm:spPr/>
    </dgm:pt>
    <dgm:pt modelId="{2959D719-2E6C-44A1-B2F4-904A6EC4C770}" type="pres">
      <dgm:prSet presAssocID="{BE0F2C80-64A9-4CE3-B884-31133564A520}" presName="Name5" presStyleLbl="vennNode1" presStyleIdx="3" presStyleCnt="5">
        <dgm:presLayoutVars>
          <dgm:bulletEnabled val="1"/>
        </dgm:presLayoutVars>
      </dgm:prSet>
      <dgm:spPr/>
    </dgm:pt>
    <dgm:pt modelId="{8AF942F6-643C-4873-8E7F-D9DCD07887CA}" type="pres">
      <dgm:prSet presAssocID="{8AB2786B-15A1-4A8E-A884-A0581A886388}" presName="space" presStyleCnt="0"/>
      <dgm:spPr/>
    </dgm:pt>
    <dgm:pt modelId="{8F500527-DCB9-4E8C-A9D3-81759FE45E5E}" type="pres">
      <dgm:prSet presAssocID="{DFA58BE1-46A8-4888-BD31-D7064DD7BC35}" presName="Name5" presStyleLbl="vennNode1" presStyleIdx="4" presStyleCnt="5">
        <dgm:presLayoutVars>
          <dgm:bulletEnabled val="1"/>
        </dgm:presLayoutVars>
      </dgm:prSet>
      <dgm:spPr/>
    </dgm:pt>
  </dgm:ptLst>
  <dgm:cxnLst>
    <dgm:cxn modelId="{E481AF43-95B0-4984-9489-54C229CB225D}" srcId="{E8C3F42B-F8E7-430C-B48A-5D3B8775E51D}" destId="{48338809-290D-4632-A119-EF6BF12B24A2}" srcOrd="0" destOrd="0" parTransId="{142B8C56-6377-43F1-AADD-197FF0C5860F}" sibTransId="{659D1A42-51EA-4BD1-ACE2-774537D8D039}"/>
    <dgm:cxn modelId="{313D0EE2-2924-40D3-867C-251E6065ADA6}" type="presOf" srcId="{48338809-290D-4632-A119-EF6BF12B24A2}" destId="{DE776A0E-3BEE-400E-A8EA-590C4EA24183}" srcOrd="0" destOrd="0" presId="urn:microsoft.com/office/officeart/2005/8/layout/venn3"/>
    <dgm:cxn modelId="{80870CDD-595C-419B-8548-44371D84B5FB}" srcId="{E8C3F42B-F8E7-430C-B48A-5D3B8775E51D}" destId="{5B5D88B6-5379-4464-A01D-3E4C63A1F801}" srcOrd="2" destOrd="0" parTransId="{E489239D-2151-480D-8B74-3070703EE28A}" sibTransId="{252A1896-8C75-4F32-9228-01470A35390F}"/>
    <dgm:cxn modelId="{A8F6F407-789D-4C9F-A16F-7C407324B0F9}" srcId="{E8C3F42B-F8E7-430C-B48A-5D3B8775E51D}" destId="{DFA58BE1-46A8-4888-BD31-D7064DD7BC35}" srcOrd="4" destOrd="0" parTransId="{55FA3902-C71E-41A3-A31B-59ECAA268BEF}" sibTransId="{94EFD9D6-9E24-418F-8F23-CAABB624859F}"/>
    <dgm:cxn modelId="{8E564D97-6C8B-4735-B3E1-AB54E8E02A2A}" type="presOf" srcId="{BE0F2C80-64A9-4CE3-B884-31133564A520}" destId="{2959D719-2E6C-44A1-B2F4-904A6EC4C770}" srcOrd="0" destOrd="0" presId="urn:microsoft.com/office/officeart/2005/8/layout/venn3"/>
    <dgm:cxn modelId="{2D957C00-6E3C-4BDE-89C9-BFC21104FFFF}" type="presOf" srcId="{FF42B512-CA94-4F7B-ABCD-1F2DFBB5BEC9}" destId="{D28AA628-7945-4B00-AB6E-5AD0332E2785}" srcOrd="0" destOrd="0" presId="urn:microsoft.com/office/officeart/2005/8/layout/venn3"/>
    <dgm:cxn modelId="{D10A4680-B98E-41F9-81FA-D70C0FDE37D3}" type="presOf" srcId="{5B5D88B6-5379-4464-A01D-3E4C63A1F801}" destId="{FB46481C-7E91-4E14-8215-578FDEF75CF9}" srcOrd="0" destOrd="0" presId="urn:microsoft.com/office/officeart/2005/8/layout/venn3"/>
    <dgm:cxn modelId="{B5E846DD-1706-4FD9-955B-5E910024A634}" type="presOf" srcId="{DFA58BE1-46A8-4888-BD31-D7064DD7BC35}" destId="{8F500527-DCB9-4E8C-A9D3-81759FE45E5E}" srcOrd="0" destOrd="0" presId="urn:microsoft.com/office/officeart/2005/8/layout/venn3"/>
    <dgm:cxn modelId="{72C64E63-94FF-45EC-A083-6194D9024318}" srcId="{E8C3F42B-F8E7-430C-B48A-5D3B8775E51D}" destId="{BE0F2C80-64A9-4CE3-B884-31133564A520}" srcOrd="3" destOrd="0" parTransId="{4B2AC09B-341D-4EB2-8211-F61FA5E9FDF4}" sibTransId="{8AB2786B-15A1-4A8E-A884-A0581A886388}"/>
    <dgm:cxn modelId="{80154783-7347-435C-927A-6FD782D34C31}" type="presOf" srcId="{E8C3F42B-F8E7-430C-B48A-5D3B8775E51D}" destId="{614B7D09-5E8B-4EF7-B8D4-C266D09A4FCA}" srcOrd="0" destOrd="0" presId="urn:microsoft.com/office/officeart/2005/8/layout/venn3"/>
    <dgm:cxn modelId="{8D003777-5DA6-4942-9E11-2A1DAC8F5096}" srcId="{E8C3F42B-F8E7-430C-B48A-5D3B8775E51D}" destId="{FF42B512-CA94-4F7B-ABCD-1F2DFBB5BEC9}" srcOrd="1" destOrd="0" parTransId="{16477FDF-3261-4944-BC9D-59AA275E84F4}" sibTransId="{1A0BF1B0-262C-4DBB-B21B-3B4197A9DFBE}"/>
    <dgm:cxn modelId="{D12686ED-25D9-4B98-BA12-3F87DD8C2A31}" type="presParOf" srcId="{614B7D09-5E8B-4EF7-B8D4-C266D09A4FCA}" destId="{DE776A0E-3BEE-400E-A8EA-590C4EA24183}" srcOrd="0" destOrd="0" presId="urn:microsoft.com/office/officeart/2005/8/layout/venn3"/>
    <dgm:cxn modelId="{6CAD02E1-2D50-42B4-93DA-8E6D1AF8F287}" type="presParOf" srcId="{614B7D09-5E8B-4EF7-B8D4-C266D09A4FCA}" destId="{E4453B97-0C1B-48BA-BF2A-5E6E957EDF24}" srcOrd="1" destOrd="0" presId="urn:microsoft.com/office/officeart/2005/8/layout/venn3"/>
    <dgm:cxn modelId="{3E3A720B-92C3-4E90-A22C-18F914741A7E}" type="presParOf" srcId="{614B7D09-5E8B-4EF7-B8D4-C266D09A4FCA}" destId="{D28AA628-7945-4B00-AB6E-5AD0332E2785}" srcOrd="2" destOrd="0" presId="urn:microsoft.com/office/officeart/2005/8/layout/venn3"/>
    <dgm:cxn modelId="{4FF818A9-CA76-41D4-AD9F-225FFDD4F6FE}" type="presParOf" srcId="{614B7D09-5E8B-4EF7-B8D4-C266D09A4FCA}" destId="{137433AD-09E5-4ABC-8013-3A30C14FDE8E}" srcOrd="3" destOrd="0" presId="urn:microsoft.com/office/officeart/2005/8/layout/venn3"/>
    <dgm:cxn modelId="{94FA214B-730A-4328-8E3D-5290D86D43C6}" type="presParOf" srcId="{614B7D09-5E8B-4EF7-B8D4-C266D09A4FCA}" destId="{FB46481C-7E91-4E14-8215-578FDEF75CF9}" srcOrd="4" destOrd="0" presId="urn:microsoft.com/office/officeart/2005/8/layout/venn3"/>
    <dgm:cxn modelId="{84D09CA7-900C-48AD-9D74-D59163C165F7}" type="presParOf" srcId="{614B7D09-5E8B-4EF7-B8D4-C266D09A4FCA}" destId="{B6B56E51-F2B5-4D9A-BBE1-3CBD369C7309}" srcOrd="5" destOrd="0" presId="urn:microsoft.com/office/officeart/2005/8/layout/venn3"/>
    <dgm:cxn modelId="{1E4E8F48-9871-4124-B06B-537A5AB0664C}" type="presParOf" srcId="{614B7D09-5E8B-4EF7-B8D4-C266D09A4FCA}" destId="{2959D719-2E6C-44A1-B2F4-904A6EC4C770}" srcOrd="6" destOrd="0" presId="urn:microsoft.com/office/officeart/2005/8/layout/venn3"/>
    <dgm:cxn modelId="{6FF6728E-367B-43D2-A98A-0859E4A382E0}" type="presParOf" srcId="{614B7D09-5E8B-4EF7-B8D4-C266D09A4FCA}" destId="{8AF942F6-643C-4873-8E7F-D9DCD07887CA}" srcOrd="7" destOrd="0" presId="urn:microsoft.com/office/officeart/2005/8/layout/venn3"/>
    <dgm:cxn modelId="{682A4718-17F9-4072-9F2B-5789461E1F7D}" type="presParOf" srcId="{614B7D09-5E8B-4EF7-B8D4-C266D09A4FCA}" destId="{8F500527-DCB9-4E8C-A9D3-81759FE45E5E}" srcOrd="8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F6F6B7-C351-4414-8FAC-69C3284BCEFB}">
      <dsp:nvSpPr>
        <dsp:cNvPr id="0" name=""/>
        <dsp:cNvSpPr/>
      </dsp:nvSpPr>
      <dsp:spPr>
        <a:xfrm>
          <a:off x="7627" y="2781"/>
          <a:ext cx="10391488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1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lvl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4800" kern="1200" dirty="0" smtClean="0"/>
            <a:t>水的应用图解</a:t>
          </a:r>
          <a:endParaRPr lang="zh-CN" altLang="en-US" sz="4800" kern="1200" dirty="0"/>
        </a:p>
      </dsp:txBody>
      <dsp:txXfrm>
        <a:off x="56528" y="51682"/>
        <a:ext cx="10293686" cy="1571801"/>
      </dsp:txXfrm>
    </dsp:sp>
    <dsp:sp modelId="{C193FD4B-B1CD-49D2-9FDC-37B4F7CEEC59}">
      <dsp:nvSpPr>
        <dsp:cNvPr id="0" name=""/>
        <dsp:cNvSpPr/>
      </dsp:nvSpPr>
      <dsp:spPr>
        <a:xfrm>
          <a:off x="7627" y="1853364"/>
          <a:ext cx="2554387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2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日常生活用水</a:t>
          </a:r>
          <a:endParaRPr lang="zh-CN" altLang="en-US" sz="2000" kern="1200" dirty="0"/>
        </a:p>
      </dsp:txBody>
      <dsp:txXfrm>
        <a:off x="56528" y="1902265"/>
        <a:ext cx="2456585" cy="1571801"/>
      </dsp:txXfrm>
    </dsp:sp>
    <dsp:sp modelId="{EBF9315E-31BA-4363-9D20-B3352224F728}">
      <dsp:nvSpPr>
        <dsp:cNvPr id="0" name=""/>
        <dsp:cNvSpPr/>
      </dsp:nvSpPr>
      <dsp:spPr>
        <a:xfrm>
          <a:off x="7627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做饭喝水</a:t>
          </a:r>
          <a:endParaRPr lang="zh-CN" altLang="en-US" sz="2000" kern="1200" dirty="0"/>
        </a:p>
      </dsp:txBody>
      <dsp:txXfrm>
        <a:off x="31886" y="3728206"/>
        <a:ext cx="779753" cy="1621085"/>
      </dsp:txXfrm>
    </dsp:sp>
    <dsp:sp modelId="{84020A00-6B92-4F2D-B7BC-D64D0FC19643}">
      <dsp:nvSpPr>
        <dsp:cNvPr id="0" name=""/>
        <dsp:cNvSpPr/>
      </dsp:nvSpPr>
      <dsp:spPr>
        <a:xfrm>
          <a:off x="870685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洗衣洗菜</a:t>
          </a:r>
          <a:endParaRPr lang="zh-CN" altLang="en-US" sz="2000" kern="1200" dirty="0"/>
        </a:p>
      </dsp:txBody>
      <dsp:txXfrm>
        <a:off x="894944" y="3728206"/>
        <a:ext cx="779753" cy="1621085"/>
      </dsp:txXfrm>
    </dsp:sp>
    <dsp:sp modelId="{3ADD3C72-D1D3-46B0-950B-3FDF01D47A8C}">
      <dsp:nvSpPr>
        <dsp:cNvPr id="0" name=""/>
        <dsp:cNvSpPr/>
      </dsp:nvSpPr>
      <dsp:spPr>
        <a:xfrm>
          <a:off x="1733744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洗浴冲厕</a:t>
          </a:r>
          <a:endParaRPr lang="zh-CN" altLang="en-US" sz="2000" kern="1200" dirty="0"/>
        </a:p>
      </dsp:txBody>
      <dsp:txXfrm>
        <a:off x="1758003" y="3728206"/>
        <a:ext cx="779753" cy="1621085"/>
      </dsp:txXfrm>
    </dsp:sp>
    <dsp:sp modelId="{FA3ED6CD-B6BB-4A2C-B674-010964A51A0D}">
      <dsp:nvSpPr>
        <dsp:cNvPr id="0" name=""/>
        <dsp:cNvSpPr/>
      </dsp:nvSpPr>
      <dsp:spPr>
        <a:xfrm>
          <a:off x="2631589" y="1853364"/>
          <a:ext cx="5143563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2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水的利用</a:t>
          </a:r>
          <a:endParaRPr lang="zh-CN" altLang="en-US" sz="2000" kern="1200" dirty="0"/>
        </a:p>
      </dsp:txBody>
      <dsp:txXfrm>
        <a:off x="2680490" y="1902265"/>
        <a:ext cx="5045761" cy="1571801"/>
      </dsp:txXfrm>
    </dsp:sp>
    <dsp:sp modelId="{1DE23714-7DD8-408A-A202-95D2227A111E}">
      <dsp:nvSpPr>
        <dsp:cNvPr id="0" name=""/>
        <dsp:cNvSpPr/>
      </dsp:nvSpPr>
      <dsp:spPr>
        <a:xfrm>
          <a:off x="2631589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水冷空调</a:t>
          </a:r>
          <a:endParaRPr lang="zh-CN" altLang="en-US" sz="2000" kern="1200" dirty="0"/>
        </a:p>
      </dsp:txBody>
      <dsp:txXfrm>
        <a:off x="2655848" y="3728206"/>
        <a:ext cx="779753" cy="1621085"/>
      </dsp:txXfrm>
    </dsp:sp>
    <dsp:sp modelId="{6BA75939-11EC-424A-828B-5EE577A2A3BE}">
      <dsp:nvSpPr>
        <dsp:cNvPr id="0" name=""/>
        <dsp:cNvSpPr/>
      </dsp:nvSpPr>
      <dsp:spPr>
        <a:xfrm>
          <a:off x="3494648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水与减震</a:t>
          </a:r>
          <a:endParaRPr lang="zh-CN" altLang="en-US" sz="2000" kern="1200" dirty="0"/>
        </a:p>
      </dsp:txBody>
      <dsp:txXfrm>
        <a:off x="3518907" y="3728206"/>
        <a:ext cx="779753" cy="1621085"/>
      </dsp:txXfrm>
    </dsp:sp>
    <dsp:sp modelId="{05872576-8509-4355-8736-F4BE63844C5F}">
      <dsp:nvSpPr>
        <dsp:cNvPr id="0" name=""/>
        <dsp:cNvSpPr/>
      </dsp:nvSpPr>
      <dsp:spPr>
        <a:xfrm>
          <a:off x="4357706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音乐水雾</a:t>
          </a:r>
          <a:endParaRPr lang="zh-CN" altLang="en-US" sz="2000" kern="1200" dirty="0"/>
        </a:p>
      </dsp:txBody>
      <dsp:txXfrm>
        <a:off x="4381965" y="3728206"/>
        <a:ext cx="779753" cy="1621085"/>
      </dsp:txXfrm>
    </dsp:sp>
    <dsp:sp modelId="{6000B574-4E4F-485B-8710-8EB10AABB126}">
      <dsp:nvSpPr>
        <dsp:cNvPr id="0" name=""/>
        <dsp:cNvSpPr/>
      </dsp:nvSpPr>
      <dsp:spPr>
        <a:xfrm>
          <a:off x="5220765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水利发电</a:t>
          </a:r>
          <a:endParaRPr lang="zh-CN" altLang="en-US" sz="2000" kern="1200" dirty="0"/>
        </a:p>
      </dsp:txBody>
      <dsp:txXfrm>
        <a:off x="5245024" y="3728206"/>
        <a:ext cx="779753" cy="1621085"/>
      </dsp:txXfrm>
    </dsp:sp>
    <dsp:sp modelId="{B85FF4C1-6021-4E1E-B4C4-58F9C743CAD5}">
      <dsp:nvSpPr>
        <dsp:cNvPr id="0" name=""/>
        <dsp:cNvSpPr/>
      </dsp:nvSpPr>
      <dsp:spPr>
        <a:xfrm>
          <a:off x="6083823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雨水利用</a:t>
          </a:r>
          <a:endParaRPr lang="zh-CN" altLang="en-US" sz="2000" kern="1200" dirty="0"/>
        </a:p>
      </dsp:txBody>
      <dsp:txXfrm>
        <a:off x="6108082" y="3728206"/>
        <a:ext cx="779753" cy="1621085"/>
      </dsp:txXfrm>
    </dsp:sp>
    <dsp:sp modelId="{6DCA188C-0DB2-4F78-9F40-250AEEF5FCB9}">
      <dsp:nvSpPr>
        <dsp:cNvPr id="0" name=""/>
        <dsp:cNvSpPr/>
      </dsp:nvSpPr>
      <dsp:spPr>
        <a:xfrm>
          <a:off x="6946882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再生水利用</a:t>
          </a:r>
          <a:endParaRPr lang="zh-CN" altLang="en-US" sz="2000" kern="1200" dirty="0"/>
        </a:p>
      </dsp:txBody>
      <dsp:txXfrm>
        <a:off x="6971141" y="3728206"/>
        <a:ext cx="779753" cy="1621085"/>
      </dsp:txXfrm>
    </dsp:sp>
    <dsp:sp modelId="{23191FA4-7506-4770-A6AB-9BCFED968851}">
      <dsp:nvSpPr>
        <dsp:cNvPr id="0" name=""/>
        <dsp:cNvSpPr/>
      </dsp:nvSpPr>
      <dsp:spPr>
        <a:xfrm>
          <a:off x="7844727" y="1853364"/>
          <a:ext cx="2554387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2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海水淡化技术</a:t>
          </a:r>
          <a:endParaRPr lang="zh-CN" altLang="en-US" sz="2000" kern="1200" dirty="0"/>
        </a:p>
      </dsp:txBody>
      <dsp:txXfrm>
        <a:off x="7893628" y="1902265"/>
        <a:ext cx="2456585" cy="1571801"/>
      </dsp:txXfrm>
    </dsp:sp>
    <dsp:sp modelId="{273DDEDD-8DEE-49EA-9734-D3856067F1B1}">
      <dsp:nvSpPr>
        <dsp:cNvPr id="0" name=""/>
        <dsp:cNvSpPr/>
      </dsp:nvSpPr>
      <dsp:spPr>
        <a:xfrm>
          <a:off x="7844727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蒸馏</a:t>
          </a:r>
          <a:endParaRPr lang="zh-CN" altLang="en-US" sz="2000" kern="1200" dirty="0"/>
        </a:p>
      </dsp:txBody>
      <dsp:txXfrm>
        <a:off x="7868986" y="3728206"/>
        <a:ext cx="779753" cy="1621085"/>
      </dsp:txXfrm>
    </dsp:sp>
    <dsp:sp modelId="{FD537542-2BA0-4AD0-8765-98BA2F8A2CB5}">
      <dsp:nvSpPr>
        <dsp:cNvPr id="0" name=""/>
        <dsp:cNvSpPr/>
      </dsp:nvSpPr>
      <dsp:spPr>
        <a:xfrm>
          <a:off x="8707786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电渗析</a:t>
          </a:r>
          <a:endParaRPr lang="zh-CN" altLang="en-US" sz="2000" kern="1200" dirty="0"/>
        </a:p>
      </dsp:txBody>
      <dsp:txXfrm>
        <a:off x="8732045" y="3728206"/>
        <a:ext cx="779753" cy="1621085"/>
      </dsp:txXfrm>
    </dsp:sp>
    <dsp:sp modelId="{63CB54AE-9F2A-475C-A9B1-249F6CF48C38}">
      <dsp:nvSpPr>
        <dsp:cNvPr id="0" name=""/>
        <dsp:cNvSpPr/>
      </dsp:nvSpPr>
      <dsp:spPr>
        <a:xfrm>
          <a:off x="9570844" y="3703947"/>
          <a:ext cx="828271" cy="166960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3"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eaVert" wrap="square" lIns="76200" tIns="76200" rIns="76200" bIns="762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kern="1200" dirty="0" smtClean="0"/>
            <a:t>反渗透</a:t>
          </a:r>
          <a:endParaRPr lang="zh-CN" altLang="en-US" sz="2000" kern="1200" dirty="0"/>
        </a:p>
      </dsp:txBody>
      <dsp:txXfrm>
        <a:off x="9595103" y="3728206"/>
        <a:ext cx="779753" cy="162108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E776A0E-3BEE-400E-A8EA-590C4EA24183}">
      <dsp:nvSpPr>
        <dsp:cNvPr id="0" name=""/>
        <dsp:cNvSpPr/>
      </dsp:nvSpPr>
      <dsp:spPr>
        <a:xfrm>
          <a:off x="1205" y="842414"/>
          <a:ext cx="2351277" cy="2351277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0"/>
                <a:satOff val="0"/>
                <a:lumOff val="0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2">
                <a:alpha val="50000"/>
                <a:hueOff val="0"/>
                <a:satOff val="0"/>
                <a:lumOff val="0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2">
              <a:alpha val="50000"/>
              <a:hueOff val="0"/>
              <a:satOff val="0"/>
              <a:lumOff val="0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29399" tIns="39370" rIns="129399" bIns="39370" numCol="1" spcCol="1270" anchor="ctr" anchorCtr="0">
          <a:noAutofit/>
        </a:bodyPr>
        <a:lstStyle/>
        <a:p>
          <a:pPr lvl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100" kern="1200" baseline="0" smtClean="0"/>
            <a:t>管理型节水模式</a:t>
          </a:r>
          <a:endParaRPr lang="zh-CN" sz="3100" kern="1200"/>
        </a:p>
      </dsp:txBody>
      <dsp:txXfrm>
        <a:off x="345542" y="1186751"/>
        <a:ext cx="1662603" cy="1662603"/>
      </dsp:txXfrm>
    </dsp:sp>
    <dsp:sp modelId="{D28AA628-7945-4B00-AB6E-5AD0332E2785}">
      <dsp:nvSpPr>
        <dsp:cNvPr id="0" name=""/>
        <dsp:cNvSpPr/>
      </dsp:nvSpPr>
      <dsp:spPr>
        <a:xfrm>
          <a:off x="1882227" y="842414"/>
          <a:ext cx="2351277" cy="2351277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-1177638"/>
                <a:satOff val="-1573"/>
                <a:lumOff val="931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2">
                <a:alpha val="50000"/>
                <a:hueOff val="-1177638"/>
                <a:satOff val="-1573"/>
                <a:lumOff val="931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2">
              <a:alpha val="50000"/>
              <a:hueOff val="-1177638"/>
              <a:satOff val="-1573"/>
              <a:lumOff val="931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29399" tIns="39370" rIns="129399" bIns="39370" numCol="1" spcCol="1270" anchor="ctr" anchorCtr="0">
          <a:noAutofit/>
        </a:bodyPr>
        <a:lstStyle/>
        <a:p>
          <a:pPr lvl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100" kern="1200" baseline="0" smtClean="0"/>
            <a:t>工程型节水模式</a:t>
          </a:r>
          <a:endParaRPr lang="zh-CN" sz="3100" kern="1200"/>
        </a:p>
      </dsp:txBody>
      <dsp:txXfrm>
        <a:off x="2226564" y="1186751"/>
        <a:ext cx="1662603" cy="1662603"/>
      </dsp:txXfrm>
    </dsp:sp>
    <dsp:sp modelId="{FB46481C-7E91-4E14-8215-578FDEF75CF9}">
      <dsp:nvSpPr>
        <dsp:cNvPr id="0" name=""/>
        <dsp:cNvSpPr/>
      </dsp:nvSpPr>
      <dsp:spPr>
        <a:xfrm>
          <a:off x="3763249" y="842414"/>
          <a:ext cx="2351277" cy="2351277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-2355276"/>
                <a:satOff val="-3145"/>
                <a:lumOff val="1863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2">
                <a:alpha val="50000"/>
                <a:hueOff val="-2355276"/>
                <a:satOff val="-3145"/>
                <a:lumOff val="1863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2">
              <a:alpha val="50000"/>
              <a:hueOff val="-2355276"/>
              <a:satOff val="-3145"/>
              <a:lumOff val="1863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29399" tIns="39370" rIns="129399" bIns="39370" numCol="1" spcCol="1270" anchor="ctr" anchorCtr="0">
          <a:noAutofit/>
        </a:bodyPr>
        <a:lstStyle/>
        <a:p>
          <a:pPr lvl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100" kern="1200" baseline="0" smtClean="0"/>
            <a:t>科技型节水模式</a:t>
          </a:r>
          <a:endParaRPr lang="zh-CN" sz="3100" kern="1200"/>
        </a:p>
      </dsp:txBody>
      <dsp:txXfrm>
        <a:off x="4107586" y="1186751"/>
        <a:ext cx="1662603" cy="1662603"/>
      </dsp:txXfrm>
    </dsp:sp>
    <dsp:sp modelId="{2959D719-2E6C-44A1-B2F4-904A6EC4C770}">
      <dsp:nvSpPr>
        <dsp:cNvPr id="0" name=""/>
        <dsp:cNvSpPr/>
      </dsp:nvSpPr>
      <dsp:spPr>
        <a:xfrm>
          <a:off x="5644271" y="842414"/>
          <a:ext cx="2351277" cy="2351277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-3532913"/>
                <a:satOff val="-4718"/>
                <a:lumOff val="2794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2">
                <a:alpha val="50000"/>
                <a:hueOff val="-3532913"/>
                <a:satOff val="-4718"/>
                <a:lumOff val="2794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2">
              <a:alpha val="50000"/>
              <a:hueOff val="-3532913"/>
              <a:satOff val="-4718"/>
              <a:lumOff val="2794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29399" tIns="39370" rIns="129399" bIns="39370" numCol="1" spcCol="1270" anchor="ctr" anchorCtr="0">
          <a:noAutofit/>
        </a:bodyPr>
        <a:lstStyle/>
        <a:p>
          <a:pPr lvl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100" kern="1200" baseline="0" smtClean="0"/>
            <a:t>公众参与型节水模式</a:t>
          </a:r>
          <a:endParaRPr lang="zh-CN" sz="3100" kern="1200"/>
        </a:p>
      </dsp:txBody>
      <dsp:txXfrm>
        <a:off x="5988608" y="1186751"/>
        <a:ext cx="1662603" cy="1662603"/>
      </dsp:txXfrm>
    </dsp:sp>
    <dsp:sp modelId="{8F500527-DCB9-4E8C-A9D3-81759FE45E5E}">
      <dsp:nvSpPr>
        <dsp:cNvPr id="0" name=""/>
        <dsp:cNvSpPr/>
      </dsp:nvSpPr>
      <dsp:spPr>
        <a:xfrm>
          <a:off x="7525293" y="842414"/>
          <a:ext cx="2351277" cy="2351277"/>
        </a:xfrm>
        <a:prstGeom prst="ellipse">
          <a:avLst/>
        </a:prstGeom>
        <a:gradFill rotWithShape="0">
          <a:gsLst>
            <a:gs pos="0">
              <a:schemeClr val="accent2">
                <a:alpha val="50000"/>
                <a:hueOff val="-4710551"/>
                <a:satOff val="-6290"/>
                <a:lumOff val="3726"/>
                <a:alphaOff val="0"/>
                <a:tint val="96000"/>
                <a:satMod val="120000"/>
                <a:lumMod val="120000"/>
              </a:schemeClr>
            </a:gs>
            <a:gs pos="100000">
              <a:schemeClr val="accent2">
                <a:alpha val="50000"/>
                <a:hueOff val="-4710551"/>
                <a:satOff val="-6290"/>
                <a:lumOff val="3726"/>
                <a:alphaOff val="0"/>
                <a:shade val="89000"/>
                <a:lumMod val="9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38000"/>
            </a:srgbClr>
          </a:outerShdw>
        </a:effectLst>
        <a:scene3d>
          <a:camera prst="orthographicFront">
            <a:rot lat="0" lon="0" rev="0"/>
          </a:camera>
          <a:lightRig rig="flat" dir="tl">
            <a:rot lat="0" lon="0" rev="6360000"/>
          </a:lightRig>
        </a:scene3d>
        <a:sp3d contourW="19050" prstMaterial="flat">
          <a:bevelT w="63500" h="63500"/>
          <a:contourClr>
            <a:schemeClr val="accent2">
              <a:alpha val="50000"/>
              <a:hueOff val="-4710551"/>
              <a:satOff val="-6290"/>
              <a:lumOff val="3726"/>
              <a:alphaOff val="0"/>
              <a:shade val="25000"/>
              <a:satMod val="180000"/>
            </a:schemeClr>
          </a:contourClr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tx1"/>
        </a:fontRef>
      </dsp:style>
      <dsp:txBody>
        <a:bodyPr spcFirstLastPara="0" vert="horz" wrap="square" lIns="129399" tIns="39370" rIns="129399" bIns="39370" numCol="1" spcCol="1270" anchor="ctr" anchorCtr="0">
          <a:noAutofit/>
        </a:bodyPr>
        <a:lstStyle/>
        <a:p>
          <a:pPr lvl="0" algn="ctr" defTabSz="137795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sz="3100" kern="1200" baseline="0" smtClean="0"/>
            <a:t>循环利用型节水模式</a:t>
          </a:r>
          <a:endParaRPr lang="zh-CN" sz="3100" kern="1200"/>
        </a:p>
      </dsp:txBody>
      <dsp:txXfrm>
        <a:off x="7869630" y="1186751"/>
        <a:ext cx="1662603" cy="16626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4FFDBB-B207-4F7A-800C-304E4F865553}" type="datetimeFigureOut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D58C3-4D26-464A-AFA6-39205542D6D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12036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ounded Rectangle 15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 dirty="0"/>
          </a:p>
        </p:txBody>
      </p:sp>
      <p:grpSp>
        <p:nvGrpSpPr>
          <p:cNvPr id="7" name="Group 9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1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4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15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600200"/>
            <a:ext cx="10363200" cy="1780108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FFFF00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556001"/>
            <a:ext cx="8534400" cy="14732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rgbClr val="FFFF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574AD7-D8DC-41BA-A65F-4B47066778C3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4114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bg>
      <p:bgPr>
        <a:blipFill dpi="0" rotWithShape="1">
          <a:blip r:embed="rId2">
            <a:alphaModFix amt="5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802636"/>
            <a:ext cx="10972800" cy="1252728"/>
          </a:xfrm>
        </p:spPr>
        <p:txBody>
          <a:bodyPr/>
          <a:lstStyle>
            <a:lvl1pPr marL="3240000"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83615-EC1F-41EF-BD95-AF7C808C95AD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</p:nvPr>
        </p:nvSpPr>
        <p:spPr>
          <a:xfrm>
            <a:off x="609600" y="4575707"/>
            <a:ext cx="10972800" cy="1154113"/>
          </a:xfrm>
        </p:spPr>
        <p:txBody>
          <a:bodyPr/>
          <a:lstStyle>
            <a:lvl1pPr marL="3600000">
              <a:defRPr/>
            </a:lvl1pPr>
            <a:lvl2pPr marL="301943" indent="0">
              <a:buNone/>
              <a:defRPr/>
            </a:lvl2pPr>
            <a:lvl3pPr marL="627063" indent="0">
              <a:buNone/>
              <a:defRPr/>
            </a:lvl3pPr>
            <a:lvl4pPr marL="914400" indent="0">
              <a:buNone/>
              <a:defRPr/>
            </a:lvl4pPr>
            <a:lvl5pPr marL="1234440" indent="0">
              <a:buNone/>
              <a:defRPr/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0587383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046D1B-4699-4035-A04F-447587E8AB5D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44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11EFF8-020A-406B-95FD-4B3C67699FE0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902207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679192"/>
            <a:ext cx="5096256" cy="34472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15204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2208" y="2678114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03110" y="3429001"/>
            <a:ext cx="5093407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7600" y="2678113"/>
            <a:ext cx="5096256" cy="639762"/>
          </a:xfrm>
        </p:spPr>
        <p:txBody>
          <a:bodyPr anchor="ctr"/>
          <a:lstStyle>
            <a:lvl1pPr marL="0" indent="0" algn="ctr">
              <a:buNone/>
              <a:defRPr sz="24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3429001"/>
            <a:ext cx="5096256" cy="2697163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18B8B4-69E5-4B81-B6FC-B74B61CCA857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7387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EBB39-9AD5-439C-949C-B526C43C7D4F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99663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6" name="Group 5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29874"/>
            <a:chOff x="-3905251" y="4294188"/>
            <a:chExt cx="13027839" cy="1892300"/>
          </a:xfrm>
        </p:grpSpPr>
        <p:sp>
          <p:nvSpPr>
            <p:cNvPr id="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1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6BE57-55D6-49D6-A727-ED38648EB830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2016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CA3326-A5F6-4DB3-95AD-D207535CC7D5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9200" y="3581401"/>
            <a:ext cx="4470400" cy="1905001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grpSp>
        <p:nvGrpSpPr>
          <p:cNvPr id="2" name="Group 23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25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7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29" name="Freeform 28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2" name="Title 21"/>
          <p:cNvSpPr>
            <a:spLocks noGrp="1"/>
          </p:cNvSpPr>
          <p:nvPr>
            <p:ph type="title"/>
          </p:nvPr>
        </p:nvSpPr>
        <p:spPr>
          <a:xfrm>
            <a:off x="1219200" y="2286000"/>
            <a:ext cx="4470400" cy="1252728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02616" y="1828800"/>
            <a:ext cx="5205435" cy="3810000"/>
          </a:xfrm>
        </p:spPr>
        <p:txBody>
          <a:bodyPr anchor="ctr"/>
          <a:lstStyle>
            <a:lvl1pPr>
              <a:buClr>
                <a:schemeClr val="bg1"/>
              </a:buClr>
              <a:defRPr sz="2200">
                <a:solidFill>
                  <a:schemeClr val="tx2"/>
                </a:solidFill>
              </a:defRPr>
            </a:lvl1pPr>
            <a:lvl2pPr>
              <a:buClr>
                <a:schemeClr val="bg1"/>
              </a:buClr>
              <a:defRPr sz="2000">
                <a:solidFill>
                  <a:schemeClr val="tx2"/>
                </a:solidFill>
              </a:defRPr>
            </a:lvl2pPr>
            <a:lvl3pPr>
              <a:buClr>
                <a:schemeClr val="bg1"/>
              </a:buClr>
              <a:defRPr sz="1800">
                <a:solidFill>
                  <a:schemeClr val="tx2"/>
                </a:solidFill>
              </a:defRPr>
            </a:lvl3pPr>
            <a:lvl4pPr>
              <a:buClr>
                <a:schemeClr val="bg1"/>
              </a:buClr>
              <a:defRPr sz="1600">
                <a:solidFill>
                  <a:schemeClr val="tx2"/>
                </a:solidFill>
              </a:defRPr>
            </a:lvl4pPr>
            <a:lvl5pPr>
              <a:buClr>
                <a:schemeClr val="bg1"/>
              </a:buClr>
              <a:defRPr sz="16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25975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/>
          <p:cNvSpPr/>
          <p:nvPr/>
        </p:nvSpPr>
        <p:spPr>
          <a:xfrm>
            <a:off x="304800" y="228600"/>
            <a:ext cx="11594592" cy="6035040"/>
          </a:xfrm>
          <a:prstGeom prst="roundRect">
            <a:avLst>
              <a:gd name="adj" fmla="val 127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 bwMode="hidden">
          <a:xfrm>
            <a:off x="282220" y="5353963"/>
            <a:ext cx="11631168" cy="1331580"/>
            <a:chOff x="-3905250" y="4294188"/>
            <a:chExt cx="13011150" cy="1892300"/>
          </a:xfrm>
        </p:grpSpPr>
        <p:sp>
          <p:nvSpPr>
            <p:cNvPr id="10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1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2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3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14" name="Freeform 10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8874" y="338667"/>
            <a:ext cx="5083527" cy="2429934"/>
          </a:xfrm>
        </p:spPr>
        <p:txBody>
          <a:bodyPr anchor="b">
            <a:normAutofit/>
          </a:bodyPr>
          <a:lstStyle>
            <a:lvl1pPr algn="l">
              <a:defRPr sz="2800" b="0">
                <a:solidFill>
                  <a:srgbClr val="FFFFFF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91112" y="2785533"/>
            <a:ext cx="5091289" cy="2421467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F25C44-6802-4C24-9DE7-8A12DDC38540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17600" y="1371600"/>
            <a:ext cx="4754880" cy="2926080"/>
          </a:xfrm>
          <a:prstGeom prst="roundRect">
            <a:avLst>
              <a:gd name="adj" fmla="val 3924"/>
            </a:avLst>
          </a:prstGeom>
          <a:solidFill>
            <a:schemeClr val="accent1"/>
          </a:solidFill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600000">
              <a:rot lat="240000" lon="19799999" rev="0"/>
            </a:camera>
            <a:lightRig rig="threePt" dir="t">
              <a:rot lat="0" lon="0" rev="2700000"/>
            </a:lightRig>
          </a:scene3d>
          <a:sp3d>
            <a:bevelT w="44450" h="31750"/>
          </a:sp3d>
        </p:spPr>
        <p:txBody>
          <a:bodyPr/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371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ctr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5BBD-D190-4C8E-909F-3C60338B7D6D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525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ounded Rectangle 20"/>
          <p:cNvSpPr/>
          <p:nvPr/>
        </p:nvSpPr>
        <p:spPr bwMode="hidden">
          <a:xfrm>
            <a:off x="304800" y="228600"/>
            <a:ext cx="11594592" cy="1426464"/>
          </a:xfrm>
          <a:prstGeom prst="roundRect">
            <a:avLst>
              <a:gd name="adj" fmla="val 7136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0FD0D8-DF70-4B04-88B2-3E5F9209B2D6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  <p:grpSp>
        <p:nvGrpSpPr>
          <p:cNvPr id="15" name="Group 14"/>
          <p:cNvGrpSpPr>
            <a:grpSpLocks noChangeAspect="1"/>
          </p:cNvGrpSpPr>
          <p:nvPr/>
        </p:nvGrpSpPr>
        <p:grpSpPr bwMode="hidden">
          <a:xfrm>
            <a:off x="282220" y="714191"/>
            <a:ext cx="11631168" cy="1331580"/>
            <a:chOff x="-3905250" y="4294188"/>
            <a:chExt cx="13011150" cy="1892300"/>
          </a:xfrm>
        </p:grpSpPr>
        <p:sp>
          <p:nvSpPr>
            <p:cNvPr id="16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7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20" name="Freeform 19"/>
            <p:cNvSpPr>
              <a:spLocks/>
            </p:cNvSpPr>
            <p:nvPr/>
          </p:nvSpPr>
          <p:spPr bwMode="hidden">
            <a:xfrm>
              <a:off x="-3905250" y="4294188"/>
              <a:ext cx="13011150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447801"/>
            <a:ext cx="2743200" cy="4487333"/>
          </a:xfrm>
        </p:spPr>
        <p:txBody>
          <a:bodyPr vert="eaVert" anchor="ctr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447800"/>
            <a:ext cx="8026400" cy="4487334"/>
          </a:xfrm>
        </p:spPr>
        <p:txBody>
          <a:bodyPr vert="eaVert"/>
          <a:lstStyle>
            <a:lvl1pPr>
              <a:buClr>
                <a:schemeClr val="accent1"/>
              </a:buClr>
              <a:defRPr/>
            </a:lvl1pPr>
            <a:lvl2pPr>
              <a:buClr>
                <a:schemeClr val="accent1"/>
              </a:buClr>
              <a:defRPr/>
            </a:lvl2pPr>
            <a:lvl3pPr>
              <a:buClr>
                <a:schemeClr val="accent1"/>
              </a:buClr>
              <a:defRPr/>
            </a:lvl3pPr>
            <a:lvl4pPr>
              <a:buClr>
                <a:schemeClr val="accent1"/>
              </a:buClr>
              <a:defRPr/>
            </a:lvl4pPr>
            <a:lvl5pPr>
              <a:buClr>
                <a:schemeClr val="accent1"/>
              </a:buClr>
              <a:defRPr/>
            </a:lvl5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4474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A61DA-FADD-4F38-9C0A-CEDFE9FF5228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55B-9D35-4C3E-88F3-8815BFF5A0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34584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/>
          <p:cNvSpPr/>
          <p:nvPr/>
        </p:nvSpPr>
        <p:spPr>
          <a:xfrm>
            <a:off x="304800" y="228600"/>
            <a:ext cx="11594592" cy="2468880"/>
          </a:xfrm>
          <a:prstGeom prst="roundRect">
            <a:avLst>
              <a:gd name="adj" fmla="val 3362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90000">
                <a:schemeClr val="accent1">
                  <a:lumMod val="60000"/>
                  <a:lumOff val="4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grpSp>
        <p:nvGrpSpPr>
          <p:cNvPr id="8" name="Group 15"/>
          <p:cNvGrpSpPr>
            <a:grpSpLocks noChangeAspect="1"/>
          </p:cNvGrpSpPr>
          <p:nvPr/>
        </p:nvGrpSpPr>
        <p:grpSpPr bwMode="hidden">
          <a:xfrm>
            <a:off x="282220" y="1679429"/>
            <a:ext cx="11631168" cy="1329874"/>
            <a:chOff x="-3905251" y="4294188"/>
            <a:chExt cx="13027839" cy="1892300"/>
          </a:xfrm>
        </p:grpSpPr>
        <p:sp>
          <p:nvSpPr>
            <p:cNvPr id="17" name="Freeform 14"/>
            <p:cNvSpPr>
              <a:spLocks/>
            </p:cNvSpPr>
            <p:nvPr/>
          </p:nvSpPr>
          <p:spPr bwMode="hidden">
            <a:xfrm>
              <a:off x="4810125" y="4500563"/>
              <a:ext cx="4295775" cy="1016000"/>
            </a:xfrm>
            <a:custGeom>
              <a:avLst/>
              <a:gdLst/>
              <a:ahLst/>
              <a:cxnLst>
                <a:cxn ang="0">
                  <a:pos x="2700" y="0"/>
                </a:cxn>
                <a:cxn ang="0">
                  <a:pos x="2700" y="0"/>
                </a:cxn>
                <a:cxn ang="0">
                  <a:pos x="2586" y="18"/>
                </a:cxn>
                <a:cxn ang="0">
                  <a:pos x="2470" y="38"/>
                </a:cxn>
                <a:cxn ang="0">
                  <a:pos x="2352" y="60"/>
                </a:cxn>
                <a:cxn ang="0">
                  <a:pos x="2230" y="82"/>
                </a:cxn>
                <a:cxn ang="0">
                  <a:pos x="2106" y="108"/>
                </a:cxn>
                <a:cxn ang="0">
                  <a:pos x="1978" y="134"/>
                </a:cxn>
                <a:cxn ang="0">
                  <a:pos x="1848" y="164"/>
                </a:cxn>
                <a:cxn ang="0">
                  <a:pos x="1714" y="194"/>
                </a:cxn>
                <a:cxn ang="0">
                  <a:pos x="1714" y="194"/>
                </a:cxn>
                <a:cxn ang="0">
                  <a:pos x="1472" y="252"/>
                </a:cxn>
                <a:cxn ang="0">
                  <a:pos x="1236" y="304"/>
                </a:cxn>
                <a:cxn ang="0">
                  <a:pos x="1010" y="352"/>
                </a:cxn>
                <a:cxn ang="0">
                  <a:pos x="792" y="398"/>
                </a:cxn>
                <a:cxn ang="0">
                  <a:pos x="584" y="438"/>
                </a:cxn>
                <a:cxn ang="0">
                  <a:pos x="382" y="474"/>
                </a:cxn>
                <a:cxn ang="0">
                  <a:pos x="188" y="508"/>
                </a:cxn>
                <a:cxn ang="0">
                  <a:pos x="0" y="538"/>
                </a:cxn>
                <a:cxn ang="0">
                  <a:pos x="0" y="538"/>
                </a:cxn>
                <a:cxn ang="0">
                  <a:pos x="130" y="556"/>
                </a:cxn>
                <a:cxn ang="0">
                  <a:pos x="254" y="572"/>
                </a:cxn>
                <a:cxn ang="0">
                  <a:pos x="374" y="586"/>
                </a:cxn>
                <a:cxn ang="0">
                  <a:pos x="492" y="598"/>
                </a:cxn>
                <a:cxn ang="0">
                  <a:pos x="606" y="610"/>
                </a:cxn>
                <a:cxn ang="0">
                  <a:pos x="716" y="618"/>
                </a:cxn>
                <a:cxn ang="0">
                  <a:pos x="822" y="626"/>
                </a:cxn>
                <a:cxn ang="0">
                  <a:pos x="926" y="632"/>
                </a:cxn>
                <a:cxn ang="0">
                  <a:pos x="1028" y="636"/>
                </a:cxn>
                <a:cxn ang="0">
                  <a:pos x="1126" y="638"/>
                </a:cxn>
                <a:cxn ang="0">
                  <a:pos x="1220" y="640"/>
                </a:cxn>
                <a:cxn ang="0">
                  <a:pos x="1312" y="640"/>
                </a:cxn>
                <a:cxn ang="0">
                  <a:pos x="1402" y="638"/>
                </a:cxn>
                <a:cxn ang="0">
                  <a:pos x="1490" y="636"/>
                </a:cxn>
                <a:cxn ang="0">
                  <a:pos x="1574" y="632"/>
                </a:cxn>
                <a:cxn ang="0">
                  <a:pos x="1656" y="626"/>
                </a:cxn>
                <a:cxn ang="0">
                  <a:pos x="1734" y="620"/>
                </a:cxn>
                <a:cxn ang="0">
                  <a:pos x="1812" y="612"/>
                </a:cxn>
                <a:cxn ang="0">
                  <a:pos x="1886" y="602"/>
                </a:cxn>
                <a:cxn ang="0">
                  <a:pos x="1960" y="592"/>
                </a:cxn>
                <a:cxn ang="0">
                  <a:pos x="2030" y="580"/>
                </a:cxn>
                <a:cxn ang="0">
                  <a:pos x="2100" y="568"/>
                </a:cxn>
                <a:cxn ang="0">
                  <a:pos x="2166" y="554"/>
                </a:cxn>
                <a:cxn ang="0">
                  <a:pos x="2232" y="540"/>
                </a:cxn>
                <a:cxn ang="0">
                  <a:pos x="2296" y="524"/>
                </a:cxn>
                <a:cxn ang="0">
                  <a:pos x="2358" y="508"/>
                </a:cxn>
                <a:cxn ang="0">
                  <a:pos x="2418" y="490"/>
                </a:cxn>
                <a:cxn ang="0">
                  <a:pos x="2478" y="472"/>
                </a:cxn>
                <a:cxn ang="0">
                  <a:pos x="2592" y="432"/>
                </a:cxn>
                <a:cxn ang="0">
                  <a:pos x="2702" y="390"/>
                </a:cxn>
                <a:cxn ang="0">
                  <a:pos x="2702" y="390"/>
                </a:cxn>
                <a:cxn ang="0">
                  <a:pos x="2706" y="388"/>
                </a:cxn>
                <a:cxn ang="0">
                  <a:pos x="2706" y="388"/>
                </a:cxn>
                <a:cxn ang="0">
                  <a:pos x="2706" y="0"/>
                </a:cxn>
                <a:cxn ang="0">
                  <a:pos x="2706" y="0"/>
                </a:cxn>
                <a:cxn ang="0">
                  <a:pos x="2700" y="0"/>
                </a:cxn>
                <a:cxn ang="0">
                  <a:pos x="2700" y="0"/>
                </a:cxn>
              </a:cxnLst>
              <a:rect l="0" t="0" r="r" b="b"/>
              <a:pathLst>
                <a:path w="2706" h="640">
                  <a:moveTo>
                    <a:pt x="2700" y="0"/>
                  </a:moveTo>
                  <a:lnTo>
                    <a:pt x="2700" y="0"/>
                  </a:lnTo>
                  <a:lnTo>
                    <a:pt x="2586" y="18"/>
                  </a:lnTo>
                  <a:lnTo>
                    <a:pt x="2470" y="38"/>
                  </a:lnTo>
                  <a:lnTo>
                    <a:pt x="2352" y="60"/>
                  </a:lnTo>
                  <a:lnTo>
                    <a:pt x="2230" y="82"/>
                  </a:lnTo>
                  <a:lnTo>
                    <a:pt x="2106" y="108"/>
                  </a:lnTo>
                  <a:lnTo>
                    <a:pt x="1978" y="134"/>
                  </a:lnTo>
                  <a:lnTo>
                    <a:pt x="1848" y="164"/>
                  </a:lnTo>
                  <a:lnTo>
                    <a:pt x="1714" y="194"/>
                  </a:lnTo>
                  <a:lnTo>
                    <a:pt x="1714" y="194"/>
                  </a:lnTo>
                  <a:lnTo>
                    <a:pt x="1472" y="252"/>
                  </a:lnTo>
                  <a:lnTo>
                    <a:pt x="1236" y="304"/>
                  </a:lnTo>
                  <a:lnTo>
                    <a:pt x="1010" y="352"/>
                  </a:lnTo>
                  <a:lnTo>
                    <a:pt x="792" y="398"/>
                  </a:lnTo>
                  <a:lnTo>
                    <a:pt x="584" y="438"/>
                  </a:lnTo>
                  <a:lnTo>
                    <a:pt x="382" y="474"/>
                  </a:lnTo>
                  <a:lnTo>
                    <a:pt x="188" y="508"/>
                  </a:lnTo>
                  <a:lnTo>
                    <a:pt x="0" y="538"/>
                  </a:lnTo>
                  <a:lnTo>
                    <a:pt x="0" y="538"/>
                  </a:lnTo>
                  <a:lnTo>
                    <a:pt x="130" y="556"/>
                  </a:lnTo>
                  <a:lnTo>
                    <a:pt x="254" y="572"/>
                  </a:lnTo>
                  <a:lnTo>
                    <a:pt x="374" y="586"/>
                  </a:lnTo>
                  <a:lnTo>
                    <a:pt x="492" y="598"/>
                  </a:lnTo>
                  <a:lnTo>
                    <a:pt x="606" y="610"/>
                  </a:lnTo>
                  <a:lnTo>
                    <a:pt x="716" y="618"/>
                  </a:lnTo>
                  <a:lnTo>
                    <a:pt x="822" y="626"/>
                  </a:lnTo>
                  <a:lnTo>
                    <a:pt x="926" y="632"/>
                  </a:lnTo>
                  <a:lnTo>
                    <a:pt x="1028" y="636"/>
                  </a:lnTo>
                  <a:lnTo>
                    <a:pt x="1126" y="638"/>
                  </a:lnTo>
                  <a:lnTo>
                    <a:pt x="1220" y="640"/>
                  </a:lnTo>
                  <a:lnTo>
                    <a:pt x="1312" y="640"/>
                  </a:lnTo>
                  <a:lnTo>
                    <a:pt x="1402" y="638"/>
                  </a:lnTo>
                  <a:lnTo>
                    <a:pt x="1490" y="636"/>
                  </a:lnTo>
                  <a:lnTo>
                    <a:pt x="1574" y="632"/>
                  </a:lnTo>
                  <a:lnTo>
                    <a:pt x="1656" y="626"/>
                  </a:lnTo>
                  <a:lnTo>
                    <a:pt x="1734" y="620"/>
                  </a:lnTo>
                  <a:lnTo>
                    <a:pt x="1812" y="612"/>
                  </a:lnTo>
                  <a:lnTo>
                    <a:pt x="1886" y="602"/>
                  </a:lnTo>
                  <a:lnTo>
                    <a:pt x="1960" y="592"/>
                  </a:lnTo>
                  <a:lnTo>
                    <a:pt x="2030" y="580"/>
                  </a:lnTo>
                  <a:lnTo>
                    <a:pt x="2100" y="568"/>
                  </a:lnTo>
                  <a:lnTo>
                    <a:pt x="2166" y="554"/>
                  </a:lnTo>
                  <a:lnTo>
                    <a:pt x="2232" y="540"/>
                  </a:lnTo>
                  <a:lnTo>
                    <a:pt x="2296" y="524"/>
                  </a:lnTo>
                  <a:lnTo>
                    <a:pt x="2358" y="508"/>
                  </a:lnTo>
                  <a:lnTo>
                    <a:pt x="2418" y="490"/>
                  </a:lnTo>
                  <a:lnTo>
                    <a:pt x="2478" y="472"/>
                  </a:lnTo>
                  <a:lnTo>
                    <a:pt x="2592" y="432"/>
                  </a:lnTo>
                  <a:lnTo>
                    <a:pt x="2702" y="390"/>
                  </a:lnTo>
                  <a:lnTo>
                    <a:pt x="2702" y="390"/>
                  </a:lnTo>
                  <a:lnTo>
                    <a:pt x="2706" y="388"/>
                  </a:lnTo>
                  <a:lnTo>
                    <a:pt x="2706" y="388"/>
                  </a:lnTo>
                  <a:lnTo>
                    <a:pt x="2706" y="0"/>
                  </a:lnTo>
                  <a:lnTo>
                    <a:pt x="2706" y="0"/>
                  </a:lnTo>
                  <a:lnTo>
                    <a:pt x="2700" y="0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bg2">
                <a:alpha val="29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hidden">
            <a:xfrm>
              <a:off x="-309563" y="4318000"/>
              <a:ext cx="8280401" cy="1209675"/>
            </a:xfrm>
            <a:custGeom>
              <a:avLst/>
              <a:gdLst/>
              <a:ahLst/>
              <a:cxnLst>
                <a:cxn ang="0">
                  <a:pos x="5216" y="714"/>
                </a:cxn>
                <a:cxn ang="0">
                  <a:pos x="4984" y="686"/>
                </a:cxn>
                <a:cxn ang="0">
                  <a:pos x="4478" y="610"/>
                </a:cxn>
                <a:cxn ang="0">
                  <a:pos x="3914" y="508"/>
                </a:cxn>
                <a:cxn ang="0">
                  <a:pos x="3286" y="374"/>
                </a:cxn>
                <a:cxn ang="0">
                  <a:pos x="2946" y="296"/>
                </a:cxn>
                <a:cxn ang="0">
                  <a:pos x="2682" y="236"/>
                </a:cxn>
                <a:cxn ang="0">
                  <a:pos x="2430" y="184"/>
                </a:cxn>
                <a:cxn ang="0">
                  <a:pos x="2190" y="140"/>
                </a:cxn>
                <a:cxn ang="0">
                  <a:pos x="1960" y="102"/>
                </a:cxn>
                <a:cxn ang="0">
                  <a:pos x="1740" y="72"/>
                </a:cxn>
                <a:cxn ang="0">
                  <a:pos x="1334" y="28"/>
                </a:cxn>
                <a:cxn ang="0">
                  <a:pos x="970" y="4"/>
                </a:cxn>
                <a:cxn ang="0">
                  <a:pos x="644" y="0"/>
                </a:cxn>
                <a:cxn ang="0">
                  <a:pos x="358" y="10"/>
                </a:cxn>
                <a:cxn ang="0">
                  <a:pos x="110" y="32"/>
                </a:cxn>
                <a:cxn ang="0">
                  <a:pos x="0" y="48"/>
                </a:cxn>
                <a:cxn ang="0">
                  <a:pos x="314" y="86"/>
                </a:cxn>
                <a:cxn ang="0">
                  <a:pos x="652" y="140"/>
                </a:cxn>
                <a:cxn ang="0">
                  <a:pos x="1014" y="210"/>
                </a:cxn>
                <a:cxn ang="0">
                  <a:pos x="1402" y="296"/>
                </a:cxn>
                <a:cxn ang="0">
                  <a:pos x="1756" y="378"/>
                </a:cxn>
                <a:cxn ang="0">
                  <a:pos x="2408" y="516"/>
                </a:cxn>
                <a:cxn ang="0">
                  <a:pos x="2708" y="572"/>
                </a:cxn>
                <a:cxn ang="0">
                  <a:pos x="2992" y="620"/>
                </a:cxn>
                <a:cxn ang="0">
                  <a:pos x="3260" y="662"/>
                </a:cxn>
                <a:cxn ang="0">
                  <a:pos x="3512" y="694"/>
                </a:cxn>
                <a:cxn ang="0">
                  <a:pos x="3750" y="722"/>
                </a:cxn>
                <a:cxn ang="0">
                  <a:pos x="3974" y="740"/>
                </a:cxn>
                <a:cxn ang="0">
                  <a:pos x="4184" y="754"/>
                </a:cxn>
                <a:cxn ang="0">
                  <a:pos x="4384" y="762"/>
                </a:cxn>
                <a:cxn ang="0">
                  <a:pos x="4570" y="762"/>
                </a:cxn>
                <a:cxn ang="0">
                  <a:pos x="4746" y="758"/>
                </a:cxn>
                <a:cxn ang="0">
                  <a:pos x="4912" y="748"/>
                </a:cxn>
                <a:cxn ang="0">
                  <a:pos x="5068" y="732"/>
                </a:cxn>
                <a:cxn ang="0">
                  <a:pos x="5216" y="714"/>
                </a:cxn>
              </a:cxnLst>
              <a:rect l="0" t="0" r="r" b="b"/>
              <a:pathLst>
                <a:path w="5216" h="762">
                  <a:moveTo>
                    <a:pt x="5216" y="714"/>
                  </a:moveTo>
                  <a:lnTo>
                    <a:pt x="5216" y="714"/>
                  </a:lnTo>
                  <a:lnTo>
                    <a:pt x="5102" y="700"/>
                  </a:lnTo>
                  <a:lnTo>
                    <a:pt x="4984" y="686"/>
                  </a:lnTo>
                  <a:lnTo>
                    <a:pt x="4738" y="652"/>
                  </a:lnTo>
                  <a:lnTo>
                    <a:pt x="4478" y="610"/>
                  </a:lnTo>
                  <a:lnTo>
                    <a:pt x="4204" y="564"/>
                  </a:lnTo>
                  <a:lnTo>
                    <a:pt x="3914" y="508"/>
                  </a:lnTo>
                  <a:lnTo>
                    <a:pt x="3608" y="446"/>
                  </a:lnTo>
                  <a:lnTo>
                    <a:pt x="3286" y="374"/>
                  </a:lnTo>
                  <a:lnTo>
                    <a:pt x="2946" y="296"/>
                  </a:lnTo>
                  <a:lnTo>
                    <a:pt x="2946" y="296"/>
                  </a:lnTo>
                  <a:lnTo>
                    <a:pt x="2812" y="266"/>
                  </a:lnTo>
                  <a:lnTo>
                    <a:pt x="2682" y="236"/>
                  </a:lnTo>
                  <a:lnTo>
                    <a:pt x="2556" y="210"/>
                  </a:lnTo>
                  <a:lnTo>
                    <a:pt x="2430" y="184"/>
                  </a:lnTo>
                  <a:lnTo>
                    <a:pt x="2308" y="162"/>
                  </a:lnTo>
                  <a:lnTo>
                    <a:pt x="2190" y="140"/>
                  </a:lnTo>
                  <a:lnTo>
                    <a:pt x="2074" y="120"/>
                  </a:lnTo>
                  <a:lnTo>
                    <a:pt x="1960" y="102"/>
                  </a:lnTo>
                  <a:lnTo>
                    <a:pt x="1850" y="86"/>
                  </a:lnTo>
                  <a:lnTo>
                    <a:pt x="1740" y="72"/>
                  </a:lnTo>
                  <a:lnTo>
                    <a:pt x="1532" y="46"/>
                  </a:lnTo>
                  <a:lnTo>
                    <a:pt x="1334" y="28"/>
                  </a:lnTo>
                  <a:lnTo>
                    <a:pt x="1148" y="14"/>
                  </a:lnTo>
                  <a:lnTo>
                    <a:pt x="970" y="4"/>
                  </a:lnTo>
                  <a:lnTo>
                    <a:pt x="802" y="0"/>
                  </a:lnTo>
                  <a:lnTo>
                    <a:pt x="644" y="0"/>
                  </a:lnTo>
                  <a:lnTo>
                    <a:pt x="496" y="4"/>
                  </a:lnTo>
                  <a:lnTo>
                    <a:pt x="358" y="10"/>
                  </a:lnTo>
                  <a:lnTo>
                    <a:pt x="230" y="20"/>
                  </a:lnTo>
                  <a:lnTo>
                    <a:pt x="110" y="32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54" y="66"/>
                  </a:lnTo>
                  <a:lnTo>
                    <a:pt x="314" y="86"/>
                  </a:lnTo>
                  <a:lnTo>
                    <a:pt x="480" y="112"/>
                  </a:lnTo>
                  <a:lnTo>
                    <a:pt x="652" y="140"/>
                  </a:lnTo>
                  <a:lnTo>
                    <a:pt x="830" y="174"/>
                  </a:lnTo>
                  <a:lnTo>
                    <a:pt x="1014" y="210"/>
                  </a:lnTo>
                  <a:lnTo>
                    <a:pt x="1206" y="250"/>
                  </a:lnTo>
                  <a:lnTo>
                    <a:pt x="1402" y="296"/>
                  </a:lnTo>
                  <a:lnTo>
                    <a:pt x="1402" y="296"/>
                  </a:lnTo>
                  <a:lnTo>
                    <a:pt x="1756" y="378"/>
                  </a:lnTo>
                  <a:lnTo>
                    <a:pt x="2092" y="450"/>
                  </a:lnTo>
                  <a:lnTo>
                    <a:pt x="2408" y="516"/>
                  </a:lnTo>
                  <a:lnTo>
                    <a:pt x="2562" y="544"/>
                  </a:lnTo>
                  <a:lnTo>
                    <a:pt x="2708" y="572"/>
                  </a:lnTo>
                  <a:lnTo>
                    <a:pt x="2852" y="598"/>
                  </a:lnTo>
                  <a:lnTo>
                    <a:pt x="2992" y="620"/>
                  </a:lnTo>
                  <a:lnTo>
                    <a:pt x="3128" y="642"/>
                  </a:lnTo>
                  <a:lnTo>
                    <a:pt x="3260" y="662"/>
                  </a:lnTo>
                  <a:lnTo>
                    <a:pt x="3388" y="678"/>
                  </a:lnTo>
                  <a:lnTo>
                    <a:pt x="3512" y="694"/>
                  </a:lnTo>
                  <a:lnTo>
                    <a:pt x="3632" y="708"/>
                  </a:lnTo>
                  <a:lnTo>
                    <a:pt x="3750" y="722"/>
                  </a:lnTo>
                  <a:lnTo>
                    <a:pt x="3864" y="732"/>
                  </a:lnTo>
                  <a:lnTo>
                    <a:pt x="3974" y="740"/>
                  </a:lnTo>
                  <a:lnTo>
                    <a:pt x="4080" y="748"/>
                  </a:lnTo>
                  <a:lnTo>
                    <a:pt x="4184" y="754"/>
                  </a:lnTo>
                  <a:lnTo>
                    <a:pt x="4286" y="758"/>
                  </a:lnTo>
                  <a:lnTo>
                    <a:pt x="4384" y="762"/>
                  </a:lnTo>
                  <a:lnTo>
                    <a:pt x="4478" y="762"/>
                  </a:lnTo>
                  <a:lnTo>
                    <a:pt x="4570" y="762"/>
                  </a:lnTo>
                  <a:lnTo>
                    <a:pt x="4660" y="760"/>
                  </a:lnTo>
                  <a:lnTo>
                    <a:pt x="4746" y="758"/>
                  </a:lnTo>
                  <a:lnTo>
                    <a:pt x="4830" y="754"/>
                  </a:lnTo>
                  <a:lnTo>
                    <a:pt x="4912" y="748"/>
                  </a:lnTo>
                  <a:lnTo>
                    <a:pt x="4992" y="740"/>
                  </a:lnTo>
                  <a:lnTo>
                    <a:pt x="5068" y="732"/>
                  </a:lnTo>
                  <a:lnTo>
                    <a:pt x="5144" y="724"/>
                  </a:lnTo>
                  <a:lnTo>
                    <a:pt x="5216" y="714"/>
                  </a:lnTo>
                  <a:lnTo>
                    <a:pt x="5216" y="714"/>
                  </a:lnTo>
                  <a:close/>
                </a:path>
              </a:pathLst>
            </a:custGeom>
            <a:solidFill>
              <a:schemeClr val="bg2">
                <a:alpha val="40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19" name="Freeform 22"/>
            <p:cNvSpPr>
              <a:spLocks/>
            </p:cNvSpPr>
            <p:nvPr/>
          </p:nvSpPr>
          <p:spPr bwMode="hidden">
            <a:xfrm>
              <a:off x="3175" y="4335463"/>
              <a:ext cx="8166100" cy="1101725"/>
            </a:xfrm>
            <a:custGeom>
              <a:avLst/>
              <a:gdLst/>
              <a:ahLst/>
              <a:cxnLst>
                <a:cxn ang="0">
                  <a:pos x="0" y="70"/>
                </a:cxn>
                <a:cxn ang="0">
                  <a:pos x="0" y="70"/>
                </a:cxn>
                <a:cxn ang="0">
                  <a:pos x="18" y="66"/>
                </a:cxn>
                <a:cxn ang="0">
                  <a:pos x="72" y="56"/>
                </a:cxn>
                <a:cxn ang="0">
                  <a:pos x="164" y="42"/>
                </a:cxn>
                <a:cxn ang="0">
                  <a:pos x="224" y="34"/>
                </a:cxn>
                <a:cxn ang="0">
                  <a:pos x="294" y="26"/>
                </a:cxn>
                <a:cxn ang="0">
                  <a:pos x="372" y="20"/>
                </a:cxn>
                <a:cxn ang="0">
                  <a:pos x="462" y="14"/>
                </a:cxn>
                <a:cxn ang="0">
                  <a:pos x="560" y="8"/>
                </a:cxn>
                <a:cxn ang="0">
                  <a:pos x="670" y="4"/>
                </a:cxn>
                <a:cxn ang="0">
                  <a:pos x="790" y="2"/>
                </a:cxn>
                <a:cxn ang="0">
                  <a:pos x="920" y="0"/>
                </a:cxn>
                <a:cxn ang="0">
                  <a:pos x="1060" y="2"/>
                </a:cxn>
                <a:cxn ang="0">
                  <a:pos x="1210" y="6"/>
                </a:cxn>
                <a:cxn ang="0">
                  <a:pos x="1372" y="14"/>
                </a:cxn>
                <a:cxn ang="0">
                  <a:pos x="1544" y="24"/>
                </a:cxn>
                <a:cxn ang="0">
                  <a:pos x="1726" y="40"/>
                </a:cxn>
                <a:cxn ang="0">
                  <a:pos x="1920" y="58"/>
                </a:cxn>
                <a:cxn ang="0">
                  <a:pos x="2126" y="80"/>
                </a:cxn>
                <a:cxn ang="0">
                  <a:pos x="2342" y="106"/>
                </a:cxn>
                <a:cxn ang="0">
                  <a:pos x="2570" y="138"/>
                </a:cxn>
                <a:cxn ang="0">
                  <a:pos x="2808" y="174"/>
                </a:cxn>
                <a:cxn ang="0">
                  <a:pos x="3058" y="216"/>
                </a:cxn>
                <a:cxn ang="0">
                  <a:pos x="3320" y="266"/>
                </a:cxn>
                <a:cxn ang="0">
                  <a:pos x="3594" y="320"/>
                </a:cxn>
                <a:cxn ang="0">
                  <a:pos x="3880" y="380"/>
                </a:cxn>
                <a:cxn ang="0">
                  <a:pos x="4178" y="448"/>
                </a:cxn>
                <a:cxn ang="0">
                  <a:pos x="4488" y="522"/>
                </a:cxn>
                <a:cxn ang="0">
                  <a:pos x="4810" y="604"/>
                </a:cxn>
                <a:cxn ang="0">
                  <a:pos x="5144" y="694"/>
                </a:cxn>
              </a:cxnLst>
              <a:rect l="0" t="0" r="r" b="b"/>
              <a:pathLst>
                <a:path w="5144" h="694">
                  <a:moveTo>
                    <a:pt x="0" y="70"/>
                  </a:moveTo>
                  <a:lnTo>
                    <a:pt x="0" y="70"/>
                  </a:lnTo>
                  <a:lnTo>
                    <a:pt x="18" y="66"/>
                  </a:lnTo>
                  <a:lnTo>
                    <a:pt x="72" y="56"/>
                  </a:lnTo>
                  <a:lnTo>
                    <a:pt x="164" y="42"/>
                  </a:lnTo>
                  <a:lnTo>
                    <a:pt x="224" y="34"/>
                  </a:lnTo>
                  <a:lnTo>
                    <a:pt x="294" y="26"/>
                  </a:lnTo>
                  <a:lnTo>
                    <a:pt x="372" y="20"/>
                  </a:lnTo>
                  <a:lnTo>
                    <a:pt x="462" y="14"/>
                  </a:lnTo>
                  <a:lnTo>
                    <a:pt x="560" y="8"/>
                  </a:lnTo>
                  <a:lnTo>
                    <a:pt x="670" y="4"/>
                  </a:lnTo>
                  <a:lnTo>
                    <a:pt x="790" y="2"/>
                  </a:lnTo>
                  <a:lnTo>
                    <a:pt x="920" y="0"/>
                  </a:lnTo>
                  <a:lnTo>
                    <a:pt x="1060" y="2"/>
                  </a:lnTo>
                  <a:lnTo>
                    <a:pt x="1210" y="6"/>
                  </a:lnTo>
                  <a:lnTo>
                    <a:pt x="1372" y="14"/>
                  </a:lnTo>
                  <a:lnTo>
                    <a:pt x="1544" y="24"/>
                  </a:lnTo>
                  <a:lnTo>
                    <a:pt x="1726" y="40"/>
                  </a:lnTo>
                  <a:lnTo>
                    <a:pt x="1920" y="58"/>
                  </a:lnTo>
                  <a:lnTo>
                    <a:pt x="2126" y="80"/>
                  </a:lnTo>
                  <a:lnTo>
                    <a:pt x="2342" y="106"/>
                  </a:lnTo>
                  <a:lnTo>
                    <a:pt x="2570" y="138"/>
                  </a:lnTo>
                  <a:lnTo>
                    <a:pt x="2808" y="174"/>
                  </a:lnTo>
                  <a:lnTo>
                    <a:pt x="3058" y="216"/>
                  </a:lnTo>
                  <a:lnTo>
                    <a:pt x="3320" y="266"/>
                  </a:lnTo>
                  <a:lnTo>
                    <a:pt x="3594" y="320"/>
                  </a:lnTo>
                  <a:lnTo>
                    <a:pt x="3880" y="380"/>
                  </a:lnTo>
                  <a:lnTo>
                    <a:pt x="4178" y="448"/>
                  </a:lnTo>
                  <a:lnTo>
                    <a:pt x="4488" y="522"/>
                  </a:lnTo>
                  <a:lnTo>
                    <a:pt x="4810" y="604"/>
                  </a:lnTo>
                  <a:lnTo>
                    <a:pt x="5144" y="694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>
          <p:nvSpPr>
            <p:cNvPr id="20" name="Freeform 26"/>
            <p:cNvSpPr>
              <a:spLocks/>
            </p:cNvSpPr>
            <p:nvPr/>
          </p:nvSpPr>
          <p:spPr bwMode="hidden">
            <a:xfrm>
              <a:off x="4156075" y="4316413"/>
              <a:ext cx="4940300" cy="927100"/>
            </a:xfrm>
            <a:custGeom>
              <a:avLst/>
              <a:gdLst/>
              <a:ahLst/>
              <a:cxnLst>
                <a:cxn ang="0">
                  <a:pos x="0" y="584"/>
                </a:cxn>
                <a:cxn ang="0">
                  <a:pos x="0" y="584"/>
                </a:cxn>
                <a:cxn ang="0">
                  <a:pos x="90" y="560"/>
                </a:cxn>
                <a:cxn ang="0">
                  <a:pos x="336" y="498"/>
                </a:cxn>
                <a:cxn ang="0">
                  <a:pos x="506" y="456"/>
                </a:cxn>
                <a:cxn ang="0">
                  <a:pos x="702" y="410"/>
                </a:cxn>
                <a:cxn ang="0">
                  <a:pos x="920" y="360"/>
                </a:cxn>
                <a:cxn ang="0">
                  <a:pos x="1154" y="306"/>
                </a:cxn>
                <a:cxn ang="0">
                  <a:pos x="1402" y="254"/>
                </a:cxn>
                <a:cxn ang="0">
                  <a:pos x="1656" y="202"/>
                </a:cxn>
                <a:cxn ang="0">
                  <a:pos x="1916" y="154"/>
                </a:cxn>
                <a:cxn ang="0">
                  <a:pos x="2174" y="108"/>
                </a:cxn>
                <a:cxn ang="0">
                  <a:pos x="2302" y="88"/>
                </a:cxn>
                <a:cxn ang="0">
                  <a:pos x="2426" y="68"/>
                </a:cxn>
                <a:cxn ang="0">
                  <a:pos x="2550" y="52"/>
                </a:cxn>
                <a:cxn ang="0">
                  <a:pos x="2670" y="36"/>
                </a:cxn>
                <a:cxn ang="0">
                  <a:pos x="2788" y="24"/>
                </a:cxn>
                <a:cxn ang="0">
                  <a:pos x="2900" y="14"/>
                </a:cxn>
                <a:cxn ang="0">
                  <a:pos x="3008" y="6"/>
                </a:cxn>
                <a:cxn ang="0">
                  <a:pos x="3112" y="0"/>
                </a:cxn>
              </a:cxnLst>
              <a:rect l="0" t="0" r="r" b="b"/>
              <a:pathLst>
                <a:path w="3112" h="584">
                  <a:moveTo>
                    <a:pt x="0" y="584"/>
                  </a:moveTo>
                  <a:lnTo>
                    <a:pt x="0" y="584"/>
                  </a:lnTo>
                  <a:lnTo>
                    <a:pt x="90" y="560"/>
                  </a:lnTo>
                  <a:lnTo>
                    <a:pt x="336" y="498"/>
                  </a:lnTo>
                  <a:lnTo>
                    <a:pt x="506" y="456"/>
                  </a:lnTo>
                  <a:lnTo>
                    <a:pt x="702" y="410"/>
                  </a:lnTo>
                  <a:lnTo>
                    <a:pt x="920" y="360"/>
                  </a:lnTo>
                  <a:lnTo>
                    <a:pt x="1154" y="306"/>
                  </a:lnTo>
                  <a:lnTo>
                    <a:pt x="1402" y="254"/>
                  </a:lnTo>
                  <a:lnTo>
                    <a:pt x="1656" y="202"/>
                  </a:lnTo>
                  <a:lnTo>
                    <a:pt x="1916" y="154"/>
                  </a:lnTo>
                  <a:lnTo>
                    <a:pt x="2174" y="108"/>
                  </a:lnTo>
                  <a:lnTo>
                    <a:pt x="2302" y="88"/>
                  </a:lnTo>
                  <a:lnTo>
                    <a:pt x="2426" y="68"/>
                  </a:lnTo>
                  <a:lnTo>
                    <a:pt x="2550" y="52"/>
                  </a:lnTo>
                  <a:lnTo>
                    <a:pt x="2670" y="36"/>
                  </a:lnTo>
                  <a:lnTo>
                    <a:pt x="2788" y="24"/>
                  </a:lnTo>
                  <a:lnTo>
                    <a:pt x="2900" y="14"/>
                  </a:lnTo>
                  <a:lnTo>
                    <a:pt x="3008" y="6"/>
                  </a:lnTo>
                  <a:lnTo>
                    <a:pt x="3112" y="0"/>
                  </a:lnTo>
                </a:path>
              </a:pathLst>
            </a:custGeom>
            <a:noFill/>
            <a:ln w="12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  <p:sp useBgFill="1">
          <p:nvSpPr>
            <p:cNvPr id="21" name="Freeform 10"/>
            <p:cNvSpPr>
              <a:spLocks/>
            </p:cNvSpPr>
            <p:nvPr/>
          </p:nvSpPr>
          <p:spPr bwMode="hidden">
            <a:xfrm>
              <a:off x="-3905251" y="4294188"/>
              <a:ext cx="13027839" cy="1892300"/>
            </a:xfrm>
            <a:custGeom>
              <a:avLst/>
              <a:gdLst/>
              <a:ahLst/>
              <a:cxnLst>
                <a:cxn ang="0">
                  <a:pos x="8192" y="512"/>
                </a:cxn>
                <a:cxn ang="0">
                  <a:pos x="8040" y="570"/>
                </a:cxn>
                <a:cxn ang="0">
                  <a:pos x="7878" y="620"/>
                </a:cxn>
                <a:cxn ang="0">
                  <a:pos x="7706" y="666"/>
                </a:cxn>
                <a:cxn ang="0">
                  <a:pos x="7522" y="702"/>
                </a:cxn>
                <a:cxn ang="0">
                  <a:pos x="7322" y="730"/>
                </a:cxn>
                <a:cxn ang="0">
                  <a:pos x="7106" y="750"/>
                </a:cxn>
                <a:cxn ang="0">
                  <a:pos x="6872" y="762"/>
                </a:cxn>
                <a:cxn ang="0">
                  <a:pos x="6618" y="760"/>
                </a:cxn>
                <a:cxn ang="0">
                  <a:pos x="6342" y="750"/>
                </a:cxn>
                <a:cxn ang="0">
                  <a:pos x="6042" y="726"/>
                </a:cxn>
                <a:cxn ang="0">
                  <a:pos x="5716" y="690"/>
                </a:cxn>
                <a:cxn ang="0">
                  <a:pos x="5364" y="642"/>
                </a:cxn>
                <a:cxn ang="0">
                  <a:pos x="4982" y="578"/>
                </a:cxn>
                <a:cxn ang="0">
                  <a:pos x="4568" y="500"/>
                </a:cxn>
                <a:cxn ang="0">
                  <a:pos x="4122" y="406"/>
                </a:cxn>
                <a:cxn ang="0">
                  <a:pos x="3640" y="296"/>
                </a:cxn>
                <a:cxn ang="0">
                  <a:pos x="3396" y="240"/>
                </a:cxn>
                <a:cxn ang="0">
                  <a:pos x="2934" y="148"/>
                </a:cxn>
                <a:cxn ang="0">
                  <a:pos x="2512" y="82"/>
                </a:cxn>
                <a:cxn ang="0">
                  <a:pos x="2126" y="36"/>
                </a:cxn>
                <a:cxn ang="0">
                  <a:pos x="1776" y="10"/>
                </a:cxn>
                <a:cxn ang="0">
                  <a:pos x="1462" y="0"/>
                </a:cxn>
                <a:cxn ang="0">
                  <a:pos x="1182" y="4"/>
                </a:cxn>
                <a:cxn ang="0">
                  <a:pos x="934" y="20"/>
                </a:cxn>
                <a:cxn ang="0">
                  <a:pos x="716" y="44"/>
                </a:cxn>
                <a:cxn ang="0">
                  <a:pos x="530" y="74"/>
                </a:cxn>
                <a:cxn ang="0">
                  <a:pos x="374" y="108"/>
                </a:cxn>
                <a:cxn ang="0">
                  <a:pos x="248" y="144"/>
                </a:cxn>
                <a:cxn ang="0">
                  <a:pos x="148" y="176"/>
                </a:cxn>
                <a:cxn ang="0">
                  <a:pos x="48" y="216"/>
                </a:cxn>
                <a:cxn ang="0">
                  <a:pos x="0" y="240"/>
                </a:cxn>
                <a:cxn ang="0">
                  <a:pos x="8192" y="1192"/>
                </a:cxn>
                <a:cxn ang="0">
                  <a:pos x="8196" y="1186"/>
                </a:cxn>
                <a:cxn ang="0">
                  <a:pos x="8196" y="510"/>
                </a:cxn>
                <a:cxn ang="0">
                  <a:pos x="8192" y="512"/>
                </a:cxn>
              </a:cxnLst>
              <a:rect l="0" t="0" r="r" b="b"/>
              <a:pathLst>
                <a:path w="8196" h="1192">
                  <a:moveTo>
                    <a:pt x="8192" y="512"/>
                  </a:moveTo>
                  <a:lnTo>
                    <a:pt x="8192" y="512"/>
                  </a:lnTo>
                  <a:lnTo>
                    <a:pt x="8116" y="542"/>
                  </a:lnTo>
                  <a:lnTo>
                    <a:pt x="8040" y="570"/>
                  </a:lnTo>
                  <a:lnTo>
                    <a:pt x="7960" y="596"/>
                  </a:lnTo>
                  <a:lnTo>
                    <a:pt x="7878" y="620"/>
                  </a:lnTo>
                  <a:lnTo>
                    <a:pt x="7794" y="644"/>
                  </a:lnTo>
                  <a:lnTo>
                    <a:pt x="7706" y="666"/>
                  </a:lnTo>
                  <a:lnTo>
                    <a:pt x="7616" y="684"/>
                  </a:lnTo>
                  <a:lnTo>
                    <a:pt x="7522" y="702"/>
                  </a:lnTo>
                  <a:lnTo>
                    <a:pt x="7424" y="718"/>
                  </a:lnTo>
                  <a:lnTo>
                    <a:pt x="7322" y="730"/>
                  </a:lnTo>
                  <a:lnTo>
                    <a:pt x="7216" y="742"/>
                  </a:lnTo>
                  <a:lnTo>
                    <a:pt x="7106" y="750"/>
                  </a:lnTo>
                  <a:lnTo>
                    <a:pt x="6992" y="758"/>
                  </a:lnTo>
                  <a:lnTo>
                    <a:pt x="6872" y="762"/>
                  </a:lnTo>
                  <a:lnTo>
                    <a:pt x="6748" y="762"/>
                  </a:lnTo>
                  <a:lnTo>
                    <a:pt x="6618" y="760"/>
                  </a:lnTo>
                  <a:lnTo>
                    <a:pt x="6482" y="756"/>
                  </a:lnTo>
                  <a:lnTo>
                    <a:pt x="6342" y="750"/>
                  </a:lnTo>
                  <a:lnTo>
                    <a:pt x="6196" y="740"/>
                  </a:lnTo>
                  <a:lnTo>
                    <a:pt x="6042" y="726"/>
                  </a:lnTo>
                  <a:lnTo>
                    <a:pt x="5882" y="710"/>
                  </a:lnTo>
                  <a:lnTo>
                    <a:pt x="5716" y="690"/>
                  </a:lnTo>
                  <a:lnTo>
                    <a:pt x="5544" y="668"/>
                  </a:lnTo>
                  <a:lnTo>
                    <a:pt x="5364" y="642"/>
                  </a:lnTo>
                  <a:lnTo>
                    <a:pt x="5176" y="612"/>
                  </a:lnTo>
                  <a:lnTo>
                    <a:pt x="4982" y="578"/>
                  </a:lnTo>
                  <a:lnTo>
                    <a:pt x="4778" y="540"/>
                  </a:lnTo>
                  <a:lnTo>
                    <a:pt x="4568" y="500"/>
                  </a:lnTo>
                  <a:lnTo>
                    <a:pt x="4348" y="454"/>
                  </a:lnTo>
                  <a:lnTo>
                    <a:pt x="4122" y="406"/>
                  </a:lnTo>
                  <a:lnTo>
                    <a:pt x="3886" y="354"/>
                  </a:lnTo>
                  <a:lnTo>
                    <a:pt x="3640" y="296"/>
                  </a:lnTo>
                  <a:lnTo>
                    <a:pt x="3640" y="296"/>
                  </a:lnTo>
                  <a:lnTo>
                    <a:pt x="3396" y="240"/>
                  </a:lnTo>
                  <a:lnTo>
                    <a:pt x="3160" y="192"/>
                  </a:lnTo>
                  <a:lnTo>
                    <a:pt x="2934" y="148"/>
                  </a:lnTo>
                  <a:lnTo>
                    <a:pt x="2718" y="112"/>
                  </a:lnTo>
                  <a:lnTo>
                    <a:pt x="2512" y="82"/>
                  </a:lnTo>
                  <a:lnTo>
                    <a:pt x="2314" y="56"/>
                  </a:lnTo>
                  <a:lnTo>
                    <a:pt x="2126" y="36"/>
                  </a:lnTo>
                  <a:lnTo>
                    <a:pt x="1948" y="20"/>
                  </a:lnTo>
                  <a:lnTo>
                    <a:pt x="1776" y="10"/>
                  </a:lnTo>
                  <a:lnTo>
                    <a:pt x="1616" y="2"/>
                  </a:lnTo>
                  <a:lnTo>
                    <a:pt x="1462" y="0"/>
                  </a:lnTo>
                  <a:lnTo>
                    <a:pt x="1318" y="0"/>
                  </a:lnTo>
                  <a:lnTo>
                    <a:pt x="1182" y="4"/>
                  </a:lnTo>
                  <a:lnTo>
                    <a:pt x="1054" y="10"/>
                  </a:lnTo>
                  <a:lnTo>
                    <a:pt x="934" y="20"/>
                  </a:lnTo>
                  <a:lnTo>
                    <a:pt x="822" y="30"/>
                  </a:lnTo>
                  <a:lnTo>
                    <a:pt x="716" y="44"/>
                  </a:lnTo>
                  <a:lnTo>
                    <a:pt x="620" y="58"/>
                  </a:lnTo>
                  <a:lnTo>
                    <a:pt x="530" y="74"/>
                  </a:lnTo>
                  <a:lnTo>
                    <a:pt x="450" y="92"/>
                  </a:lnTo>
                  <a:lnTo>
                    <a:pt x="374" y="108"/>
                  </a:lnTo>
                  <a:lnTo>
                    <a:pt x="308" y="126"/>
                  </a:lnTo>
                  <a:lnTo>
                    <a:pt x="248" y="144"/>
                  </a:lnTo>
                  <a:lnTo>
                    <a:pt x="194" y="160"/>
                  </a:lnTo>
                  <a:lnTo>
                    <a:pt x="148" y="176"/>
                  </a:lnTo>
                  <a:lnTo>
                    <a:pt x="108" y="192"/>
                  </a:lnTo>
                  <a:lnTo>
                    <a:pt x="48" y="216"/>
                  </a:lnTo>
                  <a:lnTo>
                    <a:pt x="12" y="234"/>
                  </a:lnTo>
                  <a:lnTo>
                    <a:pt x="0" y="240"/>
                  </a:lnTo>
                  <a:lnTo>
                    <a:pt x="0" y="1192"/>
                  </a:lnTo>
                  <a:lnTo>
                    <a:pt x="8192" y="1192"/>
                  </a:lnTo>
                  <a:lnTo>
                    <a:pt x="8192" y="1192"/>
                  </a:lnTo>
                  <a:lnTo>
                    <a:pt x="8196" y="1186"/>
                  </a:lnTo>
                  <a:lnTo>
                    <a:pt x="8196" y="1186"/>
                  </a:lnTo>
                  <a:lnTo>
                    <a:pt x="8196" y="510"/>
                  </a:lnTo>
                  <a:lnTo>
                    <a:pt x="8196" y="510"/>
                  </a:lnTo>
                  <a:lnTo>
                    <a:pt x="8192" y="512"/>
                  </a:lnTo>
                  <a:lnTo>
                    <a:pt x="8192" y="512"/>
                  </a:lnTo>
                  <a:close/>
                </a:path>
              </a:pathLst>
            </a:custGeom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338328"/>
            <a:ext cx="10972800" cy="12527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84896" y="6250165"/>
            <a:ext cx="50489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2"/>
                </a:solidFill>
              </a:defRPr>
            </a:lvl1pPr>
          </a:lstStyle>
          <a:p>
            <a:fld id="{FA429BEA-E9E9-4142-B44B-38355F7BFF59}" type="datetime1">
              <a:rPr lang="zh-CN" altLang="en-US" smtClean="0"/>
              <a:t>2024/4/11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185" y="6250165"/>
            <a:ext cx="50489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726" y="6264903"/>
            <a:ext cx="15491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2"/>
                </a:solidFill>
              </a:defRPr>
            </a:lvl1pPr>
          </a:lstStyle>
          <a:p>
            <a:fld id="{3A743C95-B6B7-40CE-A0A8-F278D528FAB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2757" y="2675467"/>
            <a:ext cx="9877777" cy="34506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917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3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/>
      </p:par>
    </p:tnLst>
  </p:timing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 baseline="0">
          <a:solidFill>
            <a:srgbClr val="FFFFFF"/>
          </a:solidFill>
          <a:latin typeface="Candara" panose="020E0502030303020204" pitchFamily="34" charset="0"/>
          <a:ea typeface="微软雅黑" panose="020B0503020204020204" pitchFamily="3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74320" algn="l" defTabSz="914400" rtl="0" eaLnBrk="1" latinLnBrk="0" hangingPunct="1">
        <a:spcBef>
          <a:spcPct val="20000"/>
        </a:spcBef>
        <a:buClr>
          <a:srgbClr val="002060"/>
        </a:buClr>
        <a:buSzPct val="80000"/>
        <a:buFont typeface="Wingdings" panose="05000000000000000000" pitchFamily="2" charset="2"/>
        <a:buChar char="Ø"/>
        <a:defRPr sz="2400" kern="1200" baseline="0">
          <a:solidFill>
            <a:schemeClr val="tx2"/>
          </a:solidFill>
          <a:latin typeface="Candara" panose="020E0502030303020204" pitchFamily="34" charset="0"/>
          <a:ea typeface="微软雅黑" panose="020B0503020204020204" pitchFamily="34" charset="-122"/>
          <a:cs typeface="+mn-cs"/>
        </a:defRPr>
      </a:lvl1pPr>
      <a:lvl2pPr marL="576263" indent="-274320" algn="l" defTabSz="914400" rtl="0" eaLnBrk="1" latinLnBrk="0" hangingPunct="1">
        <a:spcBef>
          <a:spcPct val="20000"/>
        </a:spcBef>
        <a:buClr>
          <a:srgbClr val="002060"/>
        </a:buClr>
        <a:buSzPct val="80000"/>
        <a:buFont typeface="Wingdings" panose="05000000000000000000" pitchFamily="2" charset="2"/>
        <a:buChar char="ü"/>
        <a:defRPr sz="2200" kern="1200" baseline="0">
          <a:solidFill>
            <a:schemeClr val="tx2"/>
          </a:solidFill>
          <a:latin typeface="Candara" panose="020E0502030303020204" pitchFamily="34" charset="0"/>
          <a:ea typeface="微软雅黑" panose="020B0503020204020204" pitchFamily="34" charset="-122"/>
          <a:cs typeface="+mn-cs"/>
        </a:defRPr>
      </a:lvl2pPr>
      <a:lvl3pPr marL="855663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2000" kern="1200" baseline="0">
          <a:solidFill>
            <a:schemeClr val="tx2"/>
          </a:solidFill>
          <a:latin typeface="Candara" panose="020E0502030303020204" pitchFamily="34" charset="0"/>
          <a:ea typeface="微软雅黑" panose="020B0503020204020204" pitchFamily="34" charset="-122"/>
          <a:cs typeface="+mn-cs"/>
        </a:defRPr>
      </a:lvl3pPr>
      <a:lvl4pPr marL="114300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800" kern="1200" baseline="0">
          <a:solidFill>
            <a:schemeClr val="tx2"/>
          </a:solidFill>
          <a:latin typeface="Candara" panose="020E0502030303020204" pitchFamily="34" charset="0"/>
          <a:ea typeface="微软雅黑" panose="020B0503020204020204" pitchFamily="34" charset="-122"/>
          <a:cs typeface="+mn-cs"/>
        </a:defRPr>
      </a:lvl4pPr>
      <a:lvl5pPr marL="1463040" indent="-22860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Symbol" pitchFamily="18" charset="2"/>
        <a:buChar char=""/>
        <a:defRPr sz="1600" kern="1200" baseline="0">
          <a:solidFill>
            <a:schemeClr val="tx2"/>
          </a:solidFill>
          <a:latin typeface="Candara" panose="020E0502030303020204" pitchFamily="34" charset="0"/>
          <a:ea typeface="微软雅黑" panose="020B0503020204020204" pitchFamily="34" charset="-122"/>
          <a:cs typeface="+mn-cs"/>
        </a:defRPr>
      </a:lvl5pPr>
      <a:lvl6pPr marL="178308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10312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42316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743200" indent="-228600" algn="l" defTabSz="914400" rtl="0" eaLnBrk="1" latinLnBrk="0" hangingPunct="1">
        <a:spcBef>
          <a:spcPts val="384"/>
        </a:spcBef>
        <a:buClr>
          <a:schemeClr val="accent1"/>
        </a:buClr>
        <a:buFont typeface="Symbol" pitchFamily="18" charset="2"/>
        <a:buChar char="*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ID"/><Relationship Id="rId1" Type="http://schemas.microsoft.com/office/2007/relationships/media" Target="../media/media1.MID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水资源利用与节水</a:t>
            </a:r>
            <a:endParaRPr lang="zh-CN" altLang="en-US" dirty="0" smtClean="0"/>
          </a:p>
        </p:txBody>
      </p:sp>
      <p:sp>
        <p:nvSpPr>
          <p:cNvPr id="3" name="文本占位符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北京节水展馆</a:t>
            </a:r>
            <a:endParaRPr lang="en-US" altLang="zh-CN" dirty="0"/>
          </a:p>
          <a:p>
            <a:pPr lvl="0"/>
            <a:fld id="{ACB7E3AF-BF1C-49F1-9B14-293DC6E748CE}" type="datetime6">
              <a:rPr lang="zh-CN" altLang="zh-CN" smtClean="0"/>
              <a:t>2024年4月</a:t>
            </a:fld>
            <a:endParaRPr lang="zh-CN" altLang="en-US" dirty="0" smtClean="0"/>
          </a:p>
        </p:txBody>
      </p:sp>
      <p:pic>
        <p:nvPicPr>
          <p:cNvPr id="12" name="PBackMusic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791200" y="31242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876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1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50"/>
                            </p:stCondLst>
                            <p:childTnLst>
                              <p:par>
                                <p:cTn id="1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150"/>
                            </p:stCondLst>
                            <p:childTnLst>
                              <p:par>
                                <p:cTn id="18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22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2"/>
                </p:tgtEl>
              </p:cMediaNode>
            </p:audio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lnSpc>
                <a:spcPct val="150000"/>
              </a:lnSpc>
              <a:buNone/>
            </a:pPr>
            <a:r>
              <a:rPr lang="zh-CN" altLang="en-US" dirty="0" smtClean="0">
                <a:hlinkClick r:id="rId2" action="ppaction://hlinksldjump"/>
              </a:rPr>
              <a:t>一、水的知识</a:t>
            </a:r>
            <a:endParaRPr lang="en-US" altLang="zh-CN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dirty="0" smtClean="0">
                <a:hlinkClick r:id="rId3" action="ppaction://hlinksldjump"/>
              </a:rPr>
              <a:t>二、水的应用</a:t>
            </a:r>
            <a:endParaRPr lang="en-US" altLang="zh-CN" dirty="0" smtClean="0"/>
          </a:p>
          <a:p>
            <a:pPr marL="0" indent="0" algn="ctr">
              <a:lnSpc>
                <a:spcPct val="150000"/>
              </a:lnSpc>
              <a:buNone/>
            </a:pPr>
            <a:r>
              <a:rPr lang="zh-CN" altLang="en-US" dirty="0" smtClean="0">
                <a:hlinkClick r:id="rId4" action="ppaction://hlinksldjump"/>
              </a:rPr>
              <a:t>三、节水工作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55B-9D35-4C3E-88F3-8815BFF5A00A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56605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一、水的知识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2312988" y="2674938"/>
            <a:ext cx="9879012" cy="3451225"/>
          </a:xfrm>
        </p:spPr>
        <p:txBody>
          <a:bodyPr/>
          <a:lstStyle/>
          <a:p>
            <a:pPr lvl="0"/>
            <a:r>
              <a:rPr lang="zh-CN" altLang="en-US" smtClean="0"/>
              <a:t>水资源概述</a:t>
            </a:r>
          </a:p>
          <a:p>
            <a:pPr lvl="0"/>
            <a:r>
              <a:rPr lang="zh-CN" altLang="en-US" smtClean="0"/>
              <a:t>水的特性</a:t>
            </a:r>
          </a:p>
          <a:p>
            <a:pPr lvl="0"/>
            <a:r>
              <a:rPr lang="zh-CN" altLang="en-US" smtClean="0"/>
              <a:t>自来水的由来</a:t>
            </a:r>
            <a:endParaRPr lang="zh-CN" altLang="en-US" smtClean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62766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水资源概述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dirty="0" smtClean="0"/>
              <a:t>目前世界水资源达到</a:t>
            </a:r>
            <a:r>
              <a:rPr lang="en-US" altLang="zh-CN" dirty="0" smtClean="0"/>
              <a:t>13.8</a:t>
            </a:r>
            <a:r>
              <a:rPr lang="zh-CN" altLang="en-US" dirty="0" smtClean="0"/>
              <a:t>亿立方千米，但人类生活所需的淡水资源却只占</a:t>
            </a:r>
            <a:r>
              <a:rPr lang="en-US" altLang="zh-CN" dirty="0" smtClean="0"/>
              <a:t>2.53%</a:t>
            </a:r>
            <a:r>
              <a:rPr lang="zh-CN" altLang="en-US" dirty="0" smtClean="0"/>
              <a:t>，约为</a:t>
            </a:r>
            <a:r>
              <a:rPr lang="en-US" altLang="zh-CN" dirty="0" smtClean="0"/>
              <a:t>0.35</a:t>
            </a:r>
            <a:r>
              <a:rPr lang="zh-CN" altLang="en-US" dirty="0" smtClean="0"/>
              <a:t>亿立方千米。</a:t>
            </a:r>
          </a:p>
          <a:p>
            <a:pPr lvl="0"/>
            <a:r>
              <a:rPr lang="zh-CN" altLang="en-US" dirty="0" smtClean="0"/>
              <a:t>我国水资源总量位居世界第六，但人均水资源占有量仅为</a:t>
            </a:r>
            <a:r>
              <a:rPr lang="en-US" altLang="zh-CN" dirty="0" smtClean="0"/>
              <a:t>2200</a:t>
            </a:r>
            <a:r>
              <a:rPr lang="zh-CN" altLang="en-US" dirty="0" smtClean="0"/>
              <a:t>立方米，为世界人均水资源占有量的</a:t>
            </a:r>
            <a:r>
              <a:rPr lang="en-US" altLang="zh-CN" dirty="0" smtClean="0"/>
              <a:t>1/4</a:t>
            </a:r>
            <a:r>
              <a:rPr lang="zh-CN" altLang="en-US" dirty="0" smtClean="0"/>
              <a:t>。</a:t>
            </a:r>
          </a:p>
          <a:p>
            <a:pPr lvl="0"/>
            <a:r>
              <a:rPr lang="zh-CN" altLang="en-US" dirty="0" smtClean="0"/>
              <a:t>北京属于重度缺水地区。全市人均水资源占有量不足</a:t>
            </a:r>
            <a:r>
              <a:rPr lang="en-US" altLang="zh-CN" dirty="0" smtClean="0"/>
              <a:t>300</a:t>
            </a:r>
            <a:r>
              <a:rPr lang="zh-CN" altLang="en-US" dirty="0" smtClean="0"/>
              <a:t>立方米，仅为全国人均水资源量的</a:t>
            </a:r>
            <a:r>
              <a:rPr lang="en-US" altLang="zh-CN" dirty="0" smtClean="0"/>
              <a:t>1/8</a:t>
            </a:r>
            <a:r>
              <a:rPr lang="zh-CN" altLang="en-US" dirty="0" smtClean="0"/>
              <a:t>，世界人均水资源量的</a:t>
            </a:r>
            <a:r>
              <a:rPr lang="en-US" altLang="zh-CN" dirty="0" smtClean="0"/>
              <a:t>1/30</a:t>
            </a:r>
            <a:r>
              <a:rPr lang="zh-CN" altLang="en-US" dirty="0" smtClean="0"/>
              <a:t>。</a:t>
            </a:r>
          </a:p>
          <a:p>
            <a:pPr lvl="0"/>
            <a:r>
              <a:rPr lang="zh-CN" altLang="en-US" dirty="0" smtClean="0"/>
              <a:t>北京水资源主要靠天然降水和永定河、潮白河上游来水。</a:t>
            </a:r>
            <a:endParaRPr lang="zh-CN" altLang="en-US" dirty="0" smtClean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55B-9D35-4C3E-88F3-8815BFF5A00A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95007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水的特性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水是氢氧化合物，其分子式为</a:t>
            </a:r>
            <a:r>
              <a:rPr lang="en-US" altLang="zh-CN" smtClean="0"/>
              <a:t>H2O</a:t>
            </a:r>
          </a:p>
          <a:p>
            <a:pPr lvl="0"/>
            <a:r>
              <a:rPr lang="zh-CN" altLang="en-US" smtClean="0"/>
              <a:t>水的表面有张力</a:t>
            </a:r>
          </a:p>
          <a:p>
            <a:pPr lvl="0"/>
            <a:r>
              <a:rPr lang="zh-CN" altLang="en-US" smtClean="0"/>
              <a:t>水有导电性</a:t>
            </a:r>
          </a:p>
          <a:p>
            <a:pPr lvl="0"/>
            <a:r>
              <a:rPr lang="zh-CN" altLang="en-US" smtClean="0"/>
              <a:t>水可以形成虹吸现象</a:t>
            </a:r>
            <a:endParaRPr lang="zh-CN" altLang="en-US" smtClean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55B-9D35-4C3E-88F3-8815BFF5A00A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49420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自来水的由来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自来水不是自来的，它是经过一系列水处理净化过程生产出来的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  <p:pic>
        <p:nvPicPr>
          <p:cNvPr id="12" name="图片占位符 11"/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72" b="24672"/>
          <a:stretch>
            <a:fillRect/>
          </a:stretch>
        </p:blipFill>
        <p:spPr/>
      </p:pic>
      <p:sp>
        <p:nvSpPr>
          <p:cNvPr id="13" name="灯片编号占位符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3591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二、水的应用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2312988" y="2674938"/>
            <a:ext cx="9879012" cy="3451225"/>
          </a:xfrm>
        </p:spPr>
        <p:txBody>
          <a:bodyPr/>
          <a:lstStyle/>
          <a:p>
            <a:pPr lvl="0"/>
            <a:r>
              <a:rPr lang="zh-CN" altLang="en-US" smtClean="0"/>
              <a:t>日常生活用水</a:t>
            </a:r>
          </a:p>
          <a:p>
            <a:pPr lvl="0"/>
            <a:r>
              <a:rPr lang="zh-CN" altLang="en-US" smtClean="0"/>
              <a:t>水的利用</a:t>
            </a:r>
          </a:p>
          <a:p>
            <a:pPr lvl="0"/>
            <a:r>
              <a:rPr lang="zh-CN" altLang="en-US" smtClean="0"/>
              <a:t>海水淡化</a:t>
            </a:r>
            <a:endParaRPr lang="zh-CN" altLang="en-US" smtClean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60064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图示 9"/>
          <p:cNvGraphicFramePr/>
          <p:nvPr>
            <p:extLst>
              <p:ext uri="{D42A27DB-BD31-4B8C-83A1-F6EECF244321}">
                <p14:modId xmlns:p14="http://schemas.microsoft.com/office/powerpoint/2010/main" val="3886003367"/>
              </p:ext>
            </p:extLst>
          </p:nvPr>
        </p:nvGraphicFramePr>
        <p:xfrm>
          <a:off x="936171" y="740229"/>
          <a:ext cx="10406743" cy="53763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09064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3CB54AE-9F2A-475C-A9B1-249F6CF48C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graphicEl>
                                              <a:dgm id="{63CB54AE-9F2A-475C-A9B1-249F6CF48C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graphicEl>
                                              <a:dgm id="{63CB54AE-9F2A-475C-A9B1-249F6CF48C3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D537542-2BA0-4AD0-8765-98BA2F8A2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graphicEl>
                                              <a:dgm id="{FD537542-2BA0-4AD0-8765-98BA2F8A2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graphicEl>
                                              <a:dgm id="{FD537542-2BA0-4AD0-8765-98BA2F8A2CB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73DDEDD-8DEE-49EA-9734-D3856067F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graphicEl>
                                              <a:dgm id="{273DDEDD-8DEE-49EA-9734-D3856067F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graphicEl>
                                              <a:dgm id="{273DDEDD-8DEE-49EA-9734-D3856067F1B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DCA188C-0DB2-4F78-9F40-250AEEF5F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graphicEl>
                                              <a:dgm id="{6DCA188C-0DB2-4F78-9F40-250AEEF5F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graphicEl>
                                              <a:dgm id="{6DCA188C-0DB2-4F78-9F40-250AEEF5FCB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B85FF4C1-6021-4E1E-B4C4-58F9C743CA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">
                                            <p:graphicEl>
                                              <a:dgm id="{B85FF4C1-6021-4E1E-B4C4-58F9C743CA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0">
                                            <p:graphicEl>
                                              <a:dgm id="{B85FF4C1-6021-4E1E-B4C4-58F9C743CAD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000B574-4E4F-485B-8710-8EB10AABB1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graphicEl>
                                              <a:dgm id="{6000B574-4E4F-485B-8710-8EB10AABB1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graphicEl>
                                              <a:dgm id="{6000B574-4E4F-485B-8710-8EB10AABB126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05872576-8509-4355-8736-F4BE63844C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graphicEl>
                                              <a:dgm id="{05872576-8509-4355-8736-F4BE63844C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graphicEl>
                                              <a:dgm id="{05872576-8509-4355-8736-F4BE63844C5F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6BA75939-11EC-424A-828B-5EE577A2A3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0">
                                            <p:graphicEl>
                                              <a:dgm id="{6BA75939-11EC-424A-828B-5EE577A2A3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>
                                            <p:graphicEl>
                                              <a:dgm id="{6BA75939-11EC-424A-828B-5EE577A2A3B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1DE23714-7DD8-408A-A202-95D2227A11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graphicEl>
                                              <a:dgm id="{1DE23714-7DD8-408A-A202-95D2227A11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>
                                            <p:graphicEl>
                                              <a:dgm id="{1DE23714-7DD8-408A-A202-95D2227A111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3ADD3C72-D1D3-46B0-950B-3FDF01D47A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0">
                                            <p:graphicEl>
                                              <a:dgm id="{3ADD3C72-D1D3-46B0-950B-3FDF01D47A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0">
                                            <p:graphicEl>
                                              <a:dgm id="{3ADD3C72-D1D3-46B0-950B-3FDF01D47A8C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4020A00-6B92-4F2D-B7BC-D64D0FC19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0">
                                            <p:graphicEl>
                                              <a:dgm id="{84020A00-6B92-4F2D-B7BC-D64D0FC19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0">
                                            <p:graphicEl>
                                              <a:dgm id="{84020A00-6B92-4F2D-B7BC-D64D0FC1964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EBF9315E-31BA-4363-9D20-B3352224F7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graphicEl>
                                              <a:dgm id="{EBF9315E-31BA-4363-9D20-B3352224F7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graphicEl>
                                              <a:dgm id="{EBF9315E-31BA-4363-9D20-B3352224F728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3191FA4-7506-4770-A6AB-9BCFED9688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>
                                            <p:graphicEl>
                                              <a:dgm id="{23191FA4-7506-4770-A6AB-9BCFED9688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>
                                            <p:graphicEl>
                                              <a:dgm id="{23191FA4-7506-4770-A6AB-9BCFED968851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A3ED6CD-B6BB-4A2C-B674-010964A51A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0">
                                            <p:graphicEl>
                                              <a:dgm id="{FA3ED6CD-B6BB-4A2C-B674-010964A51A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">
                                            <p:graphicEl>
                                              <a:dgm id="{FA3ED6CD-B6BB-4A2C-B674-010964A51A0D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C193FD4B-B1CD-49D2-9FDC-37B4F7CEEC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0">
                                            <p:graphicEl>
                                              <a:dgm id="{C193FD4B-B1CD-49D2-9FDC-37B4F7CEEC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">
                                            <p:graphicEl>
                                              <a:dgm id="{C193FD4B-B1CD-49D2-9FDC-37B4F7CEEC5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1F6F6B7-C351-4414-8FAC-69C3284BCE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0">
                                            <p:graphicEl>
                                              <a:dgm id="{21F6F6B7-C351-4414-8FAC-69C3284BCE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0">
                                            <p:graphicEl>
                                              <a:dgm id="{21F6F6B7-C351-4414-8FAC-69C3284BCEFB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lvlAtOnce" rev="1"/>
        </p:bldSub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三、节水工作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4294967295"/>
          </p:nvPr>
        </p:nvSpPr>
        <p:spPr>
          <a:xfrm>
            <a:off x="2312988" y="2674938"/>
            <a:ext cx="9879012" cy="3451225"/>
          </a:xfrm>
        </p:spPr>
        <p:txBody>
          <a:bodyPr/>
          <a:lstStyle/>
          <a:p>
            <a:pPr lvl="0"/>
            <a:r>
              <a:rPr lang="zh-CN" altLang="en-US" smtClean="0"/>
              <a:t>节水技术标准</a:t>
            </a:r>
          </a:p>
          <a:p>
            <a:pPr lvl="0"/>
            <a:r>
              <a:rPr lang="zh-CN" altLang="en-US" smtClean="0"/>
              <a:t>节水器具</a:t>
            </a:r>
          </a:p>
          <a:p>
            <a:pPr lvl="0"/>
            <a:r>
              <a:rPr lang="zh-CN" altLang="en-US" smtClean="0"/>
              <a:t>北京五种节水模式</a:t>
            </a:r>
            <a:endParaRPr lang="zh-CN" altLang="en-US" smtClean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743C95-B6B7-40CE-A0A8-F278D528FAB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960349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节水技术标准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北京市目前实施了五大类</a:t>
            </a:r>
            <a:r>
              <a:rPr lang="en-US" altLang="zh-CN" smtClean="0"/>
              <a:t>68</a:t>
            </a:r>
            <a:r>
              <a:rPr lang="zh-CN" altLang="en-US" smtClean="0"/>
              <a:t>项节水相关技术标准。其中包括：</a:t>
            </a:r>
          </a:p>
          <a:p>
            <a:pPr lvl="1"/>
            <a:r>
              <a:rPr lang="zh-CN" altLang="en-US" smtClean="0"/>
              <a:t>用水器具、设备、产品标准；</a:t>
            </a:r>
          </a:p>
          <a:p>
            <a:pPr lvl="1"/>
            <a:r>
              <a:rPr lang="zh-CN" altLang="en-US" smtClean="0"/>
              <a:t>水质标准；</a:t>
            </a:r>
          </a:p>
          <a:p>
            <a:pPr lvl="1"/>
            <a:r>
              <a:rPr lang="zh-CN" altLang="en-US" smtClean="0"/>
              <a:t>工业用水标准；</a:t>
            </a:r>
          </a:p>
          <a:p>
            <a:pPr lvl="1"/>
            <a:r>
              <a:rPr lang="zh-CN" altLang="en-US" smtClean="0"/>
              <a:t>建筑给水排水标准、灌溉用水标准等。</a:t>
            </a:r>
            <a:endParaRPr lang="zh-CN" altLang="en-US" smtClean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55B-9D35-4C3E-88F3-8815BFF5A00A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96982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节水器具</a:t>
            </a:r>
            <a:endParaRPr lang="zh-CN" altLang="en-US" smtClean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使用节水器具是节水工作的重要环节。生活中节水器具主要包括：</a:t>
            </a:r>
          </a:p>
          <a:p>
            <a:pPr lvl="1"/>
            <a:r>
              <a:rPr lang="zh-CN" altLang="en-US" smtClean="0"/>
              <a:t>水龙头</a:t>
            </a:r>
          </a:p>
          <a:p>
            <a:pPr lvl="1"/>
            <a:r>
              <a:rPr lang="zh-CN" altLang="en-US" smtClean="0"/>
              <a:t>便器及配套系统</a:t>
            </a:r>
          </a:p>
          <a:p>
            <a:pPr lvl="1"/>
            <a:r>
              <a:rPr lang="zh-CN" altLang="en-US" smtClean="0"/>
              <a:t>沐浴器</a:t>
            </a:r>
          </a:p>
          <a:p>
            <a:pPr lvl="1"/>
            <a:r>
              <a:rPr lang="zh-CN" altLang="en-US" smtClean="0"/>
              <a:t>冲洗阀</a:t>
            </a:r>
            <a:r>
              <a:rPr lang="en-US" altLang="zh-CN" smtClean="0"/>
              <a:t>……</a:t>
            </a:r>
            <a:endParaRPr lang="zh-CN" altLang="en-US" smtClean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55B-9D35-4C3E-88F3-8815BFF5A00A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1608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北京五种节水模式</a:t>
            </a:r>
            <a:endParaRPr lang="zh-CN" altLang="en-US" smtClean="0"/>
          </a:p>
        </p:txBody>
      </p:sp>
      <p:graphicFrame>
        <p:nvGraphicFramePr>
          <p:cNvPr id="10" name="图示 9"/>
          <p:cNvGraphicFramePr/>
          <p:nvPr>
            <p:extLst>
              <p:ext uri="{D42A27DB-BD31-4B8C-83A1-F6EECF244321}">
                <p14:modId xmlns:p14="http://schemas.microsoft.com/office/powerpoint/2010/main" val="1476042692"/>
              </p:ext>
            </p:extLst>
          </p:nvPr>
        </p:nvGraphicFramePr>
        <p:xfrm>
          <a:off x="1157111" y="2416628"/>
          <a:ext cx="9877777" cy="40361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灯片编号占位符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9F055B-9D35-4C3E-88F3-8815BFF5A00A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7182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 advTm="8000">
        <p:cut/>
      </p:transition>
    </mc:Choice>
    <mc:Fallback>
      <p:transition advTm="8000">
        <p:cut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E776A0E-3BEE-400E-A8EA-590C4EA241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graphicEl>
                                              <a:dgm id="{DE776A0E-3BEE-400E-A8EA-590C4EA2418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>
                                            <p:graphicEl>
                                              <a:dgm id="{DE776A0E-3BEE-400E-A8EA-590C4EA241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>
                                            <p:graphicEl>
                                              <a:dgm id="{DE776A0E-3BEE-400E-A8EA-590C4EA24183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D28AA628-7945-4B00-AB6E-5AD0332E27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0">
                                            <p:graphicEl>
                                              <a:dgm id="{D28AA628-7945-4B00-AB6E-5AD0332E278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graphicEl>
                                              <a:dgm id="{D28AA628-7945-4B00-AB6E-5AD0332E27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graphicEl>
                                              <a:dgm id="{D28AA628-7945-4B00-AB6E-5AD0332E2785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FB46481C-7E91-4E14-8215-578FDEF75C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>
                                            <p:graphicEl>
                                              <a:dgm id="{FB46481C-7E91-4E14-8215-578FDEF75CF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graphicEl>
                                              <a:dgm id="{FB46481C-7E91-4E14-8215-578FDEF75C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graphicEl>
                                              <a:dgm id="{FB46481C-7E91-4E14-8215-578FDEF75CF9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2959D719-2E6C-44A1-B2F4-904A6EC4C7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graphicEl>
                                              <a:dgm id="{2959D719-2E6C-44A1-B2F4-904A6EC4C77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graphicEl>
                                              <a:dgm id="{2959D719-2E6C-44A1-B2F4-904A6EC4C7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graphicEl>
                                              <a:dgm id="{2959D719-2E6C-44A1-B2F4-904A6EC4C770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graphicEl>
                                              <a:dgm id="{8F500527-DCB9-4E8C-A9D3-81759FE45E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graphicEl>
                                              <a:dgm id="{8F500527-DCB9-4E8C-A9D3-81759FE45E5E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graphicEl>
                                              <a:dgm id="{8F500527-DCB9-4E8C-A9D3-81759FE45E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graphicEl>
                                              <a:dgm id="{8F500527-DCB9-4E8C-A9D3-81759FE45E5E}"/>
                                            </p:graphic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0" grpId="0">
        <p:bldSub>
          <a:bldDgm bld="one"/>
        </p:bldSub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水主题">
  <a:themeElements>
    <a:clrScheme name="波形">
      <a:dk1>
        <a:sysClr val="windowText" lastClr="000000"/>
      </a:dk1>
      <a:lt1>
        <a:sysClr val="window" lastClr="FFFFFF"/>
      </a:lt1>
      <a:dk2>
        <a:srgbClr val="073E87"/>
      </a:dk2>
      <a:lt2>
        <a:srgbClr val="C6E7FC"/>
      </a:lt2>
      <a:accent1>
        <a:srgbClr val="31B6FD"/>
      </a:accent1>
      <a:accent2>
        <a:srgbClr val="4584D3"/>
      </a:accent2>
      <a:accent3>
        <a:srgbClr val="5BD078"/>
      </a:accent3>
      <a:accent4>
        <a:srgbClr val="A5D028"/>
      </a:accent4>
      <a:accent5>
        <a:srgbClr val="F5C040"/>
      </a:accent5>
      <a:accent6>
        <a:srgbClr val="05E0DB"/>
      </a:accent6>
      <a:hlink>
        <a:srgbClr val="0080FF"/>
      </a:hlink>
      <a:folHlink>
        <a:srgbClr val="5EAEFF"/>
      </a:folHlink>
    </a:clrScheme>
    <a:fontScheme name="波形">
      <a:majorFont>
        <a:latin typeface="Candara"/>
        <a:ea typeface=""/>
        <a:cs typeface=""/>
        <a:font script="Jpan" typeface="HGP明朝E"/>
        <a:font script="Hang" typeface="HY그래픽M"/>
        <a:font script="Hans" typeface="华文新魏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ndara"/>
        <a:ea typeface=""/>
        <a:cs typeface=""/>
        <a:font script="Jpan" typeface="HGP明朝E"/>
        <a:font script="Hang" typeface="HY그래픽M"/>
        <a:font script="Hans" typeface="华文楷体"/>
        <a:font script="Hant" typeface="標楷體"/>
        <a:font script="Arab" typeface="Arial"/>
        <a:font script="Hebr" typeface="Arial"/>
        <a:font script="Thai" typeface="Kodchiang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波形">
      <a:fillStyleLst>
        <a:solidFill>
          <a:schemeClr val="phClr"/>
        </a:solidFill>
        <a:gradFill rotWithShape="1">
          <a:gsLst>
            <a:gs pos="0">
              <a:schemeClr val="phClr">
                <a:tint val="0"/>
              </a:schemeClr>
            </a:gs>
            <a:gs pos="44000">
              <a:schemeClr val="phClr">
                <a:tint val="60000"/>
                <a:satMod val="120000"/>
              </a:schemeClr>
            </a:gs>
            <a:gs pos="100000">
              <a:schemeClr val="phClr">
                <a:tint val="90000"/>
                <a:alpha val="100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20000"/>
                <a:lumMod val="120000"/>
              </a:schemeClr>
            </a:gs>
            <a:gs pos="100000">
              <a:schemeClr val="phClr">
                <a:shade val="89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lumMod val="8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prstMaterial="flat">
            <a:bevelT w="12700" h="12700"/>
          </a:sp3d>
        </a:effectStyle>
        <a:effectStyle>
          <a:effectLst>
            <a:outerShdw blurRad="508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6360000"/>
            </a:lightRig>
          </a:scene3d>
          <a:sp3d contourW="19050" prstMaterial="flat">
            <a:bevelT w="63500" h="63500"/>
            <a:contourClr>
              <a:schemeClr val="phClr">
                <a:shade val="25000"/>
                <a:satMod val="18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40000">
              <a:schemeClr val="phClr">
                <a:tint val="94000"/>
                <a:shade val="94000"/>
                <a:alpha val="100000"/>
                <a:satMod val="114000"/>
                <a:lumMod val="114000"/>
              </a:schemeClr>
            </a:gs>
            <a:gs pos="74000">
              <a:schemeClr val="phClr">
                <a:tint val="94000"/>
                <a:shade val="94000"/>
                <a:satMod val="128000"/>
                <a:lumMod val="100000"/>
              </a:schemeClr>
            </a:gs>
            <a:gs pos="100000">
              <a:schemeClr val="phClr">
                <a:tint val="98000"/>
                <a:shade val="100000"/>
                <a:hueMod val="98000"/>
                <a:satMod val="100000"/>
                <a:lumMod val="74000"/>
              </a:schemeClr>
            </a:gs>
          </a:gsLst>
          <a:path path="circle">
            <a:fillToRect l="20000" t="-40000" r="20000" b="14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6000"/>
                <a:satMod val="130000"/>
                <a:lumMod val="50000"/>
              </a:schemeClr>
              <a:schemeClr val="phClr">
                <a:tint val="96000"/>
                <a:satMod val="114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水主题" id="{5B2B2269-55F6-4372-BA38-DC6A472ADF26}" vid="{AA110D14-0888-4B80-AD01-F37A33B533C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水主题</Template>
  <TotalTime>44</TotalTime>
  <Words>351</Words>
  <Application>Microsoft Office PowerPoint</Application>
  <PresentationFormat>宽屏</PresentationFormat>
  <Paragraphs>76</Paragraphs>
  <Slides>12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9" baseType="lpstr">
      <vt:lpstr>等线</vt:lpstr>
      <vt:lpstr>华文楷体</vt:lpstr>
      <vt:lpstr>微软雅黑</vt:lpstr>
      <vt:lpstr>Candara</vt:lpstr>
      <vt:lpstr>Symbol</vt:lpstr>
      <vt:lpstr>Wingdings</vt:lpstr>
      <vt:lpstr>水主题</vt:lpstr>
      <vt:lpstr>水资源利用与节水</vt:lpstr>
      <vt:lpstr>目录</vt:lpstr>
      <vt:lpstr>一、水的知识</vt:lpstr>
      <vt:lpstr>水资源概述</vt:lpstr>
      <vt:lpstr>水的特性</vt:lpstr>
      <vt:lpstr>自来水的由来</vt:lpstr>
      <vt:lpstr>二、水的应用</vt:lpstr>
      <vt:lpstr>PowerPoint 演示文稿</vt:lpstr>
      <vt:lpstr>三、节水工作</vt:lpstr>
      <vt:lpstr>节水技术标准</vt:lpstr>
      <vt:lpstr>节水器具</vt:lpstr>
      <vt:lpstr>北京五种节水模式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</dc:creator>
  <cp:lastModifiedBy>Administrator</cp:lastModifiedBy>
  <cp:revision>7</cp:revision>
  <dcterms:created xsi:type="dcterms:W3CDTF">2021-03-10T07:27:31Z</dcterms:created>
  <dcterms:modified xsi:type="dcterms:W3CDTF">2024-04-11T03:03:26Z</dcterms:modified>
</cp:coreProperties>
</file>