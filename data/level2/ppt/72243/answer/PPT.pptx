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61"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47" d="100"/>
          <a:sy n="47" d="100"/>
        </p:scale>
        <p:origin x="78" y="8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6_1">
  <dgm:title val=""/>
  <dgm:desc val=""/>
  <dgm:catLst>
    <dgm:cat type="accent6" pri="11100"/>
  </dgm:catLst>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9D32047-7D8D-4FF1-A987-CE66201659FD}" type="doc">
      <dgm:prSet loTypeId="urn:microsoft.com/office/officeart/2005/8/layout/list1" loCatId="list" qsTypeId="urn:microsoft.com/office/officeart/2005/8/quickstyle/simple1" qsCatId="simple" csTypeId="urn:microsoft.com/office/officeart/2005/8/colors/accent6_1" csCatId="accent6"/>
      <dgm:spPr/>
      <dgm:t>
        <a:bodyPr/>
        <a:lstStyle/>
        <a:p>
          <a:endParaRPr lang="zh-CN" altLang="en-US"/>
        </a:p>
      </dgm:t>
    </dgm:pt>
    <dgm:pt modelId="{A3AB73C5-7699-4D7D-854A-3A31E019AAF7}">
      <dgm:prSet/>
      <dgm:spPr/>
      <dgm:t>
        <a:bodyPr/>
        <a:lstStyle/>
        <a:p>
          <a:pPr rtl="0"/>
          <a:r>
            <a:rPr kumimoji="1" lang="zh-CN" i="0" baseline="0" smtClean="0"/>
            <a:t>东欧战场</a:t>
          </a:r>
          <a:endParaRPr lang="zh-CN"/>
        </a:p>
      </dgm:t>
    </dgm:pt>
    <dgm:pt modelId="{2AEEB7BB-7198-4CF9-BF35-891A607EEBB5}" type="parTrans" cxnId="{E02E2FC9-183A-4B5E-B84A-9A4F308902F4}">
      <dgm:prSet/>
      <dgm:spPr/>
      <dgm:t>
        <a:bodyPr/>
        <a:lstStyle/>
        <a:p>
          <a:endParaRPr lang="zh-CN" altLang="en-US"/>
        </a:p>
      </dgm:t>
    </dgm:pt>
    <dgm:pt modelId="{28A8E324-7439-4F0F-851C-BD31AE2CCD7E}" type="sibTrans" cxnId="{E02E2FC9-183A-4B5E-B84A-9A4F308902F4}">
      <dgm:prSet/>
      <dgm:spPr/>
      <dgm:t>
        <a:bodyPr/>
        <a:lstStyle/>
        <a:p>
          <a:endParaRPr lang="zh-CN" altLang="en-US"/>
        </a:p>
      </dgm:t>
    </dgm:pt>
    <dgm:pt modelId="{260D5AB6-5BF0-45DA-9AB3-9B84746289DF}">
      <dgm:prSet/>
      <dgm:spPr/>
      <dgm:t>
        <a:bodyPr/>
        <a:lstStyle/>
        <a:p>
          <a:pPr rtl="0"/>
          <a:r>
            <a:rPr kumimoji="1" lang="zh-CN" i="0" baseline="0" dirty="0" smtClean="0"/>
            <a:t>波兰战役、苏德战争 </a:t>
          </a:r>
          <a:endParaRPr lang="zh-CN" dirty="0"/>
        </a:p>
      </dgm:t>
    </dgm:pt>
    <dgm:pt modelId="{4A558174-DEDC-42AA-9A0C-3C2E6E8C66FA}" type="parTrans" cxnId="{FF7BB2F0-41A3-48CA-ADF5-8C75B54EE6F5}">
      <dgm:prSet/>
      <dgm:spPr/>
      <dgm:t>
        <a:bodyPr/>
        <a:lstStyle/>
        <a:p>
          <a:endParaRPr lang="zh-CN" altLang="en-US"/>
        </a:p>
      </dgm:t>
    </dgm:pt>
    <dgm:pt modelId="{B2A9E39A-EBBD-4691-A902-04D355C8C7E0}" type="sibTrans" cxnId="{FF7BB2F0-41A3-48CA-ADF5-8C75B54EE6F5}">
      <dgm:prSet/>
      <dgm:spPr/>
      <dgm:t>
        <a:bodyPr/>
        <a:lstStyle/>
        <a:p>
          <a:endParaRPr lang="zh-CN" altLang="en-US"/>
        </a:p>
      </dgm:t>
    </dgm:pt>
    <dgm:pt modelId="{5AB28CB0-291C-4236-B44B-A8199F23834A}">
      <dgm:prSet/>
      <dgm:spPr/>
      <dgm:t>
        <a:bodyPr/>
        <a:lstStyle/>
        <a:p>
          <a:pPr rtl="0"/>
          <a:r>
            <a:rPr kumimoji="1" lang="zh-CN" i="0" baseline="0" smtClean="0"/>
            <a:t>西欧战场	</a:t>
          </a:r>
          <a:endParaRPr lang="zh-CN"/>
        </a:p>
      </dgm:t>
    </dgm:pt>
    <dgm:pt modelId="{CBCD1EFA-B79E-4540-84A1-52B3F506E5DC}" type="parTrans" cxnId="{2BD29E87-867B-4705-AFEC-FD15CEE84B9E}">
      <dgm:prSet/>
      <dgm:spPr/>
      <dgm:t>
        <a:bodyPr/>
        <a:lstStyle/>
        <a:p>
          <a:endParaRPr lang="zh-CN" altLang="en-US"/>
        </a:p>
      </dgm:t>
    </dgm:pt>
    <dgm:pt modelId="{AF8F9AF2-9036-46F8-B9D9-B7A3A1865A43}" type="sibTrans" cxnId="{2BD29E87-867B-4705-AFEC-FD15CEE84B9E}">
      <dgm:prSet/>
      <dgm:spPr/>
      <dgm:t>
        <a:bodyPr/>
        <a:lstStyle/>
        <a:p>
          <a:endParaRPr lang="zh-CN" altLang="en-US"/>
        </a:p>
      </dgm:t>
    </dgm:pt>
    <dgm:pt modelId="{265C9681-8E93-43ED-A045-C5A818029328}">
      <dgm:prSet/>
      <dgm:spPr/>
      <dgm:t>
        <a:bodyPr/>
        <a:lstStyle/>
        <a:p>
          <a:pPr rtl="0"/>
          <a:r>
            <a:rPr kumimoji="1" lang="zh-CN" i="0" baseline="0" smtClean="0"/>
            <a:t>法国战役、敦刻尔克大撤退、不列颠空战、西西里岛登陆战役、诺曼底登陆 </a:t>
          </a:r>
          <a:endParaRPr lang="zh-CN"/>
        </a:p>
      </dgm:t>
    </dgm:pt>
    <dgm:pt modelId="{EDFDE146-9ACC-4282-BB24-63A93DE371AD}" type="parTrans" cxnId="{0213C65F-C592-4979-87FF-99BCA062CC76}">
      <dgm:prSet/>
      <dgm:spPr/>
      <dgm:t>
        <a:bodyPr/>
        <a:lstStyle/>
        <a:p>
          <a:endParaRPr lang="zh-CN" altLang="en-US"/>
        </a:p>
      </dgm:t>
    </dgm:pt>
    <dgm:pt modelId="{24C67541-60A8-41EA-83FC-551FB215ED30}" type="sibTrans" cxnId="{0213C65F-C592-4979-87FF-99BCA062CC76}">
      <dgm:prSet/>
      <dgm:spPr/>
      <dgm:t>
        <a:bodyPr/>
        <a:lstStyle/>
        <a:p>
          <a:endParaRPr lang="zh-CN" altLang="en-US"/>
        </a:p>
      </dgm:t>
    </dgm:pt>
    <dgm:pt modelId="{0863C6DA-1E8B-4720-BE7E-1F4F2C01AAAC}">
      <dgm:prSet/>
      <dgm:spPr/>
      <dgm:t>
        <a:bodyPr/>
        <a:lstStyle/>
        <a:p>
          <a:pPr rtl="0"/>
          <a:r>
            <a:rPr kumimoji="1" lang="zh-CN" i="0" baseline="0" smtClean="0"/>
            <a:t>太平洋战场</a:t>
          </a:r>
          <a:endParaRPr lang="zh-CN"/>
        </a:p>
      </dgm:t>
    </dgm:pt>
    <dgm:pt modelId="{5C50EB3E-DE92-485B-9A00-830181D0B3B5}" type="parTrans" cxnId="{BFDF5AB3-5A55-41A3-AF98-3E7D817A531C}">
      <dgm:prSet/>
      <dgm:spPr/>
      <dgm:t>
        <a:bodyPr/>
        <a:lstStyle/>
        <a:p>
          <a:endParaRPr lang="zh-CN" altLang="en-US"/>
        </a:p>
      </dgm:t>
    </dgm:pt>
    <dgm:pt modelId="{01D01D3C-6145-4909-9711-A0B6691E3C78}" type="sibTrans" cxnId="{BFDF5AB3-5A55-41A3-AF98-3E7D817A531C}">
      <dgm:prSet/>
      <dgm:spPr/>
      <dgm:t>
        <a:bodyPr/>
        <a:lstStyle/>
        <a:p>
          <a:endParaRPr lang="zh-CN" altLang="en-US"/>
        </a:p>
      </dgm:t>
    </dgm:pt>
    <dgm:pt modelId="{C5D087C0-00AB-44CC-99D6-2B82A18C894E}">
      <dgm:prSet/>
      <dgm:spPr/>
      <dgm:t>
        <a:bodyPr/>
        <a:lstStyle/>
        <a:p>
          <a:pPr rtl="0"/>
          <a:r>
            <a:rPr kumimoji="1" lang="zh-CN" i="0" baseline="0" smtClean="0"/>
            <a:t>中途岛海战、珍珠港战役、瓜达尔卡纳尔岛战役、珊瑚海海战 </a:t>
          </a:r>
          <a:endParaRPr lang="zh-CN"/>
        </a:p>
      </dgm:t>
    </dgm:pt>
    <dgm:pt modelId="{50243F47-2559-4D47-AA2A-1962FE9FF80C}" type="parTrans" cxnId="{45EE03AD-B5E6-46EF-AE13-CF96A8642D12}">
      <dgm:prSet/>
      <dgm:spPr/>
      <dgm:t>
        <a:bodyPr/>
        <a:lstStyle/>
        <a:p>
          <a:endParaRPr lang="zh-CN" altLang="en-US"/>
        </a:p>
      </dgm:t>
    </dgm:pt>
    <dgm:pt modelId="{96052702-CD93-42D7-901D-78701882CDFB}" type="sibTrans" cxnId="{45EE03AD-B5E6-46EF-AE13-CF96A8642D12}">
      <dgm:prSet/>
      <dgm:spPr/>
      <dgm:t>
        <a:bodyPr/>
        <a:lstStyle/>
        <a:p>
          <a:endParaRPr lang="zh-CN" altLang="en-US"/>
        </a:p>
      </dgm:t>
    </dgm:pt>
    <dgm:pt modelId="{57080593-5EBB-49A7-A12E-BAD41ADD6B56}">
      <dgm:prSet/>
      <dgm:spPr/>
      <dgm:t>
        <a:bodyPr/>
        <a:lstStyle/>
        <a:p>
          <a:pPr rtl="0"/>
          <a:r>
            <a:rPr kumimoji="1" lang="zh-CN" i="0" baseline="0" smtClean="0"/>
            <a:t>亚洲战场</a:t>
          </a:r>
          <a:endParaRPr lang="zh-CN"/>
        </a:p>
      </dgm:t>
    </dgm:pt>
    <dgm:pt modelId="{4C16920E-C0E3-4E06-9F27-AD03C858320F}" type="parTrans" cxnId="{9670B97A-0088-4FD2-A362-34C9FC53511C}">
      <dgm:prSet/>
      <dgm:spPr/>
      <dgm:t>
        <a:bodyPr/>
        <a:lstStyle/>
        <a:p>
          <a:endParaRPr lang="zh-CN" altLang="en-US"/>
        </a:p>
      </dgm:t>
    </dgm:pt>
    <dgm:pt modelId="{E3630AF0-1084-4340-A765-1007E7EC4D03}" type="sibTrans" cxnId="{9670B97A-0088-4FD2-A362-34C9FC53511C}">
      <dgm:prSet/>
      <dgm:spPr/>
      <dgm:t>
        <a:bodyPr/>
        <a:lstStyle/>
        <a:p>
          <a:endParaRPr lang="zh-CN" altLang="en-US"/>
        </a:p>
      </dgm:t>
    </dgm:pt>
    <dgm:pt modelId="{F6B1ACE7-EFBB-4BE8-81C6-9A321743B762}">
      <dgm:prSet/>
      <dgm:spPr/>
      <dgm:t>
        <a:bodyPr/>
        <a:lstStyle/>
        <a:p>
          <a:pPr rtl="0"/>
          <a:r>
            <a:rPr kumimoji="1" lang="zh-CN" i="0" baseline="0" smtClean="0"/>
            <a:t>中国战场（抗日战争、苏日战争）缅甸战场（滇缅战争） </a:t>
          </a:r>
          <a:endParaRPr lang="zh-CN"/>
        </a:p>
      </dgm:t>
    </dgm:pt>
    <dgm:pt modelId="{B08BECA3-5D5D-45C1-89D1-B21D87D7ED77}" type="parTrans" cxnId="{259F3DE4-F280-43FE-8F1F-09A5C181651E}">
      <dgm:prSet/>
      <dgm:spPr/>
      <dgm:t>
        <a:bodyPr/>
        <a:lstStyle/>
        <a:p>
          <a:endParaRPr lang="zh-CN" altLang="en-US"/>
        </a:p>
      </dgm:t>
    </dgm:pt>
    <dgm:pt modelId="{31716DDF-D8CA-4889-BC75-5FDE79D1DBC5}" type="sibTrans" cxnId="{259F3DE4-F280-43FE-8F1F-09A5C181651E}">
      <dgm:prSet/>
      <dgm:spPr/>
      <dgm:t>
        <a:bodyPr/>
        <a:lstStyle/>
        <a:p>
          <a:endParaRPr lang="zh-CN" altLang="en-US"/>
        </a:p>
      </dgm:t>
    </dgm:pt>
    <dgm:pt modelId="{703CA757-A8D3-4177-86E9-24C863215A8F}">
      <dgm:prSet/>
      <dgm:spPr/>
      <dgm:t>
        <a:bodyPr/>
        <a:lstStyle/>
        <a:p>
          <a:pPr rtl="0"/>
          <a:r>
            <a:rPr kumimoji="1" lang="zh-CN" i="0" baseline="0" smtClean="0"/>
            <a:t>非洲战场</a:t>
          </a:r>
          <a:endParaRPr lang="zh-CN"/>
        </a:p>
      </dgm:t>
    </dgm:pt>
    <dgm:pt modelId="{274DF979-855B-4944-8333-3EA725A436DB}" type="parTrans" cxnId="{F0B4A75D-7A97-43B5-B339-3DBAE1882E74}">
      <dgm:prSet/>
      <dgm:spPr/>
      <dgm:t>
        <a:bodyPr/>
        <a:lstStyle/>
        <a:p>
          <a:endParaRPr lang="zh-CN" altLang="en-US"/>
        </a:p>
      </dgm:t>
    </dgm:pt>
    <dgm:pt modelId="{916DF1E5-CA36-487D-8BE2-173A20E0574E}" type="sibTrans" cxnId="{F0B4A75D-7A97-43B5-B339-3DBAE1882E74}">
      <dgm:prSet/>
      <dgm:spPr/>
      <dgm:t>
        <a:bodyPr/>
        <a:lstStyle/>
        <a:p>
          <a:endParaRPr lang="zh-CN" altLang="en-US"/>
        </a:p>
      </dgm:t>
    </dgm:pt>
    <dgm:pt modelId="{C9B244E9-433B-4311-8EFE-000D35AB0A6C}">
      <dgm:prSet/>
      <dgm:spPr/>
      <dgm:t>
        <a:bodyPr/>
        <a:lstStyle/>
        <a:p>
          <a:pPr rtl="0"/>
          <a:r>
            <a:rPr kumimoji="1" lang="zh-CN" i="0" baseline="0" smtClean="0"/>
            <a:t>阿拉曼战役、突尼斯会战 </a:t>
          </a:r>
          <a:endParaRPr lang="zh-CN"/>
        </a:p>
      </dgm:t>
    </dgm:pt>
    <dgm:pt modelId="{8820E971-74A6-4EB7-98C4-D1AB335AA849}" type="parTrans" cxnId="{94EAC0E7-0971-4D6B-98E8-5230D4A36057}">
      <dgm:prSet/>
      <dgm:spPr/>
      <dgm:t>
        <a:bodyPr/>
        <a:lstStyle/>
        <a:p>
          <a:endParaRPr lang="zh-CN" altLang="en-US"/>
        </a:p>
      </dgm:t>
    </dgm:pt>
    <dgm:pt modelId="{F3CF184E-2E9E-4794-AF64-99C45AE035B0}" type="sibTrans" cxnId="{94EAC0E7-0971-4D6B-98E8-5230D4A36057}">
      <dgm:prSet/>
      <dgm:spPr/>
      <dgm:t>
        <a:bodyPr/>
        <a:lstStyle/>
        <a:p>
          <a:endParaRPr lang="zh-CN" altLang="en-US"/>
        </a:p>
      </dgm:t>
    </dgm:pt>
    <dgm:pt modelId="{FD00C707-DAF8-43F7-8596-1215BAE9CEBF}">
      <dgm:prSet/>
      <dgm:spPr/>
      <dgm:t>
        <a:bodyPr/>
        <a:lstStyle/>
        <a:p>
          <a:pPr rtl="0"/>
          <a:r>
            <a:rPr kumimoji="1" lang="zh-CN" i="0" baseline="0" smtClean="0"/>
            <a:t>大西洋战场</a:t>
          </a:r>
          <a:endParaRPr lang="zh-CN"/>
        </a:p>
      </dgm:t>
    </dgm:pt>
    <dgm:pt modelId="{9E0DF75F-1CC8-499B-8737-BCA9073C6F96}" type="parTrans" cxnId="{0B05698D-718C-4809-B5FC-A45A06FB0CE5}">
      <dgm:prSet/>
      <dgm:spPr/>
      <dgm:t>
        <a:bodyPr/>
        <a:lstStyle/>
        <a:p>
          <a:endParaRPr lang="zh-CN" altLang="en-US"/>
        </a:p>
      </dgm:t>
    </dgm:pt>
    <dgm:pt modelId="{7C998FAF-F36E-4A5E-8E38-07380453B649}" type="sibTrans" cxnId="{0B05698D-718C-4809-B5FC-A45A06FB0CE5}">
      <dgm:prSet/>
      <dgm:spPr/>
      <dgm:t>
        <a:bodyPr/>
        <a:lstStyle/>
        <a:p>
          <a:endParaRPr lang="zh-CN" altLang="en-US"/>
        </a:p>
      </dgm:t>
    </dgm:pt>
    <dgm:pt modelId="{6BB0925E-B32C-4A76-AD6F-3FEB27B0BE3D}">
      <dgm:prSet/>
      <dgm:spPr/>
      <dgm:t>
        <a:bodyPr/>
        <a:lstStyle/>
        <a:p>
          <a:pPr rtl="0"/>
          <a:r>
            <a:rPr kumimoji="1" lang="zh-CN" i="0" baseline="0" smtClean="0"/>
            <a:t>大西洋海战</a:t>
          </a:r>
          <a:endParaRPr lang="zh-CN"/>
        </a:p>
      </dgm:t>
    </dgm:pt>
    <dgm:pt modelId="{D18F5846-4A3D-4CAF-9C9D-4B8372EBDD2A}" type="parTrans" cxnId="{87883097-12CA-43E8-BB2B-EFC386C046AB}">
      <dgm:prSet/>
      <dgm:spPr/>
      <dgm:t>
        <a:bodyPr/>
        <a:lstStyle/>
        <a:p>
          <a:endParaRPr lang="zh-CN" altLang="en-US"/>
        </a:p>
      </dgm:t>
    </dgm:pt>
    <dgm:pt modelId="{26DEFB79-A6D1-4735-9381-867A9FC6F314}" type="sibTrans" cxnId="{87883097-12CA-43E8-BB2B-EFC386C046AB}">
      <dgm:prSet/>
      <dgm:spPr/>
      <dgm:t>
        <a:bodyPr/>
        <a:lstStyle/>
        <a:p>
          <a:endParaRPr lang="zh-CN" altLang="en-US"/>
        </a:p>
      </dgm:t>
    </dgm:pt>
    <dgm:pt modelId="{D795DBA2-9308-406B-A82A-7EF518F8CA4E}" type="pres">
      <dgm:prSet presAssocID="{99D32047-7D8D-4FF1-A987-CE66201659FD}" presName="linear" presStyleCnt="0">
        <dgm:presLayoutVars>
          <dgm:dir/>
          <dgm:animLvl val="lvl"/>
          <dgm:resizeHandles val="exact"/>
        </dgm:presLayoutVars>
      </dgm:prSet>
      <dgm:spPr/>
    </dgm:pt>
    <dgm:pt modelId="{F70D4FD5-2DD5-4B17-A884-F734DE319790}" type="pres">
      <dgm:prSet presAssocID="{A3AB73C5-7699-4D7D-854A-3A31E019AAF7}" presName="parentLin" presStyleCnt="0"/>
      <dgm:spPr/>
    </dgm:pt>
    <dgm:pt modelId="{563ECB0F-F0E6-4CA7-A3C0-F205E3E9D951}" type="pres">
      <dgm:prSet presAssocID="{A3AB73C5-7699-4D7D-854A-3A31E019AAF7}" presName="parentLeftMargin" presStyleLbl="node1" presStyleIdx="0" presStyleCnt="6"/>
      <dgm:spPr/>
    </dgm:pt>
    <dgm:pt modelId="{43A14923-53E9-4D32-B0CB-BAD6CA66604F}" type="pres">
      <dgm:prSet presAssocID="{A3AB73C5-7699-4D7D-854A-3A31E019AAF7}" presName="parentText" presStyleLbl="node1" presStyleIdx="0" presStyleCnt="6">
        <dgm:presLayoutVars>
          <dgm:chMax val="0"/>
          <dgm:bulletEnabled val="1"/>
        </dgm:presLayoutVars>
      </dgm:prSet>
      <dgm:spPr/>
    </dgm:pt>
    <dgm:pt modelId="{30DC5A84-60C5-4737-AD8B-EB2614546648}" type="pres">
      <dgm:prSet presAssocID="{A3AB73C5-7699-4D7D-854A-3A31E019AAF7}" presName="negativeSpace" presStyleCnt="0"/>
      <dgm:spPr/>
    </dgm:pt>
    <dgm:pt modelId="{755A296F-AE7D-4861-9A09-3F71F33023D3}" type="pres">
      <dgm:prSet presAssocID="{A3AB73C5-7699-4D7D-854A-3A31E019AAF7}" presName="childText" presStyleLbl="conFgAcc1" presStyleIdx="0" presStyleCnt="6">
        <dgm:presLayoutVars>
          <dgm:bulletEnabled val="1"/>
        </dgm:presLayoutVars>
      </dgm:prSet>
      <dgm:spPr/>
    </dgm:pt>
    <dgm:pt modelId="{9E097270-5836-4467-ABF2-BEB6720CEBCA}" type="pres">
      <dgm:prSet presAssocID="{28A8E324-7439-4F0F-851C-BD31AE2CCD7E}" presName="spaceBetweenRectangles" presStyleCnt="0"/>
      <dgm:spPr/>
    </dgm:pt>
    <dgm:pt modelId="{406C23FB-D4C3-43DE-98CB-1F90FB9A87B8}" type="pres">
      <dgm:prSet presAssocID="{5AB28CB0-291C-4236-B44B-A8199F23834A}" presName="parentLin" presStyleCnt="0"/>
      <dgm:spPr/>
    </dgm:pt>
    <dgm:pt modelId="{C7AA5D49-56DF-4BD6-AD4F-9AF43528BE88}" type="pres">
      <dgm:prSet presAssocID="{5AB28CB0-291C-4236-B44B-A8199F23834A}" presName="parentLeftMargin" presStyleLbl="node1" presStyleIdx="0" presStyleCnt="6"/>
      <dgm:spPr/>
    </dgm:pt>
    <dgm:pt modelId="{7F2FD8FC-4657-497D-9FE8-4F2A5DCD598C}" type="pres">
      <dgm:prSet presAssocID="{5AB28CB0-291C-4236-B44B-A8199F23834A}" presName="parentText" presStyleLbl="node1" presStyleIdx="1" presStyleCnt="6">
        <dgm:presLayoutVars>
          <dgm:chMax val="0"/>
          <dgm:bulletEnabled val="1"/>
        </dgm:presLayoutVars>
      </dgm:prSet>
      <dgm:spPr/>
    </dgm:pt>
    <dgm:pt modelId="{6727514F-2833-4D73-AEA5-218022588D65}" type="pres">
      <dgm:prSet presAssocID="{5AB28CB0-291C-4236-B44B-A8199F23834A}" presName="negativeSpace" presStyleCnt="0"/>
      <dgm:spPr/>
    </dgm:pt>
    <dgm:pt modelId="{E435B1FA-31DF-470A-98B9-41AC6410003A}" type="pres">
      <dgm:prSet presAssocID="{5AB28CB0-291C-4236-B44B-A8199F23834A}" presName="childText" presStyleLbl="conFgAcc1" presStyleIdx="1" presStyleCnt="6">
        <dgm:presLayoutVars>
          <dgm:bulletEnabled val="1"/>
        </dgm:presLayoutVars>
      </dgm:prSet>
      <dgm:spPr/>
    </dgm:pt>
    <dgm:pt modelId="{E8CA6C97-9413-49C5-9490-32A79E420820}" type="pres">
      <dgm:prSet presAssocID="{AF8F9AF2-9036-46F8-B9D9-B7A3A1865A43}" presName="spaceBetweenRectangles" presStyleCnt="0"/>
      <dgm:spPr/>
    </dgm:pt>
    <dgm:pt modelId="{A9E969DA-52D1-42D5-ADAD-0207B26AF844}" type="pres">
      <dgm:prSet presAssocID="{0863C6DA-1E8B-4720-BE7E-1F4F2C01AAAC}" presName="parentLin" presStyleCnt="0"/>
      <dgm:spPr/>
    </dgm:pt>
    <dgm:pt modelId="{092C117B-3BBD-41CC-9742-FF2B9DF6B7B4}" type="pres">
      <dgm:prSet presAssocID="{0863C6DA-1E8B-4720-BE7E-1F4F2C01AAAC}" presName="parentLeftMargin" presStyleLbl="node1" presStyleIdx="1" presStyleCnt="6"/>
      <dgm:spPr/>
    </dgm:pt>
    <dgm:pt modelId="{AD495ED3-B69C-43BE-8AEF-44C894C38B1E}" type="pres">
      <dgm:prSet presAssocID="{0863C6DA-1E8B-4720-BE7E-1F4F2C01AAAC}" presName="parentText" presStyleLbl="node1" presStyleIdx="2" presStyleCnt="6">
        <dgm:presLayoutVars>
          <dgm:chMax val="0"/>
          <dgm:bulletEnabled val="1"/>
        </dgm:presLayoutVars>
      </dgm:prSet>
      <dgm:spPr/>
    </dgm:pt>
    <dgm:pt modelId="{2B416C6C-C12D-4DC0-ABFB-B33987BC3391}" type="pres">
      <dgm:prSet presAssocID="{0863C6DA-1E8B-4720-BE7E-1F4F2C01AAAC}" presName="negativeSpace" presStyleCnt="0"/>
      <dgm:spPr/>
    </dgm:pt>
    <dgm:pt modelId="{2C3D270B-DEFD-4B5E-9207-B227CB860C36}" type="pres">
      <dgm:prSet presAssocID="{0863C6DA-1E8B-4720-BE7E-1F4F2C01AAAC}" presName="childText" presStyleLbl="conFgAcc1" presStyleIdx="2" presStyleCnt="6">
        <dgm:presLayoutVars>
          <dgm:bulletEnabled val="1"/>
        </dgm:presLayoutVars>
      </dgm:prSet>
      <dgm:spPr/>
    </dgm:pt>
    <dgm:pt modelId="{B7D5C4F9-789A-48CF-BF34-89506096841D}" type="pres">
      <dgm:prSet presAssocID="{01D01D3C-6145-4909-9711-A0B6691E3C78}" presName="spaceBetweenRectangles" presStyleCnt="0"/>
      <dgm:spPr/>
    </dgm:pt>
    <dgm:pt modelId="{91A4E467-D243-4DED-8914-19E6A1770E06}" type="pres">
      <dgm:prSet presAssocID="{57080593-5EBB-49A7-A12E-BAD41ADD6B56}" presName="parentLin" presStyleCnt="0"/>
      <dgm:spPr/>
    </dgm:pt>
    <dgm:pt modelId="{8C3F554A-CE9F-4D3A-B682-84EB1EED3673}" type="pres">
      <dgm:prSet presAssocID="{57080593-5EBB-49A7-A12E-BAD41ADD6B56}" presName="parentLeftMargin" presStyleLbl="node1" presStyleIdx="2" presStyleCnt="6"/>
      <dgm:spPr/>
    </dgm:pt>
    <dgm:pt modelId="{09386ED0-F7D1-480E-BFC5-A58976354AF5}" type="pres">
      <dgm:prSet presAssocID="{57080593-5EBB-49A7-A12E-BAD41ADD6B56}" presName="parentText" presStyleLbl="node1" presStyleIdx="3" presStyleCnt="6">
        <dgm:presLayoutVars>
          <dgm:chMax val="0"/>
          <dgm:bulletEnabled val="1"/>
        </dgm:presLayoutVars>
      </dgm:prSet>
      <dgm:spPr/>
    </dgm:pt>
    <dgm:pt modelId="{C0DC66F5-5746-43FC-A1EB-25001AECADED}" type="pres">
      <dgm:prSet presAssocID="{57080593-5EBB-49A7-A12E-BAD41ADD6B56}" presName="negativeSpace" presStyleCnt="0"/>
      <dgm:spPr/>
    </dgm:pt>
    <dgm:pt modelId="{03E429EC-220F-4C35-A911-2DB32AD02356}" type="pres">
      <dgm:prSet presAssocID="{57080593-5EBB-49A7-A12E-BAD41ADD6B56}" presName="childText" presStyleLbl="conFgAcc1" presStyleIdx="3" presStyleCnt="6">
        <dgm:presLayoutVars>
          <dgm:bulletEnabled val="1"/>
        </dgm:presLayoutVars>
      </dgm:prSet>
      <dgm:spPr/>
    </dgm:pt>
    <dgm:pt modelId="{FC2AADF2-8920-4565-9E92-ACD2C88CAF84}" type="pres">
      <dgm:prSet presAssocID="{E3630AF0-1084-4340-A765-1007E7EC4D03}" presName="spaceBetweenRectangles" presStyleCnt="0"/>
      <dgm:spPr/>
    </dgm:pt>
    <dgm:pt modelId="{56652426-1255-4005-9A8F-6D11811DE88F}" type="pres">
      <dgm:prSet presAssocID="{703CA757-A8D3-4177-86E9-24C863215A8F}" presName="parentLin" presStyleCnt="0"/>
      <dgm:spPr/>
    </dgm:pt>
    <dgm:pt modelId="{91217A7E-A5EE-42D6-BD0C-6A96C3EB5E89}" type="pres">
      <dgm:prSet presAssocID="{703CA757-A8D3-4177-86E9-24C863215A8F}" presName="parentLeftMargin" presStyleLbl="node1" presStyleIdx="3" presStyleCnt="6"/>
      <dgm:spPr/>
    </dgm:pt>
    <dgm:pt modelId="{2A24CE5A-2C6E-4D96-B625-DB5A8CAC05C0}" type="pres">
      <dgm:prSet presAssocID="{703CA757-A8D3-4177-86E9-24C863215A8F}" presName="parentText" presStyleLbl="node1" presStyleIdx="4" presStyleCnt="6">
        <dgm:presLayoutVars>
          <dgm:chMax val="0"/>
          <dgm:bulletEnabled val="1"/>
        </dgm:presLayoutVars>
      </dgm:prSet>
      <dgm:spPr/>
    </dgm:pt>
    <dgm:pt modelId="{10B11757-8157-48B4-B8A1-79F8422600D5}" type="pres">
      <dgm:prSet presAssocID="{703CA757-A8D3-4177-86E9-24C863215A8F}" presName="negativeSpace" presStyleCnt="0"/>
      <dgm:spPr/>
    </dgm:pt>
    <dgm:pt modelId="{8827CC51-F240-42B0-8C86-169E1D7D1B8C}" type="pres">
      <dgm:prSet presAssocID="{703CA757-A8D3-4177-86E9-24C863215A8F}" presName="childText" presStyleLbl="conFgAcc1" presStyleIdx="4" presStyleCnt="6">
        <dgm:presLayoutVars>
          <dgm:bulletEnabled val="1"/>
        </dgm:presLayoutVars>
      </dgm:prSet>
      <dgm:spPr/>
    </dgm:pt>
    <dgm:pt modelId="{5335A2D8-BD5B-49CE-9D09-05975141620D}" type="pres">
      <dgm:prSet presAssocID="{916DF1E5-CA36-487D-8BE2-173A20E0574E}" presName="spaceBetweenRectangles" presStyleCnt="0"/>
      <dgm:spPr/>
    </dgm:pt>
    <dgm:pt modelId="{FEA7D34D-7116-4E08-8D32-D6C5ADC35B93}" type="pres">
      <dgm:prSet presAssocID="{FD00C707-DAF8-43F7-8596-1215BAE9CEBF}" presName="parentLin" presStyleCnt="0"/>
      <dgm:spPr/>
    </dgm:pt>
    <dgm:pt modelId="{E0239297-475B-4B53-8C41-A7DC5B5CA1FF}" type="pres">
      <dgm:prSet presAssocID="{FD00C707-DAF8-43F7-8596-1215BAE9CEBF}" presName="parentLeftMargin" presStyleLbl="node1" presStyleIdx="4" presStyleCnt="6"/>
      <dgm:spPr/>
    </dgm:pt>
    <dgm:pt modelId="{D3BBDAC7-10C6-4490-B4C1-0BF6A326BF9D}" type="pres">
      <dgm:prSet presAssocID="{FD00C707-DAF8-43F7-8596-1215BAE9CEBF}" presName="parentText" presStyleLbl="node1" presStyleIdx="5" presStyleCnt="6">
        <dgm:presLayoutVars>
          <dgm:chMax val="0"/>
          <dgm:bulletEnabled val="1"/>
        </dgm:presLayoutVars>
      </dgm:prSet>
      <dgm:spPr/>
    </dgm:pt>
    <dgm:pt modelId="{946613AE-BEFF-4013-85C4-7ABD2E534A75}" type="pres">
      <dgm:prSet presAssocID="{FD00C707-DAF8-43F7-8596-1215BAE9CEBF}" presName="negativeSpace" presStyleCnt="0"/>
      <dgm:spPr/>
    </dgm:pt>
    <dgm:pt modelId="{3B9CAA57-8098-474C-ABAB-C4A5E834CE1D}" type="pres">
      <dgm:prSet presAssocID="{FD00C707-DAF8-43F7-8596-1215BAE9CEBF}" presName="childText" presStyleLbl="conFgAcc1" presStyleIdx="5" presStyleCnt="6">
        <dgm:presLayoutVars>
          <dgm:bulletEnabled val="1"/>
        </dgm:presLayoutVars>
      </dgm:prSet>
      <dgm:spPr/>
    </dgm:pt>
  </dgm:ptLst>
  <dgm:cxnLst>
    <dgm:cxn modelId="{1100C800-5FE8-4C41-A434-1838B527C37B}" type="presOf" srcId="{6BB0925E-B32C-4A76-AD6F-3FEB27B0BE3D}" destId="{3B9CAA57-8098-474C-ABAB-C4A5E834CE1D}" srcOrd="0" destOrd="0" presId="urn:microsoft.com/office/officeart/2005/8/layout/list1"/>
    <dgm:cxn modelId="{DBF10922-6B70-423A-83E0-537AA705BF6A}" type="presOf" srcId="{99D32047-7D8D-4FF1-A987-CE66201659FD}" destId="{D795DBA2-9308-406B-A82A-7EF518F8CA4E}" srcOrd="0" destOrd="0" presId="urn:microsoft.com/office/officeart/2005/8/layout/list1"/>
    <dgm:cxn modelId="{9670B97A-0088-4FD2-A362-34C9FC53511C}" srcId="{99D32047-7D8D-4FF1-A987-CE66201659FD}" destId="{57080593-5EBB-49A7-A12E-BAD41ADD6B56}" srcOrd="3" destOrd="0" parTransId="{4C16920E-C0E3-4E06-9F27-AD03C858320F}" sibTransId="{E3630AF0-1084-4340-A765-1007E7EC4D03}"/>
    <dgm:cxn modelId="{259F3DE4-F280-43FE-8F1F-09A5C181651E}" srcId="{57080593-5EBB-49A7-A12E-BAD41ADD6B56}" destId="{F6B1ACE7-EFBB-4BE8-81C6-9A321743B762}" srcOrd="0" destOrd="0" parTransId="{B08BECA3-5D5D-45C1-89D1-B21D87D7ED77}" sibTransId="{31716DDF-D8CA-4889-BC75-5FDE79D1DBC5}"/>
    <dgm:cxn modelId="{F0B4A75D-7A97-43B5-B339-3DBAE1882E74}" srcId="{99D32047-7D8D-4FF1-A987-CE66201659FD}" destId="{703CA757-A8D3-4177-86E9-24C863215A8F}" srcOrd="4" destOrd="0" parTransId="{274DF979-855B-4944-8333-3EA725A436DB}" sibTransId="{916DF1E5-CA36-487D-8BE2-173A20E0574E}"/>
    <dgm:cxn modelId="{36A1203D-B9F0-4508-A6F9-10D72A0AEAA4}" type="presOf" srcId="{F6B1ACE7-EFBB-4BE8-81C6-9A321743B762}" destId="{03E429EC-220F-4C35-A911-2DB32AD02356}" srcOrd="0" destOrd="0" presId="urn:microsoft.com/office/officeart/2005/8/layout/list1"/>
    <dgm:cxn modelId="{6D2B62D4-AE6D-459A-88F9-15B1781647EE}" type="presOf" srcId="{5AB28CB0-291C-4236-B44B-A8199F23834A}" destId="{C7AA5D49-56DF-4BD6-AD4F-9AF43528BE88}" srcOrd="0" destOrd="0" presId="urn:microsoft.com/office/officeart/2005/8/layout/list1"/>
    <dgm:cxn modelId="{20E8FACB-BCDC-47CA-A05C-2FAD725E18E7}" type="presOf" srcId="{5AB28CB0-291C-4236-B44B-A8199F23834A}" destId="{7F2FD8FC-4657-497D-9FE8-4F2A5DCD598C}" srcOrd="1" destOrd="0" presId="urn:microsoft.com/office/officeart/2005/8/layout/list1"/>
    <dgm:cxn modelId="{E02E2FC9-183A-4B5E-B84A-9A4F308902F4}" srcId="{99D32047-7D8D-4FF1-A987-CE66201659FD}" destId="{A3AB73C5-7699-4D7D-854A-3A31E019AAF7}" srcOrd="0" destOrd="0" parTransId="{2AEEB7BB-7198-4CF9-BF35-891A607EEBB5}" sibTransId="{28A8E324-7439-4F0F-851C-BD31AE2CCD7E}"/>
    <dgm:cxn modelId="{87883097-12CA-43E8-BB2B-EFC386C046AB}" srcId="{FD00C707-DAF8-43F7-8596-1215BAE9CEBF}" destId="{6BB0925E-B32C-4A76-AD6F-3FEB27B0BE3D}" srcOrd="0" destOrd="0" parTransId="{D18F5846-4A3D-4CAF-9C9D-4B8372EBDD2A}" sibTransId="{26DEFB79-A6D1-4735-9381-867A9FC6F314}"/>
    <dgm:cxn modelId="{B481D60B-67B1-467A-96E4-F68F8E6E51AC}" type="presOf" srcId="{57080593-5EBB-49A7-A12E-BAD41ADD6B56}" destId="{09386ED0-F7D1-480E-BFC5-A58976354AF5}" srcOrd="1" destOrd="0" presId="urn:microsoft.com/office/officeart/2005/8/layout/list1"/>
    <dgm:cxn modelId="{B11C80D4-49B2-4D18-8776-F7B822527722}" type="presOf" srcId="{0863C6DA-1E8B-4720-BE7E-1F4F2C01AAAC}" destId="{092C117B-3BBD-41CC-9742-FF2B9DF6B7B4}" srcOrd="0" destOrd="0" presId="urn:microsoft.com/office/officeart/2005/8/layout/list1"/>
    <dgm:cxn modelId="{85EA5630-1E30-4704-AECE-3D438918B797}" type="presOf" srcId="{C5D087C0-00AB-44CC-99D6-2B82A18C894E}" destId="{2C3D270B-DEFD-4B5E-9207-B227CB860C36}" srcOrd="0" destOrd="0" presId="urn:microsoft.com/office/officeart/2005/8/layout/list1"/>
    <dgm:cxn modelId="{94EAC0E7-0971-4D6B-98E8-5230D4A36057}" srcId="{703CA757-A8D3-4177-86E9-24C863215A8F}" destId="{C9B244E9-433B-4311-8EFE-000D35AB0A6C}" srcOrd="0" destOrd="0" parTransId="{8820E971-74A6-4EB7-98C4-D1AB335AA849}" sibTransId="{F3CF184E-2E9E-4794-AF64-99C45AE035B0}"/>
    <dgm:cxn modelId="{421423F4-BA56-4E8E-ABE6-ADF90835C83B}" type="presOf" srcId="{FD00C707-DAF8-43F7-8596-1215BAE9CEBF}" destId="{E0239297-475B-4B53-8C41-A7DC5B5CA1FF}" srcOrd="0" destOrd="0" presId="urn:microsoft.com/office/officeart/2005/8/layout/list1"/>
    <dgm:cxn modelId="{055B5501-1146-453A-98EB-65D8027487E7}" type="presOf" srcId="{703CA757-A8D3-4177-86E9-24C863215A8F}" destId="{2A24CE5A-2C6E-4D96-B625-DB5A8CAC05C0}" srcOrd="1" destOrd="0" presId="urn:microsoft.com/office/officeart/2005/8/layout/list1"/>
    <dgm:cxn modelId="{84D28DA7-0FB4-4DEC-ACCE-98EB234822E1}" type="presOf" srcId="{57080593-5EBB-49A7-A12E-BAD41ADD6B56}" destId="{8C3F554A-CE9F-4D3A-B682-84EB1EED3673}" srcOrd="0" destOrd="0" presId="urn:microsoft.com/office/officeart/2005/8/layout/list1"/>
    <dgm:cxn modelId="{BFDF5AB3-5A55-41A3-AF98-3E7D817A531C}" srcId="{99D32047-7D8D-4FF1-A987-CE66201659FD}" destId="{0863C6DA-1E8B-4720-BE7E-1F4F2C01AAAC}" srcOrd="2" destOrd="0" parTransId="{5C50EB3E-DE92-485B-9A00-830181D0B3B5}" sibTransId="{01D01D3C-6145-4909-9711-A0B6691E3C78}"/>
    <dgm:cxn modelId="{B24DDBE7-BBA1-4C6E-AF76-3EE7DC335131}" type="presOf" srcId="{FD00C707-DAF8-43F7-8596-1215BAE9CEBF}" destId="{D3BBDAC7-10C6-4490-B4C1-0BF6A326BF9D}" srcOrd="1" destOrd="0" presId="urn:microsoft.com/office/officeart/2005/8/layout/list1"/>
    <dgm:cxn modelId="{2BD29E87-867B-4705-AFEC-FD15CEE84B9E}" srcId="{99D32047-7D8D-4FF1-A987-CE66201659FD}" destId="{5AB28CB0-291C-4236-B44B-A8199F23834A}" srcOrd="1" destOrd="0" parTransId="{CBCD1EFA-B79E-4540-84A1-52B3F506E5DC}" sibTransId="{AF8F9AF2-9036-46F8-B9D9-B7A3A1865A43}"/>
    <dgm:cxn modelId="{45EE03AD-B5E6-46EF-AE13-CF96A8642D12}" srcId="{0863C6DA-1E8B-4720-BE7E-1F4F2C01AAAC}" destId="{C5D087C0-00AB-44CC-99D6-2B82A18C894E}" srcOrd="0" destOrd="0" parTransId="{50243F47-2559-4D47-AA2A-1962FE9FF80C}" sibTransId="{96052702-CD93-42D7-901D-78701882CDFB}"/>
    <dgm:cxn modelId="{857E9E8F-9B96-4C33-9E35-0782AD581859}" type="presOf" srcId="{C9B244E9-433B-4311-8EFE-000D35AB0A6C}" destId="{8827CC51-F240-42B0-8C86-169E1D7D1B8C}" srcOrd="0" destOrd="0" presId="urn:microsoft.com/office/officeart/2005/8/layout/list1"/>
    <dgm:cxn modelId="{FF7BB2F0-41A3-48CA-ADF5-8C75B54EE6F5}" srcId="{A3AB73C5-7699-4D7D-854A-3A31E019AAF7}" destId="{260D5AB6-5BF0-45DA-9AB3-9B84746289DF}" srcOrd="0" destOrd="0" parTransId="{4A558174-DEDC-42AA-9A0C-3C2E6E8C66FA}" sibTransId="{B2A9E39A-EBBD-4691-A902-04D355C8C7E0}"/>
    <dgm:cxn modelId="{0213C65F-C592-4979-87FF-99BCA062CC76}" srcId="{5AB28CB0-291C-4236-B44B-A8199F23834A}" destId="{265C9681-8E93-43ED-A045-C5A818029328}" srcOrd="0" destOrd="0" parTransId="{EDFDE146-9ACC-4282-BB24-63A93DE371AD}" sibTransId="{24C67541-60A8-41EA-83FC-551FB215ED30}"/>
    <dgm:cxn modelId="{555898B6-2D5C-4C37-9887-AFE1455C935A}" type="presOf" srcId="{A3AB73C5-7699-4D7D-854A-3A31E019AAF7}" destId="{563ECB0F-F0E6-4CA7-A3C0-F205E3E9D951}" srcOrd="0" destOrd="0" presId="urn:microsoft.com/office/officeart/2005/8/layout/list1"/>
    <dgm:cxn modelId="{0B05698D-718C-4809-B5FC-A45A06FB0CE5}" srcId="{99D32047-7D8D-4FF1-A987-CE66201659FD}" destId="{FD00C707-DAF8-43F7-8596-1215BAE9CEBF}" srcOrd="5" destOrd="0" parTransId="{9E0DF75F-1CC8-499B-8737-BCA9073C6F96}" sibTransId="{7C998FAF-F36E-4A5E-8E38-07380453B649}"/>
    <dgm:cxn modelId="{454A732D-C7C5-425C-82E1-BDE06C33D41D}" type="presOf" srcId="{A3AB73C5-7699-4D7D-854A-3A31E019AAF7}" destId="{43A14923-53E9-4D32-B0CB-BAD6CA66604F}" srcOrd="1" destOrd="0" presId="urn:microsoft.com/office/officeart/2005/8/layout/list1"/>
    <dgm:cxn modelId="{88EDB47C-FE91-4DF0-BB1D-1CAB2415AD74}" type="presOf" srcId="{265C9681-8E93-43ED-A045-C5A818029328}" destId="{E435B1FA-31DF-470A-98B9-41AC6410003A}" srcOrd="0" destOrd="0" presId="urn:microsoft.com/office/officeart/2005/8/layout/list1"/>
    <dgm:cxn modelId="{B01861A7-5B08-4016-8FA5-74A9A3BE2101}" type="presOf" srcId="{0863C6DA-1E8B-4720-BE7E-1F4F2C01AAAC}" destId="{AD495ED3-B69C-43BE-8AEF-44C894C38B1E}" srcOrd="1" destOrd="0" presId="urn:microsoft.com/office/officeart/2005/8/layout/list1"/>
    <dgm:cxn modelId="{FC7A8797-5184-468C-B4FE-67997490122C}" type="presOf" srcId="{260D5AB6-5BF0-45DA-9AB3-9B84746289DF}" destId="{755A296F-AE7D-4861-9A09-3F71F33023D3}" srcOrd="0" destOrd="0" presId="urn:microsoft.com/office/officeart/2005/8/layout/list1"/>
    <dgm:cxn modelId="{83C26145-56E6-4BBE-A1BB-C46D87712477}" type="presOf" srcId="{703CA757-A8D3-4177-86E9-24C863215A8F}" destId="{91217A7E-A5EE-42D6-BD0C-6A96C3EB5E89}" srcOrd="0" destOrd="0" presId="urn:microsoft.com/office/officeart/2005/8/layout/list1"/>
    <dgm:cxn modelId="{C922B4C2-0D66-433A-9F9B-7FF3EEC63239}" type="presParOf" srcId="{D795DBA2-9308-406B-A82A-7EF518F8CA4E}" destId="{F70D4FD5-2DD5-4B17-A884-F734DE319790}" srcOrd="0" destOrd="0" presId="urn:microsoft.com/office/officeart/2005/8/layout/list1"/>
    <dgm:cxn modelId="{FD6258B5-3AD2-4A5D-B769-0454C75EF551}" type="presParOf" srcId="{F70D4FD5-2DD5-4B17-A884-F734DE319790}" destId="{563ECB0F-F0E6-4CA7-A3C0-F205E3E9D951}" srcOrd="0" destOrd="0" presId="urn:microsoft.com/office/officeart/2005/8/layout/list1"/>
    <dgm:cxn modelId="{245967D8-0BA0-4A0D-8CF8-09E574542B4C}" type="presParOf" srcId="{F70D4FD5-2DD5-4B17-A884-F734DE319790}" destId="{43A14923-53E9-4D32-B0CB-BAD6CA66604F}" srcOrd="1" destOrd="0" presId="urn:microsoft.com/office/officeart/2005/8/layout/list1"/>
    <dgm:cxn modelId="{9AE5D6F5-390D-484B-9189-18CFF8A8FAC9}" type="presParOf" srcId="{D795DBA2-9308-406B-A82A-7EF518F8CA4E}" destId="{30DC5A84-60C5-4737-AD8B-EB2614546648}" srcOrd="1" destOrd="0" presId="urn:microsoft.com/office/officeart/2005/8/layout/list1"/>
    <dgm:cxn modelId="{F9E7AEEB-C319-48F7-8EBB-DF567A305A12}" type="presParOf" srcId="{D795DBA2-9308-406B-A82A-7EF518F8CA4E}" destId="{755A296F-AE7D-4861-9A09-3F71F33023D3}" srcOrd="2" destOrd="0" presId="urn:microsoft.com/office/officeart/2005/8/layout/list1"/>
    <dgm:cxn modelId="{1FD263EC-A16D-4353-A933-FB169408450F}" type="presParOf" srcId="{D795DBA2-9308-406B-A82A-7EF518F8CA4E}" destId="{9E097270-5836-4467-ABF2-BEB6720CEBCA}" srcOrd="3" destOrd="0" presId="urn:microsoft.com/office/officeart/2005/8/layout/list1"/>
    <dgm:cxn modelId="{2A9E789D-B057-41D2-9B9F-86DA9A21895E}" type="presParOf" srcId="{D795DBA2-9308-406B-A82A-7EF518F8CA4E}" destId="{406C23FB-D4C3-43DE-98CB-1F90FB9A87B8}" srcOrd="4" destOrd="0" presId="urn:microsoft.com/office/officeart/2005/8/layout/list1"/>
    <dgm:cxn modelId="{634099F7-BC3F-42EA-9528-4BC5E59A4D23}" type="presParOf" srcId="{406C23FB-D4C3-43DE-98CB-1F90FB9A87B8}" destId="{C7AA5D49-56DF-4BD6-AD4F-9AF43528BE88}" srcOrd="0" destOrd="0" presId="urn:microsoft.com/office/officeart/2005/8/layout/list1"/>
    <dgm:cxn modelId="{A0BD4275-9654-4385-8170-DC122AACE377}" type="presParOf" srcId="{406C23FB-D4C3-43DE-98CB-1F90FB9A87B8}" destId="{7F2FD8FC-4657-497D-9FE8-4F2A5DCD598C}" srcOrd="1" destOrd="0" presId="urn:microsoft.com/office/officeart/2005/8/layout/list1"/>
    <dgm:cxn modelId="{136DF94C-0212-4ECA-9413-D600F65D0300}" type="presParOf" srcId="{D795DBA2-9308-406B-A82A-7EF518F8CA4E}" destId="{6727514F-2833-4D73-AEA5-218022588D65}" srcOrd="5" destOrd="0" presId="urn:microsoft.com/office/officeart/2005/8/layout/list1"/>
    <dgm:cxn modelId="{A63CEACD-C341-44C2-AC8C-D15F00D7AC1E}" type="presParOf" srcId="{D795DBA2-9308-406B-A82A-7EF518F8CA4E}" destId="{E435B1FA-31DF-470A-98B9-41AC6410003A}" srcOrd="6" destOrd="0" presId="urn:microsoft.com/office/officeart/2005/8/layout/list1"/>
    <dgm:cxn modelId="{E19A84C2-B12E-475D-AF14-CEED7AD10D2C}" type="presParOf" srcId="{D795DBA2-9308-406B-A82A-7EF518F8CA4E}" destId="{E8CA6C97-9413-49C5-9490-32A79E420820}" srcOrd="7" destOrd="0" presId="urn:microsoft.com/office/officeart/2005/8/layout/list1"/>
    <dgm:cxn modelId="{FCF33FCC-7F6D-4199-BEED-7767EBABCF20}" type="presParOf" srcId="{D795DBA2-9308-406B-A82A-7EF518F8CA4E}" destId="{A9E969DA-52D1-42D5-ADAD-0207B26AF844}" srcOrd="8" destOrd="0" presId="urn:microsoft.com/office/officeart/2005/8/layout/list1"/>
    <dgm:cxn modelId="{2BBEA02B-02F1-45E2-9137-5C8E5AC95C6D}" type="presParOf" srcId="{A9E969DA-52D1-42D5-ADAD-0207B26AF844}" destId="{092C117B-3BBD-41CC-9742-FF2B9DF6B7B4}" srcOrd="0" destOrd="0" presId="urn:microsoft.com/office/officeart/2005/8/layout/list1"/>
    <dgm:cxn modelId="{145E45E8-6974-4F40-8ED9-D5A201772EFB}" type="presParOf" srcId="{A9E969DA-52D1-42D5-ADAD-0207B26AF844}" destId="{AD495ED3-B69C-43BE-8AEF-44C894C38B1E}" srcOrd="1" destOrd="0" presId="urn:microsoft.com/office/officeart/2005/8/layout/list1"/>
    <dgm:cxn modelId="{DE258A33-2000-4C1E-B777-E51026A0FD43}" type="presParOf" srcId="{D795DBA2-9308-406B-A82A-7EF518F8CA4E}" destId="{2B416C6C-C12D-4DC0-ABFB-B33987BC3391}" srcOrd="9" destOrd="0" presId="urn:microsoft.com/office/officeart/2005/8/layout/list1"/>
    <dgm:cxn modelId="{EE1CA5CB-F120-4D7E-A9D8-1A3E8E48A1DD}" type="presParOf" srcId="{D795DBA2-9308-406B-A82A-7EF518F8CA4E}" destId="{2C3D270B-DEFD-4B5E-9207-B227CB860C36}" srcOrd="10" destOrd="0" presId="urn:microsoft.com/office/officeart/2005/8/layout/list1"/>
    <dgm:cxn modelId="{5A03A5B8-715C-41FB-8D53-6F2F477B018B}" type="presParOf" srcId="{D795DBA2-9308-406B-A82A-7EF518F8CA4E}" destId="{B7D5C4F9-789A-48CF-BF34-89506096841D}" srcOrd="11" destOrd="0" presId="urn:microsoft.com/office/officeart/2005/8/layout/list1"/>
    <dgm:cxn modelId="{9EB2B709-3A80-442C-9150-BEB4FB96CF00}" type="presParOf" srcId="{D795DBA2-9308-406B-A82A-7EF518F8CA4E}" destId="{91A4E467-D243-4DED-8914-19E6A1770E06}" srcOrd="12" destOrd="0" presId="urn:microsoft.com/office/officeart/2005/8/layout/list1"/>
    <dgm:cxn modelId="{523151B7-1A68-4645-B045-8131D2B3FB16}" type="presParOf" srcId="{91A4E467-D243-4DED-8914-19E6A1770E06}" destId="{8C3F554A-CE9F-4D3A-B682-84EB1EED3673}" srcOrd="0" destOrd="0" presId="urn:microsoft.com/office/officeart/2005/8/layout/list1"/>
    <dgm:cxn modelId="{2249D192-4EAB-461D-8B90-B31980E23A1A}" type="presParOf" srcId="{91A4E467-D243-4DED-8914-19E6A1770E06}" destId="{09386ED0-F7D1-480E-BFC5-A58976354AF5}" srcOrd="1" destOrd="0" presId="urn:microsoft.com/office/officeart/2005/8/layout/list1"/>
    <dgm:cxn modelId="{960BDDF3-4E57-452A-A9E2-0D324C5309FC}" type="presParOf" srcId="{D795DBA2-9308-406B-A82A-7EF518F8CA4E}" destId="{C0DC66F5-5746-43FC-A1EB-25001AECADED}" srcOrd="13" destOrd="0" presId="urn:microsoft.com/office/officeart/2005/8/layout/list1"/>
    <dgm:cxn modelId="{EB535CB0-54A8-4C72-9DEB-374AE9C8A4F7}" type="presParOf" srcId="{D795DBA2-9308-406B-A82A-7EF518F8CA4E}" destId="{03E429EC-220F-4C35-A911-2DB32AD02356}" srcOrd="14" destOrd="0" presId="urn:microsoft.com/office/officeart/2005/8/layout/list1"/>
    <dgm:cxn modelId="{EFFE63EF-0741-40B5-93F0-07434C9C5066}" type="presParOf" srcId="{D795DBA2-9308-406B-A82A-7EF518F8CA4E}" destId="{FC2AADF2-8920-4565-9E92-ACD2C88CAF84}" srcOrd="15" destOrd="0" presId="urn:microsoft.com/office/officeart/2005/8/layout/list1"/>
    <dgm:cxn modelId="{75096EEF-B15F-4D83-B433-656A96C6BE2F}" type="presParOf" srcId="{D795DBA2-9308-406B-A82A-7EF518F8CA4E}" destId="{56652426-1255-4005-9A8F-6D11811DE88F}" srcOrd="16" destOrd="0" presId="urn:microsoft.com/office/officeart/2005/8/layout/list1"/>
    <dgm:cxn modelId="{CB4F44C6-9EF4-4C95-828F-B5EDAA8E0163}" type="presParOf" srcId="{56652426-1255-4005-9A8F-6D11811DE88F}" destId="{91217A7E-A5EE-42D6-BD0C-6A96C3EB5E89}" srcOrd="0" destOrd="0" presId="urn:microsoft.com/office/officeart/2005/8/layout/list1"/>
    <dgm:cxn modelId="{B52DE177-1BCF-464E-BAB1-850512E4B127}" type="presParOf" srcId="{56652426-1255-4005-9A8F-6D11811DE88F}" destId="{2A24CE5A-2C6E-4D96-B625-DB5A8CAC05C0}" srcOrd="1" destOrd="0" presId="urn:microsoft.com/office/officeart/2005/8/layout/list1"/>
    <dgm:cxn modelId="{0A2B71AA-46F0-443A-A926-73BF982898B6}" type="presParOf" srcId="{D795DBA2-9308-406B-A82A-7EF518F8CA4E}" destId="{10B11757-8157-48B4-B8A1-79F8422600D5}" srcOrd="17" destOrd="0" presId="urn:microsoft.com/office/officeart/2005/8/layout/list1"/>
    <dgm:cxn modelId="{B2477719-FE7A-404B-8327-0EF9BF2010C5}" type="presParOf" srcId="{D795DBA2-9308-406B-A82A-7EF518F8CA4E}" destId="{8827CC51-F240-42B0-8C86-169E1D7D1B8C}" srcOrd="18" destOrd="0" presId="urn:microsoft.com/office/officeart/2005/8/layout/list1"/>
    <dgm:cxn modelId="{E770940A-643F-4D22-B29C-BDE5A51B54EC}" type="presParOf" srcId="{D795DBA2-9308-406B-A82A-7EF518F8CA4E}" destId="{5335A2D8-BD5B-49CE-9D09-05975141620D}" srcOrd="19" destOrd="0" presId="urn:microsoft.com/office/officeart/2005/8/layout/list1"/>
    <dgm:cxn modelId="{B9999F6B-5B83-4AAC-B9C9-4A0630782BB4}" type="presParOf" srcId="{D795DBA2-9308-406B-A82A-7EF518F8CA4E}" destId="{FEA7D34D-7116-4E08-8D32-D6C5ADC35B93}" srcOrd="20" destOrd="0" presId="urn:microsoft.com/office/officeart/2005/8/layout/list1"/>
    <dgm:cxn modelId="{1B6C88DE-FA51-44E4-8FAE-607080375C06}" type="presParOf" srcId="{FEA7D34D-7116-4E08-8D32-D6C5ADC35B93}" destId="{E0239297-475B-4B53-8C41-A7DC5B5CA1FF}" srcOrd="0" destOrd="0" presId="urn:microsoft.com/office/officeart/2005/8/layout/list1"/>
    <dgm:cxn modelId="{28F112AB-F5C5-4103-993B-5D98FE117A7B}" type="presParOf" srcId="{FEA7D34D-7116-4E08-8D32-D6C5ADC35B93}" destId="{D3BBDAC7-10C6-4490-B4C1-0BF6A326BF9D}" srcOrd="1" destOrd="0" presId="urn:microsoft.com/office/officeart/2005/8/layout/list1"/>
    <dgm:cxn modelId="{AEE42C18-4956-4392-9C6F-919879F5A5CB}" type="presParOf" srcId="{D795DBA2-9308-406B-A82A-7EF518F8CA4E}" destId="{946613AE-BEFF-4013-85C4-7ABD2E534A75}" srcOrd="21" destOrd="0" presId="urn:microsoft.com/office/officeart/2005/8/layout/list1"/>
    <dgm:cxn modelId="{176C1376-767C-47C6-888D-7DE5EC7A01F2}" type="presParOf" srcId="{D795DBA2-9308-406B-A82A-7EF518F8CA4E}" destId="{3B9CAA57-8098-474C-ABAB-C4A5E834CE1D}" srcOrd="2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5A296F-AE7D-4861-9A09-3F71F33023D3}">
      <dsp:nvSpPr>
        <dsp:cNvPr id="0" name=""/>
        <dsp:cNvSpPr/>
      </dsp:nvSpPr>
      <dsp:spPr>
        <a:xfrm>
          <a:off x="0" y="204524"/>
          <a:ext cx="8942753" cy="528412"/>
        </a:xfrm>
        <a:prstGeom prst="rect">
          <a:avLst/>
        </a:prstGeom>
        <a:solidFill>
          <a:schemeClr val="accent6">
            <a:alpha val="90000"/>
            <a:tint val="40000"/>
            <a:hueOff val="0"/>
            <a:satOff val="0"/>
            <a:lumOff val="0"/>
            <a:alphaOff val="0"/>
          </a:schemeClr>
        </a:solidFill>
        <a:ln w="25400" cap="flat"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94057" tIns="229108" rIns="694057" bIns="78232" numCol="1" spcCol="1270" anchor="t" anchorCtr="0">
          <a:noAutofit/>
        </a:bodyPr>
        <a:lstStyle/>
        <a:p>
          <a:pPr marL="57150" lvl="1" indent="-57150" algn="l" defTabSz="488950" rtl="0">
            <a:lnSpc>
              <a:spcPct val="90000"/>
            </a:lnSpc>
            <a:spcBef>
              <a:spcPct val="0"/>
            </a:spcBef>
            <a:spcAft>
              <a:spcPct val="15000"/>
            </a:spcAft>
            <a:buChar char="••"/>
          </a:pPr>
          <a:r>
            <a:rPr kumimoji="1" lang="zh-CN" sz="1100" i="0" kern="1200" baseline="0" dirty="0" smtClean="0"/>
            <a:t>波兰战役、苏德战争 </a:t>
          </a:r>
          <a:endParaRPr lang="zh-CN" sz="1100" kern="1200" dirty="0"/>
        </a:p>
      </dsp:txBody>
      <dsp:txXfrm>
        <a:off x="0" y="204524"/>
        <a:ext cx="8942753" cy="528412"/>
      </dsp:txXfrm>
    </dsp:sp>
    <dsp:sp modelId="{43A14923-53E9-4D32-B0CB-BAD6CA66604F}">
      <dsp:nvSpPr>
        <dsp:cNvPr id="0" name=""/>
        <dsp:cNvSpPr/>
      </dsp:nvSpPr>
      <dsp:spPr>
        <a:xfrm>
          <a:off x="447137" y="42164"/>
          <a:ext cx="6259927" cy="324720"/>
        </a:xfrm>
        <a:prstGeom prst="roundRect">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6610" tIns="0" rIns="236610" bIns="0" numCol="1" spcCol="1270" anchor="ctr" anchorCtr="0">
          <a:noAutofit/>
        </a:bodyPr>
        <a:lstStyle/>
        <a:p>
          <a:pPr lvl="0" algn="l" defTabSz="488950" rtl="0">
            <a:lnSpc>
              <a:spcPct val="90000"/>
            </a:lnSpc>
            <a:spcBef>
              <a:spcPct val="0"/>
            </a:spcBef>
            <a:spcAft>
              <a:spcPct val="35000"/>
            </a:spcAft>
          </a:pPr>
          <a:r>
            <a:rPr kumimoji="1" lang="zh-CN" sz="1100" i="0" kern="1200" baseline="0" smtClean="0"/>
            <a:t>东欧战场</a:t>
          </a:r>
          <a:endParaRPr lang="zh-CN" sz="1100" kern="1200"/>
        </a:p>
      </dsp:txBody>
      <dsp:txXfrm>
        <a:off x="462989" y="58016"/>
        <a:ext cx="6228223" cy="293016"/>
      </dsp:txXfrm>
    </dsp:sp>
    <dsp:sp modelId="{E435B1FA-31DF-470A-98B9-41AC6410003A}">
      <dsp:nvSpPr>
        <dsp:cNvPr id="0" name=""/>
        <dsp:cNvSpPr/>
      </dsp:nvSpPr>
      <dsp:spPr>
        <a:xfrm>
          <a:off x="0" y="954696"/>
          <a:ext cx="8942753" cy="528412"/>
        </a:xfrm>
        <a:prstGeom prst="rect">
          <a:avLst/>
        </a:prstGeom>
        <a:solidFill>
          <a:schemeClr val="accent6">
            <a:alpha val="90000"/>
            <a:tint val="40000"/>
            <a:hueOff val="0"/>
            <a:satOff val="0"/>
            <a:lumOff val="0"/>
            <a:alphaOff val="0"/>
          </a:schemeClr>
        </a:solidFill>
        <a:ln w="25400" cap="flat"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94057" tIns="229108" rIns="694057" bIns="78232" numCol="1" spcCol="1270" anchor="t" anchorCtr="0">
          <a:noAutofit/>
        </a:bodyPr>
        <a:lstStyle/>
        <a:p>
          <a:pPr marL="57150" lvl="1" indent="-57150" algn="l" defTabSz="488950" rtl="0">
            <a:lnSpc>
              <a:spcPct val="90000"/>
            </a:lnSpc>
            <a:spcBef>
              <a:spcPct val="0"/>
            </a:spcBef>
            <a:spcAft>
              <a:spcPct val="15000"/>
            </a:spcAft>
            <a:buChar char="••"/>
          </a:pPr>
          <a:r>
            <a:rPr kumimoji="1" lang="zh-CN" sz="1100" i="0" kern="1200" baseline="0" smtClean="0"/>
            <a:t>法国战役、敦刻尔克大撤退、不列颠空战、西西里岛登陆战役、诺曼底登陆 </a:t>
          </a:r>
          <a:endParaRPr lang="zh-CN" sz="1100" kern="1200"/>
        </a:p>
      </dsp:txBody>
      <dsp:txXfrm>
        <a:off x="0" y="954696"/>
        <a:ext cx="8942753" cy="528412"/>
      </dsp:txXfrm>
    </dsp:sp>
    <dsp:sp modelId="{7F2FD8FC-4657-497D-9FE8-4F2A5DCD598C}">
      <dsp:nvSpPr>
        <dsp:cNvPr id="0" name=""/>
        <dsp:cNvSpPr/>
      </dsp:nvSpPr>
      <dsp:spPr>
        <a:xfrm>
          <a:off x="447137" y="792336"/>
          <a:ext cx="6259927" cy="324720"/>
        </a:xfrm>
        <a:prstGeom prst="roundRect">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6610" tIns="0" rIns="236610" bIns="0" numCol="1" spcCol="1270" anchor="ctr" anchorCtr="0">
          <a:noAutofit/>
        </a:bodyPr>
        <a:lstStyle/>
        <a:p>
          <a:pPr lvl="0" algn="l" defTabSz="488950" rtl="0">
            <a:lnSpc>
              <a:spcPct val="90000"/>
            </a:lnSpc>
            <a:spcBef>
              <a:spcPct val="0"/>
            </a:spcBef>
            <a:spcAft>
              <a:spcPct val="35000"/>
            </a:spcAft>
          </a:pPr>
          <a:r>
            <a:rPr kumimoji="1" lang="zh-CN" sz="1100" i="0" kern="1200" baseline="0" smtClean="0"/>
            <a:t>西欧战场	</a:t>
          </a:r>
          <a:endParaRPr lang="zh-CN" sz="1100" kern="1200"/>
        </a:p>
      </dsp:txBody>
      <dsp:txXfrm>
        <a:off x="462989" y="808188"/>
        <a:ext cx="6228223" cy="293016"/>
      </dsp:txXfrm>
    </dsp:sp>
    <dsp:sp modelId="{2C3D270B-DEFD-4B5E-9207-B227CB860C36}">
      <dsp:nvSpPr>
        <dsp:cNvPr id="0" name=""/>
        <dsp:cNvSpPr/>
      </dsp:nvSpPr>
      <dsp:spPr>
        <a:xfrm>
          <a:off x="0" y="1704869"/>
          <a:ext cx="8942753" cy="528412"/>
        </a:xfrm>
        <a:prstGeom prst="rect">
          <a:avLst/>
        </a:prstGeom>
        <a:solidFill>
          <a:schemeClr val="accent6">
            <a:alpha val="90000"/>
            <a:tint val="40000"/>
            <a:hueOff val="0"/>
            <a:satOff val="0"/>
            <a:lumOff val="0"/>
            <a:alphaOff val="0"/>
          </a:schemeClr>
        </a:solidFill>
        <a:ln w="25400" cap="flat"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94057" tIns="229108" rIns="694057" bIns="78232" numCol="1" spcCol="1270" anchor="t" anchorCtr="0">
          <a:noAutofit/>
        </a:bodyPr>
        <a:lstStyle/>
        <a:p>
          <a:pPr marL="57150" lvl="1" indent="-57150" algn="l" defTabSz="488950" rtl="0">
            <a:lnSpc>
              <a:spcPct val="90000"/>
            </a:lnSpc>
            <a:spcBef>
              <a:spcPct val="0"/>
            </a:spcBef>
            <a:spcAft>
              <a:spcPct val="15000"/>
            </a:spcAft>
            <a:buChar char="••"/>
          </a:pPr>
          <a:r>
            <a:rPr kumimoji="1" lang="zh-CN" sz="1100" i="0" kern="1200" baseline="0" smtClean="0"/>
            <a:t>中途岛海战、珍珠港战役、瓜达尔卡纳尔岛战役、珊瑚海海战 </a:t>
          </a:r>
          <a:endParaRPr lang="zh-CN" sz="1100" kern="1200"/>
        </a:p>
      </dsp:txBody>
      <dsp:txXfrm>
        <a:off x="0" y="1704869"/>
        <a:ext cx="8942753" cy="528412"/>
      </dsp:txXfrm>
    </dsp:sp>
    <dsp:sp modelId="{AD495ED3-B69C-43BE-8AEF-44C894C38B1E}">
      <dsp:nvSpPr>
        <dsp:cNvPr id="0" name=""/>
        <dsp:cNvSpPr/>
      </dsp:nvSpPr>
      <dsp:spPr>
        <a:xfrm>
          <a:off x="447137" y="1542509"/>
          <a:ext cx="6259927" cy="324720"/>
        </a:xfrm>
        <a:prstGeom prst="roundRect">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6610" tIns="0" rIns="236610" bIns="0" numCol="1" spcCol="1270" anchor="ctr" anchorCtr="0">
          <a:noAutofit/>
        </a:bodyPr>
        <a:lstStyle/>
        <a:p>
          <a:pPr lvl="0" algn="l" defTabSz="488950" rtl="0">
            <a:lnSpc>
              <a:spcPct val="90000"/>
            </a:lnSpc>
            <a:spcBef>
              <a:spcPct val="0"/>
            </a:spcBef>
            <a:spcAft>
              <a:spcPct val="35000"/>
            </a:spcAft>
          </a:pPr>
          <a:r>
            <a:rPr kumimoji="1" lang="zh-CN" sz="1100" i="0" kern="1200" baseline="0" smtClean="0"/>
            <a:t>太平洋战场</a:t>
          </a:r>
          <a:endParaRPr lang="zh-CN" sz="1100" kern="1200"/>
        </a:p>
      </dsp:txBody>
      <dsp:txXfrm>
        <a:off x="462989" y="1558361"/>
        <a:ext cx="6228223" cy="293016"/>
      </dsp:txXfrm>
    </dsp:sp>
    <dsp:sp modelId="{03E429EC-220F-4C35-A911-2DB32AD02356}">
      <dsp:nvSpPr>
        <dsp:cNvPr id="0" name=""/>
        <dsp:cNvSpPr/>
      </dsp:nvSpPr>
      <dsp:spPr>
        <a:xfrm>
          <a:off x="0" y="2455041"/>
          <a:ext cx="8942753" cy="528412"/>
        </a:xfrm>
        <a:prstGeom prst="rect">
          <a:avLst/>
        </a:prstGeom>
        <a:solidFill>
          <a:schemeClr val="accent6">
            <a:alpha val="90000"/>
            <a:tint val="40000"/>
            <a:hueOff val="0"/>
            <a:satOff val="0"/>
            <a:lumOff val="0"/>
            <a:alphaOff val="0"/>
          </a:schemeClr>
        </a:solidFill>
        <a:ln w="25400" cap="flat"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94057" tIns="229108" rIns="694057" bIns="78232" numCol="1" spcCol="1270" anchor="t" anchorCtr="0">
          <a:noAutofit/>
        </a:bodyPr>
        <a:lstStyle/>
        <a:p>
          <a:pPr marL="57150" lvl="1" indent="-57150" algn="l" defTabSz="488950" rtl="0">
            <a:lnSpc>
              <a:spcPct val="90000"/>
            </a:lnSpc>
            <a:spcBef>
              <a:spcPct val="0"/>
            </a:spcBef>
            <a:spcAft>
              <a:spcPct val="15000"/>
            </a:spcAft>
            <a:buChar char="••"/>
          </a:pPr>
          <a:r>
            <a:rPr kumimoji="1" lang="zh-CN" sz="1100" i="0" kern="1200" baseline="0" smtClean="0"/>
            <a:t>中国战场（抗日战争、苏日战争）缅甸战场（滇缅战争） </a:t>
          </a:r>
          <a:endParaRPr lang="zh-CN" sz="1100" kern="1200"/>
        </a:p>
      </dsp:txBody>
      <dsp:txXfrm>
        <a:off x="0" y="2455041"/>
        <a:ext cx="8942753" cy="528412"/>
      </dsp:txXfrm>
    </dsp:sp>
    <dsp:sp modelId="{09386ED0-F7D1-480E-BFC5-A58976354AF5}">
      <dsp:nvSpPr>
        <dsp:cNvPr id="0" name=""/>
        <dsp:cNvSpPr/>
      </dsp:nvSpPr>
      <dsp:spPr>
        <a:xfrm>
          <a:off x="447137" y="2292681"/>
          <a:ext cx="6259927" cy="324720"/>
        </a:xfrm>
        <a:prstGeom prst="roundRect">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6610" tIns="0" rIns="236610" bIns="0" numCol="1" spcCol="1270" anchor="ctr" anchorCtr="0">
          <a:noAutofit/>
        </a:bodyPr>
        <a:lstStyle/>
        <a:p>
          <a:pPr lvl="0" algn="l" defTabSz="488950" rtl="0">
            <a:lnSpc>
              <a:spcPct val="90000"/>
            </a:lnSpc>
            <a:spcBef>
              <a:spcPct val="0"/>
            </a:spcBef>
            <a:spcAft>
              <a:spcPct val="35000"/>
            </a:spcAft>
          </a:pPr>
          <a:r>
            <a:rPr kumimoji="1" lang="zh-CN" sz="1100" i="0" kern="1200" baseline="0" smtClean="0"/>
            <a:t>亚洲战场</a:t>
          </a:r>
          <a:endParaRPr lang="zh-CN" sz="1100" kern="1200"/>
        </a:p>
      </dsp:txBody>
      <dsp:txXfrm>
        <a:off x="462989" y="2308533"/>
        <a:ext cx="6228223" cy="293016"/>
      </dsp:txXfrm>
    </dsp:sp>
    <dsp:sp modelId="{8827CC51-F240-42B0-8C86-169E1D7D1B8C}">
      <dsp:nvSpPr>
        <dsp:cNvPr id="0" name=""/>
        <dsp:cNvSpPr/>
      </dsp:nvSpPr>
      <dsp:spPr>
        <a:xfrm>
          <a:off x="0" y="3205214"/>
          <a:ext cx="8942753" cy="528412"/>
        </a:xfrm>
        <a:prstGeom prst="rect">
          <a:avLst/>
        </a:prstGeom>
        <a:solidFill>
          <a:schemeClr val="accent6">
            <a:alpha val="90000"/>
            <a:tint val="40000"/>
            <a:hueOff val="0"/>
            <a:satOff val="0"/>
            <a:lumOff val="0"/>
            <a:alphaOff val="0"/>
          </a:schemeClr>
        </a:solidFill>
        <a:ln w="25400" cap="flat"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94057" tIns="229108" rIns="694057" bIns="78232" numCol="1" spcCol="1270" anchor="t" anchorCtr="0">
          <a:noAutofit/>
        </a:bodyPr>
        <a:lstStyle/>
        <a:p>
          <a:pPr marL="57150" lvl="1" indent="-57150" algn="l" defTabSz="488950" rtl="0">
            <a:lnSpc>
              <a:spcPct val="90000"/>
            </a:lnSpc>
            <a:spcBef>
              <a:spcPct val="0"/>
            </a:spcBef>
            <a:spcAft>
              <a:spcPct val="15000"/>
            </a:spcAft>
            <a:buChar char="••"/>
          </a:pPr>
          <a:r>
            <a:rPr kumimoji="1" lang="zh-CN" sz="1100" i="0" kern="1200" baseline="0" smtClean="0"/>
            <a:t>阿拉曼战役、突尼斯会战 </a:t>
          </a:r>
          <a:endParaRPr lang="zh-CN" sz="1100" kern="1200"/>
        </a:p>
      </dsp:txBody>
      <dsp:txXfrm>
        <a:off x="0" y="3205214"/>
        <a:ext cx="8942753" cy="528412"/>
      </dsp:txXfrm>
    </dsp:sp>
    <dsp:sp modelId="{2A24CE5A-2C6E-4D96-B625-DB5A8CAC05C0}">
      <dsp:nvSpPr>
        <dsp:cNvPr id="0" name=""/>
        <dsp:cNvSpPr/>
      </dsp:nvSpPr>
      <dsp:spPr>
        <a:xfrm>
          <a:off x="447137" y="3042854"/>
          <a:ext cx="6259927" cy="324720"/>
        </a:xfrm>
        <a:prstGeom prst="roundRect">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6610" tIns="0" rIns="236610" bIns="0" numCol="1" spcCol="1270" anchor="ctr" anchorCtr="0">
          <a:noAutofit/>
        </a:bodyPr>
        <a:lstStyle/>
        <a:p>
          <a:pPr lvl="0" algn="l" defTabSz="488950" rtl="0">
            <a:lnSpc>
              <a:spcPct val="90000"/>
            </a:lnSpc>
            <a:spcBef>
              <a:spcPct val="0"/>
            </a:spcBef>
            <a:spcAft>
              <a:spcPct val="35000"/>
            </a:spcAft>
          </a:pPr>
          <a:r>
            <a:rPr kumimoji="1" lang="zh-CN" sz="1100" i="0" kern="1200" baseline="0" smtClean="0"/>
            <a:t>非洲战场</a:t>
          </a:r>
          <a:endParaRPr lang="zh-CN" sz="1100" kern="1200"/>
        </a:p>
      </dsp:txBody>
      <dsp:txXfrm>
        <a:off x="462989" y="3058706"/>
        <a:ext cx="6228223" cy="293016"/>
      </dsp:txXfrm>
    </dsp:sp>
    <dsp:sp modelId="{3B9CAA57-8098-474C-ABAB-C4A5E834CE1D}">
      <dsp:nvSpPr>
        <dsp:cNvPr id="0" name=""/>
        <dsp:cNvSpPr/>
      </dsp:nvSpPr>
      <dsp:spPr>
        <a:xfrm>
          <a:off x="0" y="3955386"/>
          <a:ext cx="8942753" cy="528412"/>
        </a:xfrm>
        <a:prstGeom prst="rect">
          <a:avLst/>
        </a:prstGeom>
        <a:solidFill>
          <a:schemeClr val="accent6">
            <a:alpha val="90000"/>
            <a:tint val="40000"/>
            <a:hueOff val="0"/>
            <a:satOff val="0"/>
            <a:lumOff val="0"/>
            <a:alphaOff val="0"/>
          </a:schemeClr>
        </a:solidFill>
        <a:ln w="25400" cap="flat"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94057" tIns="229108" rIns="694057" bIns="78232" numCol="1" spcCol="1270" anchor="t" anchorCtr="0">
          <a:noAutofit/>
        </a:bodyPr>
        <a:lstStyle/>
        <a:p>
          <a:pPr marL="57150" lvl="1" indent="-57150" algn="l" defTabSz="488950" rtl="0">
            <a:lnSpc>
              <a:spcPct val="90000"/>
            </a:lnSpc>
            <a:spcBef>
              <a:spcPct val="0"/>
            </a:spcBef>
            <a:spcAft>
              <a:spcPct val="15000"/>
            </a:spcAft>
            <a:buChar char="••"/>
          </a:pPr>
          <a:r>
            <a:rPr kumimoji="1" lang="zh-CN" sz="1100" i="0" kern="1200" baseline="0" smtClean="0"/>
            <a:t>大西洋海战</a:t>
          </a:r>
          <a:endParaRPr lang="zh-CN" sz="1100" kern="1200"/>
        </a:p>
      </dsp:txBody>
      <dsp:txXfrm>
        <a:off x="0" y="3955386"/>
        <a:ext cx="8942753" cy="528412"/>
      </dsp:txXfrm>
    </dsp:sp>
    <dsp:sp modelId="{D3BBDAC7-10C6-4490-B4C1-0BF6A326BF9D}">
      <dsp:nvSpPr>
        <dsp:cNvPr id="0" name=""/>
        <dsp:cNvSpPr/>
      </dsp:nvSpPr>
      <dsp:spPr>
        <a:xfrm>
          <a:off x="447137" y="3793026"/>
          <a:ext cx="6259927" cy="324720"/>
        </a:xfrm>
        <a:prstGeom prst="roundRect">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6610" tIns="0" rIns="236610" bIns="0" numCol="1" spcCol="1270" anchor="ctr" anchorCtr="0">
          <a:noAutofit/>
        </a:bodyPr>
        <a:lstStyle/>
        <a:p>
          <a:pPr lvl="0" algn="l" defTabSz="488950" rtl="0">
            <a:lnSpc>
              <a:spcPct val="90000"/>
            </a:lnSpc>
            <a:spcBef>
              <a:spcPct val="0"/>
            </a:spcBef>
            <a:spcAft>
              <a:spcPct val="35000"/>
            </a:spcAft>
          </a:pPr>
          <a:r>
            <a:rPr kumimoji="1" lang="zh-CN" sz="1100" i="0" kern="1200" baseline="0" smtClean="0"/>
            <a:t>大西洋战场</a:t>
          </a:r>
          <a:endParaRPr lang="zh-CN" sz="1100" kern="1200"/>
        </a:p>
      </dsp:txBody>
      <dsp:txXfrm>
        <a:off x="462989" y="3808878"/>
        <a:ext cx="6228223" cy="293016"/>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B62EB0-99AC-460C-B19B-8ABBC1661EB4}" type="datetimeFigureOut">
              <a:rPr lang="zh-CN" altLang="en-US" smtClean="0"/>
              <a:t>2021/4/8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F0B738-3CF9-4CAD-95DF-57341BB8A614}" type="slidenum">
              <a:rPr lang="zh-CN" altLang="en-US" smtClean="0"/>
              <a:t>‹#›</a:t>
            </a:fld>
            <a:endParaRPr lang="zh-CN" altLang="en-US"/>
          </a:p>
        </p:txBody>
      </p:sp>
    </p:spTree>
    <p:extLst>
      <p:ext uri="{BB962C8B-B14F-4D97-AF65-F5344CB8AC3E}">
        <p14:creationId xmlns:p14="http://schemas.microsoft.com/office/powerpoint/2010/main" val="8190191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107528" name="Picture 8" descr="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6988"/>
            <a:ext cx="12192000" cy="6884988"/>
          </a:xfrm>
          <a:prstGeom prst="rect">
            <a:avLst/>
          </a:prstGeom>
          <a:noFill/>
          <a:extLst>
            <a:ext uri="{909E8E84-426E-40DD-AFC4-6F175D3DCCD1}">
              <a14:hiddenFill xmlns:a14="http://schemas.microsoft.com/office/drawing/2010/main">
                <a:solidFill>
                  <a:srgbClr val="FFFFFF"/>
                </a:solidFill>
              </a14:hiddenFill>
            </a:ext>
          </a:extLst>
        </p:spPr>
      </p:pic>
      <p:sp>
        <p:nvSpPr>
          <p:cNvPr id="107523" name="Rectangle 3"/>
          <p:cNvSpPr>
            <a:spLocks noGrp="1" noChangeArrowheads="1"/>
          </p:cNvSpPr>
          <p:nvPr>
            <p:ph type="ctrTitle"/>
          </p:nvPr>
        </p:nvSpPr>
        <p:spPr>
          <a:xfrm>
            <a:off x="914400" y="2130427"/>
            <a:ext cx="10363200" cy="1470025"/>
          </a:xfrm>
        </p:spPr>
        <p:txBody>
          <a:bodyPr/>
          <a:lstStyle>
            <a:lvl1pPr>
              <a:defRPr>
                <a:solidFill>
                  <a:schemeClr val="bg1"/>
                </a:solidFill>
              </a:defRPr>
            </a:lvl1pPr>
          </a:lstStyle>
          <a:p>
            <a:pPr lvl="0"/>
            <a:r>
              <a:rPr lang="zh-CN" altLang="en-US" noProof="0" dirty="0" smtClean="0"/>
              <a:t>单击此处编辑母版标题样式</a:t>
            </a:r>
            <a:endParaRPr lang="ja-JP" altLang="en-US" noProof="0" dirty="0" smtClean="0"/>
          </a:p>
        </p:txBody>
      </p:sp>
      <p:sp>
        <p:nvSpPr>
          <p:cNvPr id="107524" name="Rectangle 4"/>
          <p:cNvSpPr>
            <a:spLocks noGrp="1" noChangeArrowheads="1"/>
          </p:cNvSpPr>
          <p:nvPr>
            <p:ph type="subTitle" idx="1"/>
          </p:nvPr>
        </p:nvSpPr>
        <p:spPr>
          <a:xfrm>
            <a:off x="1828800" y="3886200"/>
            <a:ext cx="8534400" cy="1752600"/>
          </a:xfrm>
        </p:spPr>
        <p:txBody>
          <a:bodyPr/>
          <a:lstStyle>
            <a:lvl1pPr marL="0" indent="0" algn="ctr">
              <a:buFont typeface="Arial" charset="0"/>
              <a:buNone/>
              <a:defRPr>
                <a:solidFill>
                  <a:schemeClr val="bg1"/>
                </a:solidFill>
              </a:defRPr>
            </a:lvl1pPr>
          </a:lstStyle>
          <a:p>
            <a:pPr lvl="0"/>
            <a:r>
              <a:rPr lang="zh-CN" altLang="en-US" noProof="0" smtClean="0"/>
              <a:t>单击以编辑母版副标题样式</a:t>
            </a:r>
            <a:endParaRPr lang="ja-JP" altLang="en-US" noProof="0" smtClean="0"/>
          </a:p>
        </p:txBody>
      </p:sp>
      <p:sp>
        <p:nvSpPr>
          <p:cNvPr id="107525" name="Rectangle 5"/>
          <p:cNvSpPr>
            <a:spLocks noGrp="1" noChangeArrowheads="1"/>
          </p:cNvSpPr>
          <p:nvPr>
            <p:ph type="dt" sz="half" idx="2"/>
          </p:nvPr>
        </p:nvSpPr>
        <p:spPr>
          <a:xfrm>
            <a:off x="609600" y="6245225"/>
            <a:ext cx="2844800" cy="476250"/>
          </a:xfrm>
        </p:spPr>
        <p:txBody>
          <a:bodyPr/>
          <a:lstStyle>
            <a:lvl1pPr>
              <a:defRPr>
                <a:solidFill>
                  <a:schemeClr val="bg1"/>
                </a:solidFill>
              </a:defRPr>
            </a:lvl1pPr>
          </a:lstStyle>
          <a:p>
            <a:fld id="{272861AD-F603-43C2-921C-DCBC73C0F765}" type="datetime1">
              <a:rPr lang="zh-CN" altLang="en-US" smtClean="0"/>
              <a:t>2021/4/8</a:t>
            </a:fld>
            <a:endParaRPr lang="zh-CN" altLang="en-US"/>
          </a:p>
        </p:txBody>
      </p:sp>
      <p:sp>
        <p:nvSpPr>
          <p:cNvPr id="107526" name="Rectangle 6"/>
          <p:cNvSpPr>
            <a:spLocks noGrp="1" noChangeArrowheads="1"/>
          </p:cNvSpPr>
          <p:nvPr>
            <p:ph type="ftr" sz="quarter" idx="3"/>
          </p:nvPr>
        </p:nvSpPr>
        <p:spPr>
          <a:xfrm>
            <a:off x="4165600" y="6245225"/>
            <a:ext cx="3860800" cy="476250"/>
          </a:xfrm>
        </p:spPr>
        <p:txBody>
          <a:bodyPr/>
          <a:lstStyle>
            <a:lvl1pPr>
              <a:defRPr>
                <a:solidFill>
                  <a:schemeClr val="bg1"/>
                </a:solidFill>
              </a:defRPr>
            </a:lvl1pPr>
          </a:lstStyle>
          <a:p>
            <a:endParaRPr lang="zh-CN" altLang="en-US"/>
          </a:p>
        </p:txBody>
      </p:sp>
      <p:sp>
        <p:nvSpPr>
          <p:cNvPr id="107527" name="Rectangle 7"/>
          <p:cNvSpPr>
            <a:spLocks noGrp="1" noChangeArrowheads="1"/>
          </p:cNvSpPr>
          <p:nvPr>
            <p:ph type="sldNum" sz="quarter" idx="4"/>
          </p:nvPr>
        </p:nvSpPr>
        <p:spPr/>
        <p:txBody>
          <a:bodyPr/>
          <a:lstStyle>
            <a:lvl1pPr>
              <a:defRPr>
                <a:solidFill>
                  <a:schemeClr val="bg1"/>
                </a:solidFill>
              </a:defRPr>
            </a:lvl1pPr>
          </a:lstStyle>
          <a:p>
            <a:fld id="{2A353502-142B-47E0-9D65-15B5BEE6F678}" type="slidenum">
              <a:rPr lang="zh-CN" altLang="en-US" smtClean="0"/>
              <a:t>‹#›</a:t>
            </a:fld>
            <a:endParaRPr lang="zh-CN" altLang="en-US"/>
          </a:p>
        </p:txBody>
      </p:sp>
    </p:spTree>
    <p:extLst>
      <p:ext uri="{BB962C8B-B14F-4D97-AF65-F5344CB8AC3E}">
        <p14:creationId xmlns:p14="http://schemas.microsoft.com/office/powerpoint/2010/main" val="811020854"/>
      </p:ext>
    </p:extLst>
  </p:cSld>
  <p:clrMapOvr>
    <a:masterClrMapping/>
  </p:clrMapOvr>
  <p:transition spd="slow" advTm="20000">
    <p:push dir="u"/>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CN" altLang="en-US" smtClean="0"/>
              <a:t>单击此处编辑母版标题样式</a:t>
            </a:r>
            <a:endParaRPr lang="zh-TW" altLang="en-US"/>
          </a:p>
        </p:txBody>
      </p:sp>
      <p:sp>
        <p:nvSpPr>
          <p:cNvPr id="3" name="內容版面配置區 2"/>
          <p:cNvSpPr>
            <a:spLocks noGrp="1"/>
          </p:cNvSpPr>
          <p:nvPr>
            <p:ph idx="1"/>
          </p:nvPr>
        </p:nvSpPr>
        <p:spPr/>
        <p:txBody>
          <a:bodyPr/>
          <a:lstStyle>
            <a:lvl1pPr>
              <a:defRPr>
                <a:latin typeface="幼圆" panose="02010509060101010101" pitchFamily="49" charset="-122"/>
                <a:ea typeface="幼圆" panose="02010509060101010101" pitchFamily="49" charset="-122"/>
              </a:defRPr>
            </a:lvl1pPr>
            <a:lvl2pPr>
              <a:defRPr>
                <a:latin typeface="幼圆" panose="02010509060101010101" pitchFamily="49" charset="-122"/>
                <a:ea typeface="幼圆" panose="02010509060101010101" pitchFamily="49" charset="-122"/>
              </a:defRPr>
            </a:lvl2pPr>
            <a:lvl3pPr>
              <a:defRPr>
                <a:latin typeface="幼圆" panose="02010509060101010101" pitchFamily="49" charset="-122"/>
                <a:ea typeface="幼圆" panose="02010509060101010101" pitchFamily="49" charset="-122"/>
              </a:defRPr>
            </a:lvl3pPr>
            <a:lvl4pPr>
              <a:defRPr>
                <a:latin typeface="幼圆" panose="02010509060101010101" pitchFamily="49" charset="-122"/>
                <a:ea typeface="幼圆" panose="02010509060101010101" pitchFamily="49" charset="-122"/>
              </a:defRPr>
            </a:lvl4pPr>
            <a:lvl5pPr>
              <a:defRPr>
                <a:latin typeface="幼圆" panose="02010509060101010101" pitchFamily="49" charset="-122"/>
                <a:ea typeface="幼圆" panose="02010509060101010101" pitchFamily="49" charset="-122"/>
              </a:defRPr>
            </a:lvl5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TW" altLang="en-US" dirty="0"/>
          </a:p>
        </p:txBody>
      </p:sp>
      <p:sp>
        <p:nvSpPr>
          <p:cNvPr id="4" name="日期版面配置區 3"/>
          <p:cNvSpPr>
            <a:spLocks noGrp="1"/>
          </p:cNvSpPr>
          <p:nvPr>
            <p:ph type="dt" sz="half" idx="10"/>
          </p:nvPr>
        </p:nvSpPr>
        <p:spPr/>
        <p:txBody>
          <a:bodyPr/>
          <a:lstStyle>
            <a:lvl1pPr>
              <a:defRPr/>
            </a:lvl1pPr>
          </a:lstStyle>
          <a:p>
            <a:fld id="{DACB47C9-E338-4F89-8EC6-48F36BBC927C}" type="datetime1">
              <a:rPr lang="zh-CN" altLang="en-US" smtClean="0"/>
              <a:t>2021/4/8</a:t>
            </a:fld>
            <a:endParaRPr lang="zh-CN" altLang="en-US"/>
          </a:p>
        </p:txBody>
      </p:sp>
      <p:sp>
        <p:nvSpPr>
          <p:cNvPr id="5" name="頁尾版面配置區 4"/>
          <p:cNvSpPr>
            <a:spLocks noGrp="1"/>
          </p:cNvSpPr>
          <p:nvPr>
            <p:ph type="ftr" sz="quarter" idx="11"/>
          </p:nvPr>
        </p:nvSpPr>
        <p:spPr/>
        <p:txBody>
          <a:bodyPr/>
          <a:lstStyle>
            <a:lvl1pPr>
              <a:defRPr/>
            </a:lvl1pPr>
          </a:lstStyle>
          <a:p>
            <a:endParaRPr lang="zh-CN" altLang="en-US"/>
          </a:p>
        </p:txBody>
      </p:sp>
      <p:sp>
        <p:nvSpPr>
          <p:cNvPr id="6" name="投影片編號版面配置區 5"/>
          <p:cNvSpPr>
            <a:spLocks noGrp="1"/>
          </p:cNvSpPr>
          <p:nvPr>
            <p:ph type="sldNum" sz="quarter" idx="12"/>
          </p:nvPr>
        </p:nvSpPr>
        <p:spPr/>
        <p:txBody>
          <a:bodyPr/>
          <a:lstStyle>
            <a:lvl1pPr>
              <a:defRPr/>
            </a:lvl1pPr>
          </a:lstStyle>
          <a:p>
            <a:fld id="{2A353502-142B-47E0-9D65-15B5BEE6F678}" type="slidenum">
              <a:rPr lang="zh-CN" altLang="en-US" smtClean="0"/>
              <a:t>‹#›</a:t>
            </a:fld>
            <a:endParaRPr lang="zh-CN" altLang="en-US"/>
          </a:p>
        </p:txBody>
      </p:sp>
    </p:spTree>
    <p:extLst>
      <p:ext uri="{BB962C8B-B14F-4D97-AF65-F5344CB8AC3E}">
        <p14:creationId xmlns:p14="http://schemas.microsoft.com/office/powerpoint/2010/main" val="3992545160"/>
      </p:ext>
    </p:extLst>
  </p:cSld>
  <p:clrMapOvr>
    <a:masterClrMapping/>
  </p:clrMapOvr>
  <p:transition spd="slow" advTm="20000">
    <p:push dir="u"/>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標題 1"/>
          <p:cNvSpPr>
            <a:spLocks noGrp="1"/>
          </p:cNvSpPr>
          <p:nvPr>
            <p:ph type="title"/>
          </p:nvPr>
        </p:nvSpPr>
        <p:spPr>
          <a:xfrm>
            <a:off x="2550991" y="4406902"/>
            <a:ext cx="8775456" cy="1362075"/>
          </a:xfrm>
        </p:spPr>
        <p:txBody>
          <a:bodyPr anchor="t"/>
          <a:lstStyle>
            <a:lvl1pPr algn="l">
              <a:defRPr sz="4000" b="1" cap="all"/>
            </a:lvl1pPr>
          </a:lstStyle>
          <a:p>
            <a:r>
              <a:rPr lang="zh-CN" altLang="en-US" smtClean="0"/>
              <a:t>单击此处编辑母版标题样式</a:t>
            </a:r>
            <a:endParaRPr lang="zh-TW" altLang="en-US"/>
          </a:p>
        </p:txBody>
      </p:sp>
      <p:sp>
        <p:nvSpPr>
          <p:cNvPr id="3" name="文字版面配置區 2"/>
          <p:cNvSpPr>
            <a:spLocks noGrp="1"/>
          </p:cNvSpPr>
          <p:nvPr>
            <p:ph type="body" idx="1"/>
          </p:nvPr>
        </p:nvSpPr>
        <p:spPr>
          <a:xfrm>
            <a:off x="2550991" y="2906715"/>
            <a:ext cx="8775456" cy="1530399"/>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编辑母版文本样式</a:t>
            </a:r>
          </a:p>
        </p:txBody>
      </p:sp>
      <p:sp>
        <p:nvSpPr>
          <p:cNvPr id="4" name="日期版面配置區 3"/>
          <p:cNvSpPr>
            <a:spLocks noGrp="1"/>
          </p:cNvSpPr>
          <p:nvPr>
            <p:ph type="dt" sz="half" idx="10"/>
          </p:nvPr>
        </p:nvSpPr>
        <p:spPr/>
        <p:txBody>
          <a:bodyPr/>
          <a:lstStyle>
            <a:lvl1pPr>
              <a:defRPr/>
            </a:lvl1pPr>
          </a:lstStyle>
          <a:p>
            <a:fld id="{4001E2F4-02DB-4A65-AC75-1D23E1507794}" type="datetime1">
              <a:rPr lang="zh-CN" altLang="en-US" smtClean="0"/>
              <a:t>2021/4/8</a:t>
            </a:fld>
            <a:endParaRPr lang="zh-CN" altLang="en-US"/>
          </a:p>
        </p:txBody>
      </p:sp>
      <p:sp>
        <p:nvSpPr>
          <p:cNvPr id="5" name="頁尾版面配置區 4"/>
          <p:cNvSpPr>
            <a:spLocks noGrp="1"/>
          </p:cNvSpPr>
          <p:nvPr>
            <p:ph type="ftr" sz="quarter" idx="11"/>
          </p:nvPr>
        </p:nvSpPr>
        <p:spPr/>
        <p:txBody>
          <a:bodyPr/>
          <a:lstStyle>
            <a:lvl1pPr>
              <a:defRPr/>
            </a:lvl1pPr>
          </a:lstStyle>
          <a:p>
            <a:endParaRPr lang="zh-CN" altLang="en-US"/>
          </a:p>
        </p:txBody>
      </p:sp>
      <p:sp>
        <p:nvSpPr>
          <p:cNvPr id="6" name="投影片編號版面配置區 5"/>
          <p:cNvSpPr>
            <a:spLocks noGrp="1"/>
          </p:cNvSpPr>
          <p:nvPr>
            <p:ph type="sldNum" sz="quarter" idx="12"/>
          </p:nvPr>
        </p:nvSpPr>
        <p:spPr/>
        <p:txBody>
          <a:bodyPr/>
          <a:lstStyle>
            <a:lvl1pPr>
              <a:defRPr/>
            </a:lvl1pPr>
          </a:lstStyle>
          <a:p>
            <a:fld id="{2A353502-142B-47E0-9D65-15B5BEE6F678}" type="slidenum">
              <a:rPr lang="zh-CN" altLang="en-US" smtClean="0"/>
              <a:t>‹#›</a:t>
            </a:fld>
            <a:endParaRPr lang="zh-CN" altLang="en-US"/>
          </a:p>
        </p:txBody>
      </p:sp>
    </p:spTree>
    <p:extLst>
      <p:ext uri="{BB962C8B-B14F-4D97-AF65-F5344CB8AC3E}">
        <p14:creationId xmlns:p14="http://schemas.microsoft.com/office/powerpoint/2010/main" val="1407716605"/>
      </p:ext>
    </p:extLst>
  </p:cSld>
  <p:clrMapOvr>
    <a:masterClrMapping/>
  </p:clrMapOvr>
  <p:transition spd="slow" advTm="20000">
    <p:push dir="u"/>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CN" altLang="en-US" smtClean="0"/>
              <a:t>单击此处编辑母版标题样式</a:t>
            </a:r>
            <a:endParaRPr lang="zh-TW" altLang="en-US"/>
          </a:p>
        </p:txBody>
      </p:sp>
      <p:sp>
        <p:nvSpPr>
          <p:cNvPr id="3" name="內容版面配置區 2"/>
          <p:cNvSpPr>
            <a:spLocks noGrp="1"/>
          </p:cNvSpPr>
          <p:nvPr>
            <p:ph sz="half" idx="1"/>
          </p:nvPr>
        </p:nvSpPr>
        <p:spPr>
          <a:xfrm>
            <a:off x="2639647" y="1600202"/>
            <a:ext cx="4376616"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TW" altLang="en-US"/>
          </a:p>
        </p:txBody>
      </p:sp>
      <p:sp>
        <p:nvSpPr>
          <p:cNvPr id="4" name="內容版面配置區 3"/>
          <p:cNvSpPr>
            <a:spLocks noGrp="1"/>
          </p:cNvSpPr>
          <p:nvPr>
            <p:ph sz="half" idx="2"/>
          </p:nvPr>
        </p:nvSpPr>
        <p:spPr>
          <a:xfrm>
            <a:off x="7203832" y="1600202"/>
            <a:ext cx="437856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TW" altLang="en-US"/>
          </a:p>
        </p:txBody>
      </p:sp>
      <p:sp>
        <p:nvSpPr>
          <p:cNvPr id="5" name="日期版面配置區 4"/>
          <p:cNvSpPr>
            <a:spLocks noGrp="1"/>
          </p:cNvSpPr>
          <p:nvPr>
            <p:ph type="dt" sz="half" idx="10"/>
          </p:nvPr>
        </p:nvSpPr>
        <p:spPr/>
        <p:txBody>
          <a:bodyPr/>
          <a:lstStyle>
            <a:lvl1pPr>
              <a:defRPr/>
            </a:lvl1pPr>
          </a:lstStyle>
          <a:p>
            <a:fld id="{1F6A2DF4-9F11-41CD-BAAC-22BBB37B06D3}" type="datetime1">
              <a:rPr lang="zh-CN" altLang="en-US" smtClean="0"/>
              <a:t>2021/4/8</a:t>
            </a:fld>
            <a:endParaRPr lang="zh-CN" altLang="en-US"/>
          </a:p>
        </p:txBody>
      </p:sp>
      <p:sp>
        <p:nvSpPr>
          <p:cNvPr id="6" name="頁尾版面配置區 5"/>
          <p:cNvSpPr>
            <a:spLocks noGrp="1"/>
          </p:cNvSpPr>
          <p:nvPr>
            <p:ph type="ftr" sz="quarter" idx="11"/>
          </p:nvPr>
        </p:nvSpPr>
        <p:spPr/>
        <p:txBody>
          <a:bodyPr/>
          <a:lstStyle>
            <a:lvl1pPr>
              <a:defRPr/>
            </a:lvl1pPr>
          </a:lstStyle>
          <a:p>
            <a:endParaRPr lang="zh-CN" altLang="en-US"/>
          </a:p>
        </p:txBody>
      </p:sp>
      <p:sp>
        <p:nvSpPr>
          <p:cNvPr id="7" name="投影片編號版面配置區 6"/>
          <p:cNvSpPr>
            <a:spLocks noGrp="1"/>
          </p:cNvSpPr>
          <p:nvPr>
            <p:ph type="sldNum" sz="quarter" idx="12"/>
          </p:nvPr>
        </p:nvSpPr>
        <p:spPr/>
        <p:txBody>
          <a:bodyPr/>
          <a:lstStyle>
            <a:lvl1pPr>
              <a:defRPr/>
            </a:lvl1pPr>
          </a:lstStyle>
          <a:p>
            <a:fld id="{2A353502-142B-47E0-9D65-15B5BEE6F678}" type="slidenum">
              <a:rPr lang="zh-CN" altLang="en-US" smtClean="0"/>
              <a:t>‹#›</a:t>
            </a:fld>
            <a:endParaRPr lang="zh-CN" altLang="en-US"/>
          </a:p>
        </p:txBody>
      </p:sp>
    </p:spTree>
    <p:extLst>
      <p:ext uri="{BB962C8B-B14F-4D97-AF65-F5344CB8AC3E}">
        <p14:creationId xmlns:p14="http://schemas.microsoft.com/office/powerpoint/2010/main" val="2303346334"/>
      </p:ext>
    </p:extLst>
  </p:cSld>
  <p:clrMapOvr>
    <a:masterClrMapping/>
  </p:clrMapOvr>
  <p:transition spd="slow" advTm="20000">
    <p:push dir="u"/>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標題 1"/>
          <p:cNvSpPr>
            <a:spLocks noGrp="1"/>
          </p:cNvSpPr>
          <p:nvPr>
            <p:ph type="title"/>
          </p:nvPr>
        </p:nvSpPr>
        <p:spPr>
          <a:xfrm>
            <a:off x="2550992" y="274638"/>
            <a:ext cx="9031409" cy="1143000"/>
          </a:xfrm>
        </p:spPr>
        <p:txBody>
          <a:bodyPr/>
          <a:lstStyle>
            <a:lvl1pPr>
              <a:defRPr/>
            </a:lvl1pPr>
          </a:lstStyle>
          <a:p>
            <a:r>
              <a:rPr lang="zh-CN" altLang="en-US" smtClean="0"/>
              <a:t>单击此处编辑母版标题样式</a:t>
            </a:r>
            <a:endParaRPr lang="zh-TW" altLang="en-US" dirty="0"/>
          </a:p>
        </p:txBody>
      </p:sp>
      <p:sp>
        <p:nvSpPr>
          <p:cNvPr id="3" name="文字版面配置區 2"/>
          <p:cNvSpPr>
            <a:spLocks noGrp="1"/>
          </p:cNvSpPr>
          <p:nvPr>
            <p:ph type="body" idx="1"/>
          </p:nvPr>
        </p:nvSpPr>
        <p:spPr>
          <a:xfrm>
            <a:off x="2550991" y="1535113"/>
            <a:ext cx="429784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內容版面配置區 3"/>
          <p:cNvSpPr>
            <a:spLocks noGrp="1"/>
          </p:cNvSpPr>
          <p:nvPr>
            <p:ph sz="half" idx="2"/>
          </p:nvPr>
        </p:nvSpPr>
        <p:spPr>
          <a:xfrm>
            <a:off x="2550991" y="2174875"/>
            <a:ext cx="429784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TW" altLang="en-US"/>
          </a:p>
        </p:txBody>
      </p:sp>
      <p:sp>
        <p:nvSpPr>
          <p:cNvPr id="5" name="文字版面配置區 4"/>
          <p:cNvSpPr>
            <a:spLocks noGrp="1"/>
          </p:cNvSpPr>
          <p:nvPr>
            <p:ph type="body" sz="quarter" idx="3"/>
          </p:nvPr>
        </p:nvSpPr>
        <p:spPr>
          <a:xfrm>
            <a:off x="7159503" y="1535113"/>
            <a:ext cx="4386461"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內容版面配置區 5"/>
          <p:cNvSpPr>
            <a:spLocks noGrp="1"/>
          </p:cNvSpPr>
          <p:nvPr>
            <p:ph sz="quarter" idx="4"/>
          </p:nvPr>
        </p:nvSpPr>
        <p:spPr>
          <a:xfrm>
            <a:off x="7159503" y="2174875"/>
            <a:ext cx="4386461"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TW" altLang="en-US" dirty="0"/>
          </a:p>
        </p:txBody>
      </p:sp>
      <p:sp>
        <p:nvSpPr>
          <p:cNvPr id="7" name="日期版面配置區 6"/>
          <p:cNvSpPr>
            <a:spLocks noGrp="1"/>
          </p:cNvSpPr>
          <p:nvPr>
            <p:ph type="dt" sz="half" idx="10"/>
          </p:nvPr>
        </p:nvSpPr>
        <p:spPr/>
        <p:txBody>
          <a:bodyPr/>
          <a:lstStyle>
            <a:lvl1pPr>
              <a:defRPr/>
            </a:lvl1pPr>
          </a:lstStyle>
          <a:p>
            <a:fld id="{9D89FC72-4468-45B5-9110-D2F1C41F8762}" type="datetime1">
              <a:rPr lang="zh-CN" altLang="en-US" smtClean="0"/>
              <a:t>2021/4/8</a:t>
            </a:fld>
            <a:endParaRPr lang="zh-CN" altLang="en-US"/>
          </a:p>
        </p:txBody>
      </p:sp>
      <p:sp>
        <p:nvSpPr>
          <p:cNvPr id="8" name="頁尾版面配置區 7"/>
          <p:cNvSpPr>
            <a:spLocks noGrp="1"/>
          </p:cNvSpPr>
          <p:nvPr>
            <p:ph type="ftr" sz="quarter" idx="11"/>
          </p:nvPr>
        </p:nvSpPr>
        <p:spPr/>
        <p:txBody>
          <a:bodyPr/>
          <a:lstStyle>
            <a:lvl1pPr>
              <a:defRPr/>
            </a:lvl1pPr>
          </a:lstStyle>
          <a:p>
            <a:endParaRPr lang="zh-CN" altLang="en-US"/>
          </a:p>
        </p:txBody>
      </p:sp>
      <p:sp>
        <p:nvSpPr>
          <p:cNvPr id="9" name="投影片編號版面配置區 8"/>
          <p:cNvSpPr>
            <a:spLocks noGrp="1"/>
          </p:cNvSpPr>
          <p:nvPr>
            <p:ph type="sldNum" sz="quarter" idx="12"/>
          </p:nvPr>
        </p:nvSpPr>
        <p:spPr/>
        <p:txBody>
          <a:bodyPr/>
          <a:lstStyle>
            <a:lvl1pPr>
              <a:defRPr/>
            </a:lvl1pPr>
          </a:lstStyle>
          <a:p>
            <a:fld id="{2A353502-142B-47E0-9D65-15B5BEE6F678}" type="slidenum">
              <a:rPr lang="zh-CN" altLang="en-US" smtClean="0"/>
              <a:t>‹#›</a:t>
            </a:fld>
            <a:endParaRPr lang="zh-CN" altLang="en-US"/>
          </a:p>
        </p:txBody>
      </p:sp>
    </p:spTree>
    <p:extLst>
      <p:ext uri="{BB962C8B-B14F-4D97-AF65-F5344CB8AC3E}">
        <p14:creationId xmlns:p14="http://schemas.microsoft.com/office/powerpoint/2010/main" val="2938031660"/>
      </p:ext>
    </p:extLst>
  </p:cSld>
  <p:clrMapOvr>
    <a:masterClrMapping/>
  </p:clrMapOvr>
  <p:transition spd="slow" advTm="20000">
    <p:push dir="u"/>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CN" altLang="en-US" smtClean="0"/>
              <a:t>单击此处编辑母版标题样式</a:t>
            </a:r>
            <a:endParaRPr lang="zh-TW" altLang="en-US"/>
          </a:p>
        </p:txBody>
      </p:sp>
      <p:sp>
        <p:nvSpPr>
          <p:cNvPr id="3" name="日期版面配置區 2"/>
          <p:cNvSpPr>
            <a:spLocks noGrp="1"/>
          </p:cNvSpPr>
          <p:nvPr>
            <p:ph type="dt" sz="half" idx="10"/>
          </p:nvPr>
        </p:nvSpPr>
        <p:spPr/>
        <p:txBody>
          <a:bodyPr/>
          <a:lstStyle>
            <a:lvl1pPr>
              <a:defRPr/>
            </a:lvl1pPr>
          </a:lstStyle>
          <a:p>
            <a:fld id="{F4CDE1E7-4D31-43D3-9C0F-D3552776AA9C}" type="datetime1">
              <a:rPr lang="zh-CN" altLang="en-US" smtClean="0"/>
              <a:t>2021/4/8</a:t>
            </a:fld>
            <a:endParaRPr lang="zh-CN" altLang="en-US"/>
          </a:p>
        </p:txBody>
      </p:sp>
      <p:sp>
        <p:nvSpPr>
          <p:cNvPr id="4" name="頁尾版面配置區 3"/>
          <p:cNvSpPr>
            <a:spLocks noGrp="1"/>
          </p:cNvSpPr>
          <p:nvPr>
            <p:ph type="ftr" sz="quarter" idx="11"/>
          </p:nvPr>
        </p:nvSpPr>
        <p:spPr/>
        <p:txBody>
          <a:bodyPr/>
          <a:lstStyle>
            <a:lvl1pPr>
              <a:defRPr/>
            </a:lvl1pPr>
          </a:lstStyle>
          <a:p>
            <a:endParaRPr lang="zh-CN" altLang="en-US"/>
          </a:p>
        </p:txBody>
      </p:sp>
      <p:sp>
        <p:nvSpPr>
          <p:cNvPr id="5" name="投影片編號版面配置區 4"/>
          <p:cNvSpPr>
            <a:spLocks noGrp="1"/>
          </p:cNvSpPr>
          <p:nvPr>
            <p:ph type="sldNum" sz="quarter" idx="12"/>
          </p:nvPr>
        </p:nvSpPr>
        <p:spPr/>
        <p:txBody>
          <a:bodyPr/>
          <a:lstStyle>
            <a:lvl1pPr>
              <a:defRPr/>
            </a:lvl1pPr>
          </a:lstStyle>
          <a:p>
            <a:fld id="{2A353502-142B-47E0-9D65-15B5BEE6F678}" type="slidenum">
              <a:rPr lang="zh-CN" altLang="en-US" smtClean="0"/>
              <a:t>‹#›</a:t>
            </a:fld>
            <a:endParaRPr lang="zh-CN" altLang="en-US"/>
          </a:p>
        </p:txBody>
      </p:sp>
    </p:spTree>
    <p:extLst>
      <p:ext uri="{BB962C8B-B14F-4D97-AF65-F5344CB8AC3E}">
        <p14:creationId xmlns:p14="http://schemas.microsoft.com/office/powerpoint/2010/main" val="2425778428"/>
      </p:ext>
    </p:extLst>
  </p:cSld>
  <p:clrMapOvr>
    <a:masterClrMapping/>
  </p:clrMapOvr>
  <p:transition spd="slow" advTm="20000">
    <p:push dir="u"/>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lvl1pPr>
              <a:defRPr/>
            </a:lvl1pPr>
          </a:lstStyle>
          <a:p>
            <a:fld id="{A844BC04-8E41-4F75-AAEB-6B55A3A1851A}" type="datetime1">
              <a:rPr lang="zh-CN" altLang="en-US" smtClean="0"/>
              <a:t>2021/4/8</a:t>
            </a:fld>
            <a:endParaRPr lang="zh-CN" altLang="en-US"/>
          </a:p>
        </p:txBody>
      </p:sp>
      <p:sp>
        <p:nvSpPr>
          <p:cNvPr id="3" name="頁尾版面配置區 2"/>
          <p:cNvSpPr>
            <a:spLocks noGrp="1"/>
          </p:cNvSpPr>
          <p:nvPr>
            <p:ph type="ftr" sz="quarter" idx="11"/>
          </p:nvPr>
        </p:nvSpPr>
        <p:spPr/>
        <p:txBody>
          <a:bodyPr/>
          <a:lstStyle>
            <a:lvl1pPr>
              <a:defRPr/>
            </a:lvl1pPr>
          </a:lstStyle>
          <a:p>
            <a:endParaRPr lang="zh-CN" altLang="en-US"/>
          </a:p>
        </p:txBody>
      </p:sp>
      <p:sp>
        <p:nvSpPr>
          <p:cNvPr id="4" name="投影片編號版面配置區 3"/>
          <p:cNvSpPr>
            <a:spLocks noGrp="1"/>
          </p:cNvSpPr>
          <p:nvPr>
            <p:ph type="sldNum" sz="quarter" idx="12"/>
          </p:nvPr>
        </p:nvSpPr>
        <p:spPr/>
        <p:txBody>
          <a:bodyPr/>
          <a:lstStyle>
            <a:lvl1pPr>
              <a:defRPr/>
            </a:lvl1pPr>
          </a:lstStyle>
          <a:p>
            <a:fld id="{2A353502-142B-47E0-9D65-15B5BEE6F678}" type="slidenum">
              <a:rPr lang="zh-CN" altLang="en-US" smtClean="0"/>
              <a:t>‹#›</a:t>
            </a:fld>
            <a:endParaRPr lang="zh-CN" altLang="en-US"/>
          </a:p>
        </p:txBody>
      </p:sp>
    </p:spTree>
    <p:extLst>
      <p:ext uri="{BB962C8B-B14F-4D97-AF65-F5344CB8AC3E}">
        <p14:creationId xmlns:p14="http://schemas.microsoft.com/office/powerpoint/2010/main" val="2627485972"/>
      </p:ext>
    </p:extLst>
  </p:cSld>
  <p:clrMapOvr>
    <a:masterClrMapping/>
  </p:clrMapOvr>
  <p:transition spd="slow" advTm="20000">
    <p:push dir="u"/>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标题和图片">
    <p:spTree>
      <p:nvGrpSpPr>
        <p:cNvPr id="1" name=""/>
        <p:cNvGrpSpPr/>
        <p:nvPr/>
      </p:nvGrpSpPr>
      <p:grpSpPr>
        <a:xfrm>
          <a:off x="0" y="0"/>
          <a:ext cx="0" cy="0"/>
          <a:chOff x="0" y="0"/>
          <a:chExt cx="0" cy="0"/>
        </a:xfrm>
      </p:grpSpPr>
      <p:sp>
        <p:nvSpPr>
          <p:cNvPr id="2" name="標題 1"/>
          <p:cNvSpPr>
            <a:spLocks noGrp="1"/>
          </p:cNvSpPr>
          <p:nvPr>
            <p:ph type="title"/>
          </p:nvPr>
        </p:nvSpPr>
        <p:spPr>
          <a:xfrm>
            <a:off x="2389555" y="4800600"/>
            <a:ext cx="7315200" cy="566738"/>
          </a:xfrm>
        </p:spPr>
        <p:txBody>
          <a:bodyPr anchor="b"/>
          <a:lstStyle>
            <a:lvl1pPr algn="l">
              <a:defRPr sz="2000" b="1"/>
            </a:lvl1pPr>
          </a:lstStyle>
          <a:p>
            <a:r>
              <a:rPr lang="zh-CN" altLang="en-US" smtClean="0"/>
              <a:t>单击此处编辑母版标题样式</a:t>
            </a:r>
            <a:endParaRPr lang="zh-TW" altLang="en-US"/>
          </a:p>
        </p:txBody>
      </p:sp>
      <p:sp>
        <p:nvSpPr>
          <p:cNvPr id="3" name="圖片版面配置區 2"/>
          <p:cNvSpPr>
            <a:spLocks noGrp="1"/>
          </p:cNvSpPr>
          <p:nvPr>
            <p:ph type="pic" idx="1"/>
          </p:nvPr>
        </p:nvSpPr>
        <p:spPr>
          <a:xfrm>
            <a:off x="2389555"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zh-TW" altLang="en-US"/>
          </a:p>
        </p:txBody>
      </p:sp>
      <p:sp>
        <p:nvSpPr>
          <p:cNvPr id="4" name="文字版面配置區 3"/>
          <p:cNvSpPr>
            <a:spLocks noGrp="1"/>
          </p:cNvSpPr>
          <p:nvPr>
            <p:ph type="body" sz="half" idx="2"/>
          </p:nvPr>
        </p:nvSpPr>
        <p:spPr>
          <a:xfrm>
            <a:off x="2389555"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编辑母版文本样式</a:t>
            </a:r>
          </a:p>
        </p:txBody>
      </p:sp>
      <p:sp>
        <p:nvSpPr>
          <p:cNvPr id="5" name="日期版面配置區 4"/>
          <p:cNvSpPr>
            <a:spLocks noGrp="1"/>
          </p:cNvSpPr>
          <p:nvPr>
            <p:ph type="dt" sz="half" idx="10"/>
          </p:nvPr>
        </p:nvSpPr>
        <p:spPr/>
        <p:txBody>
          <a:bodyPr/>
          <a:lstStyle>
            <a:lvl1pPr>
              <a:defRPr/>
            </a:lvl1pPr>
          </a:lstStyle>
          <a:p>
            <a:fld id="{F32EA5D2-A06C-451F-A4F6-C419DE3CCF2A}" type="datetime1">
              <a:rPr lang="zh-CN" altLang="en-US" smtClean="0"/>
              <a:t>2021/4/8</a:t>
            </a:fld>
            <a:endParaRPr lang="zh-CN" altLang="en-US"/>
          </a:p>
        </p:txBody>
      </p:sp>
      <p:sp>
        <p:nvSpPr>
          <p:cNvPr id="6" name="頁尾版面配置區 5"/>
          <p:cNvSpPr>
            <a:spLocks noGrp="1"/>
          </p:cNvSpPr>
          <p:nvPr>
            <p:ph type="ftr" sz="quarter" idx="11"/>
          </p:nvPr>
        </p:nvSpPr>
        <p:spPr/>
        <p:txBody>
          <a:bodyPr/>
          <a:lstStyle>
            <a:lvl1pPr>
              <a:defRPr/>
            </a:lvl1pPr>
          </a:lstStyle>
          <a:p>
            <a:endParaRPr lang="zh-CN" altLang="en-US"/>
          </a:p>
        </p:txBody>
      </p:sp>
      <p:sp>
        <p:nvSpPr>
          <p:cNvPr id="7" name="投影片編號版面配置區 6"/>
          <p:cNvSpPr>
            <a:spLocks noGrp="1"/>
          </p:cNvSpPr>
          <p:nvPr>
            <p:ph type="sldNum" sz="quarter" idx="12"/>
          </p:nvPr>
        </p:nvSpPr>
        <p:spPr/>
        <p:txBody>
          <a:bodyPr/>
          <a:lstStyle>
            <a:lvl1pPr>
              <a:defRPr/>
            </a:lvl1pPr>
          </a:lstStyle>
          <a:p>
            <a:fld id="{2A353502-142B-47E0-9D65-15B5BEE6F678}" type="slidenum">
              <a:rPr lang="zh-CN" altLang="en-US" smtClean="0"/>
              <a:t>‹#›</a:t>
            </a:fld>
            <a:endParaRPr lang="zh-CN" altLang="en-US"/>
          </a:p>
        </p:txBody>
      </p:sp>
    </p:spTree>
    <p:extLst>
      <p:ext uri="{BB962C8B-B14F-4D97-AF65-F5344CB8AC3E}">
        <p14:creationId xmlns:p14="http://schemas.microsoft.com/office/powerpoint/2010/main" val="893592722"/>
      </p:ext>
    </p:extLst>
  </p:cSld>
  <p:clrMapOvr>
    <a:masterClrMapping/>
  </p:clrMapOvr>
  <p:transition spd="slow" advTm="20000">
    <p:push dir="u"/>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竖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CN" altLang="en-US" smtClean="0"/>
              <a:t>单击此处编辑母版标题样式</a:t>
            </a:r>
            <a:endParaRPr lang="zh-TW" altLang="en-US"/>
          </a:p>
        </p:txBody>
      </p:sp>
      <p:sp>
        <p:nvSpPr>
          <p:cNvPr id="3" name="直排文字版面配置區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TW" altLang="en-US"/>
          </a:p>
        </p:txBody>
      </p:sp>
      <p:sp>
        <p:nvSpPr>
          <p:cNvPr id="4" name="日期版面配置區 3"/>
          <p:cNvSpPr>
            <a:spLocks noGrp="1"/>
          </p:cNvSpPr>
          <p:nvPr>
            <p:ph type="dt" sz="half" idx="10"/>
          </p:nvPr>
        </p:nvSpPr>
        <p:spPr/>
        <p:txBody>
          <a:bodyPr/>
          <a:lstStyle>
            <a:lvl1pPr>
              <a:defRPr/>
            </a:lvl1pPr>
          </a:lstStyle>
          <a:p>
            <a:fld id="{D32FF104-27E5-453D-A7FE-78C520EE7AAB}" type="datetime1">
              <a:rPr lang="zh-CN" altLang="en-US" smtClean="0"/>
              <a:t>2021/4/8</a:t>
            </a:fld>
            <a:endParaRPr lang="zh-CN" altLang="en-US"/>
          </a:p>
        </p:txBody>
      </p:sp>
      <p:sp>
        <p:nvSpPr>
          <p:cNvPr id="5" name="頁尾版面配置區 4"/>
          <p:cNvSpPr>
            <a:spLocks noGrp="1"/>
          </p:cNvSpPr>
          <p:nvPr>
            <p:ph type="ftr" sz="quarter" idx="11"/>
          </p:nvPr>
        </p:nvSpPr>
        <p:spPr/>
        <p:txBody>
          <a:bodyPr/>
          <a:lstStyle>
            <a:lvl1pPr>
              <a:defRPr/>
            </a:lvl1pPr>
          </a:lstStyle>
          <a:p>
            <a:endParaRPr lang="zh-CN" altLang="en-US"/>
          </a:p>
        </p:txBody>
      </p:sp>
      <p:sp>
        <p:nvSpPr>
          <p:cNvPr id="6" name="投影片編號版面配置區 5"/>
          <p:cNvSpPr>
            <a:spLocks noGrp="1"/>
          </p:cNvSpPr>
          <p:nvPr>
            <p:ph type="sldNum" sz="quarter" idx="12"/>
          </p:nvPr>
        </p:nvSpPr>
        <p:spPr/>
        <p:txBody>
          <a:bodyPr/>
          <a:lstStyle>
            <a:lvl1pPr>
              <a:defRPr/>
            </a:lvl1pPr>
          </a:lstStyle>
          <a:p>
            <a:fld id="{2A353502-142B-47E0-9D65-15B5BEE6F678}" type="slidenum">
              <a:rPr lang="zh-CN" altLang="en-US" smtClean="0"/>
              <a:t>‹#›</a:t>
            </a:fld>
            <a:endParaRPr lang="zh-CN" altLang="en-US"/>
          </a:p>
        </p:txBody>
      </p:sp>
    </p:spTree>
    <p:extLst>
      <p:ext uri="{BB962C8B-B14F-4D97-AF65-F5344CB8AC3E}">
        <p14:creationId xmlns:p14="http://schemas.microsoft.com/office/powerpoint/2010/main" val="173557942"/>
      </p:ext>
    </p:extLst>
  </p:cSld>
  <p:clrMapOvr>
    <a:masterClrMapping/>
  </p:clrMapOvr>
  <p:transition spd="slow" advTm="20000">
    <p:push dir="u"/>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竖排标题和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9347200" y="274640"/>
            <a:ext cx="2235200" cy="5851525"/>
          </a:xfrm>
        </p:spPr>
        <p:txBody>
          <a:bodyPr vert="eaVert"/>
          <a:lstStyle/>
          <a:p>
            <a:r>
              <a:rPr lang="zh-CN" altLang="en-US" smtClean="0"/>
              <a:t>单击此处编辑母版标题样式</a:t>
            </a:r>
            <a:endParaRPr lang="zh-TW" altLang="en-US"/>
          </a:p>
        </p:txBody>
      </p:sp>
      <p:sp>
        <p:nvSpPr>
          <p:cNvPr id="3" name="直排文字版面配置區 2"/>
          <p:cNvSpPr>
            <a:spLocks noGrp="1"/>
          </p:cNvSpPr>
          <p:nvPr>
            <p:ph type="body" orient="vert" idx="1"/>
          </p:nvPr>
        </p:nvSpPr>
        <p:spPr>
          <a:xfrm>
            <a:off x="2639648" y="274640"/>
            <a:ext cx="6519984" cy="5851525"/>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TW" altLang="en-US"/>
          </a:p>
        </p:txBody>
      </p:sp>
      <p:sp>
        <p:nvSpPr>
          <p:cNvPr id="4" name="日期版面配置區 3"/>
          <p:cNvSpPr>
            <a:spLocks noGrp="1"/>
          </p:cNvSpPr>
          <p:nvPr>
            <p:ph type="dt" sz="half" idx="10"/>
          </p:nvPr>
        </p:nvSpPr>
        <p:spPr/>
        <p:txBody>
          <a:bodyPr/>
          <a:lstStyle>
            <a:lvl1pPr>
              <a:defRPr/>
            </a:lvl1pPr>
          </a:lstStyle>
          <a:p>
            <a:fld id="{B745F500-BB65-4F33-958F-079E0195F567}" type="datetime1">
              <a:rPr lang="zh-CN" altLang="en-US" smtClean="0"/>
              <a:t>2021/4/8</a:t>
            </a:fld>
            <a:endParaRPr lang="zh-CN" altLang="en-US"/>
          </a:p>
        </p:txBody>
      </p:sp>
      <p:sp>
        <p:nvSpPr>
          <p:cNvPr id="5" name="頁尾版面配置區 4"/>
          <p:cNvSpPr>
            <a:spLocks noGrp="1"/>
          </p:cNvSpPr>
          <p:nvPr>
            <p:ph type="ftr" sz="quarter" idx="11"/>
          </p:nvPr>
        </p:nvSpPr>
        <p:spPr/>
        <p:txBody>
          <a:bodyPr/>
          <a:lstStyle>
            <a:lvl1pPr>
              <a:defRPr/>
            </a:lvl1pPr>
          </a:lstStyle>
          <a:p>
            <a:endParaRPr lang="zh-CN" altLang="en-US"/>
          </a:p>
        </p:txBody>
      </p:sp>
      <p:sp>
        <p:nvSpPr>
          <p:cNvPr id="6" name="投影片編號版面配置區 5"/>
          <p:cNvSpPr>
            <a:spLocks noGrp="1"/>
          </p:cNvSpPr>
          <p:nvPr>
            <p:ph type="sldNum" sz="quarter" idx="12"/>
          </p:nvPr>
        </p:nvSpPr>
        <p:spPr/>
        <p:txBody>
          <a:bodyPr/>
          <a:lstStyle>
            <a:lvl1pPr>
              <a:defRPr/>
            </a:lvl1pPr>
          </a:lstStyle>
          <a:p>
            <a:fld id="{2A353502-142B-47E0-9D65-15B5BEE6F678}" type="slidenum">
              <a:rPr lang="zh-CN" altLang="en-US" smtClean="0"/>
              <a:t>‹#›</a:t>
            </a:fld>
            <a:endParaRPr lang="zh-CN" altLang="en-US"/>
          </a:p>
        </p:txBody>
      </p:sp>
    </p:spTree>
    <p:extLst>
      <p:ext uri="{BB962C8B-B14F-4D97-AF65-F5344CB8AC3E}">
        <p14:creationId xmlns:p14="http://schemas.microsoft.com/office/powerpoint/2010/main" val="2890909496"/>
      </p:ext>
    </p:extLst>
  </p:cSld>
  <p:clrMapOvr>
    <a:masterClrMapping/>
  </p:clrMapOvr>
  <p:transition spd="slow" advTm="20000">
    <p:push dir="u"/>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标题和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C385C71-EB42-4E82-80C7-C2C1F71EB16B}" type="datetime1">
              <a:rPr lang="zh-CN" altLang="en-US" smtClean="0"/>
              <a:t>2021/4/8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37ED783-15AC-49BF-A807-B2A331FB689D}" type="slidenum">
              <a:rPr lang="zh-CN" altLang="en-US" smtClean="0"/>
              <a:t>‹#›</a:t>
            </a:fld>
            <a:endParaRPr lang="zh-CN" altLang="en-US"/>
          </a:p>
        </p:txBody>
      </p:sp>
    </p:spTree>
    <p:extLst>
      <p:ext uri="{BB962C8B-B14F-4D97-AF65-F5344CB8AC3E}">
        <p14:creationId xmlns:p14="http://schemas.microsoft.com/office/powerpoint/2010/main" val="72168306"/>
      </p:ext>
    </p:extLst>
  </p:cSld>
  <p:clrMapOvr>
    <a:masterClrMapping/>
  </p:clrMapOvr>
  <p:transition spd="slow" advTm="20000">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0428" name="Picture 12" descr="c"/>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0418" name="Rectangle 2"/>
          <p:cNvSpPr>
            <a:spLocks noGrp="1" noChangeArrowheads="1"/>
          </p:cNvSpPr>
          <p:nvPr>
            <p:ph type="title"/>
          </p:nvPr>
        </p:nvSpPr>
        <p:spPr bwMode="auto">
          <a:xfrm>
            <a:off x="2727570" y="274638"/>
            <a:ext cx="8854831"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dirty="0" smtClean="0"/>
              <a:t>标题</a:t>
            </a:r>
            <a:endParaRPr lang="ja-JP" altLang="en-US" dirty="0" smtClean="0"/>
          </a:p>
        </p:txBody>
      </p:sp>
      <p:sp>
        <p:nvSpPr>
          <p:cNvPr id="60419" name="Rectangle 3"/>
          <p:cNvSpPr>
            <a:spLocks noGrp="1" noChangeArrowheads="1"/>
          </p:cNvSpPr>
          <p:nvPr>
            <p:ph type="body" idx="1"/>
          </p:nvPr>
        </p:nvSpPr>
        <p:spPr bwMode="auto">
          <a:xfrm>
            <a:off x="2639649" y="1600202"/>
            <a:ext cx="8942753"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dirty="0" smtClean="0"/>
              <a:t>第一级</a:t>
            </a:r>
            <a:endParaRPr lang="ja-JP" altLang="en-US" dirty="0" smtClean="0"/>
          </a:p>
          <a:p>
            <a:pPr lvl="1"/>
            <a:r>
              <a:rPr lang="zh-CN" altLang="en-US" dirty="0" smtClean="0"/>
              <a:t>第二级</a:t>
            </a:r>
            <a:endParaRPr lang="ja-JP" altLang="en-US" dirty="0" smtClean="0"/>
          </a:p>
          <a:p>
            <a:pPr lvl="2"/>
            <a:r>
              <a:rPr lang="zh-CN" altLang="en-US" dirty="0" smtClean="0"/>
              <a:t>第三级</a:t>
            </a:r>
            <a:endParaRPr lang="ja-JP" altLang="en-US" dirty="0" smtClean="0"/>
          </a:p>
          <a:p>
            <a:pPr lvl="3"/>
            <a:r>
              <a:rPr lang="ja-JP" altLang="en-US" dirty="0" smtClean="0"/>
              <a:t>第 </a:t>
            </a:r>
            <a:r>
              <a:rPr lang="zh-CN" altLang="en-US" dirty="0" smtClean="0"/>
              <a:t>四级</a:t>
            </a:r>
            <a:endParaRPr lang="ja-JP" altLang="en-US" dirty="0" smtClean="0"/>
          </a:p>
          <a:p>
            <a:pPr lvl="4"/>
            <a:r>
              <a:rPr lang="ja-JP" altLang="en-US" dirty="0" smtClean="0"/>
              <a:t>第 </a:t>
            </a:r>
            <a:r>
              <a:rPr lang="zh-CN" altLang="en-US" dirty="0" smtClean="0"/>
              <a:t>五级</a:t>
            </a:r>
            <a:endParaRPr lang="ja-JP" altLang="en-US" dirty="0" smtClean="0"/>
          </a:p>
        </p:txBody>
      </p:sp>
      <p:sp>
        <p:nvSpPr>
          <p:cNvPr id="60420" name="Rectangle 4"/>
          <p:cNvSpPr>
            <a:spLocks noGrp="1" noChangeArrowheads="1"/>
          </p:cNvSpPr>
          <p:nvPr>
            <p:ph type="dt" sz="half" idx="2"/>
          </p:nvPr>
        </p:nvSpPr>
        <p:spPr bwMode="auto">
          <a:xfrm>
            <a:off x="2727569"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fld id="{BDE24809-A5A6-4C56-BFD2-B68FCF9D3F67}" type="datetime1">
              <a:rPr lang="zh-CN" altLang="en-US" smtClean="0"/>
              <a:t>2021/4/8</a:t>
            </a:fld>
            <a:endParaRPr lang="zh-CN" altLang="en-US"/>
          </a:p>
        </p:txBody>
      </p:sp>
      <p:sp>
        <p:nvSpPr>
          <p:cNvPr id="60421" name="Rectangle 5"/>
          <p:cNvSpPr>
            <a:spLocks noGrp="1" noChangeArrowheads="1"/>
          </p:cNvSpPr>
          <p:nvPr>
            <p:ph type="ftr" sz="quarter" idx="3"/>
          </p:nvPr>
        </p:nvSpPr>
        <p:spPr bwMode="auto">
          <a:xfrm>
            <a:off x="5742356" y="6237290"/>
            <a:ext cx="2795953" cy="484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endParaRPr lang="zh-CN" altLang="en-US"/>
          </a:p>
        </p:txBody>
      </p:sp>
      <p:sp>
        <p:nvSpPr>
          <p:cNvPr id="60422" name="Rectangle 6"/>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2A353502-142B-47E0-9D65-15B5BEE6F678}" type="slidenum">
              <a:rPr lang="zh-CN" altLang="en-US" smtClean="0"/>
              <a:t>‹#›</a:t>
            </a:fld>
            <a:endParaRPr lang="zh-CN" altLang="en-US"/>
          </a:p>
        </p:txBody>
      </p:sp>
    </p:spTree>
    <p:extLst>
      <p:ext uri="{BB962C8B-B14F-4D97-AF65-F5344CB8AC3E}">
        <p14:creationId xmlns:p14="http://schemas.microsoft.com/office/powerpoint/2010/main" val="3126235334"/>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ransition spd="slow" advTm="20000">
    <p:push dir="u"/>
  </p:transition>
  <p:timing>
    <p:tnLst>
      <p:par>
        <p:cTn id="1" dur="indefinite" restart="never" nodeType="tmRoot"/>
      </p:par>
    </p:tnLst>
  </p:timing>
  <p:hf hdr="0" ftr="0" dt="0"/>
  <p:txStyles>
    <p:titleStyle>
      <a:lvl1pPr algn="l" rtl="0" eaLnBrk="1" fontAlgn="base" hangingPunct="1">
        <a:spcBef>
          <a:spcPct val="0"/>
        </a:spcBef>
        <a:spcAft>
          <a:spcPct val="0"/>
        </a:spcAft>
        <a:defRPr kumimoji="1" sz="4400" b="1">
          <a:solidFill>
            <a:srgbClr val="800000"/>
          </a:solidFill>
          <a:latin typeface="微软雅黑" panose="020B0503020204020204" pitchFamily="34" charset="-122"/>
          <a:ea typeface="微软雅黑" panose="020B0503020204020204" pitchFamily="34" charset="-122"/>
          <a:cs typeface="+mj-cs"/>
        </a:defRPr>
      </a:lvl1pPr>
      <a:lvl2pPr algn="l" rtl="0" eaLnBrk="1" fontAlgn="base" hangingPunct="1">
        <a:spcBef>
          <a:spcPct val="0"/>
        </a:spcBef>
        <a:spcAft>
          <a:spcPct val="0"/>
        </a:spcAft>
        <a:defRPr kumimoji="1" sz="4400">
          <a:solidFill>
            <a:srgbClr val="800000"/>
          </a:solidFill>
          <a:latin typeface="Arial" charset="0"/>
          <a:ea typeface="ＭＳ Ｐゴシック" pitchFamily="50" charset="-128"/>
        </a:defRPr>
      </a:lvl2pPr>
      <a:lvl3pPr algn="l" rtl="0" eaLnBrk="1" fontAlgn="base" hangingPunct="1">
        <a:spcBef>
          <a:spcPct val="0"/>
        </a:spcBef>
        <a:spcAft>
          <a:spcPct val="0"/>
        </a:spcAft>
        <a:defRPr kumimoji="1" sz="4400">
          <a:solidFill>
            <a:srgbClr val="800000"/>
          </a:solidFill>
          <a:latin typeface="Arial" charset="0"/>
          <a:ea typeface="ＭＳ Ｐゴシック" pitchFamily="50" charset="-128"/>
        </a:defRPr>
      </a:lvl3pPr>
      <a:lvl4pPr algn="l" rtl="0" eaLnBrk="1" fontAlgn="base" hangingPunct="1">
        <a:spcBef>
          <a:spcPct val="0"/>
        </a:spcBef>
        <a:spcAft>
          <a:spcPct val="0"/>
        </a:spcAft>
        <a:defRPr kumimoji="1" sz="4400">
          <a:solidFill>
            <a:srgbClr val="800000"/>
          </a:solidFill>
          <a:latin typeface="Arial" charset="0"/>
          <a:ea typeface="ＭＳ Ｐゴシック" pitchFamily="50" charset="-128"/>
        </a:defRPr>
      </a:lvl4pPr>
      <a:lvl5pPr algn="l" rtl="0" eaLnBrk="1" fontAlgn="base" hangingPunct="1">
        <a:spcBef>
          <a:spcPct val="0"/>
        </a:spcBef>
        <a:spcAft>
          <a:spcPct val="0"/>
        </a:spcAft>
        <a:defRPr kumimoji="1" sz="4400">
          <a:solidFill>
            <a:srgbClr val="800000"/>
          </a:solidFill>
          <a:latin typeface="Arial" charset="0"/>
          <a:ea typeface="ＭＳ Ｐゴシック" pitchFamily="50" charset="-128"/>
        </a:defRPr>
      </a:lvl5pPr>
      <a:lvl6pPr marL="457200" algn="l" rtl="0" eaLnBrk="1" fontAlgn="base" hangingPunct="1">
        <a:spcBef>
          <a:spcPct val="0"/>
        </a:spcBef>
        <a:spcAft>
          <a:spcPct val="0"/>
        </a:spcAft>
        <a:defRPr kumimoji="1" sz="4400">
          <a:solidFill>
            <a:srgbClr val="800000"/>
          </a:solidFill>
          <a:latin typeface="Arial" charset="0"/>
          <a:ea typeface="ＭＳ Ｐゴシック" pitchFamily="50" charset="-128"/>
        </a:defRPr>
      </a:lvl6pPr>
      <a:lvl7pPr marL="914400" algn="l" rtl="0" eaLnBrk="1" fontAlgn="base" hangingPunct="1">
        <a:spcBef>
          <a:spcPct val="0"/>
        </a:spcBef>
        <a:spcAft>
          <a:spcPct val="0"/>
        </a:spcAft>
        <a:defRPr kumimoji="1" sz="4400">
          <a:solidFill>
            <a:srgbClr val="800000"/>
          </a:solidFill>
          <a:latin typeface="Arial" charset="0"/>
          <a:ea typeface="ＭＳ Ｐゴシック" pitchFamily="50" charset="-128"/>
        </a:defRPr>
      </a:lvl7pPr>
      <a:lvl8pPr marL="1371600" algn="l" rtl="0" eaLnBrk="1" fontAlgn="base" hangingPunct="1">
        <a:spcBef>
          <a:spcPct val="0"/>
        </a:spcBef>
        <a:spcAft>
          <a:spcPct val="0"/>
        </a:spcAft>
        <a:defRPr kumimoji="1" sz="4400">
          <a:solidFill>
            <a:srgbClr val="800000"/>
          </a:solidFill>
          <a:latin typeface="Arial" charset="0"/>
          <a:ea typeface="ＭＳ Ｐゴシック" pitchFamily="50" charset="-128"/>
        </a:defRPr>
      </a:lvl8pPr>
      <a:lvl9pPr marL="1828800" algn="l" rtl="0" eaLnBrk="1" fontAlgn="base" hangingPunct="1">
        <a:spcBef>
          <a:spcPct val="0"/>
        </a:spcBef>
        <a:spcAft>
          <a:spcPct val="0"/>
        </a:spcAft>
        <a:defRPr kumimoji="1" sz="4400">
          <a:solidFill>
            <a:srgbClr val="800000"/>
          </a:solidFill>
          <a:latin typeface="Arial"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Blip>
          <a:blip r:embed="rId14"/>
        </a:buBlip>
        <a:defRPr kumimoji="1" sz="3200">
          <a:solidFill>
            <a:schemeClr val="tx1"/>
          </a:solidFill>
          <a:latin typeface="幼圆" panose="02010509060101010101" pitchFamily="49" charset="-122"/>
          <a:ea typeface="幼圆" panose="02010509060101010101" pitchFamily="49" charset="-122"/>
          <a:cs typeface="+mn-cs"/>
        </a:defRPr>
      </a:lvl1pPr>
      <a:lvl2pPr marL="742950" indent="-285750" algn="l" rtl="0" eaLnBrk="1" fontAlgn="base" hangingPunct="1">
        <a:spcBef>
          <a:spcPct val="20000"/>
        </a:spcBef>
        <a:spcAft>
          <a:spcPct val="0"/>
        </a:spcAft>
        <a:buBlip>
          <a:blip r:embed="rId15"/>
        </a:buBlip>
        <a:defRPr kumimoji="1" sz="2800">
          <a:solidFill>
            <a:schemeClr val="tx1"/>
          </a:solidFill>
          <a:latin typeface="幼圆" panose="02010509060101010101" pitchFamily="49" charset="-122"/>
          <a:ea typeface="幼圆" panose="02010509060101010101" pitchFamily="49" charset="-122"/>
        </a:defRPr>
      </a:lvl2pPr>
      <a:lvl3pPr marL="1143000" indent="-228600" algn="l" rtl="0" eaLnBrk="1" fontAlgn="base" hangingPunct="1">
        <a:spcBef>
          <a:spcPct val="20000"/>
        </a:spcBef>
        <a:spcAft>
          <a:spcPct val="0"/>
        </a:spcAft>
        <a:buBlip>
          <a:blip r:embed="rId16"/>
        </a:buBlip>
        <a:defRPr kumimoji="1" sz="2400">
          <a:solidFill>
            <a:schemeClr val="tx1"/>
          </a:solidFill>
          <a:latin typeface="幼圆" panose="02010509060101010101" pitchFamily="49" charset="-122"/>
          <a:ea typeface="幼圆" panose="02010509060101010101" pitchFamily="49" charset="-122"/>
        </a:defRPr>
      </a:lvl3pPr>
      <a:lvl4pPr marL="1600200" indent="-228600" algn="l" rtl="0" eaLnBrk="1" fontAlgn="base" hangingPunct="1">
        <a:spcBef>
          <a:spcPct val="20000"/>
        </a:spcBef>
        <a:spcAft>
          <a:spcPct val="0"/>
        </a:spcAft>
        <a:buClr>
          <a:srgbClr val="800000"/>
        </a:buClr>
        <a:buFont typeface="Arial" charset="0"/>
        <a:buChar char="–"/>
        <a:defRPr kumimoji="1" sz="2000">
          <a:solidFill>
            <a:schemeClr val="tx1"/>
          </a:solidFill>
          <a:latin typeface="幼圆" panose="02010509060101010101" pitchFamily="49" charset="-122"/>
          <a:ea typeface="幼圆" panose="02010509060101010101" pitchFamily="49" charset="-122"/>
        </a:defRPr>
      </a:lvl4pPr>
      <a:lvl5pPr marL="2057400" indent="-228600" algn="l" rtl="0" eaLnBrk="1" fontAlgn="base" hangingPunct="1">
        <a:spcBef>
          <a:spcPct val="20000"/>
        </a:spcBef>
        <a:spcAft>
          <a:spcPct val="0"/>
        </a:spcAft>
        <a:buClr>
          <a:srgbClr val="800000"/>
        </a:buClr>
        <a:buFont typeface="Arial" charset="0"/>
        <a:buChar char="▪"/>
        <a:defRPr sz="2000">
          <a:solidFill>
            <a:schemeClr val="tx1"/>
          </a:solidFill>
          <a:latin typeface="幼圆" panose="02010509060101010101" pitchFamily="49" charset="-122"/>
          <a:ea typeface="幼圆" panose="02010509060101010101" pitchFamily="49" charset="-122"/>
        </a:defRPr>
      </a:lvl5pPr>
      <a:lvl6pPr marL="2514600" indent="-228600" algn="l" rtl="0" eaLnBrk="1" fontAlgn="base" hangingPunct="1">
        <a:spcBef>
          <a:spcPct val="20000"/>
        </a:spcBef>
        <a:spcAft>
          <a:spcPct val="0"/>
        </a:spcAft>
        <a:buClr>
          <a:srgbClr val="800000"/>
        </a:buClr>
        <a:buFont typeface="Arial" charset="0"/>
        <a:buChar char="▪"/>
        <a:defRPr sz="2000">
          <a:solidFill>
            <a:schemeClr val="tx1"/>
          </a:solidFill>
          <a:latin typeface="+mn-lt"/>
          <a:ea typeface="+mn-ea"/>
        </a:defRPr>
      </a:lvl6pPr>
      <a:lvl7pPr marL="2971800" indent="-228600" algn="l" rtl="0" eaLnBrk="1" fontAlgn="base" hangingPunct="1">
        <a:spcBef>
          <a:spcPct val="20000"/>
        </a:spcBef>
        <a:spcAft>
          <a:spcPct val="0"/>
        </a:spcAft>
        <a:buClr>
          <a:srgbClr val="800000"/>
        </a:buClr>
        <a:buFont typeface="Arial" charset="0"/>
        <a:buChar char="▪"/>
        <a:defRPr sz="2000">
          <a:solidFill>
            <a:schemeClr val="tx1"/>
          </a:solidFill>
          <a:latin typeface="+mn-lt"/>
          <a:ea typeface="+mn-ea"/>
        </a:defRPr>
      </a:lvl7pPr>
      <a:lvl8pPr marL="3429000" indent="-228600" algn="l" rtl="0" eaLnBrk="1" fontAlgn="base" hangingPunct="1">
        <a:spcBef>
          <a:spcPct val="20000"/>
        </a:spcBef>
        <a:spcAft>
          <a:spcPct val="0"/>
        </a:spcAft>
        <a:buClr>
          <a:srgbClr val="800000"/>
        </a:buClr>
        <a:buFont typeface="Arial" charset="0"/>
        <a:buChar char="▪"/>
        <a:defRPr sz="2000">
          <a:solidFill>
            <a:schemeClr val="tx1"/>
          </a:solidFill>
          <a:latin typeface="+mn-lt"/>
          <a:ea typeface="+mn-ea"/>
        </a:defRPr>
      </a:lvl8pPr>
      <a:lvl9pPr marL="3886200" indent="-228600" algn="l" rtl="0" eaLnBrk="1" fontAlgn="base" hangingPunct="1">
        <a:spcBef>
          <a:spcPct val="20000"/>
        </a:spcBef>
        <a:spcAft>
          <a:spcPct val="0"/>
        </a:spcAft>
        <a:buClr>
          <a:srgbClr val="800000"/>
        </a:buClr>
        <a:buFont typeface="Arial" charset="0"/>
        <a:buChar char="▪"/>
        <a:defRPr sz="20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slide" Target="slide12.xml"/><Relationship Id="rId1" Type="http://schemas.openxmlformats.org/officeDocument/2006/relationships/slideLayout" Target="../slideLayouts/slideLayout11.xml"/><Relationship Id="rId4" Type="http://schemas.openxmlformats.org/officeDocument/2006/relationships/slide" Target="slide14.xml"/></Relationships>
</file>

<file path=ppt/slides/_rels/slide12.xml.rels><?xml version="1.0" encoding="UTF-8" standalone="yes"?>
<Relationships xmlns="http://schemas.openxmlformats.org/package/2006/relationships"><Relationship Id="rId2" Type="http://schemas.openxmlformats.org/officeDocument/2006/relationships/slide" Target="slide11.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slide" Target="slide11.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slide" Target="slide11.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pPr marR="0" rtl="0"/>
            <a:r>
              <a:rPr lang="zh-CN" altLang="en-US" sz="6000" b="1" i="0" u="none" strike="noStrike" kern="100" baseline="0" dirty="0" smtClean="0">
                <a:ln>
                  <a:solidFill>
                    <a:schemeClr val="accent2">
                      <a:lumMod val="50000"/>
                    </a:schemeClr>
                  </a:solidFill>
                </a:ln>
                <a:latin typeface="方正姚体" panose="02010601030101010101" pitchFamily="2" charset="-122"/>
                <a:ea typeface="方正姚体" panose="02010601030101010101" pitchFamily="2" charset="-122"/>
              </a:rPr>
              <a:t>第二次世界大战</a:t>
            </a:r>
          </a:p>
        </p:txBody>
      </p:sp>
      <p:sp>
        <p:nvSpPr>
          <p:cNvPr id="4" name="副标题 3"/>
          <p:cNvSpPr>
            <a:spLocks noGrp="1"/>
          </p:cNvSpPr>
          <p:nvPr>
            <p:ph type="subTitle" idx="1"/>
          </p:nvPr>
        </p:nvSpPr>
        <p:spPr>
          <a:xfrm>
            <a:off x="914400" y="4002932"/>
            <a:ext cx="8534400" cy="1752600"/>
          </a:xfrm>
        </p:spPr>
        <p:txBody>
          <a:bodyPr/>
          <a:lstStyle/>
          <a:p>
            <a:pPr algn="l"/>
            <a:r>
              <a:rPr lang="zh-CN" altLang="en-US" sz="3600" dirty="0" smtClean="0">
                <a:latin typeface="方正姚体" panose="02010601030101010101" pitchFamily="2" charset="-122"/>
                <a:ea typeface="方正姚体" panose="02010601030101010101" pitchFamily="2" charset="-122"/>
              </a:rPr>
              <a:t>过程和影响</a:t>
            </a:r>
            <a:endParaRPr lang="zh-CN" altLang="en-US" sz="3600" dirty="0">
              <a:latin typeface="方正姚体" panose="02010601030101010101" pitchFamily="2" charset="-122"/>
              <a:ea typeface="方正姚体" panose="02010601030101010101" pitchFamily="2" charset="-122"/>
            </a:endParaRPr>
          </a:p>
        </p:txBody>
      </p:sp>
    </p:spTree>
    <p:extLst>
      <p:ext uri="{BB962C8B-B14F-4D97-AF65-F5344CB8AC3E}">
        <p14:creationId xmlns:p14="http://schemas.microsoft.com/office/powerpoint/2010/main" val="3509382544"/>
      </p:ext>
    </p:extLst>
  </p:cSld>
  <p:clrMapOvr>
    <a:masterClrMapping/>
  </p:clrMapOvr>
  <p:transition spd="slow" advTm="20000">
    <p:push dir="u"/>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zh-CN" altLang="en-US" b="1" i="0" u="none" strike="noStrike" kern="2200" baseline="0" dirty="0" smtClean="0"/>
              <a:t>战争起因</a:t>
            </a:r>
          </a:p>
        </p:txBody>
      </p:sp>
      <p:sp>
        <p:nvSpPr>
          <p:cNvPr id="3" name="文本占位符 2"/>
          <p:cNvSpPr>
            <a:spLocks noGrp="1"/>
          </p:cNvSpPr>
          <p:nvPr>
            <p:ph type="body" idx="1"/>
          </p:nvPr>
        </p:nvSpPr>
        <p:spPr/>
        <p:txBody>
          <a:bodyPr/>
          <a:lstStyle/>
          <a:p>
            <a:pPr marR="0" lvl="0" rtl="0"/>
            <a:r>
              <a:rPr lang="zh-CN" altLang="en-US" i="0" u="none" strike="noStrike" kern="100" baseline="0" dirty="0" smtClean="0"/>
              <a:t>经济危机</a:t>
            </a:r>
          </a:p>
          <a:p>
            <a:pPr marR="0" lvl="0" rtl="0"/>
            <a:r>
              <a:rPr lang="zh-CN" altLang="en-US" i="0" u="none" strike="noStrike" kern="100" baseline="0" dirty="0" smtClean="0"/>
              <a:t>法西斯独裁</a:t>
            </a:r>
          </a:p>
          <a:p>
            <a:pPr marR="0" lvl="0" rtl="0"/>
            <a:r>
              <a:rPr lang="zh-CN" altLang="en-US" i="0" u="none" strike="noStrike" kern="100" baseline="0" dirty="0" smtClean="0"/>
              <a:t>一战祸因 </a:t>
            </a: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27570" y="3565749"/>
            <a:ext cx="3840162" cy="2742980"/>
          </a:xfrm>
          <a:prstGeom prst="rect">
            <a:avLst/>
          </a:prstGeom>
          <a:ln>
            <a:noFill/>
          </a:ln>
          <a:effectLst>
            <a:outerShdw blurRad="292100" dist="139700" dir="2700000" algn="tl" rotWithShape="0">
              <a:srgbClr val="333333">
                <a:alpha val="65000"/>
              </a:srgbClr>
            </a:outerShdw>
          </a:effectLst>
        </p:spPr>
      </p:pic>
      <p:sp>
        <p:nvSpPr>
          <p:cNvPr id="5" name="灯片编号占位符 4"/>
          <p:cNvSpPr>
            <a:spLocks noGrp="1"/>
          </p:cNvSpPr>
          <p:nvPr>
            <p:ph type="sldNum" sz="quarter" idx="12"/>
          </p:nvPr>
        </p:nvSpPr>
        <p:spPr/>
        <p:txBody>
          <a:bodyPr/>
          <a:lstStyle/>
          <a:p>
            <a:fld id="{D37ED783-15AC-49BF-A807-B2A331FB689D}" type="slidenum">
              <a:rPr lang="zh-CN" altLang="en-US" smtClean="0"/>
              <a:t>1</a:t>
            </a:fld>
            <a:endParaRPr lang="zh-CN" altLang="en-US"/>
          </a:p>
        </p:txBody>
      </p:sp>
    </p:spTree>
    <p:extLst>
      <p:ext uri="{BB962C8B-B14F-4D97-AF65-F5344CB8AC3E}">
        <p14:creationId xmlns:p14="http://schemas.microsoft.com/office/powerpoint/2010/main" val="1080605631"/>
      </p:ext>
    </p:extLst>
  </p:cSld>
  <p:clrMapOvr>
    <a:masterClrMapping/>
  </p:clrMapOvr>
  <p:transition spd="slow" advTm="20000">
    <p:push dir="u"/>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zh-CN" altLang="en-US" b="1" i="0" u="none" strike="noStrike" kern="2200" baseline="0" dirty="0" smtClean="0"/>
              <a:t>双方阵营</a:t>
            </a:r>
          </a:p>
        </p:txBody>
      </p:sp>
      <p:sp>
        <p:nvSpPr>
          <p:cNvPr id="3" name="文本占位符 2"/>
          <p:cNvSpPr>
            <a:spLocks noGrp="1"/>
          </p:cNvSpPr>
          <p:nvPr>
            <p:ph type="body" idx="1"/>
          </p:nvPr>
        </p:nvSpPr>
        <p:spPr/>
        <p:txBody>
          <a:bodyPr/>
          <a:lstStyle/>
          <a:p>
            <a:pPr marR="0" lvl="0" rtl="0"/>
            <a:r>
              <a:rPr lang="zh-CN" altLang="en-US" i="0" u="none" strike="noStrike" kern="100" baseline="0" dirty="0" smtClean="0"/>
              <a:t>轴心国阵营</a:t>
            </a:r>
          </a:p>
          <a:p>
            <a:pPr marR="0" lvl="0" rtl="0"/>
            <a:r>
              <a:rPr lang="zh-CN" altLang="en-US" i="0" u="none" strike="noStrike" kern="100" baseline="0" dirty="0" smtClean="0"/>
              <a:t>同盟国阵营</a:t>
            </a:r>
          </a:p>
        </p:txBody>
      </p:sp>
      <p:sp>
        <p:nvSpPr>
          <p:cNvPr id="4" name="灯片编号占位符 3"/>
          <p:cNvSpPr>
            <a:spLocks noGrp="1"/>
          </p:cNvSpPr>
          <p:nvPr>
            <p:ph type="sldNum" sz="quarter" idx="12"/>
          </p:nvPr>
        </p:nvSpPr>
        <p:spPr/>
        <p:txBody>
          <a:bodyPr/>
          <a:lstStyle/>
          <a:p>
            <a:fld id="{D37ED783-15AC-49BF-A807-B2A331FB689D}" type="slidenum">
              <a:rPr lang="zh-CN" altLang="en-US" smtClean="0"/>
              <a:t>2</a:t>
            </a:fld>
            <a:endParaRPr lang="zh-CN" altLang="en-US"/>
          </a:p>
        </p:txBody>
      </p:sp>
    </p:spTree>
    <p:extLst>
      <p:ext uri="{BB962C8B-B14F-4D97-AF65-F5344CB8AC3E}">
        <p14:creationId xmlns:p14="http://schemas.microsoft.com/office/powerpoint/2010/main" val="943735680"/>
      </p:ext>
    </p:extLst>
  </p:cSld>
  <p:clrMapOvr>
    <a:masterClrMapping/>
  </p:clrMapOvr>
  <p:transition spd="slow" advTm="20000">
    <p:push dir="u"/>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zh-CN" altLang="en-US" b="1" i="0" u="none" strike="noStrike" kern="2200" baseline="0" dirty="0" smtClean="0"/>
              <a:t>战争经过</a:t>
            </a:r>
          </a:p>
        </p:txBody>
      </p:sp>
      <p:sp>
        <p:nvSpPr>
          <p:cNvPr id="3" name="文本占位符 2"/>
          <p:cNvSpPr>
            <a:spLocks noGrp="1"/>
          </p:cNvSpPr>
          <p:nvPr>
            <p:ph type="body" idx="1"/>
          </p:nvPr>
        </p:nvSpPr>
        <p:spPr/>
        <p:txBody>
          <a:bodyPr/>
          <a:lstStyle/>
          <a:p>
            <a:pPr marR="0" lvl="0" rtl="0"/>
            <a:r>
              <a:rPr lang="zh-CN" altLang="en-US" i="0" u="none" strike="noStrike" kern="100" baseline="0" dirty="0" smtClean="0"/>
              <a:t>防御阶段</a:t>
            </a:r>
          </a:p>
          <a:p>
            <a:pPr marR="0" lvl="0" rtl="0"/>
            <a:r>
              <a:rPr lang="zh-CN" altLang="en-US" i="0" u="none" strike="noStrike" kern="100" baseline="0" dirty="0" smtClean="0"/>
              <a:t>转折阶段</a:t>
            </a:r>
          </a:p>
          <a:p>
            <a:pPr marR="0" lvl="0" rtl="0"/>
            <a:r>
              <a:rPr lang="zh-CN" altLang="en-US" i="0" u="none" strike="noStrike" kern="100" baseline="0" dirty="0" smtClean="0"/>
              <a:t>反攻阶段</a:t>
            </a:r>
          </a:p>
          <a:p>
            <a:pPr marR="0" lvl="0" rtl="0"/>
            <a:r>
              <a:rPr lang="zh-CN" altLang="en-US" i="0" u="none" strike="noStrike" kern="100" baseline="0" dirty="0" smtClean="0"/>
              <a:t>结束阶段</a:t>
            </a:r>
          </a:p>
        </p:txBody>
      </p:sp>
      <p:sp>
        <p:nvSpPr>
          <p:cNvPr id="4" name="灯片编号占位符 3"/>
          <p:cNvSpPr>
            <a:spLocks noGrp="1"/>
          </p:cNvSpPr>
          <p:nvPr>
            <p:ph type="sldNum" sz="quarter" idx="12"/>
          </p:nvPr>
        </p:nvSpPr>
        <p:spPr/>
        <p:txBody>
          <a:bodyPr/>
          <a:lstStyle/>
          <a:p>
            <a:fld id="{D37ED783-15AC-49BF-A807-B2A331FB689D}" type="slidenum">
              <a:rPr lang="zh-CN" altLang="en-US" smtClean="0"/>
              <a:t>3</a:t>
            </a:fld>
            <a:endParaRPr lang="zh-CN" altLang="en-US"/>
          </a:p>
        </p:txBody>
      </p:sp>
    </p:spTree>
    <p:extLst>
      <p:ext uri="{BB962C8B-B14F-4D97-AF65-F5344CB8AC3E}">
        <p14:creationId xmlns:p14="http://schemas.microsoft.com/office/powerpoint/2010/main" val="97534527"/>
      </p:ext>
    </p:extLst>
  </p:cSld>
  <p:clrMapOvr>
    <a:masterClrMapping/>
  </p:clrMapOvr>
  <p:transition spd="slow" advTm="20000">
    <p:push dir="u"/>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zh-CN" altLang="en-US" b="1" i="0" u="none" strike="noStrike" kern="2200" baseline="0" dirty="0" smtClean="0"/>
              <a:t>主要战场</a:t>
            </a:r>
          </a:p>
        </p:txBody>
      </p:sp>
      <p:graphicFrame>
        <p:nvGraphicFramePr>
          <p:cNvPr id="4" name="图示 3"/>
          <p:cNvGraphicFramePr/>
          <p:nvPr>
            <p:extLst>
              <p:ext uri="{D42A27DB-BD31-4B8C-83A1-F6EECF244321}">
                <p14:modId xmlns:p14="http://schemas.microsoft.com/office/powerpoint/2010/main" val="2911700413"/>
              </p:ext>
            </p:extLst>
          </p:nvPr>
        </p:nvGraphicFramePr>
        <p:xfrm>
          <a:off x="2639649" y="1600202"/>
          <a:ext cx="8942753"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灯片编号占位符 4"/>
          <p:cNvSpPr>
            <a:spLocks noGrp="1"/>
          </p:cNvSpPr>
          <p:nvPr>
            <p:ph type="sldNum" sz="quarter" idx="12"/>
          </p:nvPr>
        </p:nvSpPr>
        <p:spPr/>
        <p:txBody>
          <a:bodyPr/>
          <a:lstStyle/>
          <a:p>
            <a:fld id="{D37ED783-15AC-49BF-A807-B2A331FB689D}" type="slidenum">
              <a:rPr lang="zh-CN" altLang="en-US" smtClean="0"/>
              <a:t>4</a:t>
            </a:fld>
            <a:endParaRPr lang="zh-CN" altLang="en-US"/>
          </a:p>
        </p:txBody>
      </p:sp>
    </p:spTree>
    <p:extLst>
      <p:ext uri="{BB962C8B-B14F-4D97-AF65-F5344CB8AC3E}">
        <p14:creationId xmlns:p14="http://schemas.microsoft.com/office/powerpoint/2010/main" val="2568188312"/>
      </p:ext>
    </p:extLst>
  </p:cSld>
  <p:clrMapOvr>
    <a:masterClrMapping/>
  </p:clrMapOvr>
  <p:transition spd="slow" advTm="2000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graphicEl>
                                              <a:dgm id="{43A14923-53E9-4D32-B0CB-BAD6CA66604F}"/>
                                            </p:graphicEl>
                                          </p:spTgt>
                                        </p:tgtEl>
                                        <p:attrNameLst>
                                          <p:attrName>style.visibility</p:attrName>
                                        </p:attrNameLst>
                                      </p:cBhvr>
                                      <p:to>
                                        <p:strVal val="visible"/>
                                      </p:to>
                                    </p:set>
                                    <p:animEffect transition="in" filter="fade">
                                      <p:cBhvr>
                                        <p:cTn id="7" dur="1000"/>
                                        <p:tgtEl>
                                          <p:spTgt spid="4">
                                            <p:graphicEl>
                                              <a:dgm id="{43A14923-53E9-4D32-B0CB-BAD6CA66604F}"/>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graphicEl>
                                              <a:dgm id="{755A296F-AE7D-4861-9A09-3F71F33023D3}"/>
                                            </p:graphicEl>
                                          </p:spTgt>
                                        </p:tgtEl>
                                        <p:attrNameLst>
                                          <p:attrName>style.visibility</p:attrName>
                                        </p:attrNameLst>
                                      </p:cBhvr>
                                      <p:to>
                                        <p:strVal val="visible"/>
                                      </p:to>
                                    </p:set>
                                    <p:animEffect transition="in" filter="fade">
                                      <p:cBhvr>
                                        <p:cTn id="12" dur="500"/>
                                        <p:tgtEl>
                                          <p:spTgt spid="4">
                                            <p:graphicEl>
                                              <a:dgm id="{755A296F-AE7D-4861-9A09-3F71F33023D3}"/>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graphicEl>
                                              <a:dgm id="{7F2FD8FC-4657-497D-9FE8-4F2A5DCD598C}"/>
                                            </p:graphicEl>
                                          </p:spTgt>
                                        </p:tgtEl>
                                        <p:attrNameLst>
                                          <p:attrName>style.visibility</p:attrName>
                                        </p:attrNameLst>
                                      </p:cBhvr>
                                      <p:to>
                                        <p:strVal val="visible"/>
                                      </p:to>
                                    </p:set>
                                    <p:animEffect transition="in" filter="fade">
                                      <p:cBhvr>
                                        <p:cTn id="17" dur="1000"/>
                                        <p:tgtEl>
                                          <p:spTgt spid="4">
                                            <p:graphicEl>
                                              <a:dgm id="{7F2FD8FC-4657-497D-9FE8-4F2A5DCD598C}"/>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graphicEl>
                                              <a:dgm id="{E435B1FA-31DF-470A-98B9-41AC6410003A}"/>
                                            </p:graphicEl>
                                          </p:spTgt>
                                        </p:tgtEl>
                                        <p:attrNameLst>
                                          <p:attrName>style.visibility</p:attrName>
                                        </p:attrNameLst>
                                      </p:cBhvr>
                                      <p:to>
                                        <p:strVal val="visible"/>
                                      </p:to>
                                    </p:set>
                                    <p:animEffect transition="in" filter="fade">
                                      <p:cBhvr>
                                        <p:cTn id="22" dur="500"/>
                                        <p:tgtEl>
                                          <p:spTgt spid="4">
                                            <p:graphicEl>
                                              <a:dgm id="{E435B1FA-31DF-470A-98B9-41AC6410003A}"/>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graphicEl>
                                              <a:dgm id="{AD495ED3-B69C-43BE-8AEF-44C894C38B1E}"/>
                                            </p:graphicEl>
                                          </p:spTgt>
                                        </p:tgtEl>
                                        <p:attrNameLst>
                                          <p:attrName>style.visibility</p:attrName>
                                        </p:attrNameLst>
                                      </p:cBhvr>
                                      <p:to>
                                        <p:strVal val="visible"/>
                                      </p:to>
                                    </p:set>
                                    <p:animEffect transition="in" filter="fade">
                                      <p:cBhvr>
                                        <p:cTn id="27" dur="1000"/>
                                        <p:tgtEl>
                                          <p:spTgt spid="4">
                                            <p:graphicEl>
                                              <a:dgm id="{AD495ED3-B69C-43BE-8AEF-44C894C38B1E}"/>
                                            </p:graphic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graphicEl>
                                              <a:dgm id="{2C3D270B-DEFD-4B5E-9207-B227CB860C36}"/>
                                            </p:graphicEl>
                                          </p:spTgt>
                                        </p:tgtEl>
                                        <p:attrNameLst>
                                          <p:attrName>style.visibility</p:attrName>
                                        </p:attrNameLst>
                                      </p:cBhvr>
                                      <p:to>
                                        <p:strVal val="visible"/>
                                      </p:to>
                                    </p:set>
                                    <p:animEffect transition="in" filter="fade">
                                      <p:cBhvr>
                                        <p:cTn id="32" dur="500"/>
                                        <p:tgtEl>
                                          <p:spTgt spid="4">
                                            <p:graphicEl>
                                              <a:dgm id="{2C3D270B-DEFD-4B5E-9207-B227CB860C36}"/>
                                            </p:graphic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
                                            <p:graphicEl>
                                              <a:dgm id="{09386ED0-F7D1-480E-BFC5-A58976354AF5}"/>
                                            </p:graphicEl>
                                          </p:spTgt>
                                        </p:tgtEl>
                                        <p:attrNameLst>
                                          <p:attrName>style.visibility</p:attrName>
                                        </p:attrNameLst>
                                      </p:cBhvr>
                                      <p:to>
                                        <p:strVal val="visible"/>
                                      </p:to>
                                    </p:set>
                                    <p:animEffect transition="in" filter="fade">
                                      <p:cBhvr>
                                        <p:cTn id="37" dur="1000"/>
                                        <p:tgtEl>
                                          <p:spTgt spid="4">
                                            <p:graphicEl>
                                              <a:dgm id="{09386ED0-F7D1-480E-BFC5-A58976354AF5}"/>
                                            </p:graphic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4">
                                            <p:graphicEl>
                                              <a:dgm id="{03E429EC-220F-4C35-A911-2DB32AD02356}"/>
                                            </p:graphicEl>
                                          </p:spTgt>
                                        </p:tgtEl>
                                        <p:attrNameLst>
                                          <p:attrName>style.visibility</p:attrName>
                                        </p:attrNameLst>
                                      </p:cBhvr>
                                      <p:to>
                                        <p:strVal val="visible"/>
                                      </p:to>
                                    </p:set>
                                    <p:animEffect transition="in" filter="fade">
                                      <p:cBhvr>
                                        <p:cTn id="42" dur="500"/>
                                        <p:tgtEl>
                                          <p:spTgt spid="4">
                                            <p:graphicEl>
                                              <a:dgm id="{03E429EC-220F-4C35-A911-2DB32AD02356}"/>
                                            </p:graphic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4">
                                            <p:graphicEl>
                                              <a:dgm id="{2A24CE5A-2C6E-4D96-B625-DB5A8CAC05C0}"/>
                                            </p:graphicEl>
                                          </p:spTgt>
                                        </p:tgtEl>
                                        <p:attrNameLst>
                                          <p:attrName>style.visibility</p:attrName>
                                        </p:attrNameLst>
                                      </p:cBhvr>
                                      <p:to>
                                        <p:strVal val="visible"/>
                                      </p:to>
                                    </p:set>
                                    <p:animEffect transition="in" filter="fade">
                                      <p:cBhvr>
                                        <p:cTn id="47" dur="1000"/>
                                        <p:tgtEl>
                                          <p:spTgt spid="4">
                                            <p:graphicEl>
                                              <a:dgm id="{2A24CE5A-2C6E-4D96-B625-DB5A8CAC05C0}"/>
                                            </p:graphic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4">
                                            <p:graphicEl>
                                              <a:dgm id="{8827CC51-F240-42B0-8C86-169E1D7D1B8C}"/>
                                            </p:graphicEl>
                                          </p:spTgt>
                                        </p:tgtEl>
                                        <p:attrNameLst>
                                          <p:attrName>style.visibility</p:attrName>
                                        </p:attrNameLst>
                                      </p:cBhvr>
                                      <p:to>
                                        <p:strVal val="visible"/>
                                      </p:to>
                                    </p:set>
                                    <p:animEffect transition="in" filter="fade">
                                      <p:cBhvr>
                                        <p:cTn id="52" dur="500"/>
                                        <p:tgtEl>
                                          <p:spTgt spid="4">
                                            <p:graphicEl>
                                              <a:dgm id="{8827CC51-F240-42B0-8C86-169E1D7D1B8C}"/>
                                            </p:graphic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4">
                                            <p:graphicEl>
                                              <a:dgm id="{D3BBDAC7-10C6-4490-B4C1-0BF6A326BF9D}"/>
                                            </p:graphicEl>
                                          </p:spTgt>
                                        </p:tgtEl>
                                        <p:attrNameLst>
                                          <p:attrName>style.visibility</p:attrName>
                                        </p:attrNameLst>
                                      </p:cBhvr>
                                      <p:to>
                                        <p:strVal val="visible"/>
                                      </p:to>
                                    </p:set>
                                    <p:animEffect transition="in" filter="fade">
                                      <p:cBhvr>
                                        <p:cTn id="57" dur="1000"/>
                                        <p:tgtEl>
                                          <p:spTgt spid="4">
                                            <p:graphicEl>
                                              <a:dgm id="{D3BBDAC7-10C6-4490-B4C1-0BF6A326BF9D}"/>
                                            </p:graphic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4">
                                            <p:graphicEl>
                                              <a:dgm id="{3B9CAA57-8098-474C-ABAB-C4A5E834CE1D}"/>
                                            </p:graphicEl>
                                          </p:spTgt>
                                        </p:tgtEl>
                                        <p:attrNameLst>
                                          <p:attrName>style.visibility</p:attrName>
                                        </p:attrNameLst>
                                      </p:cBhvr>
                                      <p:to>
                                        <p:strVal val="visible"/>
                                      </p:to>
                                    </p:set>
                                    <p:animEffect transition="in" filter="fade">
                                      <p:cBhvr>
                                        <p:cTn id="62" dur="500"/>
                                        <p:tgtEl>
                                          <p:spTgt spid="4">
                                            <p:graphicEl>
                                              <a:dgm id="{3B9CAA57-8098-474C-ABAB-C4A5E834CE1D}"/>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uiExpand="1">
        <p:bldSub>
          <a:bldDgm bld="one"/>
        </p:bldSub>
      </p:bldGraphic>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zh-CN" altLang="en-US" b="1" i="0" u="none" strike="noStrike" kern="2200" baseline="0" dirty="0" smtClean="0"/>
              <a:t>敦刻尔克大撤退</a:t>
            </a:r>
          </a:p>
        </p:txBody>
      </p:sp>
      <p:pic>
        <p:nvPicPr>
          <p:cNvPr id="5" name="图片占位符 4"/>
          <p:cNvPicPr>
            <a:picLocks noGrp="1" noChangeAspect="1"/>
          </p:cNvPicPr>
          <p:nvPr>
            <p:ph type="pic" idx="1"/>
          </p:nvPr>
        </p:nvPicPr>
        <p:blipFill>
          <a:blip r:embed="rId2">
            <a:extLst>
              <a:ext uri="{28A0092B-C50C-407E-A947-70E740481C1C}">
                <a14:useLocalDpi xmlns:a14="http://schemas.microsoft.com/office/drawing/2010/main" val="0"/>
              </a:ext>
            </a:extLst>
          </a:blip>
          <a:srcRect t="7097" b="7097"/>
          <a:stretch>
            <a:fillRect/>
          </a:stretch>
        </p:blipFill>
        <p:spPr bwMode="blackGray">
          <a:xfrm>
            <a:off x="2389555" y="534954"/>
            <a:ext cx="7315200" cy="4114800"/>
          </a:xfrm>
          <a:prstGeom prst="rect">
            <a:avLst/>
          </a:prstGeom>
          <a:ln w="88900" cap="sq" cmpd="thickThin">
            <a:solidFill>
              <a:srgbClr val="000000"/>
            </a:solidFill>
            <a:prstDash val="solid"/>
            <a:miter lim="800000"/>
          </a:ln>
          <a:effectLst>
            <a:innerShdw blurRad="76200">
              <a:srgbClr val="000000"/>
            </a:innerShdw>
          </a:effectLst>
        </p:spPr>
      </p:pic>
      <p:sp>
        <p:nvSpPr>
          <p:cNvPr id="3" name="文本占位符 2"/>
          <p:cNvSpPr>
            <a:spLocks noGrp="1"/>
          </p:cNvSpPr>
          <p:nvPr>
            <p:ph type="body" sz="half" idx="2"/>
          </p:nvPr>
        </p:nvSpPr>
        <p:spPr/>
        <p:txBody>
          <a:bodyPr/>
          <a:lstStyle/>
          <a:p>
            <a:pPr marR="0" lvl="0" rtl="0"/>
            <a:r>
              <a:rPr lang="zh-CN" altLang="en-US" i="0" u="none" strike="noStrike" kern="100" baseline="0" dirty="0" smtClean="0"/>
              <a:t>敦刻尔克大撤退是第二次世界大战初期的英法联军的军事撤退行动。</a:t>
            </a:r>
          </a:p>
        </p:txBody>
      </p:sp>
      <p:sp>
        <p:nvSpPr>
          <p:cNvPr id="6" name="灯片编号占位符 5"/>
          <p:cNvSpPr>
            <a:spLocks noGrp="1"/>
          </p:cNvSpPr>
          <p:nvPr>
            <p:ph type="sldNum" sz="quarter" idx="12"/>
          </p:nvPr>
        </p:nvSpPr>
        <p:spPr/>
        <p:txBody>
          <a:bodyPr/>
          <a:lstStyle/>
          <a:p>
            <a:fld id="{2A353502-142B-47E0-9D65-15B5BEE6F678}" type="slidenum">
              <a:rPr lang="zh-CN" altLang="en-US" smtClean="0"/>
              <a:t>5</a:t>
            </a:fld>
            <a:endParaRPr lang="zh-CN" altLang="en-US"/>
          </a:p>
        </p:txBody>
      </p:sp>
    </p:spTree>
    <p:extLst>
      <p:ext uri="{BB962C8B-B14F-4D97-AF65-F5344CB8AC3E}">
        <p14:creationId xmlns:p14="http://schemas.microsoft.com/office/powerpoint/2010/main" val="2744765768"/>
      </p:ext>
    </p:extLst>
  </p:cSld>
  <p:clrMapOvr>
    <a:masterClrMapping/>
  </p:clrMapOvr>
  <p:transition spd="slow" advTm="20000">
    <p:push dir="u"/>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zh-CN" altLang="en-US" b="1" i="0" u="none" strike="noStrike" kern="2200" baseline="0" dirty="0" smtClean="0"/>
              <a:t>偷</a:t>
            </a:r>
            <a:r>
              <a:rPr lang="zh-CN" altLang="en-US" b="0" i="0" u="none" strike="noStrike" kern="2200" baseline="0" dirty="0" smtClean="0"/>
              <a:t>袭</a:t>
            </a:r>
            <a:r>
              <a:rPr lang="zh-CN" altLang="en-US" b="1" i="0" u="none" strike="noStrike" kern="2200" baseline="0" dirty="0" smtClean="0"/>
              <a:t>珍珠港</a:t>
            </a:r>
          </a:p>
        </p:txBody>
      </p:sp>
      <p:pic>
        <p:nvPicPr>
          <p:cNvPr id="5" name="图片占位符 4"/>
          <p:cNvPicPr>
            <a:picLocks noGrp="1" noChangeAspect="1"/>
          </p:cNvPicPr>
          <p:nvPr>
            <p:ph type="pic" idx="1"/>
          </p:nvPr>
        </p:nvPicPr>
        <p:blipFill>
          <a:blip r:embed="rId2">
            <a:extLst>
              <a:ext uri="{28A0092B-C50C-407E-A947-70E740481C1C}">
                <a14:useLocalDpi xmlns:a14="http://schemas.microsoft.com/office/drawing/2010/main" val="0"/>
              </a:ext>
            </a:extLst>
          </a:blip>
          <a:srcRect t="12500" b="12500"/>
          <a:stretch>
            <a:fillRect/>
          </a:stretch>
        </p:blipFill>
        <p:spPr>
          <a:prstGeom prst="rect">
            <a:avLst/>
          </a:prstGeom>
          <a:ln w="88900" cap="sq" cmpd="thickThin">
            <a:solidFill>
              <a:srgbClr val="000000"/>
            </a:solidFill>
            <a:prstDash val="solid"/>
            <a:miter lim="800000"/>
          </a:ln>
          <a:effectLst>
            <a:innerShdw blurRad="76200">
              <a:srgbClr val="000000"/>
            </a:innerShdw>
          </a:effectLst>
        </p:spPr>
      </p:pic>
      <p:sp>
        <p:nvSpPr>
          <p:cNvPr id="3" name="文本占位符 2"/>
          <p:cNvSpPr>
            <a:spLocks noGrp="1"/>
          </p:cNvSpPr>
          <p:nvPr>
            <p:ph type="body" sz="half" idx="2"/>
          </p:nvPr>
        </p:nvSpPr>
        <p:spPr/>
        <p:txBody>
          <a:bodyPr/>
          <a:lstStyle/>
          <a:p>
            <a:pPr marR="0" lvl="0" rtl="0"/>
            <a:r>
              <a:rPr lang="zh-CN" altLang="en-US" i="0" u="none" strike="noStrike" kern="100" baseline="0" dirty="0" smtClean="0"/>
              <a:t>偷袭珍珠港是指由日本政府策划的一起偷袭美国太平洋海军舰队基地珍珠港的军事事件，它成为第二次世界大战中，太平洋战争爆发的导火索。</a:t>
            </a:r>
          </a:p>
        </p:txBody>
      </p:sp>
      <p:sp>
        <p:nvSpPr>
          <p:cNvPr id="6" name="灯片编号占位符 5"/>
          <p:cNvSpPr>
            <a:spLocks noGrp="1"/>
          </p:cNvSpPr>
          <p:nvPr>
            <p:ph type="sldNum" sz="quarter" idx="12"/>
          </p:nvPr>
        </p:nvSpPr>
        <p:spPr/>
        <p:txBody>
          <a:bodyPr/>
          <a:lstStyle/>
          <a:p>
            <a:fld id="{2A353502-142B-47E0-9D65-15B5BEE6F678}" type="slidenum">
              <a:rPr lang="zh-CN" altLang="en-US" smtClean="0"/>
              <a:t>6</a:t>
            </a:fld>
            <a:endParaRPr lang="zh-CN" altLang="en-US"/>
          </a:p>
        </p:txBody>
      </p:sp>
    </p:spTree>
    <p:extLst>
      <p:ext uri="{BB962C8B-B14F-4D97-AF65-F5344CB8AC3E}">
        <p14:creationId xmlns:p14="http://schemas.microsoft.com/office/powerpoint/2010/main" val="3076326266"/>
      </p:ext>
    </p:extLst>
  </p:cSld>
  <p:clrMapOvr>
    <a:masterClrMapping/>
  </p:clrMapOvr>
  <p:transition spd="slow" advTm="20000">
    <p:push dir="u"/>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zh-CN" altLang="en-US" b="1" i="0" u="none" strike="noStrike" kern="2200" baseline="0" dirty="0" smtClean="0"/>
              <a:t>诺曼底登陆</a:t>
            </a:r>
          </a:p>
        </p:txBody>
      </p:sp>
      <p:pic>
        <p:nvPicPr>
          <p:cNvPr id="5" name="图片占位符 4"/>
          <p:cNvPicPr>
            <a:picLocks noGrp="1" noChangeAspect="1"/>
          </p:cNvPicPr>
          <p:nvPr>
            <p:ph type="pic" idx="1"/>
          </p:nvPr>
        </p:nvPicPr>
        <p:blipFill>
          <a:blip r:embed="rId2">
            <a:extLst>
              <a:ext uri="{28A0092B-C50C-407E-A947-70E740481C1C}">
                <a14:useLocalDpi xmlns:a14="http://schemas.microsoft.com/office/drawing/2010/main" val="0"/>
              </a:ext>
            </a:extLst>
          </a:blip>
          <a:srcRect t="14515" b="14515"/>
          <a:stretch>
            <a:fillRect/>
          </a:stretch>
        </p:blipFill>
        <p:spPr>
          <a:prstGeom prst="rect">
            <a:avLst/>
          </a:prstGeom>
          <a:ln w="88900" cap="sq" cmpd="thickThin">
            <a:solidFill>
              <a:srgbClr val="000000"/>
            </a:solidFill>
            <a:prstDash val="solid"/>
            <a:miter lim="800000"/>
          </a:ln>
          <a:effectLst>
            <a:innerShdw blurRad="76200">
              <a:srgbClr val="000000"/>
            </a:innerShdw>
          </a:effectLst>
        </p:spPr>
      </p:pic>
      <p:sp>
        <p:nvSpPr>
          <p:cNvPr id="3" name="文本占位符 2"/>
          <p:cNvSpPr>
            <a:spLocks noGrp="1"/>
          </p:cNvSpPr>
          <p:nvPr>
            <p:ph type="body" sz="half" idx="2"/>
          </p:nvPr>
        </p:nvSpPr>
        <p:spPr/>
        <p:txBody>
          <a:bodyPr/>
          <a:lstStyle/>
          <a:p>
            <a:pPr marR="0" lvl="0" rtl="0"/>
            <a:r>
              <a:rPr lang="zh-CN" altLang="en-US" i="0" u="none" strike="noStrike" kern="100" baseline="0" dirty="0" smtClean="0"/>
              <a:t>诺曼底登陆是第二次世界大战中盟军在欧洲西线战场发起的一场大规模攻势，战役发生在</a:t>
            </a:r>
            <a:r>
              <a:rPr lang="en-US" altLang="zh-CN" i="0" u="none" strike="noStrike" kern="100" baseline="0" dirty="0" smtClean="0"/>
              <a:t>1944</a:t>
            </a:r>
            <a:r>
              <a:rPr lang="zh-CN" altLang="en-US" i="0" u="none" strike="noStrike" kern="100" baseline="0" dirty="0" smtClean="0"/>
              <a:t>年</a:t>
            </a:r>
            <a:r>
              <a:rPr lang="en-US" altLang="zh-CN" i="0" u="none" strike="noStrike" kern="100" baseline="0" dirty="0" smtClean="0"/>
              <a:t>6</a:t>
            </a:r>
            <a:r>
              <a:rPr lang="zh-CN" altLang="en-US" i="0" u="none" strike="noStrike" kern="100" baseline="0" dirty="0" smtClean="0"/>
              <a:t>月</a:t>
            </a:r>
            <a:r>
              <a:rPr lang="en-US" altLang="zh-CN" i="0" u="none" strike="noStrike" kern="100" baseline="0" dirty="0" smtClean="0"/>
              <a:t>6</a:t>
            </a:r>
            <a:r>
              <a:rPr lang="zh-CN" altLang="en-US" i="0" u="none" strike="noStrike" kern="100" baseline="0" dirty="0" smtClean="0"/>
              <a:t>日早</a:t>
            </a:r>
            <a:r>
              <a:rPr lang="en-US" altLang="zh-CN" i="0" u="none" strike="noStrike" kern="100" baseline="0" dirty="0" smtClean="0"/>
              <a:t>6</a:t>
            </a:r>
            <a:r>
              <a:rPr lang="zh-CN" altLang="en-US" i="0" u="none" strike="noStrike" kern="100" baseline="0" dirty="0" smtClean="0"/>
              <a:t>时</a:t>
            </a:r>
            <a:r>
              <a:rPr lang="en-US" altLang="zh-CN" i="0" u="none" strike="noStrike" kern="100" baseline="0" dirty="0" smtClean="0"/>
              <a:t>30</a:t>
            </a:r>
            <a:r>
              <a:rPr lang="zh-CN" altLang="en-US" i="0" u="none" strike="noStrike" kern="100" baseline="0" dirty="0" smtClean="0"/>
              <a:t>分，是目前为止世界上最大的一次海上登陆作战。</a:t>
            </a:r>
          </a:p>
        </p:txBody>
      </p:sp>
      <p:sp>
        <p:nvSpPr>
          <p:cNvPr id="6" name="灯片编号占位符 5"/>
          <p:cNvSpPr>
            <a:spLocks noGrp="1"/>
          </p:cNvSpPr>
          <p:nvPr>
            <p:ph type="sldNum" sz="quarter" idx="12"/>
          </p:nvPr>
        </p:nvSpPr>
        <p:spPr/>
        <p:txBody>
          <a:bodyPr/>
          <a:lstStyle/>
          <a:p>
            <a:fld id="{2A353502-142B-47E0-9D65-15B5BEE6F678}" type="slidenum">
              <a:rPr lang="zh-CN" altLang="en-US" smtClean="0"/>
              <a:t>7</a:t>
            </a:fld>
            <a:endParaRPr lang="zh-CN" altLang="en-US"/>
          </a:p>
        </p:txBody>
      </p:sp>
    </p:spTree>
    <p:extLst>
      <p:ext uri="{BB962C8B-B14F-4D97-AF65-F5344CB8AC3E}">
        <p14:creationId xmlns:p14="http://schemas.microsoft.com/office/powerpoint/2010/main" val="28557070"/>
      </p:ext>
    </p:extLst>
  </p:cSld>
  <p:clrMapOvr>
    <a:masterClrMapping/>
  </p:clrMapOvr>
  <p:transition spd="slow" advTm="20000">
    <p:push dir="u"/>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zh-CN" altLang="en-US" b="1" i="0" u="none" strike="noStrike" kern="2200" baseline="0" dirty="0" smtClean="0"/>
              <a:t>柏林战役</a:t>
            </a:r>
          </a:p>
        </p:txBody>
      </p:sp>
      <p:pic>
        <p:nvPicPr>
          <p:cNvPr id="5" name="图片占位符 4"/>
          <p:cNvPicPr>
            <a:picLocks noGrp="1" noChangeAspect="1"/>
          </p:cNvPicPr>
          <p:nvPr>
            <p:ph type="pic" idx="1"/>
          </p:nvPr>
        </p:nvPicPr>
        <p:blipFill>
          <a:blip r:embed="rId2">
            <a:extLst>
              <a:ext uri="{28A0092B-C50C-407E-A947-70E740481C1C}">
                <a14:useLocalDpi xmlns:a14="http://schemas.microsoft.com/office/drawing/2010/main" val="0"/>
              </a:ext>
            </a:extLst>
          </a:blip>
          <a:srcRect l="7689" r="7689"/>
          <a:stretch>
            <a:fillRect/>
          </a:stretch>
        </p:blipFill>
        <p:spPr>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3" name="文本占位符 2"/>
          <p:cNvSpPr>
            <a:spLocks noGrp="1"/>
          </p:cNvSpPr>
          <p:nvPr>
            <p:ph type="body" sz="half" idx="2"/>
          </p:nvPr>
        </p:nvSpPr>
        <p:spPr/>
        <p:txBody>
          <a:bodyPr/>
          <a:lstStyle/>
          <a:p>
            <a:pPr marR="0" lvl="0" rtl="0"/>
            <a:r>
              <a:rPr lang="zh-CN" altLang="en-US" i="0" u="none" strike="noStrike" kern="100" baseline="0" dirty="0" smtClean="0"/>
              <a:t>战役于</a:t>
            </a:r>
            <a:r>
              <a:rPr lang="en-US" altLang="zh-CN" i="0" u="none" strike="noStrike" kern="100" baseline="0" dirty="0" smtClean="0"/>
              <a:t>1945</a:t>
            </a:r>
            <a:r>
              <a:rPr lang="zh-CN" altLang="en-US" i="0" u="none" strike="noStrike" kern="100" baseline="0" dirty="0" smtClean="0"/>
              <a:t>年</a:t>
            </a:r>
            <a:r>
              <a:rPr lang="en-US" altLang="zh-CN" i="0" u="none" strike="noStrike" kern="100" baseline="0" dirty="0" smtClean="0"/>
              <a:t>4</a:t>
            </a:r>
            <a:r>
              <a:rPr lang="zh-CN" altLang="en-US" i="0" u="none" strike="noStrike" kern="100" baseline="0" dirty="0" smtClean="0"/>
              <a:t>月</a:t>
            </a:r>
            <a:r>
              <a:rPr lang="en-US" altLang="zh-CN" i="0" u="none" strike="noStrike" kern="100" baseline="0" dirty="0" smtClean="0"/>
              <a:t>16</a:t>
            </a:r>
            <a:r>
              <a:rPr lang="zh-CN" altLang="en-US" i="0" u="none" strike="noStrike" kern="100" baseline="0" dirty="0" smtClean="0"/>
              <a:t>日发起，</a:t>
            </a:r>
            <a:r>
              <a:rPr lang="en-US" altLang="zh-CN" i="0" u="none" strike="noStrike" kern="100" baseline="0" dirty="0" smtClean="0"/>
              <a:t>25</a:t>
            </a:r>
            <a:r>
              <a:rPr lang="zh-CN" altLang="en-US" i="0" u="none" strike="noStrike" kern="100" baseline="0" dirty="0" smtClean="0"/>
              <a:t>日对柏林形成包围。经激烈巷战，于 </a:t>
            </a:r>
            <a:r>
              <a:rPr lang="en-US" altLang="zh-CN" i="0" u="none" strike="noStrike" kern="100" baseline="0" dirty="0" smtClean="0"/>
              <a:t>4</a:t>
            </a:r>
            <a:r>
              <a:rPr lang="zh-CN" altLang="en-US" i="0" u="none" strike="noStrike" kern="100" baseline="0" dirty="0" smtClean="0"/>
              <a:t>月</a:t>
            </a:r>
            <a:r>
              <a:rPr lang="en-US" altLang="zh-CN" i="0" u="none" strike="noStrike" kern="100" baseline="0" dirty="0" smtClean="0"/>
              <a:t>27</a:t>
            </a:r>
            <a:r>
              <a:rPr lang="zh-CN" altLang="en-US" i="0" u="none" strike="noStrike" kern="100" baseline="0" dirty="0" smtClean="0"/>
              <a:t>日突入柏林中心区，</a:t>
            </a:r>
            <a:r>
              <a:rPr lang="en-US" altLang="zh-CN" i="0" u="none" strike="noStrike" kern="100" baseline="0" dirty="0" smtClean="0"/>
              <a:t>29</a:t>
            </a:r>
            <a:r>
              <a:rPr lang="zh-CN" altLang="en-US" i="0" u="none" strike="noStrike" kern="100" baseline="0" dirty="0" smtClean="0"/>
              <a:t>日苏军开始强攻国会大厦。</a:t>
            </a:r>
            <a:r>
              <a:rPr lang="en-US" altLang="zh-CN" i="0" u="none" strike="noStrike" kern="100" baseline="0" dirty="0" smtClean="0"/>
              <a:t>30</a:t>
            </a:r>
            <a:r>
              <a:rPr lang="zh-CN" altLang="en-US" i="0" u="none" strike="noStrike" kern="100" baseline="0" dirty="0" smtClean="0"/>
              <a:t>日希特勒在总理府地下室自杀。</a:t>
            </a:r>
            <a:r>
              <a:rPr lang="en-US" altLang="zh-CN" i="0" u="none" strike="noStrike" kern="100" baseline="0" dirty="0" smtClean="0"/>
              <a:t>1945</a:t>
            </a:r>
            <a:r>
              <a:rPr lang="zh-CN" altLang="en-US" i="0" u="none" strike="noStrike" kern="100" baseline="0" dirty="0" smtClean="0"/>
              <a:t>年</a:t>
            </a:r>
            <a:r>
              <a:rPr lang="en-US" altLang="zh-CN" i="0" u="none" strike="noStrike" kern="100" baseline="0" dirty="0" smtClean="0"/>
              <a:t>5</a:t>
            </a:r>
            <a:r>
              <a:rPr lang="zh-CN" altLang="en-US" i="0" u="none" strike="noStrike" kern="100" baseline="0" dirty="0" smtClean="0"/>
              <a:t>月</a:t>
            </a:r>
            <a:r>
              <a:rPr lang="en-US" altLang="zh-CN" i="0" u="none" strike="noStrike" kern="100" baseline="0" dirty="0" smtClean="0"/>
              <a:t>2</a:t>
            </a:r>
            <a:r>
              <a:rPr lang="zh-CN" altLang="en-US" i="0" u="none" strike="noStrike" kern="100" baseline="0" dirty="0" smtClean="0"/>
              <a:t>日柏林战役结束。</a:t>
            </a:r>
          </a:p>
        </p:txBody>
      </p:sp>
      <p:sp>
        <p:nvSpPr>
          <p:cNvPr id="6" name="灯片编号占位符 5"/>
          <p:cNvSpPr>
            <a:spLocks noGrp="1"/>
          </p:cNvSpPr>
          <p:nvPr>
            <p:ph type="sldNum" sz="quarter" idx="12"/>
          </p:nvPr>
        </p:nvSpPr>
        <p:spPr/>
        <p:txBody>
          <a:bodyPr/>
          <a:lstStyle/>
          <a:p>
            <a:fld id="{2A353502-142B-47E0-9D65-15B5BEE6F678}" type="slidenum">
              <a:rPr lang="zh-CN" altLang="en-US" smtClean="0"/>
              <a:t>8</a:t>
            </a:fld>
            <a:endParaRPr lang="zh-CN" altLang="en-US"/>
          </a:p>
        </p:txBody>
      </p:sp>
    </p:spTree>
    <p:extLst>
      <p:ext uri="{BB962C8B-B14F-4D97-AF65-F5344CB8AC3E}">
        <p14:creationId xmlns:p14="http://schemas.microsoft.com/office/powerpoint/2010/main" val="3102066697"/>
      </p:ext>
    </p:extLst>
  </p:cSld>
  <p:clrMapOvr>
    <a:masterClrMapping/>
  </p:clrMapOvr>
  <p:transition spd="slow" advTm="20000">
    <p:push dir="u"/>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zh-CN" altLang="en-US" b="1" i="0" u="none" strike="noStrike" kern="2200" baseline="0" dirty="0" smtClean="0"/>
              <a:t>战争评价</a:t>
            </a:r>
          </a:p>
        </p:txBody>
      </p:sp>
      <p:sp>
        <p:nvSpPr>
          <p:cNvPr id="3" name="文本占位符 2"/>
          <p:cNvSpPr>
            <a:spLocks noGrp="1"/>
          </p:cNvSpPr>
          <p:nvPr>
            <p:ph type="body" idx="1"/>
          </p:nvPr>
        </p:nvSpPr>
        <p:spPr/>
        <p:txBody>
          <a:bodyPr/>
          <a:lstStyle/>
          <a:p>
            <a:pPr marR="0" lvl="0" rtl="0"/>
            <a:r>
              <a:rPr lang="zh-CN" altLang="en-US" sz="2800" i="0" u="none" strike="noStrike" kern="100" baseline="0" dirty="0" smtClean="0"/>
              <a:t>第二次世界大战深刻地改变了人类历史。其影响广泛地涉及到政治、经济、军事、外交、文化和科技各个层面。以军事科技的发展为中介，人类的智慧与自然界的能量完美地结合在一起，被极大地释放出来，战争的破坏力空前增大、战争手段空前增多、战争样式空前丰富、战争空间空前广阔。人类的战争活动由此由盲目走向自觉、由浮躁走向理智、由幼稚走向成熟，进入到一个新的历史阶段。</a:t>
            </a:r>
          </a:p>
        </p:txBody>
      </p:sp>
      <p:sp>
        <p:nvSpPr>
          <p:cNvPr id="4" name="灯片编号占位符 3"/>
          <p:cNvSpPr>
            <a:spLocks noGrp="1"/>
          </p:cNvSpPr>
          <p:nvPr>
            <p:ph type="sldNum" sz="quarter" idx="12"/>
          </p:nvPr>
        </p:nvSpPr>
        <p:spPr/>
        <p:txBody>
          <a:bodyPr/>
          <a:lstStyle/>
          <a:p>
            <a:fld id="{D37ED783-15AC-49BF-A807-B2A331FB689D}" type="slidenum">
              <a:rPr lang="zh-CN" altLang="en-US" smtClean="0"/>
              <a:t>9</a:t>
            </a:fld>
            <a:endParaRPr lang="zh-CN" altLang="en-US"/>
          </a:p>
        </p:txBody>
      </p:sp>
    </p:spTree>
    <p:extLst>
      <p:ext uri="{BB962C8B-B14F-4D97-AF65-F5344CB8AC3E}">
        <p14:creationId xmlns:p14="http://schemas.microsoft.com/office/powerpoint/2010/main" val="254738077"/>
      </p:ext>
    </p:extLst>
  </p:cSld>
  <p:clrMapOvr>
    <a:masterClrMapping/>
  </p:clrMapOvr>
  <p:transition spd="slow" advTm="20000">
    <p:push dir="u"/>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zh-CN" altLang="en-US" b="1" i="0" u="none" strike="noStrike" kern="2200" baseline="0" dirty="0" smtClean="0"/>
              <a:t>第二次世界大战的影响</a:t>
            </a:r>
          </a:p>
        </p:txBody>
      </p:sp>
      <p:sp>
        <p:nvSpPr>
          <p:cNvPr id="3" name="文本占位符 2"/>
          <p:cNvSpPr>
            <a:spLocks noGrp="1"/>
          </p:cNvSpPr>
          <p:nvPr>
            <p:ph type="body" idx="1"/>
          </p:nvPr>
        </p:nvSpPr>
        <p:spPr/>
        <p:txBody>
          <a:bodyPr/>
          <a:lstStyle/>
          <a:p>
            <a:pPr marR="0" lvl="0" rtl="0"/>
            <a:r>
              <a:rPr lang="zh-CN" altLang="en-US" sz="2800" i="0" u="none" strike="noStrike" kern="100" baseline="0" dirty="0" smtClean="0"/>
              <a:t>二战对人类产生了深远的影响，战争所带来的血腥杀戮，所造成的巨大破坏，长久的反映在战后人类的社会生活各个方面。</a:t>
            </a:r>
          </a:p>
        </p:txBody>
      </p:sp>
      <p:sp>
        <p:nvSpPr>
          <p:cNvPr id="4" name="圆角矩形 3">
            <a:hlinkClick r:id="rId2" action="ppaction://hlinksldjump"/>
          </p:cNvPr>
          <p:cNvSpPr/>
          <p:nvPr/>
        </p:nvSpPr>
        <p:spPr>
          <a:xfrm>
            <a:off x="2603304" y="4104640"/>
            <a:ext cx="2395415" cy="853440"/>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zh-CN" altLang="en-US" dirty="0" smtClean="0">
                <a:solidFill>
                  <a:schemeClr val="tx1"/>
                </a:solidFill>
                <a:latin typeface="幼圆" panose="02010509060101010101" pitchFamily="49" charset="-122"/>
                <a:ea typeface="幼圆" panose="02010509060101010101" pitchFamily="49" charset="-122"/>
              </a:rPr>
              <a:t>成立联合国</a:t>
            </a:r>
            <a:endParaRPr lang="zh-CN" altLang="en-US" dirty="0">
              <a:solidFill>
                <a:schemeClr val="tx1"/>
              </a:solidFill>
              <a:latin typeface="幼圆" panose="02010509060101010101" pitchFamily="49" charset="-122"/>
              <a:ea typeface="幼圆" panose="02010509060101010101" pitchFamily="49" charset="-122"/>
            </a:endParaRPr>
          </a:p>
        </p:txBody>
      </p:sp>
      <p:sp>
        <p:nvSpPr>
          <p:cNvPr id="5" name="圆角矩形 4">
            <a:hlinkClick r:id="rId3" action="ppaction://hlinksldjump"/>
          </p:cNvPr>
          <p:cNvSpPr/>
          <p:nvPr/>
        </p:nvSpPr>
        <p:spPr>
          <a:xfrm>
            <a:off x="6037384" y="4104640"/>
            <a:ext cx="2395415" cy="853440"/>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zh-CN" altLang="en-US" dirty="0" smtClean="0">
                <a:solidFill>
                  <a:schemeClr val="tx1"/>
                </a:solidFill>
                <a:latin typeface="幼圆" panose="02010509060101010101" pitchFamily="49" charset="-122"/>
                <a:ea typeface="幼圆" panose="02010509060101010101" pitchFamily="49" charset="-122"/>
              </a:rPr>
              <a:t>民族独立</a:t>
            </a:r>
            <a:endParaRPr lang="zh-CN" altLang="en-US" dirty="0">
              <a:solidFill>
                <a:schemeClr val="tx1"/>
              </a:solidFill>
              <a:latin typeface="幼圆" panose="02010509060101010101" pitchFamily="49" charset="-122"/>
              <a:ea typeface="幼圆" panose="02010509060101010101" pitchFamily="49" charset="-122"/>
            </a:endParaRPr>
          </a:p>
        </p:txBody>
      </p:sp>
      <p:sp>
        <p:nvSpPr>
          <p:cNvPr id="6" name="圆角矩形 5">
            <a:hlinkClick r:id="rId4" action="ppaction://hlinksldjump"/>
          </p:cNvPr>
          <p:cNvSpPr/>
          <p:nvPr/>
        </p:nvSpPr>
        <p:spPr>
          <a:xfrm>
            <a:off x="9471464" y="4104640"/>
            <a:ext cx="2395415" cy="853440"/>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zh-CN" altLang="en-US" dirty="0" smtClean="0">
                <a:solidFill>
                  <a:schemeClr val="tx1"/>
                </a:solidFill>
                <a:latin typeface="幼圆" panose="02010509060101010101" pitchFamily="49" charset="-122"/>
                <a:ea typeface="幼圆" panose="02010509060101010101" pitchFamily="49" charset="-122"/>
              </a:rPr>
              <a:t>两极阵营</a:t>
            </a:r>
            <a:endParaRPr lang="zh-CN" altLang="en-US" dirty="0">
              <a:solidFill>
                <a:schemeClr val="tx1"/>
              </a:solidFill>
              <a:latin typeface="幼圆" panose="02010509060101010101" pitchFamily="49" charset="-122"/>
              <a:ea typeface="幼圆" panose="02010509060101010101" pitchFamily="49" charset="-122"/>
            </a:endParaRPr>
          </a:p>
        </p:txBody>
      </p:sp>
      <p:sp>
        <p:nvSpPr>
          <p:cNvPr id="7" name="灯片编号占位符 6"/>
          <p:cNvSpPr>
            <a:spLocks noGrp="1"/>
          </p:cNvSpPr>
          <p:nvPr>
            <p:ph type="sldNum" sz="quarter" idx="12"/>
          </p:nvPr>
        </p:nvSpPr>
        <p:spPr/>
        <p:txBody>
          <a:bodyPr/>
          <a:lstStyle/>
          <a:p>
            <a:fld id="{D37ED783-15AC-49BF-A807-B2A331FB689D}" type="slidenum">
              <a:rPr lang="zh-CN" altLang="en-US" smtClean="0"/>
              <a:t>10</a:t>
            </a:fld>
            <a:endParaRPr lang="zh-CN" altLang="en-US"/>
          </a:p>
        </p:txBody>
      </p:sp>
    </p:spTree>
    <p:extLst>
      <p:ext uri="{BB962C8B-B14F-4D97-AF65-F5344CB8AC3E}">
        <p14:creationId xmlns:p14="http://schemas.microsoft.com/office/powerpoint/2010/main" val="1714302590"/>
      </p:ext>
    </p:extLst>
  </p:cSld>
  <p:clrMapOvr>
    <a:masterClrMapping/>
  </p:clrMapOvr>
  <p:transition spd="slow" advTm="2000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par>
                          <p:cTn id="8" fill="hold">
                            <p:stCondLst>
                              <p:cond delay="500"/>
                            </p:stCondLst>
                            <p:childTnLst>
                              <p:par>
                                <p:cTn id="9" presetID="16" presetClass="entr" presetSubtype="21" fill="hold" grpId="0" nodeType="afterEffect">
                                  <p:stCondLst>
                                    <p:cond delay="500"/>
                                  </p:stCondLst>
                                  <p:childTnLst>
                                    <p:set>
                                      <p:cBhvr>
                                        <p:cTn id="10" dur="1" fill="hold">
                                          <p:stCondLst>
                                            <p:cond delay="0"/>
                                          </p:stCondLst>
                                        </p:cTn>
                                        <p:tgtEl>
                                          <p:spTgt spid="5"/>
                                        </p:tgtEl>
                                        <p:attrNameLst>
                                          <p:attrName>style.visibility</p:attrName>
                                        </p:attrNameLst>
                                      </p:cBhvr>
                                      <p:to>
                                        <p:strVal val="visible"/>
                                      </p:to>
                                    </p:set>
                                    <p:animEffect transition="in" filter="barn(inVertical)">
                                      <p:cBhvr>
                                        <p:cTn id="11" dur="500"/>
                                        <p:tgtEl>
                                          <p:spTgt spid="5"/>
                                        </p:tgtEl>
                                      </p:cBhvr>
                                    </p:animEffect>
                                  </p:childTnLst>
                                </p:cTn>
                              </p:par>
                            </p:childTnLst>
                          </p:cTn>
                        </p:par>
                        <p:par>
                          <p:cTn id="12" fill="hold">
                            <p:stCondLst>
                              <p:cond delay="1500"/>
                            </p:stCondLst>
                            <p:childTnLst>
                              <p:par>
                                <p:cTn id="13" presetID="16" presetClass="entr" presetSubtype="21" fill="hold" grpId="0" nodeType="afterEffect">
                                  <p:stCondLst>
                                    <p:cond delay="500"/>
                                  </p:stCondLst>
                                  <p:childTnLst>
                                    <p:set>
                                      <p:cBhvr>
                                        <p:cTn id="14" dur="1" fill="hold">
                                          <p:stCondLst>
                                            <p:cond delay="0"/>
                                          </p:stCondLst>
                                        </p:cTn>
                                        <p:tgtEl>
                                          <p:spTgt spid="6"/>
                                        </p:tgtEl>
                                        <p:attrNameLst>
                                          <p:attrName>style.visibility</p:attrName>
                                        </p:attrNameLst>
                                      </p:cBhvr>
                                      <p:to>
                                        <p:strVal val="visible"/>
                                      </p:to>
                                    </p:set>
                                    <p:animEffect transition="in" filter="barn(inVertical)">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zh-CN" altLang="en-US" b="1" i="0" u="none" strike="noStrike" kern="2200" baseline="0" dirty="0" smtClean="0"/>
              <a:t>成立联合国</a:t>
            </a:r>
          </a:p>
        </p:txBody>
      </p:sp>
      <p:sp>
        <p:nvSpPr>
          <p:cNvPr id="3" name="文本占位符 2"/>
          <p:cNvSpPr>
            <a:spLocks noGrp="1"/>
          </p:cNvSpPr>
          <p:nvPr>
            <p:ph type="body" idx="1"/>
          </p:nvPr>
        </p:nvSpPr>
        <p:spPr/>
        <p:txBody>
          <a:bodyPr/>
          <a:lstStyle/>
          <a:p>
            <a:pPr marR="0" lvl="0" rtl="0"/>
            <a:r>
              <a:rPr lang="zh-CN" altLang="en-US" sz="2800" i="0" u="none" strike="noStrike" kern="100" baseline="0" dirty="0" smtClean="0"/>
              <a:t>由于第二次世界大战的惨烈，根据雅尔塔会议协定，为了维护国际和平与安全，中、英、美、苏、法为首的同盟国在</a:t>
            </a:r>
            <a:r>
              <a:rPr lang="en-US" altLang="zh-CN" sz="2800" i="0" u="none" strike="noStrike" kern="100" baseline="0" dirty="0" smtClean="0"/>
              <a:t>1945</a:t>
            </a:r>
            <a:r>
              <a:rPr lang="zh-CN" altLang="en-US" sz="2800" i="0" u="none" strike="noStrike" kern="100" baseline="0" dirty="0" smtClean="0"/>
              <a:t>年</a:t>
            </a:r>
            <a:r>
              <a:rPr lang="en-US" altLang="zh-CN" sz="2800" i="0" u="none" strike="noStrike" kern="100" baseline="0" dirty="0" smtClean="0"/>
              <a:t>10</a:t>
            </a:r>
            <a:r>
              <a:rPr lang="zh-CN" altLang="en-US" sz="2800" i="0" u="none" strike="noStrike" kern="100" baseline="0" dirty="0" smtClean="0"/>
              <a:t>月</a:t>
            </a:r>
            <a:r>
              <a:rPr lang="en-US" altLang="zh-CN" sz="2800" i="0" u="none" strike="noStrike" kern="100" baseline="0" dirty="0" smtClean="0"/>
              <a:t>24</a:t>
            </a:r>
            <a:r>
              <a:rPr lang="zh-CN" altLang="en-US" sz="2800" i="0" u="none" strike="noStrike" kern="100" baseline="0" dirty="0" smtClean="0"/>
              <a:t>日发起成立了联合国，中、美、苏、英、法则成为了安理会常任理事国。</a:t>
            </a:r>
            <a:r>
              <a:rPr lang="en-US" altLang="zh-CN" sz="2800" i="0" u="none" strike="noStrike" kern="100" baseline="0" dirty="0" smtClean="0"/>
              <a:t>1948</a:t>
            </a:r>
            <a:r>
              <a:rPr lang="zh-CN" altLang="en-US" sz="2800" i="0" u="none" strike="noStrike" kern="100" baseline="0" dirty="0" smtClean="0"/>
              <a:t>年以来，安理会共授权进行了</a:t>
            </a:r>
            <a:r>
              <a:rPr lang="en-US" altLang="zh-CN" sz="2800" i="0" u="none" strike="noStrike" kern="100" baseline="0" dirty="0" smtClean="0"/>
              <a:t>60</a:t>
            </a:r>
            <a:r>
              <a:rPr lang="zh-CN" altLang="en-US" sz="2800" i="0" u="none" strike="noStrike" kern="100" baseline="0" dirty="0" smtClean="0"/>
              <a:t>余项维和行动。另外，联合国还先后组织制定了从不扩散核武器到和平利用外层空间等数百个国际条约。</a:t>
            </a:r>
          </a:p>
        </p:txBody>
      </p:sp>
      <p:sp>
        <p:nvSpPr>
          <p:cNvPr id="4" name="动作按钮: 第一张 3">
            <a:hlinkClick r:id="" action="ppaction://noaction" highlightClick="1"/>
            <a:hlinkHover r:id="rId2" action="ppaction://hlinksldjump"/>
          </p:cNvPr>
          <p:cNvSpPr/>
          <p:nvPr/>
        </p:nvSpPr>
        <p:spPr>
          <a:xfrm>
            <a:off x="540000" y="5400000"/>
            <a:ext cx="720000" cy="720000"/>
          </a:xfrm>
          <a:prstGeom prst="actionButtonHo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灯片编号占位符 4"/>
          <p:cNvSpPr>
            <a:spLocks noGrp="1"/>
          </p:cNvSpPr>
          <p:nvPr>
            <p:ph type="sldNum" sz="quarter" idx="12"/>
          </p:nvPr>
        </p:nvSpPr>
        <p:spPr/>
        <p:txBody>
          <a:bodyPr/>
          <a:lstStyle/>
          <a:p>
            <a:fld id="{D37ED783-15AC-49BF-A807-B2A331FB689D}" type="slidenum">
              <a:rPr lang="zh-CN" altLang="en-US" smtClean="0"/>
              <a:t>11</a:t>
            </a:fld>
            <a:endParaRPr lang="zh-CN" altLang="en-US"/>
          </a:p>
        </p:txBody>
      </p:sp>
    </p:spTree>
    <p:extLst>
      <p:ext uri="{BB962C8B-B14F-4D97-AF65-F5344CB8AC3E}">
        <p14:creationId xmlns:p14="http://schemas.microsoft.com/office/powerpoint/2010/main" val="1050194999"/>
      </p:ext>
    </p:extLst>
  </p:cSld>
  <p:clrMapOvr>
    <a:masterClrMapping/>
  </p:clrMapOvr>
  <p:transition spd="slow" advTm="20000">
    <p:push dir="u"/>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zh-CN" altLang="en-US" b="1" i="0" u="none" strike="noStrike" kern="2200" baseline="0" dirty="0" smtClean="0"/>
              <a:t>民族独立</a:t>
            </a:r>
          </a:p>
        </p:txBody>
      </p:sp>
      <p:sp>
        <p:nvSpPr>
          <p:cNvPr id="3" name="文本占位符 2"/>
          <p:cNvSpPr>
            <a:spLocks noGrp="1"/>
          </p:cNvSpPr>
          <p:nvPr>
            <p:ph type="body" idx="1"/>
          </p:nvPr>
        </p:nvSpPr>
        <p:spPr/>
        <p:txBody>
          <a:bodyPr/>
          <a:lstStyle/>
          <a:p>
            <a:pPr marR="0" lvl="0" rtl="0"/>
            <a:r>
              <a:rPr lang="zh-CN" altLang="en-US" sz="2800" i="0" u="none" strike="noStrike" kern="100" baseline="0" dirty="0" smtClean="0"/>
              <a:t>由于英法等老牌帝国主义在二战中受重创，亚非地区的殖民地人民发起了殖民地解放运动。印度的独立给了大英帝国致命一击，越南，埃及都取得了对帝国主义战争的胜利，中东，非洲先后独立数十个国家，最终导致由西方地理大发现后在全球形成的殖民地体系彻底瓦解。</a:t>
            </a:r>
          </a:p>
        </p:txBody>
      </p:sp>
      <p:sp>
        <p:nvSpPr>
          <p:cNvPr id="4" name="动作按钮: 第一张 3">
            <a:hlinkClick r:id="" action="ppaction://noaction" highlightClick="1"/>
            <a:hlinkHover r:id="rId2" action="ppaction://hlinksldjump"/>
          </p:cNvPr>
          <p:cNvSpPr/>
          <p:nvPr/>
        </p:nvSpPr>
        <p:spPr>
          <a:xfrm>
            <a:off x="540000" y="5400000"/>
            <a:ext cx="720000" cy="720000"/>
          </a:xfrm>
          <a:prstGeom prst="actionButtonHo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灯片编号占位符 4"/>
          <p:cNvSpPr>
            <a:spLocks noGrp="1"/>
          </p:cNvSpPr>
          <p:nvPr>
            <p:ph type="sldNum" sz="quarter" idx="12"/>
          </p:nvPr>
        </p:nvSpPr>
        <p:spPr/>
        <p:txBody>
          <a:bodyPr/>
          <a:lstStyle/>
          <a:p>
            <a:fld id="{D37ED783-15AC-49BF-A807-B2A331FB689D}" type="slidenum">
              <a:rPr lang="zh-CN" altLang="en-US" smtClean="0"/>
              <a:t>12</a:t>
            </a:fld>
            <a:endParaRPr lang="zh-CN" altLang="en-US"/>
          </a:p>
        </p:txBody>
      </p:sp>
    </p:spTree>
    <p:extLst>
      <p:ext uri="{BB962C8B-B14F-4D97-AF65-F5344CB8AC3E}">
        <p14:creationId xmlns:p14="http://schemas.microsoft.com/office/powerpoint/2010/main" val="2831158251"/>
      </p:ext>
    </p:extLst>
  </p:cSld>
  <p:clrMapOvr>
    <a:masterClrMapping/>
  </p:clrMapOvr>
  <p:transition spd="slow" advTm="20000">
    <p:push dir="u"/>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R="0" rtl="0"/>
            <a:r>
              <a:rPr lang="zh-CN" altLang="en-US" b="1" i="0" u="none" strike="noStrike" kern="2200" baseline="0" dirty="0" smtClean="0"/>
              <a:t>两极阵营</a:t>
            </a:r>
          </a:p>
        </p:txBody>
      </p:sp>
      <p:sp>
        <p:nvSpPr>
          <p:cNvPr id="3" name="文本占位符 2"/>
          <p:cNvSpPr>
            <a:spLocks noGrp="1"/>
          </p:cNvSpPr>
          <p:nvPr>
            <p:ph type="body" idx="1"/>
          </p:nvPr>
        </p:nvSpPr>
        <p:spPr/>
        <p:txBody>
          <a:bodyPr/>
          <a:lstStyle/>
          <a:p>
            <a:pPr marR="0" lvl="0" rtl="0"/>
            <a:r>
              <a:rPr lang="zh-CN" altLang="en-US" sz="2800" i="0" u="none" strike="noStrike" kern="100" baseline="0" dirty="0" smtClean="0"/>
              <a:t>美国跃居世界头号强国地位，苏联成为唯一可以在军事上抗衡美国的国家，战前以欧洲为中心的传统国际格局被以美苏为中心的雅尔塔体系所取代。</a:t>
            </a:r>
          </a:p>
        </p:txBody>
      </p:sp>
      <p:sp>
        <p:nvSpPr>
          <p:cNvPr id="4" name="动作按钮: 第一张 3">
            <a:hlinkClick r:id="" action="ppaction://noaction" highlightClick="1"/>
            <a:hlinkHover r:id="rId2" action="ppaction://hlinksldjump"/>
          </p:cNvPr>
          <p:cNvSpPr/>
          <p:nvPr/>
        </p:nvSpPr>
        <p:spPr>
          <a:xfrm>
            <a:off x="540000" y="5400000"/>
            <a:ext cx="720000" cy="720000"/>
          </a:xfrm>
          <a:prstGeom prst="actionButtonHo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灯片编号占位符 4"/>
          <p:cNvSpPr>
            <a:spLocks noGrp="1"/>
          </p:cNvSpPr>
          <p:nvPr>
            <p:ph type="sldNum" sz="quarter" idx="12"/>
          </p:nvPr>
        </p:nvSpPr>
        <p:spPr/>
        <p:txBody>
          <a:bodyPr/>
          <a:lstStyle/>
          <a:p>
            <a:fld id="{D37ED783-15AC-49BF-A807-B2A331FB689D}" type="slidenum">
              <a:rPr lang="zh-CN" altLang="en-US" smtClean="0"/>
              <a:t>13</a:t>
            </a:fld>
            <a:endParaRPr lang="zh-CN" altLang="en-US"/>
          </a:p>
        </p:txBody>
      </p:sp>
    </p:spTree>
    <p:extLst>
      <p:ext uri="{BB962C8B-B14F-4D97-AF65-F5344CB8AC3E}">
        <p14:creationId xmlns:p14="http://schemas.microsoft.com/office/powerpoint/2010/main" val="44574359"/>
      </p:ext>
    </p:extLst>
  </p:cSld>
  <p:clrMapOvr>
    <a:masterClrMapping/>
  </p:clrMapOvr>
  <p:transition spd="slow" advTm="20000">
    <p:push dir="u"/>
  </p:transition>
  <p:timing>
    <p:tnLst>
      <p:par>
        <p:cTn id="1" dur="indefinite" restart="never" nodeType="tmRoot"/>
      </p:par>
    </p:tnLst>
  </p:timing>
</p:sld>
</file>

<file path=ppt/theme/theme1.xml><?xml version="1.0" encoding="utf-8"?>
<a:theme xmlns:a="http://schemas.openxmlformats.org/drawingml/2006/main" name="历史主题">
  <a:themeElements>
    <a:clrScheme name="自訂 9">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D8D8D8"/>
      </a:hlink>
      <a:folHlink>
        <a:srgbClr val="99CC00"/>
      </a:folHlink>
    </a:clrScheme>
    <a:fontScheme name="Office 佈景主題">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Office 佈景主題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ffice 佈景主題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ffice 佈景主題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ffice 佈景主題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ffice 佈景主題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ffice 佈景主題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ffice 佈景主題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ffice 佈景主題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ffice 佈景主題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ffice 佈景主題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ffice 佈景主題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ffice 佈景主題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历史主题</Template>
  <TotalTime>96</TotalTime>
  <Words>620</Words>
  <Application>Microsoft Office PowerPoint</Application>
  <PresentationFormat>宽屏</PresentationFormat>
  <Paragraphs>61</Paragraphs>
  <Slides>14</Slides>
  <Notes>0</Notes>
  <HiddenSlides>3</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14</vt:i4>
      </vt:variant>
    </vt:vector>
  </HeadingPairs>
  <TitlesOfParts>
    <vt:vector size="21" baseType="lpstr">
      <vt:lpstr>ＭＳ Ｐゴシック</vt:lpstr>
      <vt:lpstr>等线</vt:lpstr>
      <vt:lpstr>方正姚体</vt:lpstr>
      <vt:lpstr>微软雅黑</vt:lpstr>
      <vt:lpstr>幼圆</vt:lpstr>
      <vt:lpstr>Arial</vt:lpstr>
      <vt:lpstr>历史主题</vt:lpstr>
      <vt:lpstr>第二次世界大战</vt:lpstr>
      <vt:lpstr>战争起因</vt:lpstr>
      <vt:lpstr>双方阵营</vt:lpstr>
      <vt:lpstr>战争经过</vt:lpstr>
      <vt:lpstr>主要战场</vt:lpstr>
      <vt:lpstr>敦刻尔克大撤退</vt:lpstr>
      <vt:lpstr>偷袭珍珠港</vt:lpstr>
      <vt:lpstr>诺曼底登陆</vt:lpstr>
      <vt:lpstr>柏林战役</vt:lpstr>
      <vt:lpstr>战争评价</vt:lpstr>
      <vt:lpstr>第二次世界大战的影响</vt:lpstr>
      <vt:lpstr>成立联合国</vt:lpstr>
      <vt:lpstr>民族独立</vt:lpstr>
      <vt:lpstr>两极阵营</vt:lpstr>
    </vt:vector>
  </TitlesOfParts>
  <Company> user1</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第二次世界大战</dc:title>
  <dc:creator>Windows 用户11</dc:creator>
  <cp:lastModifiedBy>Windows 用户11</cp:lastModifiedBy>
  <cp:revision>11</cp:revision>
  <dcterms:created xsi:type="dcterms:W3CDTF">2021-04-08T00:51:46Z</dcterms:created>
  <dcterms:modified xsi:type="dcterms:W3CDTF">2021-04-08T02:27:59Z</dcterms:modified>
</cp:coreProperties>
</file>