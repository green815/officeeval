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78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58108-678E-42AD-82DC-63B57534E276}" type="datetimeFigureOut">
              <a:rPr lang="zh-CN" altLang="en-US" smtClean="0"/>
              <a:t>2022/4/11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9A543-A41C-4B6D-8361-3AA959C45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964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58108-678E-42AD-82DC-63B57534E276}" type="datetimeFigureOut">
              <a:rPr lang="zh-CN" altLang="en-US" smtClean="0"/>
              <a:t>2022/4/11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9A543-A41C-4B6D-8361-3AA959C45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72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58108-678E-42AD-82DC-63B57534E276}" type="datetimeFigureOut">
              <a:rPr lang="zh-CN" altLang="en-US" smtClean="0"/>
              <a:t>2022/4/11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9A543-A41C-4B6D-8361-3AA959C45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1484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58108-678E-42AD-82DC-63B57534E276}" type="datetimeFigureOut">
              <a:rPr lang="zh-CN" altLang="en-US" smtClean="0"/>
              <a:t>2022/4/11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9A543-A41C-4B6D-8361-3AA959C45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0891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58108-678E-42AD-82DC-63B57534E276}" type="datetimeFigureOut">
              <a:rPr lang="zh-CN" altLang="en-US" smtClean="0"/>
              <a:t>2022/4/11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9A543-A41C-4B6D-8361-3AA959C45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5733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58108-678E-42AD-82DC-63B57534E276}" type="datetimeFigureOut">
              <a:rPr lang="zh-CN" altLang="en-US" smtClean="0"/>
              <a:t>2022/4/11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9A543-A41C-4B6D-8361-3AA959C45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586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58108-678E-42AD-82DC-63B57534E276}" type="datetimeFigureOut">
              <a:rPr lang="zh-CN" altLang="en-US" smtClean="0"/>
              <a:t>2022/4/11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9A543-A41C-4B6D-8361-3AA959C45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331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58108-678E-42AD-82DC-63B57534E276}" type="datetimeFigureOut">
              <a:rPr lang="zh-CN" altLang="en-US" smtClean="0"/>
              <a:t>2022/4/11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9A543-A41C-4B6D-8361-3AA959C45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6456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58108-678E-42AD-82DC-63B57534E276}" type="datetimeFigureOut">
              <a:rPr lang="zh-CN" altLang="en-US" smtClean="0"/>
              <a:t>2022/4/11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9A543-A41C-4B6D-8361-3AA959C45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1598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58108-678E-42AD-82DC-63B57534E276}" type="datetimeFigureOut">
              <a:rPr lang="zh-CN" altLang="en-US" smtClean="0"/>
              <a:t>2022/4/11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9A543-A41C-4B6D-8361-3AA959C45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2047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58108-678E-42AD-82DC-63B57534E276}" type="datetimeFigureOut">
              <a:rPr lang="zh-CN" altLang="en-US" smtClean="0"/>
              <a:t>2022/4/11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9A543-A41C-4B6D-8361-3AA959C45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136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58108-678E-42AD-82DC-63B57534E276}" type="datetimeFigureOut">
              <a:rPr lang="zh-CN" altLang="en-US" smtClean="0"/>
              <a:t>2022/4/11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9A543-A41C-4B6D-8361-3AA959C45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080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4" baseType="lpstr">
      <vt:lpstr>等线</vt:lpstr>
      <vt:lpstr>等线 Light</vt:lpstr>
      <vt:lpstr>Arial</vt:lpstr>
      <vt:lpstr>Office 主题​​</vt:lpstr>
    </vt:vector>
  </TitlesOfParts>
  <Company> user1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Windows 用户11</dc:creator>
  <cp:lastModifiedBy>Windows 用户11</cp:lastModifiedBy>
  <cp:revision>1</cp:revision>
  <dcterms:created xsi:type="dcterms:W3CDTF">2022-04-11T09:14:22Z</dcterms:created>
  <dcterms:modified xsi:type="dcterms:W3CDTF">2022-04-11T09:14:25Z</dcterms:modified>
</cp:coreProperties>
</file>