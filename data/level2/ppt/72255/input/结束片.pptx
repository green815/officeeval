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8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D2C66-CE37-4968-A0D0-EDBF6C0621C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FECD-89B4-4464-B9C8-B4CF9DBF7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2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52645E3-164D-4608-913A-C2AE4E2E22B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OfficeEval\redacted\\lgi01a2014091919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9149">
            <a:off x="6172239" y="4056468"/>
            <a:ext cx="2355229" cy="2228727"/>
          </a:xfrm>
          <a:prstGeom prst="hear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29712" y="1994358"/>
            <a:ext cx="7141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spc="50" dirty="0" smtClean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微软雅黑" panose="020B0503020204020204" pitchFamily="34" charset="-122"/>
              </a:rPr>
              <a:t>谢谢大家，欢迎再来！</a:t>
            </a:r>
            <a:endParaRPr lang="zh-CN" altLang="en-US" sz="5400" b="1" spc="50" dirty="0">
              <a:ln w="11430"/>
              <a:solidFill>
                <a:srgbClr val="7030A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9360" y="4098964"/>
            <a:ext cx="5007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联系</a:t>
            </a:r>
            <a:r>
              <a:rPr lang="zh-CN" altLang="en-US" dirty="0" smtClean="0"/>
              <a:t>电话：</a:t>
            </a:r>
            <a:r>
              <a:rPr lang="en-US" altLang="zh-CN" dirty="0" smtClean="0"/>
              <a:t>88888888    </a:t>
            </a:r>
          </a:p>
          <a:p>
            <a:r>
              <a:rPr lang="en-US" altLang="zh-CN" dirty="0" smtClean="0"/>
              <a:t>QQ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123456789  </a:t>
            </a:r>
          </a:p>
          <a:p>
            <a:r>
              <a:rPr lang="en-US" altLang="zh-CN" dirty="0" smtClean="0"/>
              <a:t>Email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123456789@QQ.COM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807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18</TotalTime>
  <Words>16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华文楷体</vt:lpstr>
      <vt:lpstr>华文新魏</vt:lpstr>
      <vt:lpstr>宋体</vt:lpstr>
      <vt:lpstr>微软雅黑</vt:lpstr>
      <vt:lpstr>Calibri</vt:lpstr>
      <vt:lpstr>Candara</vt:lpstr>
      <vt:lpstr>Symbol</vt:lpstr>
      <vt:lpstr>波形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Windows 用户11</cp:lastModifiedBy>
  <cp:revision>6</cp:revision>
  <dcterms:created xsi:type="dcterms:W3CDTF">2016-02-18T11:47:17Z</dcterms:created>
  <dcterms:modified xsi:type="dcterms:W3CDTF">2021-01-04T08:20:14Z</dcterms:modified>
</cp:coreProperties>
</file>