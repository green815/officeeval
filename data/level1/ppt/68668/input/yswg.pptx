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4" r:id="rId3"/>
    <p:sldId id="269" r:id="rId4"/>
    <p:sldId id="265" r:id="rId5"/>
    <p:sldId id="266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69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2018/9/30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2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2018/9/30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50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2018/9/30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964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2018/9/30 Sunday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63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2018/9/30 Sunday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241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2018/9/30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585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2018/9/30 Sunday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76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2018/9/30 Sunday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31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2018/9/30 Sunday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380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2018/9/30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776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2018/9/30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747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615EF-AEA0-406E-9345-34AAE7456071}" type="datetimeFigureOut">
              <a:rPr lang="zh-CN" altLang="en-US" smtClean="0"/>
              <a:t>2018/9/30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6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仿宋" pitchFamily="49" charset="-122"/>
                <a:ea typeface="仿宋" pitchFamily="49" charset="-122"/>
              </a:rPr>
              <a:t>桃木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766936"/>
          </a:xfrm>
        </p:spPr>
        <p:txBody>
          <a:bodyPr>
            <a:normAutofit/>
          </a:bodyPr>
          <a:lstStyle/>
          <a:p>
            <a:r>
              <a:rPr lang="zh-CN" altLang="en-US" sz="2400" dirty="0" smtClean="0">
                <a:latin typeface="仿宋" pitchFamily="49" charset="-122"/>
                <a:ea typeface="仿宋" pitchFamily="49" charset="-122"/>
              </a:rPr>
              <a:t>纹理细腻展现天然形态美</a:t>
            </a:r>
            <a:endParaRPr lang="zh-CN" altLang="en-US" sz="2400" dirty="0">
              <a:latin typeface="仿宋" pitchFamily="49" charset="-122"/>
              <a:ea typeface="仿宋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9641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琥珀" pitchFamily="2" charset="-122"/>
                <a:ea typeface="华文琥珀" pitchFamily="2" charset="-122"/>
              </a:rPr>
              <a:t>产品参数</a:t>
            </a:r>
            <a:endParaRPr lang="zh-CN" altLang="en-US" dirty="0">
              <a:latin typeface="华文琥珀" pitchFamily="2" charset="-122"/>
              <a:ea typeface="华文琥珀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632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琥珀" pitchFamily="2" charset="-122"/>
                <a:ea typeface="华文琥珀" pitchFamily="2" charset="-122"/>
              </a:rPr>
              <a:t>产品展示</a:t>
            </a:r>
            <a:endParaRPr lang="zh-CN" altLang="en-US" dirty="0">
              <a:latin typeface="华文琥珀" pitchFamily="2" charset="-122"/>
              <a:ea typeface="华文琥珀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9594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琥珀" pitchFamily="2" charset="-122"/>
                <a:ea typeface="华文琥珀" pitchFamily="2" charset="-122"/>
              </a:rPr>
              <a:t>细节介绍</a:t>
            </a:r>
            <a:endParaRPr lang="zh-CN" altLang="en-US" dirty="0"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 smtClean="0"/>
              <a:t>纹理清晰可见，木质坚硬，摸起来手感好，佩戴有沉甸甸的感觉。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正园顺纹，同料取材。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坚持手工打磨，整串佛珠看起来均匀透亮有档次。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正园小孔搭配包芯弹力绳，坚固耐用，光滑细腻。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1458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琥珀" pitchFamily="2" charset="-122"/>
                <a:ea typeface="华文琥珀" pitchFamily="2" charset="-122"/>
              </a:rPr>
              <a:t>盘玩方法</a:t>
            </a:r>
            <a:endParaRPr lang="zh-CN" altLang="en-US" dirty="0">
              <a:latin typeface="华文琥珀" pitchFamily="2" charset="-122"/>
              <a:ea typeface="华文琥珀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1472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71</Words>
  <Application>Microsoft Office PowerPoint</Application>
  <PresentationFormat>全屏显示(4:3)</PresentationFormat>
  <Paragraphs>10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Office 主题​​</vt:lpstr>
      <vt:lpstr>桃木</vt:lpstr>
      <vt:lpstr>产品参数</vt:lpstr>
      <vt:lpstr>产品展示</vt:lpstr>
      <vt:lpstr>细节介绍</vt:lpstr>
      <vt:lpstr>盘玩方法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人工增雨背后的秘密</dc:title>
  <dc:creator>gaobo</dc:creator>
  <cp:lastModifiedBy>gaobo</cp:lastModifiedBy>
  <cp:revision>26</cp:revision>
  <dcterms:created xsi:type="dcterms:W3CDTF">2018-09-21T03:52:05Z</dcterms:created>
  <dcterms:modified xsi:type="dcterms:W3CDTF">2018-09-30T06:58:36Z</dcterms:modified>
</cp:coreProperties>
</file>