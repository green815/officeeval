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8" r:id="rId2"/>
    <p:sldId id="270" r:id="rId3"/>
    <p:sldId id="264" r:id="rId4"/>
    <p:sldId id="269" r:id="rId5"/>
    <p:sldId id="265" r:id="rId6"/>
    <p:sldId id="266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5" d="100"/>
          <a:sy n="55" d="100"/>
        </p:scale>
        <p:origin x="108" y="6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2958B4C-323D-43DB-B439-1F96B4E78662}" type="doc">
      <dgm:prSet loTypeId="urn:microsoft.com/office/officeart/2008/layout/VerticalAccentList" loCatId="list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4516C7B4-949E-4E3E-9A0F-51B6CE36397A}">
      <dgm:prSet phldrT="[文本]"/>
      <dgm:spPr/>
      <dgm:t>
        <a:bodyPr/>
        <a:lstStyle/>
        <a:p>
          <a:r>
            <a:rPr lang="zh-CN" dirty="0" smtClean="0"/>
            <a:t>第一步</a:t>
          </a:r>
          <a:endParaRPr lang="zh-CN" altLang="en-US" dirty="0"/>
        </a:p>
      </dgm:t>
    </dgm:pt>
    <dgm:pt modelId="{E90E7770-E60C-415A-9EBC-7D4C2BB838A8}" type="parTrans" cxnId="{45654BD1-7547-4679-8483-60F37A356499}">
      <dgm:prSet/>
      <dgm:spPr/>
      <dgm:t>
        <a:bodyPr/>
        <a:lstStyle/>
        <a:p>
          <a:endParaRPr lang="zh-CN" altLang="en-US"/>
        </a:p>
      </dgm:t>
    </dgm:pt>
    <dgm:pt modelId="{DBC4B825-1FAE-4ACA-B036-B54E388344B7}" type="sibTrans" cxnId="{45654BD1-7547-4679-8483-60F37A356499}">
      <dgm:prSet/>
      <dgm:spPr/>
      <dgm:t>
        <a:bodyPr/>
        <a:lstStyle/>
        <a:p>
          <a:endParaRPr lang="zh-CN" altLang="en-US"/>
        </a:p>
      </dgm:t>
    </dgm:pt>
    <dgm:pt modelId="{F00817A7-4280-4E63-A462-EFF0B6079892}">
      <dgm:prSet phldrT="[文本]"/>
      <dgm:spPr/>
      <dgm:t>
        <a:bodyPr/>
        <a:lstStyle/>
        <a:p>
          <a:r>
            <a:rPr lang="zh-CN" dirty="0" smtClean="0"/>
            <a:t>第二步</a:t>
          </a:r>
          <a:endParaRPr lang="zh-CN" altLang="en-US" dirty="0"/>
        </a:p>
      </dgm:t>
    </dgm:pt>
    <dgm:pt modelId="{A42A11FB-9E42-418A-B3AB-A4CDE36DA4F3}" type="parTrans" cxnId="{BA22F1D8-DF03-4A25-801C-E183706B0406}">
      <dgm:prSet/>
      <dgm:spPr/>
      <dgm:t>
        <a:bodyPr/>
        <a:lstStyle/>
        <a:p>
          <a:endParaRPr lang="zh-CN" altLang="en-US"/>
        </a:p>
      </dgm:t>
    </dgm:pt>
    <dgm:pt modelId="{A27B7944-ECCB-403E-BEAE-B1C09DE6E1AD}" type="sibTrans" cxnId="{BA22F1D8-DF03-4A25-801C-E183706B0406}">
      <dgm:prSet/>
      <dgm:spPr/>
      <dgm:t>
        <a:bodyPr/>
        <a:lstStyle/>
        <a:p>
          <a:endParaRPr lang="zh-CN" altLang="en-US"/>
        </a:p>
      </dgm:t>
    </dgm:pt>
    <dgm:pt modelId="{41EF8CE7-BFDD-4757-9893-32311B91151F}">
      <dgm:prSet phldrT="[文本]"/>
      <dgm:spPr/>
      <dgm:t>
        <a:bodyPr/>
        <a:lstStyle/>
        <a:p>
          <a:r>
            <a:rPr lang="zh-CN" dirty="0" smtClean="0"/>
            <a:t>形成包浆后佩戴一段时间，使它自然氧化，也称这个步環为“醒珠”，这可让珠上包浆进行一定程度的硬化，一般是一个星期左右，这段时间不需要再盘玩。</a:t>
          </a:r>
          <a:endParaRPr lang="zh-CN" altLang="en-US" dirty="0"/>
        </a:p>
      </dgm:t>
    </dgm:pt>
    <dgm:pt modelId="{CA104FBE-842E-4C43-AEF3-62A10E57B200}" type="parTrans" cxnId="{323868ED-8FAD-4A77-8F5E-F894015E66FC}">
      <dgm:prSet/>
      <dgm:spPr/>
      <dgm:t>
        <a:bodyPr/>
        <a:lstStyle/>
        <a:p>
          <a:endParaRPr lang="zh-CN" altLang="en-US"/>
        </a:p>
      </dgm:t>
    </dgm:pt>
    <dgm:pt modelId="{C3F59050-439E-4F47-9A21-EA67DD0AA06B}" type="sibTrans" cxnId="{323868ED-8FAD-4A77-8F5E-F894015E66FC}">
      <dgm:prSet/>
      <dgm:spPr/>
      <dgm:t>
        <a:bodyPr/>
        <a:lstStyle/>
        <a:p>
          <a:endParaRPr lang="zh-CN" altLang="en-US"/>
        </a:p>
      </dgm:t>
    </dgm:pt>
    <dgm:pt modelId="{A6612F96-4582-4372-A347-C3CE6AB4CD5E}">
      <dgm:prSet phldrT="[文本]"/>
      <dgm:spPr/>
      <dgm:t>
        <a:bodyPr/>
        <a:lstStyle/>
        <a:p>
          <a:r>
            <a:rPr lang="zh-CN" dirty="0" smtClean="0"/>
            <a:t>第三步</a:t>
          </a:r>
          <a:endParaRPr lang="zh-CN" altLang="en-US" dirty="0"/>
        </a:p>
      </dgm:t>
    </dgm:pt>
    <dgm:pt modelId="{451BE82D-E9B1-4474-8364-76EC860D7F49}" type="parTrans" cxnId="{BDB6C46A-9B82-490B-A5C4-4ADFC27FB097}">
      <dgm:prSet/>
      <dgm:spPr/>
      <dgm:t>
        <a:bodyPr/>
        <a:lstStyle/>
        <a:p>
          <a:endParaRPr lang="zh-CN" altLang="en-US"/>
        </a:p>
      </dgm:t>
    </dgm:pt>
    <dgm:pt modelId="{034F504F-7631-49C2-B1FB-DE046654F470}" type="sibTrans" cxnId="{BDB6C46A-9B82-490B-A5C4-4ADFC27FB097}">
      <dgm:prSet/>
      <dgm:spPr/>
      <dgm:t>
        <a:bodyPr/>
        <a:lstStyle/>
        <a:p>
          <a:endParaRPr lang="zh-CN" altLang="en-US"/>
        </a:p>
      </dgm:t>
    </dgm:pt>
    <dgm:pt modelId="{2291BCD3-EA62-40AF-8735-228E925D695F}">
      <dgm:prSet phldrT="[文本]"/>
      <dgm:spPr/>
      <dgm:t>
        <a:bodyPr/>
        <a:lstStyle/>
        <a:p>
          <a:r>
            <a:rPr lang="zh-CN" smtClean="0"/>
            <a:t>重复以上过程</a:t>
          </a:r>
          <a:r>
            <a:rPr lang="en-US" smtClean="0"/>
            <a:t>5-6</a:t>
          </a:r>
          <a:r>
            <a:rPr lang="zh-CN" smtClean="0"/>
            <a:t>遍，珠子会有灵气的光泽。盘玩的好的珠子有时会呈现较强烈的反光，有些则像玻璃的光泽。珠子脏了可以用微微湿润的棉布擦拭几遍，放置一段时间再盘玩。</a:t>
          </a:r>
          <a:endParaRPr lang="zh-CN" altLang="en-US" dirty="0"/>
        </a:p>
      </dgm:t>
    </dgm:pt>
    <dgm:pt modelId="{3F7029B1-9B2B-400B-8208-5709639F8E44}" type="parTrans" cxnId="{50A5E244-1012-4CD5-B3AE-4E20DB6570E4}">
      <dgm:prSet/>
      <dgm:spPr/>
      <dgm:t>
        <a:bodyPr/>
        <a:lstStyle/>
        <a:p>
          <a:endParaRPr lang="zh-CN" altLang="en-US"/>
        </a:p>
      </dgm:t>
    </dgm:pt>
    <dgm:pt modelId="{76E5CDF5-6305-4913-A390-6F0818DA7688}" type="sibTrans" cxnId="{50A5E244-1012-4CD5-B3AE-4E20DB6570E4}">
      <dgm:prSet/>
      <dgm:spPr/>
      <dgm:t>
        <a:bodyPr/>
        <a:lstStyle/>
        <a:p>
          <a:endParaRPr lang="zh-CN" altLang="en-US"/>
        </a:p>
      </dgm:t>
    </dgm:pt>
    <dgm:pt modelId="{25FCA992-C1DA-4966-8D66-6FDBC5014990}">
      <dgm:prSet/>
      <dgm:spPr/>
      <dgm:t>
        <a:bodyPr/>
        <a:lstStyle/>
        <a:p>
          <a:r>
            <a:rPr lang="zh-CN" smtClean="0"/>
            <a:t>将球串用盘珠袋装起来，对每一珠进行轻揉，有空则揉，没空则停，注意珠子孔口周围要盘玩到</a:t>
          </a:r>
          <a:r>
            <a:rPr lang="en-US" smtClean="0"/>
            <a:t>,</a:t>
          </a:r>
          <a:r>
            <a:rPr lang="zh-CN" smtClean="0"/>
            <a:t>每次盘玩后将其装入密封袋中捂着。盘搓几天后，珠串基本上光，就可以佩戴了。</a:t>
          </a:r>
          <a:endParaRPr lang="zh-CN" altLang="en-US"/>
        </a:p>
      </dgm:t>
    </dgm:pt>
    <dgm:pt modelId="{E335C50E-5469-4B75-AE42-45D8E40A6134}" type="parTrans" cxnId="{04511495-D631-4A10-A06B-A373B3CBF6B4}">
      <dgm:prSet/>
      <dgm:spPr/>
      <dgm:t>
        <a:bodyPr/>
        <a:lstStyle/>
        <a:p>
          <a:endParaRPr lang="zh-CN" altLang="en-US"/>
        </a:p>
      </dgm:t>
    </dgm:pt>
    <dgm:pt modelId="{422BC4FE-AB2F-4D9E-99C6-15094304EFF2}" type="sibTrans" cxnId="{04511495-D631-4A10-A06B-A373B3CBF6B4}">
      <dgm:prSet/>
      <dgm:spPr/>
      <dgm:t>
        <a:bodyPr/>
        <a:lstStyle/>
        <a:p>
          <a:endParaRPr lang="zh-CN" altLang="en-US"/>
        </a:p>
      </dgm:t>
    </dgm:pt>
    <dgm:pt modelId="{364907A8-9705-4862-94DA-D0C82957FA9E}" type="pres">
      <dgm:prSet presAssocID="{42958B4C-323D-43DB-B439-1F96B4E78662}" presName="Name0" presStyleCnt="0">
        <dgm:presLayoutVars>
          <dgm:chMax/>
          <dgm:chPref/>
          <dgm:dir/>
        </dgm:presLayoutVars>
      </dgm:prSet>
      <dgm:spPr/>
    </dgm:pt>
    <dgm:pt modelId="{C1D3BF97-0501-4D77-833C-CE5A2F03E010}" type="pres">
      <dgm:prSet presAssocID="{4516C7B4-949E-4E3E-9A0F-51B6CE36397A}" presName="parenttextcomposite" presStyleCnt="0"/>
      <dgm:spPr/>
    </dgm:pt>
    <dgm:pt modelId="{470B6B54-F34B-4729-A3D7-8A2FE0771FE9}" type="pres">
      <dgm:prSet presAssocID="{4516C7B4-949E-4E3E-9A0F-51B6CE36397A}" presName="parenttext" presStyleLbl="revTx" presStyleIdx="0" presStyleCnt="3">
        <dgm:presLayoutVars>
          <dgm:chMax/>
          <dgm:chPref val="2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87830580-2794-41FA-B40F-B3EE2ABB5434}" type="pres">
      <dgm:prSet presAssocID="{4516C7B4-949E-4E3E-9A0F-51B6CE36397A}" presName="composite" presStyleCnt="0"/>
      <dgm:spPr/>
    </dgm:pt>
    <dgm:pt modelId="{52480A77-364B-4F6F-860C-EC45489937E7}" type="pres">
      <dgm:prSet presAssocID="{4516C7B4-949E-4E3E-9A0F-51B6CE36397A}" presName="chevron1" presStyleLbl="alignNode1" presStyleIdx="0" presStyleCnt="21"/>
      <dgm:spPr/>
    </dgm:pt>
    <dgm:pt modelId="{B6187A72-47EC-40EE-BED0-EDE6816DB201}" type="pres">
      <dgm:prSet presAssocID="{4516C7B4-949E-4E3E-9A0F-51B6CE36397A}" presName="chevron2" presStyleLbl="alignNode1" presStyleIdx="1" presStyleCnt="21"/>
      <dgm:spPr/>
    </dgm:pt>
    <dgm:pt modelId="{518ACE84-000A-49EB-A84F-59789F98032C}" type="pres">
      <dgm:prSet presAssocID="{4516C7B4-949E-4E3E-9A0F-51B6CE36397A}" presName="chevron3" presStyleLbl="alignNode1" presStyleIdx="2" presStyleCnt="21"/>
      <dgm:spPr/>
    </dgm:pt>
    <dgm:pt modelId="{9C251628-18CF-4A6E-93C6-EA1CB8CE7607}" type="pres">
      <dgm:prSet presAssocID="{4516C7B4-949E-4E3E-9A0F-51B6CE36397A}" presName="chevron4" presStyleLbl="alignNode1" presStyleIdx="3" presStyleCnt="21"/>
      <dgm:spPr/>
    </dgm:pt>
    <dgm:pt modelId="{5533319C-8E93-40CD-ADDF-B97EA4B5D523}" type="pres">
      <dgm:prSet presAssocID="{4516C7B4-949E-4E3E-9A0F-51B6CE36397A}" presName="chevron5" presStyleLbl="alignNode1" presStyleIdx="4" presStyleCnt="21"/>
      <dgm:spPr/>
    </dgm:pt>
    <dgm:pt modelId="{D808CAFE-E236-4EF0-BA24-028FA1A4346C}" type="pres">
      <dgm:prSet presAssocID="{4516C7B4-949E-4E3E-9A0F-51B6CE36397A}" presName="chevron6" presStyleLbl="alignNode1" presStyleIdx="5" presStyleCnt="21"/>
      <dgm:spPr/>
    </dgm:pt>
    <dgm:pt modelId="{5C4E8E73-261E-4134-9F9D-095D108060D9}" type="pres">
      <dgm:prSet presAssocID="{4516C7B4-949E-4E3E-9A0F-51B6CE36397A}" presName="chevron7" presStyleLbl="alignNode1" presStyleIdx="6" presStyleCnt="21"/>
      <dgm:spPr/>
    </dgm:pt>
    <dgm:pt modelId="{C9E893BD-77D6-42DA-8631-92CB6EC655EA}" type="pres">
      <dgm:prSet presAssocID="{4516C7B4-949E-4E3E-9A0F-51B6CE36397A}" presName="childtext" presStyleLbl="solidFgAcc1" presStyleIdx="0" presStyleCnt="3">
        <dgm:presLayoutVars>
          <dgm:chMax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139BFB9F-26FD-4CF0-B957-01B5ECAD982A}" type="pres">
      <dgm:prSet presAssocID="{DBC4B825-1FAE-4ACA-B036-B54E388344B7}" presName="sibTrans" presStyleCnt="0"/>
      <dgm:spPr/>
    </dgm:pt>
    <dgm:pt modelId="{59AD6768-C4F8-41BB-8BB4-7A92FCF2A273}" type="pres">
      <dgm:prSet presAssocID="{F00817A7-4280-4E63-A462-EFF0B6079892}" presName="parenttextcomposite" presStyleCnt="0"/>
      <dgm:spPr/>
    </dgm:pt>
    <dgm:pt modelId="{7003DC45-B7D3-47DD-B74D-9C7A5B040AF6}" type="pres">
      <dgm:prSet presAssocID="{F00817A7-4280-4E63-A462-EFF0B6079892}" presName="parenttext" presStyleLbl="revTx" presStyleIdx="1" presStyleCnt="3">
        <dgm:presLayoutVars>
          <dgm:chMax/>
          <dgm:chPref val="2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51269A33-89EB-4BC4-BFBE-EBA453C3A96B}" type="pres">
      <dgm:prSet presAssocID="{F00817A7-4280-4E63-A462-EFF0B6079892}" presName="composite" presStyleCnt="0"/>
      <dgm:spPr/>
    </dgm:pt>
    <dgm:pt modelId="{B2C0CEC4-2151-41F6-AC7A-B239A3D68B08}" type="pres">
      <dgm:prSet presAssocID="{F00817A7-4280-4E63-A462-EFF0B6079892}" presName="chevron1" presStyleLbl="alignNode1" presStyleIdx="7" presStyleCnt="21"/>
      <dgm:spPr/>
    </dgm:pt>
    <dgm:pt modelId="{88A1E244-254C-4767-9573-690D7AB9EDE6}" type="pres">
      <dgm:prSet presAssocID="{F00817A7-4280-4E63-A462-EFF0B6079892}" presName="chevron2" presStyleLbl="alignNode1" presStyleIdx="8" presStyleCnt="21"/>
      <dgm:spPr/>
    </dgm:pt>
    <dgm:pt modelId="{23E0F8DA-B85F-4996-997D-522532B3E1D5}" type="pres">
      <dgm:prSet presAssocID="{F00817A7-4280-4E63-A462-EFF0B6079892}" presName="chevron3" presStyleLbl="alignNode1" presStyleIdx="9" presStyleCnt="21"/>
      <dgm:spPr/>
    </dgm:pt>
    <dgm:pt modelId="{63ED5136-0ACB-4709-B6D9-0554E018FEB2}" type="pres">
      <dgm:prSet presAssocID="{F00817A7-4280-4E63-A462-EFF0B6079892}" presName="chevron4" presStyleLbl="alignNode1" presStyleIdx="10" presStyleCnt="21"/>
      <dgm:spPr/>
    </dgm:pt>
    <dgm:pt modelId="{FA34BE18-FDD6-4EB6-B01B-94F98E126D28}" type="pres">
      <dgm:prSet presAssocID="{F00817A7-4280-4E63-A462-EFF0B6079892}" presName="chevron5" presStyleLbl="alignNode1" presStyleIdx="11" presStyleCnt="21"/>
      <dgm:spPr/>
    </dgm:pt>
    <dgm:pt modelId="{AA91874E-C1E2-4B88-B7E0-4045E6146541}" type="pres">
      <dgm:prSet presAssocID="{F00817A7-4280-4E63-A462-EFF0B6079892}" presName="chevron6" presStyleLbl="alignNode1" presStyleIdx="12" presStyleCnt="21"/>
      <dgm:spPr/>
    </dgm:pt>
    <dgm:pt modelId="{50A71BDC-CF98-4521-A959-4BAFACF8F334}" type="pres">
      <dgm:prSet presAssocID="{F00817A7-4280-4E63-A462-EFF0B6079892}" presName="chevron7" presStyleLbl="alignNode1" presStyleIdx="13" presStyleCnt="21"/>
      <dgm:spPr/>
    </dgm:pt>
    <dgm:pt modelId="{9347350D-5119-4358-B197-7C7E2B646872}" type="pres">
      <dgm:prSet presAssocID="{F00817A7-4280-4E63-A462-EFF0B6079892}" presName="childtext" presStyleLbl="solidFgAcc1" presStyleIdx="1" presStyleCnt="3">
        <dgm:presLayoutVars>
          <dgm:chMax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70A37F6E-5FCC-4567-94FC-EA7D817A15E5}" type="pres">
      <dgm:prSet presAssocID="{A27B7944-ECCB-403E-BEAE-B1C09DE6E1AD}" presName="sibTrans" presStyleCnt="0"/>
      <dgm:spPr/>
    </dgm:pt>
    <dgm:pt modelId="{B9FC6182-651C-447D-968A-D4DAEFD63961}" type="pres">
      <dgm:prSet presAssocID="{A6612F96-4582-4372-A347-C3CE6AB4CD5E}" presName="parenttextcomposite" presStyleCnt="0"/>
      <dgm:spPr/>
    </dgm:pt>
    <dgm:pt modelId="{C0A7128C-4052-40A5-A57A-A3AA6D4720C8}" type="pres">
      <dgm:prSet presAssocID="{A6612F96-4582-4372-A347-C3CE6AB4CD5E}" presName="parenttext" presStyleLbl="revTx" presStyleIdx="2" presStyleCnt="3">
        <dgm:presLayoutVars>
          <dgm:chMax/>
          <dgm:chPref val="2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C7F672A-07ED-42FA-82A3-873DB1C25F63}" type="pres">
      <dgm:prSet presAssocID="{A6612F96-4582-4372-A347-C3CE6AB4CD5E}" presName="composite" presStyleCnt="0"/>
      <dgm:spPr/>
    </dgm:pt>
    <dgm:pt modelId="{4E9ACC06-8289-4F61-9A43-2FA2178FE4DA}" type="pres">
      <dgm:prSet presAssocID="{A6612F96-4582-4372-A347-C3CE6AB4CD5E}" presName="chevron1" presStyleLbl="alignNode1" presStyleIdx="14" presStyleCnt="21"/>
      <dgm:spPr/>
    </dgm:pt>
    <dgm:pt modelId="{31BE8D94-A566-470C-BB62-7CBD3094B4D4}" type="pres">
      <dgm:prSet presAssocID="{A6612F96-4582-4372-A347-C3CE6AB4CD5E}" presName="chevron2" presStyleLbl="alignNode1" presStyleIdx="15" presStyleCnt="21"/>
      <dgm:spPr/>
    </dgm:pt>
    <dgm:pt modelId="{1512B424-77E8-4382-9EEC-AF7E5B11B578}" type="pres">
      <dgm:prSet presAssocID="{A6612F96-4582-4372-A347-C3CE6AB4CD5E}" presName="chevron3" presStyleLbl="alignNode1" presStyleIdx="16" presStyleCnt="21"/>
      <dgm:spPr/>
    </dgm:pt>
    <dgm:pt modelId="{F2A49A08-BB36-4A52-AFBE-31455105BD9D}" type="pres">
      <dgm:prSet presAssocID="{A6612F96-4582-4372-A347-C3CE6AB4CD5E}" presName="chevron4" presStyleLbl="alignNode1" presStyleIdx="17" presStyleCnt="21"/>
      <dgm:spPr/>
    </dgm:pt>
    <dgm:pt modelId="{F565BFA1-8C77-40F2-B79E-2091B727CB3E}" type="pres">
      <dgm:prSet presAssocID="{A6612F96-4582-4372-A347-C3CE6AB4CD5E}" presName="chevron5" presStyleLbl="alignNode1" presStyleIdx="18" presStyleCnt="21"/>
      <dgm:spPr/>
    </dgm:pt>
    <dgm:pt modelId="{37C70624-88CB-4822-8D64-61C1DCF2BD18}" type="pres">
      <dgm:prSet presAssocID="{A6612F96-4582-4372-A347-C3CE6AB4CD5E}" presName="chevron6" presStyleLbl="alignNode1" presStyleIdx="19" presStyleCnt="21"/>
      <dgm:spPr/>
    </dgm:pt>
    <dgm:pt modelId="{E7B38797-7E49-4811-8C40-1CDC59A5093B}" type="pres">
      <dgm:prSet presAssocID="{A6612F96-4582-4372-A347-C3CE6AB4CD5E}" presName="chevron7" presStyleLbl="alignNode1" presStyleIdx="20" presStyleCnt="21"/>
      <dgm:spPr/>
    </dgm:pt>
    <dgm:pt modelId="{FF072852-096C-46F6-8CE9-53C721F418D4}" type="pres">
      <dgm:prSet presAssocID="{A6612F96-4582-4372-A347-C3CE6AB4CD5E}" presName="childtext" presStyleLbl="solidFgAcc1" presStyleIdx="2" presStyleCnt="3">
        <dgm:presLayoutVars>
          <dgm:chMax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BD217D6B-BB53-4F3B-88BE-410E15CE5F75}" type="presOf" srcId="{41EF8CE7-BFDD-4757-9893-32311B91151F}" destId="{9347350D-5119-4358-B197-7C7E2B646872}" srcOrd="0" destOrd="0" presId="urn:microsoft.com/office/officeart/2008/layout/VerticalAccentList"/>
    <dgm:cxn modelId="{45654BD1-7547-4679-8483-60F37A356499}" srcId="{42958B4C-323D-43DB-B439-1F96B4E78662}" destId="{4516C7B4-949E-4E3E-9A0F-51B6CE36397A}" srcOrd="0" destOrd="0" parTransId="{E90E7770-E60C-415A-9EBC-7D4C2BB838A8}" sibTransId="{DBC4B825-1FAE-4ACA-B036-B54E388344B7}"/>
    <dgm:cxn modelId="{E01AAC3B-DB90-40FC-93A7-A61C0A8AB209}" type="presOf" srcId="{A6612F96-4582-4372-A347-C3CE6AB4CD5E}" destId="{C0A7128C-4052-40A5-A57A-A3AA6D4720C8}" srcOrd="0" destOrd="0" presId="urn:microsoft.com/office/officeart/2008/layout/VerticalAccentList"/>
    <dgm:cxn modelId="{50A5E244-1012-4CD5-B3AE-4E20DB6570E4}" srcId="{A6612F96-4582-4372-A347-C3CE6AB4CD5E}" destId="{2291BCD3-EA62-40AF-8735-228E925D695F}" srcOrd="0" destOrd="0" parTransId="{3F7029B1-9B2B-400B-8208-5709639F8E44}" sibTransId="{76E5CDF5-6305-4913-A390-6F0818DA7688}"/>
    <dgm:cxn modelId="{BDB6C46A-9B82-490B-A5C4-4ADFC27FB097}" srcId="{42958B4C-323D-43DB-B439-1F96B4E78662}" destId="{A6612F96-4582-4372-A347-C3CE6AB4CD5E}" srcOrd="2" destOrd="0" parTransId="{451BE82D-E9B1-4474-8364-76EC860D7F49}" sibTransId="{034F504F-7631-49C2-B1FB-DE046654F470}"/>
    <dgm:cxn modelId="{BA22F1D8-DF03-4A25-801C-E183706B0406}" srcId="{42958B4C-323D-43DB-B439-1F96B4E78662}" destId="{F00817A7-4280-4E63-A462-EFF0B6079892}" srcOrd="1" destOrd="0" parTransId="{A42A11FB-9E42-418A-B3AB-A4CDE36DA4F3}" sibTransId="{A27B7944-ECCB-403E-BEAE-B1C09DE6E1AD}"/>
    <dgm:cxn modelId="{3D78B9B3-BCAF-44F6-9211-9C8EC0C1DC21}" type="presOf" srcId="{25FCA992-C1DA-4966-8D66-6FDBC5014990}" destId="{C9E893BD-77D6-42DA-8631-92CB6EC655EA}" srcOrd="0" destOrd="0" presId="urn:microsoft.com/office/officeart/2008/layout/VerticalAccentList"/>
    <dgm:cxn modelId="{323868ED-8FAD-4A77-8F5E-F894015E66FC}" srcId="{F00817A7-4280-4E63-A462-EFF0B6079892}" destId="{41EF8CE7-BFDD-4757-9893-32311B91151F}" srcOrd="0" destOrd="0" parTransId="{CA104FBE-842E-4C43-AEF3-62A10E57B200}" sibTransId="{C3F59050-439E-4F47-9A21-EA67DD0AA06B}"/>
    <dgm:cxn modelId="{85360EAA-B29F-40E9-A2F8-150A788AE79A}" type="presOf" srcId="{42958B4C-323D-43DB-B439-1F96B4E78662}" destId="{364907A8-9705-4862-94DA-D0C82957FA9E}" srcOrd="0" destOrd="0" presId="urn:microsoft.com/office/officeart/2008/layout/VerticalAccentList"/>
    <dgm:cxn modelId="{2DD39924-A982-49E3-9B17-56E0CE132F92}" type="presOf" srcId="{2291BCD3-EA62-40AF-8735-228E925D695F}" destId="{FF072852-096C-46F6-8CE9-53C721F418D4}" srcOrd="0" destOrd="0" presId="urn:microsoft.com/office/officeart/2008/layout/VerticalAccentList"/>
    <dgm:cxn modelId="{7ADA0EF8-94FF-4B3D-8DF8-AB0A1B322D92}" type="presOf" srcId="{4516C7B4-949E-4E3E-9A0F-51B6CE36397A}" destId="{470B6B54-F34B-4729-A3D7-8A2FE0771FE9}" srcOrd="0" destOrd="0" presId="urn:microsoft.com/office/officeart/2008/layout/VerticalAccentList"/>
    <dgm:cxn modelId="{04511495-D631-4A10-A06B-A373B3CBF6B4}" srcId="{4516C7B4-949E-4E3E-9A0F-51B6CE36397A}" destId="{25FCA992-C1DA-4966-8D66-6FDBC5014990}" srcOrd="0" destOrd="0" parTransId="{E335C50E-5469-4B75-AE42-45D8E40A6134}" sibTransId="{422BC4FE-AB2F-4D9E-99C6-15094304EFF2}"/>
    <dgm:cxn modelId="{3A62164D-3EE8-44CF-8EDB-FA919A42BEEA}" type="presOf" srcId="{F00817A7-4280-4E63-A462-EFF0B6079892}" destId="{7003DC45-B7D3-47DD-B74D-9C7A5B040AF6}" srcOrd="0" destOrd="0" presId="urn:microsoft.com/office/officeart/2008/layout/VerticalAccentList"/>
    <dgm:cxn modelId="{A0BEE251-DA12-4F46-9AE7-B9C25FA70091}" type="presParOf" srcId="{364907A8-9705-4862-94DA-D0C82957FA9E}" destId="{C1D3BF97-0501-4D77-833C-CE5A2F03E010}" srcOrd="0" destOrd="0" presId="urn:microsoft.com/office/officeart/2008/layout/VerticalAccentList"/>
    <dgm:cxn modelId="{568984DE-E1BB-42F8-A35A-EEAB4433D1E1}" type="presParOf" srcId="{C1D3BF97-0501-4D77-833C-CE5A2F03E010}" destId="{470B6B54-F34B-4729-A3D7-8A2FE0771FE9}" srcOrd="0" destOrd="0" presId="urn:microsoft.com/office/officeart/2008/layout/VerticalAccentList"/>
    <dgm:cxn modelId="{CF4E24D0-D8BB-41FC-AA29-35D9EB87AB44}" type="presParOf" srcId="{364907A8-9705-4862-94DA-D0C82957FA9E}" destId="{87830580-2794-41FA-B40F-B3EE2ABB5434}" srcOrd="1" destOrd="0" presId="urn:microsoft.com/office/officeart/2008/layout/VerticalAccentList"/>
    <dgm:cxn modelId="{45FE498E-6931-4B20-BC44-BC4A525540ED}" type="presParOf" srcId="{87830580-2794-41FA-B40F-B3EE2ABB5434}" destId="{52480A77-364B-4F6F-860C-EC45489937E7}" srcOrd="0" destOrd="0" presId="urn:microsoft.com/office/officeart/2008/layout/VerticalAccentList"/>
    <dgm:cxn modelId="{36879D24-E50B-4A2C-81A5-E383CF4FBFC6}" type="presParOf" srcId="{87830580-2794-41FA-B40F-B3EE2ABB5434}" destId="{B6187A72-47EC-40EE-BED0-EDE6816DB201}" srcOrd="1" destOrd="0" presId="urn:microsoft.com/office/officeart/2008/layout/VerticalAccentList"/>
    <dgm:cxn modelId="{3E01B4C9-E921-4A2A-841A-9CBFA1A8169E}" type="presParOf" srcId="{87830580-2794-41FA-B40F-B3EE2ABB5434}" destId="{518ACE84-000A-49EB-A84F-59789F98032C}" srcOrd="2" destOrd="0" presId="urn:microsoft.com/office/officeart/2008/layout/VerticalAccentList"/>
    <dgm:cxn modelId="{2C511A1E-DDA0-4AAC-BF99-9B346AF98744}" type="presParOf" srcId="{87830580-2794-41FA-B40F-B3EE2ABB5434}" destId="{9C251628-18CF-4A6E-93C6-EA1CB8CE7607}" srcOrd="3" destOrd="0" presId="urn:microsoft.com/office/officeart/2008/layout/VerticalAccentList"/>
    <dgm:cxn modelId="{F6519EC7-C8A1-42D6-9333-93BACBAA4C93}" type="presParOf" srcId="{87830580-2794-41FA-B40F-B3EE2ABB5434}" destId="{5533319C-8E93-40CD-ADDF-B97EA4B5D523}" srcOrd="4" destOrd="0" presId="urn:microsoft.com/office/officeart/2008/layout/VerticalAccentList"/>
    <dgm:cxn modelId="{D2FFB586-C5B8-4A42-9C42-FC4BA41F74CA}" type="presParOf" srcId="{87830580-2794-41FA-B40F-B3EE2ABB5434}" destId="{D808CAFE-E236-4EF0-BA24-028FA1A4346C}" srcOrd="5" destOrd="0" presId="urn:microsoft.com/office/officeart/2008/layout/VerticalAccentList"/>
    <dgm:cxn modelId="{F57184E6-342A-4ABA-8C48-1E9CEDA4E5DD}" type="presParOf" srcId="{87830580-2794-41FA-B40F-B3EE2ABB5434}" destId="{5C4E8E73-261E-4134-9F9D-095D108060D9}" srcOrd="6" destOrd="0" presId="urn:microsoft.com/office/officeart/2008/layout/VerticalAccentList"/>
    <dgm:cxn modelId="{9D09BE58-8504-4770-8FBE-F3C9A33F64F7}" type="presParOf" srcId="{87830580-2794-41FA-B40F-B3EE2ABB5434}" destId="{C9E893BD-77D6-42DA-8631-92CB6EC655EA}" srcOrd="7" destOrd="0" presId="urn:microsoft.com/office/officeart/2008/layout/VerticalAccentList"/>
    <dgm:cxn modelId="{54EEF8B7-0701-40CD-9ED9-E684CEA45233}" type="presParOf" srcId="{364907A8-9705-4862-94DA-D0C82957FA9E}" destId="{139BFB9F-26FD-4CF0-B957-01B5ECAD982A}" srcOrd="2" destOrd="0" presId="urn:microsoft.com/office/officeart/2008/layout/VerticalAccentList"/>
    <dgm:cxn modelId="{3F3CE8F7-E2D5-4428-8638-DF7A43AB2A1F}" type="presParOf" srcId="{364907A8-9705-4862-94DA-D0C82957FA9E}" destId="{59AD6768-C4F8-41BB-8BB4-7A92FCF2A273}" srcOrd="3" destOrd="0" presId="urn:microsoft.com/office/officeart/2008/layout/VerticalAccentList"/>
    <dgm:cxn modelId="{E9A5E157-0417-423F-BC43-DEAAF24CCBDF}" type="presParOf" srcId="{59AD6768-C4F8-41BB-8BB4-7A92FCF2A273}" destId="{7003DC45-B7D3-47DD-B74D-9C7A5B040AF6}" srcOrd="0" destOrd="0" presId="urn:microsoft.com/office/officeart/2008/layout/VerticalAccentList"/>
    <dgm:cxn modelId="{522728A8-C74B-4D6A-B747-86A553F8CFB1}" type="presParOf" srcId="{364907A8-9705-4862-94DA-D0C82957FA9E}" destId="{51269A33-89EB-4BC4-BFBE-EBA453C3A96B}" srcOrd="4" destOrd="0" presId="urn:microsoft.com/office/officeart/2008/layout/VerticalAccentList"/>
    <dgm:cxn modelId="{BE2D5D62-9309-468B-8DB6-825B1AEB2D21}" type="presParOf" srcId="{51269A33-89EB-4BC4-BFBE-EBA453C3A96B}" destId="{B2C0CEC4-2151-41F6-AC7A-B239A3D68B08}" srcOrd="0" destOrd="0" presId="urn:microsoft.com/office/officeart/2008/layout/VerticalAccentList"/>
    <dgm:cxn modelId="{2E3A4154-C85C-4C91-836F-A357DDCDFFAD}" type="presParOf" srcId="{51269A33-89EB-4BC4-BFBE-EBA453C3A96B}" destId="{88A1E244-254C-4767-9573-690D7AB9EDE6}" srcOrd="1" destOrd="0" presId="urn:microsoft.com/office/officeart/2008/layout/VerticalAccentList"/>
    <dgm:cxn modelId="{307D7DB2-8E2C-4184-9709-DEBDF9778B2B}" type="presParOf" srcId="{51269A33-89EB-4BC4-BFBE-EBA453C3A96B}" destId="{23E0F8DA-B85F-4996-997D-522532B3E1D5}" srcOrd="2" destOrd="0" presId="urn:microsoft.com/office/officeart/2008/layout/VerticalAccentList"/>
    <dgm:cxn modelId="{35C3AF40-6697-44D4-A544-72B0CD814EB3}" type="presParOf" srcId="{51269A33-89EB-4BC4-BFBE-EBA453C3A96B}" destId="{63ED5136-0ACB-4709-B6D9-0554E018FEB2}" srcOrd="3" destOrd="0" presId="urn:microsoft.com/office/officeart/2008/layout/VerticalAccentList"/>
    <dgm:cxn modelId="{9F3D3480-653C-468A-8711-D3615A764CBA}" type="presParOf" srcId="{51269A33-89EB-4BC4-BFBE-EBA453C3A96B}" destId="{FA34BE18-FDD6-4EB6-B01B-94F98E126D28}" srcOrd="4" destOrd="0" presId="urn:microsoft.com/office/officeart/2008/layout/VerticalAccentList"/>
    <dgm:cxn modelId="{24CC08B3-B9F5-4B2B-9028-BDFBE875DAA1}" type="presParOf" srcId="{51269A33-89EB-4BC4-BFBE-EBA453C3A96B}" destId="{AA91874E-C1E2-4B88-B7E0-4045E6146541}" srcOrd="5" destOrd="0" presId="urn:microsoft.com/office/officeart/2008/layout/VerticalAccentList"/>
    <dgm:cxn modelId="{FFA29DB9-5FF8-42FE-97E9-618911D8D9E9}" type="presParOf" srcId="{51269A33-89EB-4BC4-BFBE-EBA453C3A96B}" destId="{50A71BDC-CF98-4521-A959-4BAFACF8F334}" srcOrd="6" destOrd="0" presId="urn:microsoft.com/office/officeart/2008/layout/VerticalAccentList"/>
    <dgm:cxn modelId="{27058FFF-B3AC-4446-ABC3-26D028B9FB66}" type="presParOf" srcId="{51269A33-89EB-4BC4-BFBE-EBA453C3A96B}" destId="{9347350D-5119-4358-B197-7C7E2B646872}" srcOrd="7" destOrd="0" presId="urn:microsoft.com/office/officeart/2008/layout/VerticalAccentList"/>
    <dgm:cxn modelId="{E62ADD96-FF6F-4D57-89D7-E2406EC1D517}" type="presParOf" srcId="{364907A8-9705-4862-94DA-D0C82957FA9E}" destId="{70A37F6E-5FCC-4567-94FC-EA7D817A15E5}" srcOrd="5" destOrd="0" presId="urn:microsoft.com/office/officeart/2008/layout/VerticalAccentList"/>
    <dgm:cxn modelId="{3B373B15-C694-443F-9DB3-0788AB61A6BD}" type="presParOf" srcId="{364907A8-9705-4862-94DA-D0C82957FA9E}" destId="{B9FC6182-651C-447D-968A-D4DAEFD63961}" srcOrd="6" destOrd="0" presId="urn:microsoft.com/office/officeart/2008/layout/VerticalAccentList"/>
    <dgm:cxn modelId="{364B658C-B4DF-4C12-B844-6E7D4927A54A}" type="presParOf" srcId="{B9FC6182-651C-447D-968A-D4DAEFD63961}" destId="{C0A7128C-4052-40A5-A57A-A3AA6D4720C8}" srcOrd="0" destOrd="0" presId="urn:microsoft.com/office/officeart/2008/layout/VerticalAccentList"/>
    <dgm:cxn modelId="{D212C86F-F222-4A56-A3B5-C17A47DE128D}" type="presParOf" srcId="{364907A8-9705-4862-94DA-D0C82957FA9E}" destId="{BC7F672A-07ED-42FA-82A3-873DB1C25F63}" srcOrd="7" destOrd="0" presId="urn:microsoft.com/office/officeart/2008/layout/VerticalAccentList"/>
    <dgm:cxn modelId="{0AE65349-DAF3-40AD-B4BD-7DED54A8FA1B}" type="presParOf" srcId="{BC7F672A-07ED-42FA-82A3-873DB1C25F63}" destId="{4E9ACC06-8289-4F61-9A43-2FA2178FE4DA}" srcOrd="0" destOrd="0" presId="urn:microsoft.com/office/officeart/2008/layout/VerticalAccentList"/>
    <dgm:cxn modelId="{9508192A-47FC-44DB-8B11-762C725C19E6}" type="presParOf" srcId="{BC7F672A-07ED-42FA-82A3-873DB1C25F63}" destId="{31BE8D94-A566-470C-BB62-7CBD3094B4D4}" srcOrd="1" destOrd="0" presId="urn:microsoft.com/office/officeart/2008/layout/VerticalAccentList"/>
    <dgm:cxn modelId="{C3CBF3C9-23D9-4033-B252-3D12EF4FDBCE}" type="presParOf" srcId="{BC7F672A-07ED-42FA-82A3-873DB1C25F63}" destId="{1512B424-77E8-4382-9EEC-AF7E5B11B578}" srcOrd="2" destOrd="0" presId="urn:microsoft.com/office/officeart/2008/layout/VerticalAccentList"/>
    <dgm:cxn modelId="{0870FC69-D6E0-4693-85F4-E508204F2C96}" type="presParOf" srcId="{BC7F672A-07ED-42FA-82A3-873DB1C25F63}" destId="{F2A49A08-BB36-4A52-AFBE-31455105BD9D}" srcOrd="3" destOrd="0" presId="urn:microsoft.com/office/officeart/2008/layout/VerticalAccentList"/>
    <dgm:cxn modelId="{5BC06FC2-415E-4A09-A389-879F0ED11EDA}" type="presParOf" srcId="{BC7F672A-07ED-42FA-82A3-873DB1C25F63}" destId="{F565BFA1-8C77-40F2-B79E-2091B727CB3E}" srcOrd="4" destOrd="0" presId="urn:microsoft.com/office/officeart/2008/layout/VerticalAccentList"/>
    <dgm:cxn modelId="{6F43C6AF-567B-48F6-8727-3E347F605E6D}" type="presParOf" srcId="{BC7F672A-07ED-42FA-82A3-873DB1C25F63}" destId="{37C70624-88CB-4822-8D64-61C1DCF2BD18}" srcOrd="5" destOrd="0" presId="urn:microsoft.com/office/officeart/2008/layout/VerticalAccentList"/>
    <dgm:cxn modelId="{40129FEB-0E5F-4219-807D-C6CE5F48AC9B}" type="presParOf" srcId="{BC7F672A-07ED-42FA-82A3-873DB1C25F63}" destId="{E7B38797-7E49-4811-8C40-1CDC59A5093B}" srcOrd="6" destOrd="0" presId="urn:microsoft.com/office/officeart/2008/layout/VerticalAccentList"/>
    <dgm:cxn modelId="{2AADA715-03C5-4705-A061-5D4645A250BF}" type="presParOf" srcId="{BC7F672A-07ED-42FA-82A3-873DB1C25F63}" destId="{FF072852-096C-46F6-8CE9-53C721F418D4}" srcOrd="7" destOrd="0" presId="urn:microsoft.com/office/officeart/2008/layout/VerticalAccent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0B6B54-F34B-4729-A3D7-8A2FE0771FE9}">
      <dsp:nvSpPr>
        <dsp:cNvPr id="0" name=""/>
        <dsp:cNvSpPr/>
      </dsp:nvSpPr>
      <dsp:spPr>
        <a:xfrm>
          <a:off x="1971483" y="2805"/>
          <a:ext cx="4260532" cy="387321"/>
        </a:xfrm>
        <a:prstGeom prst="rect">
          <a:avLst/>
        </a:prstGeom>
        <a:noFill/>
        <a:ln w="9525" cap="rnd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b" anchorCtr="0">
          <a:noAutofit/>
        </a:bodyPr>
        <a:lstStyle/>
        <a:p>
          <a:pPr lvl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1700" kern="1200" dirty="0" smtClean="0"/>
            <a:t>第一步</a:t>
          </a:r>
          <a:endParaRPr lang="zh-CN" altLang="en-US" sz="1700" kern="1200" dirty="0"/>
        </a:p>
      </dsp:txBody>
      <dsp:txXfrm>
        <a:off x="1971483" y="2805"/>
        <a:ext cx="4260532" cy="387321"/>
      </dsp:txXfrm>
    </dsp:sp>
    <dsp:sp modelId="{52480A77-364B-4F6F-860C-EC45489937E7}">
      <dsp:nvSpPr>
        <dsp:cNvPr id="0" name=""/>
        <dsp:cNvSpPr/>
      </dsp:nvSpPr>
      <dsp:spPr>
        <a:xfrm>
          <a:off x="1971483" y="390126"/>
          <a:ext cx="996964" cy="788987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6187A72-47EC-40EE-BED0-EDE6816DB201}">
      <dsp:nvSpPr>
        <dsp:cNvPr id="0" name=""/>
        <dsp:cNvSpPr/>
      </dsp:nvSpPr>
      <dsp:spPr>
        <a:xfrm>
          <a:off x="2570324" y="390126"/>
          <a:ext cx="996964" cy="788987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18ACE84-000A-49EB-A84F-59789F98032C}">
      <dsp:nvSpPr>
        <dsp:cNvPr id="0" name=""/>
        <dsp:cNvSpPr/>
      </dsp:nvSpPr>
      <dsp:spPr>
        <a:xfrm>
          <a:off x="3169639" y="390126"/>
          <a:ext cx="996964" cy="788987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C251628-18CF-4A6E-93C6-EA1CB8CE7607}">
      <dsp:nvSpPr>
        <dsp:cNvPr id="0" name=""/>
        <dsp:cNvSpPr/>
      </dsp:nvSpPr>
      <dsp:spPr>
        <a:xfrm>
          <a:off x="3768481" y="390126"/>
          <a:ext cx="996964" cy="788987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533319C-8E93-40CD-ADDF-B97EA4B5D523}">
      <dsp:nvSpPr>
        <dsp:cNvPr id="0" name=""/>
        <dsp:cNvSpPr/>
      </dsp:nvSpPr>
      <dsp:spPr>
        <a:xfrm>
          <a:off x="4367795" y="390126"/>
          <a:ext cx="996964" cy="788987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808CAFE-E236-4EF0-BA24-028FA1A4346C}">
      <dsp:nvSpPr>
        <dsp:cNvPr id="0" name=""/>
        <dsp:cNvSpPr/>
      </dsp:nvSpPr>
      <dsp:spPr>
        <a:xfrm>
          <a:off x="4966637" y="390126"/>
          <a:ext cx="996964" cy="788987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C4E8E73-261E-4134-9F9D-095D108060D9}">
      <dsp:nvSpPr>
        <dsp:cNvPr id="0" name=""/>
        <dsp:cNvSpPr/>
      </dsp:nvSpPr>
      <dsp:spPr>
        <a:xfrm>
          <a:off x="5565952" y="390126"/>
          <a:ext cx="996964" cy="788987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9E893BD-77D6-42DA-8631-92CB6EC655EA}">
      <dsp:nvSpPr>
        <dsp:cNvPr id="0" name=""/>
        <dsp:cNvSpPr/>
      </dsp:nvSpPr>
      <dsp:spPr>
        <a:xfrm>
          <a:off x="1971483" y="469024"/>
          <a:ext cx="4315919" cy="63119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2700" prstMaterial="flat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1200" kern="1200" smtClean="0"/>
            <a:t>将球串用盘珠袋装起来，对每一珠进行轻揉，有空则揉，没空则停，注意珠子孔口周围要盘玩到</a:t>
          </a:r>
          <a:r>
            <a:rPr lang="en-US" sz="1200" kern="1200" smtClean="0"/>
            <a:t>,</a:t>
          </a:r>
          <a:r>
            <a:rPr lang="zh-CN" sz="1200" kern="1200" smtClean="0"/>
            <a:t>每次盘玩后将其装入密封袋中捂着。盘搓几天后，珠串基本上光，就可以佩戴了。</a:t>
          </a:r>
          <a:endParaRPr lang="zh-CN" altLang="en-US" sz="1200" kern="1200"/>
        </a:p>
      </dsp:txBody>
      <dsp:txXfrm>
        <a:off x="1971483" y="469024"/>
        <a:ext cx="4315919" cy="631190"/>
      </dsp:txXfrm>
    </dsp:sp>
    <dsp:sp modelId="{7003DC45-B7D3-47DD-B74D-9C7A5B040AF6}">
      <dsp:nvSpPr>
        <dsp:cNvPr id="0" name=""/>
        <dsp:cNvSpPr/>
      </dsp:nvSpPr>
      <dsp:spPr>
        <a:xfrm>
          <a:off x="1971483" y="1219214"/>
          <a:ext cx="4260532" cy="387321"/>
        </a:xfrm>
        <a:prstGeom prst="rect">
          <a:avLst/>
        </a:prstGeom>
        <a:noFill/>
        <a:ln w="9525" cap="rnd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b" anchorCtr="0">
          <a:noAutofit/>
        </a:bodyPr>
        <a:lstStyle/>
        <a:p>
          <a:pPr lvl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1700" kern="1200" dirty="0" smtClean="0"/>
            <a:t>第二步</a:t>
          </a:r>
          <a:endParaRPr lang="zh-CN" altLang="en-US" sz="1700" kern="1200" dirty="0"/>
        </a:p>
      </dsp:txBody>
      <dsp:txXfrm>
        <a:off x="1971483" y="1219214"/>
        <a:ext cx="4260532" cy="387321"/>
      </dsp:txXfrm>
    </dsp:sp>
    <dsp:sp modelId="{B2C0CEC4-2151-41F6-AC7A-B239A3D68B08}">
      <dsp:nvSpPr>
        <dsp:cNvPr id="0" name=""/>
        <dsp:cNvSpPr/>
      </dsp:nvSpPr>
      <dsp:spPr>
        <a:xfrm>
          <a:off x="1971483" y="1606535"/>
          <a:ext cx="996964" cy="788987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8A1E244-254C-4767-9573-690D7AB9EDE6}">
      <dsp:nvSpPr>
        <dsp:cNvPr id="0" name=""/>
        <dsp:cNvSpPr/>
      </dsp:nvSpPr>
      <dsp:spPr>
        <a:xfrm>
          <a:off x="2570324" y="1606535"/>
          <a:ext cx="996964" cy="788987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3E0F8DA-B85F-4996-997D-522532B3E1D5}">
      <dsp:nvSpPr>
        <dsp:cNvPr id="0" name=""/>
        <dsp:cNvSpPr/>
      </dsp:nvSpPr>
      <dsp:spPr>
        <a:xfrm>
          <a:off x="3169639" y="1606535"/>
          <a:ext cx="996964" cy="788987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3ED5136-0ACB-4709-B6D9-0554E018FEB2}">
      <dsp:nvSpPr>
        <dsp:cNvPr id="0" name=""/>
        <dsp:cNvSpPr/>
      </dsp:nvSpPr>
      <dsp:spPr>
        <a:xfrm>
          <a:off x="3768481" y="1606535"/>
          <a:ext cx="996964" cy="788987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A34BE18-FDD6-4EB6-B01B-94F98E126D28}">
      <dsp:nvSpPr>
        <dsp:cNvPr id="0" name=""/>
        <dsp:cNvSpPr/>
      </dsp:nvSpPr>
      <dsp:spPr>
        <a:xfrm>
          <a:off x="4367795" y="1606535"/>
          <a:ext cx="996964" cy="788987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A91874E-C1E2-4B88-B7E0-4045E6146541}">
      <dsp:nvSpPr>
        <dsp:cNvPr id="0" name=""/>
        <dsp:cNvSpPr/>
      </dsp:nvSpPr>
      <dsp:spPr>
        <a:xfrm>
          <a:off x="4966637" y="1606535"/>
          <a:ext cx="996964" cy="788987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0A71BDC-CF98-4521-A959-4BAFACF8F334}">
      <dsp:nvSpPr>
        <dsp:cNvPr id="0" name=""/>
        <dsp:cNvSpPr/>
      </dsp:nvSpPr>
      <dsp:spPr>
        <a:xfrm>
          <a:off x="5565952" y="1606535"/>
          <a:ext cx="996964" cy="788987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347350D-5119-4358-B197-7C7E2B646872}">
      <dsp:nvSpPr>
        <dsp:cNvPr id="0" name=""/>
        <dsp:cNvSpPr/>
      </dsp:nvSpPr>
      <dsp:spPr>
        <a:xfrm>
          <a:off x="1971483" y="1685434"/>
          <a:ext cx="4315919" cy="63119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2700" prstMaterial="flat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1200" kern="1200" dirty="0" smtClean="0"/>
            <a:t>形成包浆后佩戴一段时间，使它自然氧化，也称这个步環为“醒珠”，这可让珠上包浆进行一定程度的硬化，一般是一个星期左右，这段时间不需要再盘玩。</a:t>
          </a:r>
          <a:endParaRPr lang="zh-CN" altLang="en-US" sz="1200" kern="1200" dirty="0"/>
        </a:p>
      </dsp:txBody>
      <dsp:txXfrm>
        <a:off x="1971483" y="1685434"/>
        <a:ext cx="4315919" cy="631190"/>
      </dsp:txXfrm>
    </dsp:sp>
    <dsp:sp modelId="{C0A7128C-4052-40A5-A57A-A3AA6D4720C8}">
      <dsp:nvSpPr>
        <dsp:cNvPr id="0" name=""/>
        <dsp:cNvSpPr/>
      </dsp:nvSpPr>
      <dsp:spPr>
        <a:xfrm>
          <a:off x="1971483" y="2435624"/>
          <a:ext cx="4260532" cy="387321"/>
        </a:xfrm>
        <a:prstGeom prst="rect">
          <a:avLst/>
        </a:prstGeom>
        <a:noFill/>
        <a:ln w="9525" cap="rnd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b" anchorCtr="0">
          <a:noAutofit/>
        </a:bodyPr>
        <a:lstStyle/>
        <a:p>
          <a:pPr lvl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1700" kern="1200" dirty="0" smtClean="0"/>
            <a:t>第三步</a:t>
          </a:r>
          <a:endParaRPr lang="zh-CN" altLang="en-US" sz="1700" kern="1200" dirty="0"/>
        </a:p>
      </dsp:txBody>
      <dsp:txXfrm>
        <a:off x="1971483" y="2435624"/>
        <a:ext cx="4260532" cy="387321"/>
      </dsp:txXfrm>
    </dsp:sp>
    <dsp:sp modelId="{4E9ACC06-8289-4F61-9A43-2FA2178FE4DA}">
      <dsp:nvSpPr>
        <dsp:cNvPr id="0" name=""/>
        <dsp:cNvSpPr/>
      </dsp:nvSpPr>
      <dsp:spPr>
        <a:xfrm>
          <a:off x="1971483" y="2822945"/>
          <a:ext cx="996964" cy="788987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1BE8D94-A566-470C-BB62-7CBD3094B4D4}">
      <dsp:nvSpPr>
        <dsp:cNvPr id="0" name=""/>
        <dsp:cNvSpPr/>
      </dsp:nvSpPr>
      <dsp:spPr>
        <a:xfrm>
          <a:off x="2570324" y="2822945"/>
          <a:ext cx="996964" cy="788987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512B424-77E8-4382-9EEC-AF7E5B11B578}">
      <dsp:nvSpPr>
        <dsp:cNvPr id="0" name=""/>
        <dsp:cNvSpPr/>
      </dsp:nvSpPr>
      <dsp:spPr>
        <a:xfrm>
          <a:off x="3169639" y="2822945"/>
          <a:ext cx="996964" cy="788987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2A49A08-BB36-4A52-AFBE-31455105BD9D}">
      <dsp:nvSpPr>
        <dsp:cNvPr id="0" name=""/>
        <dsp:cNvSpPr/>
      </dsp:nvSpPr>
      <dsp:spPr>
        <a:xfrm>
          <a:off x="3768481" y="2822945"/>
          <a:ext cx="996964" cy="788987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565BFA1-8C77-40F2-B79E-2091B727CB3E}">
      <dsp:nvSpPr>
        <dsp:cNvPr id="0" name=""/>
        <dsp:cNvSpPr/>
      </dsp:nvSpPr>
      <dsp:spPr>
        <a:xfrm>
          <a:off x="4367795" y="2822945"/>
          <a:ext cx="996964" cy="788987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7C70624-88CB-4822-8D64-61C1DCF2BD18}">
      <dsp:nvSpPr>
        <dsp:cNvPr id="0" name=""/>
        <dsp:cNvSpPr/>
      </dsp:nvSpPr>
      <dsp:spPr>
        <a:xfrm>
          <a:off x="4966637" y="2822945"/>
          <a:ext cx="996964" cy="788987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7B38797-7E49-4811-8C40-1CDC59A5093B}">
      <dsp:nvSpPr>
        <dsp:cNvPr id="0" name=""/>
        <dsp:cNvSpPr/>
      </dsp:nvSpPr>
      <dsp:spPr>
        <a:xfrm>
          <a:off x="5565952" y="2822945"/>
          <a:ext cx="996964" cy="788987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F072852-096C-46F6-8CE9-53C721F418D4}">
      <dsp:nvSpPr>
        <dsp:cNvPr id="0" name=""/>
        <dsp:cNvSpPr/>
      </dsp:nvSpPr>
      <dsp:spPr>
        <a:xfrm>
          <a:off x="1971483" y="2901844"/>
          <a:ext cx="4315919" cy="63119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2700" prstMaterial="flat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1200" kern="1200" smtClean="0"/>
            <a:t>重复以上过程</a:t>
          </a:r>
          <a:r>
            <a:rPr lang="en-US" sz="1200" kern="1200" smtClean="0"/>
            <a:t>5-6</a:t>
          </a:r>
          <a:r>
            <a:rPr lang="zh-CN" sz="1200" kern="1200" smtClean="0"/>
            <a:t>遍，珠子会有灵气的光泽。盘玩的好的珠子有时会呈现较强烈的反光，有些则像玻璃的光泽。珠子脏了可以用微微湿润的棉布擦拭几遍，放置一段时间再盘玩。</a:t>
          </a:r>
          <a:endParaRPr lang="zh-CN" altLang="en-US" sz="1200" kern="1200" dirty="0"/>
        </a:p>
      </dsp:txBody>
      <dsp:txXfrm>
        <a:off x="1971483" y="2901844"/>
        <a:ext cx="4315919" cy="6311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AccentList">
  <dgm:title val=""/>
  <dgm:desc val=""/>
  <dgm:catLst>
    <dgm:cat type="list" pri="16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clrData>
  <dgm:layoutNode name="Name0">
    <dgm:varLst>
      <dgm:chMax/>
      <dgm:chPref/>
      <dgm:dir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constrLst>
      <dgm:constr type="primFontSz" for="des" forName="parenttext" refType="primFontSz" refFor="des" refForName="childtext" op="gte"/>
      <dgm:constr type="w" for="ch" forName="composite" refType="w"/>
      <dgm:constr type="h" for="ch" forName="composite" refType="h"/>
      <dgm:constr type="w" for="ch" forName="parallelogramComposite" refType="w"/>
      <dgm:constr type="h" for="ch" forName="parallelogramComposite" refType="h"/>
      <dgm:constr type="w" for="ch" forName="parenttextcomposite" refType="w" fact="0.9"/>
      <dgm:constr type="h" for="ch" forName="parenttextcomposite" refType="h" fact="0.6"/>
      <dgm:constr type="h" for="ch" forName="sibTrans" refType="h" refFor="ch" refForName="composite" op="equ" fact="0.02"/>
      <dgm:constr type="h" for="ch" forName="sibTrans" op="equ"/>
    </dgm:constrLst>
    <dgm:forEach name="nodesForEach" axis="ch" ptType="node">
      <dgm:layoutNode name="parenttextcomposite">
        <dgm:alg type="composite">
          <dgm:param type="ar" val="11"/>
        </dgm:alg>
        <dgm:shape xmlns:r="http://schemas.openxmlformats.org/officeDocument/2006/relationships" r:blip="">
          <dgm:adjLst/>
        </dgm:shape>
        <dgm:constrLst>
          <dgm:constr type="h" for="ch" forName="parenttext" refType="h"/>
          <dgm:constr type="w" for="ch" forName="parenttext" refType="w"/>
        </dgm:constrLst>
        <dgm:layoutNode name="parenttext" styleLbl="revTx">
          <dgm:varLst>
            <dgm:chMax/>
            <dgm:chPref val="2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</dgm:alg>
            </dgm:if>
            <dgm:else name="Name6">
              <dgm:alg type="tx">
                <dgm:param type="parTxLTRAlign" val="r"/>
                <dgm:param type="txAnchorVert" val="b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choose name="Name7">
        <dgm:if name="Name8" axis="ch" ptType="node" func="cnt" op="gte" val="1">
          <dgm:layoutNode name="composite">
            <dgm:alg type="composite">
              <dgm:param type="ar" val="6"/>
            </dgm:alg>
            <dgm:shape xmlns:r="http://schemas.openxmlformats.org/officeDocument/2006/relationships" r:blip="">
              <dgm:adjLst/>
            </dgm:shape>
            <dgm:choose name="Name9">
              <dgm:if name="Name10" func="var" arg="dir" op="equ" val="norm">
                <dgm:constrLst>
                  <dgm:constr type="l" for="ch" forName="chevron1" refType="w" fact="0.0301"/>
                  <dgm:constr type="t" for="ch" forName="chevron1" refType="h" fact="0"/>
                  <dgm:constr type="w" for="ch" forName="chevron1" refType="w" fact="0.2106"/>
                  <dgm:constr type="h" for="ch" forName="chevron1" refType="h"/>
                  <dgm:constr type="l" for="ch" forName="chevron2" refType="w" fact="0.1566"/>
                  <dgm:constr type="t" for="ch" forName="chevron2" refType="h" fact="0"/>
                  <dgm:constr type="w" for="ch" forName="chevron2" refType="w" fact="0.2106"/>
                  <dgm:constr type="h" for="ch" forName="chevron2" refType="h"/>
                  <dgm:constr type="l" for="ch" forName="chevron3" refType="w" fact="0.2832"/>
                  <dgm:constr type="t" for="ch" forName="chevron3" refType="h" fact="0"/>
                  <dgm:constr type="w" for="ch" forName="chevron3" refType="w" fact="0.2106"/>
                  <dgm:constr type="h" for="ch" forName="chevron3" refType="h"/>
                  <dgm:constr type="l" for="ch" forName="chevron4" refType="w" fact="0.4097"/>
                  <dgm:constr type="t" for="ch" forName="chevron4" refType="h" fact="0"/>
                  <dgm:constr type="w" for="ch" forName="chevron4" refType="w" fact="0.2106"/>
                  <dgm:constr type="h" for="ch" forName="chevron4" refType="h"/>
                  <dgm:constr type="l" for="ch" forName="chevron5" refType="w" fact="0.5363"/>
                  <dgm:constr type="t" for="ch" forName="chevron5" refType="h" fact="0"/>
                  <dgm:constr type="w" for="ch" forName="chevron5" refType="w" fact="0.2106"/>
                  <dgm:constr type="h" for="ch" forName="chevron5" refType="h"/>
                  <dgm:constr type="l" for="ch" forName="chevron6" refType="w" fact="0.6628"/>
                  <dgm:constr type="t" for="ch" forName="chevron6" refType="h" fact="0"/>
                  <dgm:constr type="w" for="ch" forName="chevron6" refType="w" fact="0.2106"/>
                  <dgm:constr type="h" for="ch" forName="chevron6" refType="h"/>
                  <dgm:constr type="l" for="ch" forName="chevron7" refType="w" fact="0.7894"/>
                  <dgm:constr type="t" for="ch" forName="chevron7" refType="h" fact="0"/>
                  <dgm:constr type="w" for="ch" forName="chevron7" refType="w" fact="0.2106"/>
                  <dgm:constr type="h" for="ch" forName="chevron7" refType="h"/>
                  <dgm:constr type="l" for="ch" forName="childtext" refType="w" fact="0.0301"/>
                  <dgm:constr type="t" for="ch" forName="childtext" refType="h" fact="0.1"/>
                  <dgm:constr type="w" for="ch" forName="childtext" refType="w" fact="0.9117"/>
                  <dgm:constr type="h" for="ch" forName="childtext" refType="h" fact="0.8"/>
                </dgm:constrLst>
              </dgm:if>
              <dgm:else name="Name11">
                <dgm:constrLst>
                  <dgm:constr type="l" for="ch" forName="chevron1" refType="w" fact="0.0301"/>
                  <dgm:constr type="t" for="ch" forName="chevron1" refType="h" fact="0"/>
                  <dgm:constr type="w" for="ch" forName="chevron1" refType="w" fact="0.2106"/>
                  <dgm:constr type="h" for="ch" forName="chevron1" refType="h"/>
                  <dgm:constr type="l" for="ch" forName="chevron2" refType="w" fact="0.1566"/>
                  <dgm:constr type="t" for="ch" forName="chevron2" refType="h" fact="0"/>
                  <dgm:constr type="w" for="ch" forName="chevron2" refType="w" fact="0.2106"/>
                  <dgm:constr type="h" for="ch" forName="chevron2" refType="h"/>
                  <dgm:constr type="l" for="ch" forName="chevron3" refType="w" fact="0.2832"/>
                  <dgm:constr type="t" for="ch" forName="chevron3" refType="h" fact="0"/>
                  <dgm:constr type="w" for="ch" forName="chevron3" refType="w" fact="0.2106"/>
                  <dgm:constr type="h" for="ch" forName="chevron3" refType="h"/>
                  <dgm:constr type="l" for="ch" forName="chevron4" refType="w" fact="0.4097"/>
                  <dgm:constr type="t" for="ch" forName="chevron4" refType="h" fact="0"/>
                  <dgm:constr type="w" for="ch" forName="chevron4" refType="w" fact="0.2106"/>
                  <dgm:constr type="h" for="ch" forName="chevron4" refType="h"/>
                  <dgm:constr type="l" for="ch" forName="chevron5" refType="w" fact="0.5363"/>
                  <dgm:constr type="t" for="ch" forName="chevron5" refType="h" fact="0"/>
                  <dgm:constr type="w" for="ch" forName="chevron5" refType="w" fact="0.2106"/>
                  <dgm:constr type="h" for="ch" forName="chevron5" refType="h"/>
                  <dgm:constr type="l" for="ch" forName="chevron6" refType="w" fact="0.6628"/>
                  <dgm:constr type="t" for="ch" forName="chevron6" refType="h" fact="0"/>
                  <dgm:constr type="w" for="ch" forName="chevron6" refType="w" fact="0.2106"/>
                  <dgm:constr type="h" for="ch" forName="chevron6" refType="h"/>
                  <dgm:constr type="l" for="ch" forName="chevron7" refType="w" fact="0.7894"/>
                  <dgm:constr type="t" for="ch" forName="chevron7" refType="h" fact="0"/>
                  <dgm:constr type="w" for="ch" forName="chevron7" refType="w" fact="0.2106"/>
                  <dgm:constr type="h" for="ch" forName="chevron7" refType="h"/>
                  <dgm:constr type="l" for="ch" forName="childtext" refType="w" fact="0.0883"/>
                  <dgm:constr type="t" for="ch" forName="childtext" refType="h" fact="0.1"/>
                  <dgm:constr type="w" for="ch" forName="childtext" refType="w" fact="0.9117"/>
                  <dgm:constr type="h" for="ch" forName="childtext" refType="h" fact="0.8"/>
                </dgm:constrLst>
              </dgm:else>
            </dgm:choose>
            <dgm:ruleLst/>
            <dgm:layoutNode name="chevron1" styleLbl="alignNode1">
              <dgm:alg type="sp"/>
              <dgm:choose name="Name12">
                <dgm:if name="Name13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14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2" styleLbl="alignNode1">
              <dgm:alg type="sp"/>
              <dgm:choose name="Name15">
                <dgm:if name="Name16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17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3" styleLbl="alignNode1">
              <dgm:alg type="sp"/>
              <dgm:choose name="Name18">
                <dgm:if name="Name19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0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4" styleLbl="alignNode1">
              <dgm:alg type="sp"/>
              <dgm:choose name="Name21">
                <dgm:if name="Name22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3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5" styleLbl="alignNode1">
              <dgm:alg type="sp"/>
              <dgm:choose name="Name24">
                <dgm:if name="Name25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6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6" styleLbl="alignNode1">
              <dgm:alg type="sp"/>
              <dgm:choose name="Name27">
                <dgm:if name="Name28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9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7" styleLbl="alignNode1">
              <dgm:alg type="sp"/>
              <dgm:choose name="Name30">
                <dgm:if name="Name31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32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ildtext" styleLbl="solidFgAcc1">
              <dgm:varLst>
                <dgm:chMax/>
                <dgm:chPref val="0"/>
                <dgm:bulletEnabled val="1"/>
              </dgm:varLst>
              <dgm:choose name="Name33">
                <dgm:if name="Name34" func="var" arg="dir" op="equ" val="norm">
                  <dgm:alg type="tx">
                    <dgm:param type="parTxLTRAlign" val="l"/>
                    <dgm:param type="txAnchorVertCh" val="t"/>
                  </dgm:alg>
                </dgm:if>
                <dgm:else name="Name35">
                  <dgm:alg type="tx">
                    <dgm:param type="parTxLTRAlign" val="r"/>
                    <dgm:param type="shpTxLTRAlignCh" val="r"/>
                    <dgm:param type="txAnchorVertCh" val="t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2"/>
                <dgm:constr type="rMarg" refType="primFontSz" fact="0.2"/>
                <dgm:constr type="tMarg" refType="primFontSz" fact="0.2"/>
                <dgm:constr type="bMarg" refType="primFontSz" fact="0.2"/>
              </dgm:constrLst>
              <dgm:ruleLst>
                <dgm:rule type="primFontSz" val="5" fact="NaN" max="NaN"/>
              </dgm:ruleLst>
            </dgm:layoutNode>
          </dgm:layoutNode>
        </dgm:if>
        <dgm:else name="Name36">
          <dgm:layoutNode name="parallelogramComposite">
            <dgm:alg type="composite">
              <dgm:param type="ar" val="50"/>
            </dgm:alg>
            <dgm:shape xmlns:r="http://schemas.openxmlformats.org/officeDocument/2006/relationships" r:blip="">
              <dgm:adjLst/>
            </dgm:shape>
            <dgm:constrLst>
              <dgm:constr type="l" for="ch" forName="parallelogram1" refType="w" fact="0"/>
              <dgm:constr type="t" for="ch" forName="parallelogram1" refType="h" fact="0"/>
              <dgm:constr type="w" for="ch" forName="parallelogram1" refType="w" fact="0.12"/>
              <dgm:constr type="h" for="ch" forName="parallelogram1" refType="h"/>
              <dgm:constr type="l" for="ch" forName="parallelogram2" refType="w" fact="0.127"/>
              <dgm:constr type="t" for="ch" forName="parallelogram2" refType="h" fact="0"/>
              <dgm:constr type="w" for="ch" forName="parallelogram2" refType="w" fact="0.12"/>
              <dgm:constr type="h" for="ch" forName="parallelogram2" refType="h"/>
              <dgm:constr type="l" for="ch" forName="parallelogram3" refType="w" fact="0.254"/>
              <dgm:constr type="t" for="ch" forName="parallelogram3" refType="h" fact="0"/>
              <dgm:constr type="w" for="ch" forName="parallelogram3" refType="w" fact="0.12"/>
              <dgm:constr type="h" for="ch" forName="parallelogram3" refType="h"/>
              <dgm:constr type="l" for="ch" forName="parallelogram4" refType="w" fact="0.381"/>
              <dgm:constr type="t" for="ch" forName="parallelogram4" refType="h" fact="0"/>
              <dgm:constr type="w" for="ch" forName="parallelogram4" refType="w" fact="0.12"/>
              <dgm:constr type="h" for="ch" forName="parallelogram4" refType="h"/>
              <dgm:constr type="l" for="ch" forName="parallelogram5" refType="w" fact="0.508"/>
              <dgm:constr type="t" for="ch" forName="parallelogram5" refType="h" fact="0"/>
              <dgm:constr type="w" for="ch" forName="parallelogram5" refType="w" fact="0.12"/>
              <dgm:constr type="h" for="ch" forName="parallelogram5" refType="h"/>
              <dgm:constr type="l" for="ch" forName="parallelogram6" refType="w" fact="0.635"/>
              <dgm:constr type="t" for="ch" forName="parallelogram6" refType="h" fact="0"/>
              <dgm:constr type="w" for="ch" forName="parallelogram6" refType="w" fact="0.12"/>
              <dgm:constr type="h" for="ch" forName="parallelogram6" refType="h"/>
              <dgm:constr type="l" for="ch" forName="parallelogram7" refType="w" fact="0.762"/>
              <dgm:constr type="t" for="ch" forName="parallelogram7" refType="h" fact="0"/>
              <dgm:constr type="w" for="ch" forName="parallelogram7" refType="w" fact="0.12"/>
              <dgm:constr type="h" for="ch" forName="parallelogram7" refType="h"/>
            </dgm:constrLst>
            <dgm:ruleLst/>
            <dgm:layoutNode name="parallelogram1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2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3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4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5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6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7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</dgm:layoutNode>
        </dgm:else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615EF-AEA0-406E-9345-34AAE7456071}" type="datetimeFigureOut">
              <a:rPr lang="zh-CN" altLang="en-US" smtClean="0"/>
              <a:t>2023/10/17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E70E0-B7E8-4FBA-AC3E-F0DAC7460652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91252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 advTm="5000">
        <p14:ripple/>
      </p:transition>
    </mc:Choice>
    <mc:Fallback>
      <p:transition spd="slow" advTm="5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615EF-AEA0-406E-9345-34AAE7456071}" type="datetimeFigureOut">
              <a:rPr lang="zh-CN" altLang="en-US" smtClean="0"/>
              <a:t>2023/10/17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E70E0-B7E8-4FBA-AC3E-F0DAC74606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30890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 advTm="5000">
        <p14:ripple/>
      </p:transition>
    </mc:Choice>
    <mc:Fallback>
      <p:transition spd="slow" advTm="50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615EF-AEA0-406E-9345-34AAE7456071}" type="datetimeFigureOut">
              <a:rPr lang="zh-CN" altLang="en-US" smtClean="0"/>
              <a:t>2023/10/17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E70E0-B7E8-4FBA-AC3E-F0DAC74606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44154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 advTm="5000">
        <p14:ripple/>
      </p:transition>
    </mc:Choice>
    <mc:Fallback>
      <p:transition spd="slow" advTm="500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615EF-AEA0-406E-9345-34AAE7456071}" type="datetimeFigureOut">
              <a:rPr lang="zh-CN" altLang="en-US" smtClean="0"/>
              <a:t>2023/10/17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E70E0-B7E8-4FBA-AC3E-F0DAC74606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12628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 advTm="5000">
        <p14:ripple/>
      </p:transition>
    </mc:Choice>
    <mc:Fallback>
      <p:transition spd="slow" advTm="500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615EF-AEA0-406E-9345-34AAE7456071}" type="datetimeFigureOut">
              <a:rPr lang="zh-CN" altLang="en-US" smtClean="0"/>
              <a:t>2023/10/17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E70E0-B7E8-4FBA-AC3E-F0DAC74606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66449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 advTm="5000">
        <p14:ripple/>
      </p:transition>
    </mc:Choice>
    <mc:Fallback>
      <p:transition spd="slow" advTm="500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615EF-AEA0-406E-9345-34AAE7456071}" type="datetimeFigureOut">
              <a:rPr lang="zh-CN" altLang="en-US" smtClean="0"/>
              <a:t>2023/10/17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E70E0-B7E8-4FBA-AC3E-F0DAC74606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29550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 advTm="5000">
        <p14:ripple/>
      </p:transition>
    </mc:Choice>
    <mc:Fallback>
      <p:transition spd="slow" advTm="500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615EF-AEA0-406E-9345-34AAE7456071}" type="datetimeFigureOut">
              <a:rPr lang="zh-CN" altLang="en-US" smtClean="0"/>
              <a:t>2023/10/17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E70E0-B7E8-4FBA-AC3E-F0DAC74606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72082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 advTm="5000">
        <p14:ripple/>
      </p:transition>
    </mc:Choice>
    <mc:Fallback>
      <p:transition spd="slow" advTm="500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615EF-AEA0-406E-9345-34AAE7456071}" type="datetimeFigureOut">
              <a:rPr lang="zh-CN" altLang="en-US" smtClean="0"/>
              <a:t>2023/10/17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E70E0-B7E8-4FBA-AC3E-F0DAC74606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55089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 advTm="5000">
        <p14:ripple/>
      </p:transition>
    </mc:Choice>
    <mc:Fallback>
      <p:transition spd="slow" advTm="500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615EF-AEA0-406E-9345-34AAE7456071}" type="datetimeFigureOut">
              <a:rPr lang="zh-CN" altLang="en-US" smtClean="0"/>
              <a:t>2023/10/17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E70E0-B7E8-4FBA-AC3E-F0DAC74606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38332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 advTm="5000">
        <p14:ripple/>
      </p:transition>
    </mc:Choice>
    <mc:Fallback>
      <p:transition spd="slow" advTm="500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615EF-AEA0-406E-9345-34AAE7456071}" type="datetimeFigureOut">
              <a:rPr lang="zh-CN" altLang="en-US" smtClean="0"/>
              <a:t>2023/10/17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E70E0-B7E8-4FBA-AC3E-F0DAC74606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05782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 advTm="5000">
        <p14:ripple/>
      </p:transition>
    </mc:Choice>
    <mc:Fallback>
      <p:transition spd="slow" advTm="500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615EF-AEA0-406E-9345-34AAE7456071}" type="datetimeFigureOut">
              <a:rPr lang="zh-CN" altLang="en-US" smtClean="0"/>
              <a:t>2023/10/17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E70E0-B7E8-4FBA-AC3E-F0DAC74606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77662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 advTm="5000">
        <p14:ripple/>
      </p:transition>
    </mc:Choice>
    <mc:Fallback>
      <p:transition spd="slow" advTm="5000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615EF-AEA0-406E-9345-34AAE7456071}" type="datetimeFigureOut">
              <a:rPr lang="zh-CN" altLang="en-US" smtClean="0"/>
              <a:t>2023/10/17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E70E0-B7E8-4FBA-AC3E-F0DAC746065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842907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 advTm="5000">
        <p14:ripple/>
      </p:transition>
    </mc:Choice>
    <mc:Fallback>
      <p:transition spd="slow" advTm="5000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615EF-AEA0-406E-9345-34AAE7456071}" type="datetimeFigureOut">
              <a:rPr lang="zh-CN" altLang="en-US" smtClean="0"/>
              <a:t>2023/10/17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E70E0-B7E8-4FBA-AC3E-F0DAC74606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08391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 advTm="5000">
        <p14:ripple/>
      </p:transition>
    </mc:Choice>
    <mc:Fallback>
      <p:transition spd="slow" advTm="5000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zh-CN" altLang="en-US" smtClean="0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615EF-AEA0-406E-9345-34AAE7456071}" type="datetimeFigureOut">
              <a:rPr lang="zh-CN" altLang="en-US" smtClean="0"/>
              <a:t>2023/10/17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E70E0-B7E8-4FBA-AC3E-F0DAC746065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521989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 advTm="5000">
        <p14:ripple/>
      </p:transition>
    </mc:Choice>
    <mc:Fallback>
      <p:transition spd="slow" advTm="5000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zh-CN" altLang="en-US" smtClean="0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615EF-AEA0-406E-9345-34AAE7456071}" type="datetimeFigureOut">
              <a:rPr lang="zh-CN" altLang="en-US" smtClean="0"/>
              <a:t>2023/10/17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E70E0-B7E8-4FBA-AC3E-F0DAC74606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00941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 advTm="5000">
        <p14:ripple/>
      </p:transition>
    </mc:Choice>
    <mc:Fallback>
      <p:transition spd="slow" advTm="5000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615EF-AEA0-406E-9345-34AAE7456071}" type="datetimeFigureOut">
              <a:rPr lang="zh-CN" altLang="en-US" smtClean="0"/>
              <a:t>2023/10/17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E70E0-B7E8-4FBA-AC3E-F0DAC74606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8741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 advTm="5000">
        <p14:ripple/>
      </p:transition>
    </mc:Choice>
    <mc:Fallback>
      <p:transition spd="slow" advTm="5000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615EF-AEA0-406E-9345-34AAE7456071}" type="datetimeFigureOut">
              <a:rPr lang="zh-CN" altLang="en-US" smtClean="0"/>
              <a:t>2023/10/17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E70E0-B7E8-4FBA-AC3E-F0DAC74606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29037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 advTm="5000">
        <p14:ripple/>
      </p:transition>
    </mc:Choice>
    <mc:Fallback>
      <p:transition spd="slow" advTm="5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3B3615EF-AEA0-406E-9345-34AAE7456071}" type="datetimeFigureOut">
              <a:rPr lang="zh-CN" altLang="en-US" smtClean="0"/>
              <a:t>2023/10/17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3CAE70E0-B7E8-4FBA-AC3E-F0DAC74606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524675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mc:AlternateContent xmlns:mc="http://schemas.openxmlformats.org/markup-compatibility/2006">
    <mc:Choice xmlns:p14="http://schemas.microsoft.com/office/powerpoint/2010/main" Requires="p14">
      <p:transition spd="slow" p14:dur="1400" advTm="5000">
        <p14:ripple/>
      </p:transition>
    </mc:Choice>
    <mc:Fallback>
      <p:transition spd="slow" advTm="5000">
        <p:fade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5" Type="http://schemas.openxmlformats.org/officeDocument/2006/relationships/slide" Target="slide6.xml"/><Relationship Id="rId4" Type="http://schemas.openxmlformats.org/officeDocument/2006/relationships/slide" Target="slide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sz="6000" b="1" dirty="0">
                <a:latin typeface="华文琥珀" panose="02010800040101010101" pitchFamily="2" charset="-122"/>
                <a:ea typeface="华文琥珀" panose="02010800040101010101" pitchFamily="2" charset="-122"/>
              </a:rPr>
              <a:t>桃木</a:t>
            </a:r>
          </a:p>
        </p:txBody>
      </p:sp>
      <p:sp>
        <p:nvSpPr>
          <p:cNvPr id="5" name="内容占位符 4"/>
          <p:cNvSpPr>
            <a:spLocks noGrp="1"/>
          </p:cNvSpPr>
          <p:nvPr>
            <p:ph type="subTitle" idx="1"/>
          </p:nvPr>
        </p:nvSpPr>
        <p:spPr>
          <a:xfrm>
            <a:off x="2895600" y="3886200"/>
            <a:ext cx="6400800" cy="766936"/>
          </a:xfrm>
        </p:spPr>
        <p:txBody>
          <a:bodyPr>
            <a:normAutofit/>
          </a:bodyPr>
          <a:lstStyle/>
          <a:p>
            <a:r>
              <a:rPr lang="zh-CN" altLang="en-US" sz="3200" b="1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纹理细腻展现天然形态美</a:t>
            </a:r>
            <a:endParaRPr lang="zh-CN" altLang="en-US" sz="3200" b="1" dirty="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396417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 advTm="5000">
        <p14:ripple/>
      </p:transition>
    </mc:Choice>
    <mc:Fallback>
      <p:transition spd="slow" advTm="50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>
                <a:hlinkClick r:id="rId2" action="ppaction://hlinksldjump"/>
              </a:rPr>
              <a:t>产品参数</a:t>
            </a:r>
            <a:endParaRPr lang="en-US" altLang="zh-CN" dirty="0" smtClean="0"/>
          </a:p>
          <a:p>
            <a:r>
              <a:rPr lang="zh-CN" altLang="en-US" dirty="0">
                <a:hlinkClick r:id="rId3" action="ppaction://hlinksldjump"/>
              </a:rPr>
              <a:t>产品</a:t>
            </a:r>
            <a:r>
              <a:rPr lang="zh-CN" altLang="en-US" dirty="0" smtClean="0">
                <a:hlinkClick r:id="rId3" action="ppaction://hlinksldjump"/>
              </a:rPr>
              <a:t>展示</a:t>
            </a:r>
            <a:endParaRPr lang="en-US" altLang="zh-CN" dirty="0" smtClean="0"/>
          </a:p>
          <a:p>
            <a:r>
              <a:rPr lang="zh-CN" altLang="en-US" dirty="0">
                <a:hlinkClick r:id="rId4" action="ppaction://hlinksldjump"/>
              </a:rPr>
              <a:t>细节</a:t>
            </a:r>
            <a:r>
              <a:rPr lang="zh-CN" altLang="en-US" dirty="0" smtClean="0">
                <a:hlinkClick r:id="rId4" action="ppaction://hlinksldjump"/>
              </a:rPr>
              <a:t>介绍</a:t>
            </a:r>
            <a:endParaRPr lang="en-US" altLang="zh-CN" dirty="0" smtClean="0"/>
          </a:p>
          <a:p>
            <a:r>
              <a:rPr lang="zh-CN" altLang="en-US" dirty="0" smtClean="0">
                <a:hlinkClick r:id="rId5" action="ppaction://hlinksldjump"/>
              </a:rPr>
              <a:t>盘玩方法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360480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 advTm="5000">
        <p14:ripple/>
      </p:transition>
    </mc:Choice>
    <mc:Fallback>
      <p:transition spd="slow" advTm="50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华文琥珀" pitchFamily="2" charset="-122"/>
                <a:ea typeface="华文琥珀" pitchFamily="2" charset="-122"/>
              </a:rPr>
              <a:t>产品参数</a:t>
            </a:r>
            <a:endParaRPr lang="zh-CN" altLang="en-US" dirty="0">
              <a:latin typeface="华文琥珀" pitchFamily="2" charset="-122"/>
              <a:ea typeface="华文琥珀" pitchFamily="2" charset="-122"/>
            </a:endParaRPr>
          </a:p>
        </p:txBody>
      </p:sp>
      <p:graphicFrame>
        <p:nvGraphicFramePr>
          <p:cNvPr id="3" name="内容占位符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47361237"/>
              </p:ext>
            </p:extLst>
          </p:nvPr>
        </p:nvGraphicFramePr>
        <p:xfrm>
          <a:off x="684213" y="685800"/>
          <a:ext cx="85344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67200">
                  <a:extLst>
                    <a:ext uri="{9D8B030D-6E8A-4147-A177-3AD203B41FA5}">
                      <a16:colId xmlns:a16="http://schemas.microsoft.com/office/drawing/2014/main" val="3822525288"/>
                    </a:ext>
                  </a:extLst>
                </a:gridCol>
                <a:gridCol w="4267200">
                  <a:extLst>
                    <a:ext uri="{9D8B030D-6E8A-4147-A177-3AD203B41FA5}">
                      <a16:colId xmlns:a16="http://schemas.microsoft.com/office/drawing/2014/main" val="18216366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zh-CN" sz="18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产品名称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18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桃木貔貅手串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54655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zh-CN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产品材质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桃木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334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zh-CN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产品尺寸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直径</a:t>
                      </a:r>
                      <a:r>
                        <a:rPr lang="en-US" altLang="zh-CN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18mm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8977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zh-CN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产品款式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貔貅抱球雕刻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96934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6323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 advTm="5000">
        <p14:ripple/>
      </p:transition>
    </mc:Choice>
    <mc:Fallback>
      <p:transition spd="slow" advTm="5000">
        <p:fade/>
      </p:transition>
    </mc:Fallback>
  </mc:AlternateContent>
</p:sld>
</file>

<file path=ppt/slides/slide4.xml><?xml version="1.0" encoding="utf-8"?>
<p:sld xmlns:a14="http://schemas.microsoft.com/office/drawing/2010/main" xmlns:p14="http://schemas.microsoft.com/office/powerpoint/2010/main"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华文琥珀" pitchFamily="2" charset="-122"/>
                <a:ea typeface="华文琥珀" pitchFamily="2" charset="-122"/>
              </a:rPr>
              <a:t>产品展示</a:t>
            </a:r>
            <a:endParaRPr lang="zh-CN" altLang="en-US" dirty="0">
              <a:latin typeface="华文琥珀" pitchFamily="2" charset="-122"/>
              <a:ea typeface="华文琥珀" pitchFamily="2" charset="-122"/>
            </a:endParaRPr>
          </a:p>
        </p:txBody>
      </p:sp>
      <p:pic>
        <p:nvPicPr>
          <p:cNvPr id="6" name="内容占位符 5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213" y="782699"/>
            <a:ext cx="4937125" cy="3420940"/>
          </a:xfrm>
        </p:spPr>
      </p:pic>
      <p:pic>
        <p:nvPicPr>
          <p:cNvPr id="7" name="内容占位符 6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8663" y="984079"/>
            <a:ext cx="4933950" cy="3018179"/>
          </a:xfrm>
        </p:spPr>
      </p:pic>
    </p:spTree>
    <p:extLst>
      <p:ext uri="{BB962C8B-B14F-4D97-AF65-F5344CB8AC3E}">
        <p14:creationId xmlns:p14="http://schemas.microsoft.com/office/powerpoint/2010/main" val="27895948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 advTm="5000">
        <p14:ripple/>
      </p:transition>
    </mc:Choice>
    <mc:Fallback>
      <p:transition spd="slow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华文琥珀" pitchFamily="2" charset="-122"/>
                <a:ea typeface="华文琥珀" pitchFamily="2" charset="-122"/>
              </a:rPr>
              <a:t>细节介绍</a:t>
            </a:r>
            <a:endParaRPr lang="zh-CN" altLang="en-US" dirty="0">
              <a:latin typeface="华文琥珀" pitchFamily="2" charset="-122"/>
              <a:ea typeface="华文琥珀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zh-CN" altLang="en-US" dirty="0" smtClean="0"/>
              <a:t>纹理清晰可见，木质坚硬，摸起来手感好，佩戴有沉甸甸的感觉。</a:t>
            </a:r>
            <a:endParaRPr lang="en-US" altLang="zh-CN" dirty="0" smtClean="0"/>
          </a:p>
          <a:p>
            <a:pPr>
              <a:buFont typeface="Wingdings" panose="05000000000000000000" pitchFamily="2" charset="2"/>
              <a:buChar char="l"/>
            </a:pPr>
            <a:r>
              <a:rPr lang="zh-CN" altLang="en-US" dirty="0" smtClean="0"/>
              <a:t>正园顺纹，同料取材。</a:t>
            </a:r>
            <a:endParaRPr lang="en-US" altLang="zh-CN" dirty="0" smtClean="0"/>
          </a:p>
          <a:p>
            <a:pPr>
              <a:buFont typeface="Wingdings" panose="05000000000000000000" pitchFamily="2" charset="2"/>
              <a:buChar char="l"/>
            </a:pPr>
            <a:r>
              <a:rPr lang="zh-CN" altLang="en-US" dirty="0" smtClean="0"/>
              <a:t>坚持手工打磨，整串佛珠看起来均匀透亮有档次。</a:t>
            </a:r>
            <a:endParaRPr lang="en-US" altLang="zh-CN" dirty="0" smtClean="0"/>
          </a:p>
          <a:p>
            <a:pPr>
              <a:buFont typeface="Wingdings" panose="05000000000000000000" pitchFamily="2" charset="2"/>
              <a:buChar char="l"/>
            </a:pPr>
            <a:r>
              <a:rPr lang="zh-CN" altLang="en-US" dirty="0" smtClean="0"/>
              <a:t>正园小孔搭配包芯弹力绳，坚固耐用，光滑细腻。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114589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 advTm="5000">
        <p14:ripple/>
      </p:transition>
    </mc:Choice>
    <mc:Fallback>
      <p:transition spd="slow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华文琥珀" pitchFamily="2" charset="-122"/>
                <a:ea typeface="华文琥珀" pitchFamily="2" charset="-122"/>
              </a:rPr>
              <a:t>盘玩方法</a:t>
            </a:r>
            <a:endParaRPr lang="zh-CN" altLang="en-US" dirty="0">
              <a:latin typeface="华文琥珀" pitchFamily="2" charset="-122"/>
              <a:ea typeface="华文琥珀" pitchFamily="2" charset="-122"/>
            </a:endParaRPr>
          </a:p>
        </p:txBody>
      </p:sp>
      <p:graphicFrame>
        <p:nvGraphicFramePr>
          <p:cNvPr id="3" name="内容占位符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27703174"/>
              </p:ext>
            </p:extLst>
          </p:nvPr>
        </p:nvGraphicFramePr>
        <p:xfrm>
          <a:off x="684213" y="685800"/>
          <a:ext cx="8534400" cy="36147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614721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 advTm="5000">
        <p14:ripple/>
      </p:transition>
    </mc:Choice>
    <mc:Fallback>
      <p:transition spd="slow" advTm="5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切片">
  <a:themeElements>
    <a:clrScheme name="切片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切片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切片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217</TotalTime>
  <Words>272</Words>
  <Application>Microsoft Office PowerPoint</Application>
  <PresentationFormat>宽屏</PresentationFormat>
  <Paragraphs>29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3" baseType="lpstr">
      <vt:lpstr>华文琥珀</vt:lpstr>
      <vt:lpstr>宋体</vt:lpstr>
      <vt:lpstr>幼圆</vt:lpstr>
      <vt:lpstr>Century Gothic</vt:lpstr>
      <vt:lpstr>Wingdings</vt:lpstr>
      <vt:lpstr>Wingdings 3</vt:lpstr>
      <vt:lpstr>切片</vt:lpstr>
      <vt:lpstr>桃木</vt:lpstr>
      <vt:lpstr>目录</vt:lpstr>
      <vt:lpstr>产品参数</vt:lpstr>
      <vt:lpstr>产品展示</vt:lpstr>
      <vt:lpstr>细节介绍</vt:lpstr>
      <vt:lpstr>盘玩方法</vt:lpstr>
    </vt:vector>
  </TitlesOfParts>
  <Company>china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人工增雨背后的秘密</dc:title>
  <dc:creator>gaobo</dc:creator>
  <cp:lastModifiedBy>Windows User</cp:lastModifiedBy>
  <cp:revision>29</cp:revision>
  <dcterms:created xsi:type="dcterms:W3CDTF">2018-09-21T03:52:05Z</dcterms:created>
  <dcterms:modified xsi:type="dcterms:W3CDTF">2023-10-17T06:33:06Z</dcterms:modified>
</cp:coreProperties>
</file>