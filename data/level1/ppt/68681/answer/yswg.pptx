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6"/>
  </p:notesMasterIdLst>
  <p:sldIdLst>
    <p:sldId id="257" r:id="rId2"/>
    <p:sldId id="256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B50136-B58F-4509-BBEC-B550478FA617}" type="doc">
      <dgm:prSet loTypeId="urn:microsoft.com/office/officeart/2008/layout/LinedList" loCatId="list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4AE926B-9689-4D42-9454-EC311A8E1665}">
      <dgm:prSet phldrT="[文本]"/>
      <dgm:spPr/>
      <dgm:t>
        <a:bodyPr/>
        <a:lstStyle/>
        <a:p>
          <a:r>
            <a:rPr lang="zh-CN" altLang="en-US" smtClean="0"/>
            <a:t>性能特点</a:t>
          </a:r>
          <a:endParaRPr lang="zh-CN" altLang="en-US"/>
        </a:p>
      </dgm:t>
    </dgm:pt>
    <dgm:pt modelId="{FF29D93A-3D81-453F-B7F1-95D86B8C9C05}" type="parTrans" cxnId="{7712C078-59FC-40C8-B7D5-6CFAD8FA847C}">
      <dgm:prSet/>
      <dgm:spPr/>
      <dgm:t>
        <a:bodyPr/>
        <a:lstStyle/>
        <a:p>
          <a:endParaRPr lang="zh-CN" altLang="en-US"/>
        </a:p>
      </dgm:t>
    </dgm:pt>
    <dgm:pt modelId="{2BC417C3-8874-4A9A-9738-A4CD6FDFEEEF}" type="sibTrans" cxnId="{7712C078-59FC-40C8-B7D5-6CFAD8FA847C}">
      <dgm:prSet/>
      <dgm:spPr/>
      <dgm:t>
        <a:bodyPr/>
        <a:lstStyle/>
        <a:p>
          <a:endParaRPr lang="zh-CN" altLang="en-US"/>
        </a:p>
      </dgm:t>
    </dgm:pt>
    <dgm:pt modelId="{881E93A0-8D2A-4DDC-88BC-C4B0B49264C5}">
      <dgm:prSet phldrT="[文本]"/>
      <dgm:spPr/>
      <dgm:t>
        <a:bodyPr/>
        <a:lstStyle/>
        <a:p>
          <a:r>
            <a:rPr lang="zh-CN" altLang="en-US" dirty="0" smtClean="0"/>
            <a:t>双刷，小巧灵活，通过性好。</a:t>
          </a:r>
          <a:endParaRPr lang="zh-CN" altLang="en-US" dirty="0"/>
        </a:p>
      </dgm:t>
    </dgm:pt>
    <dgm:pt modelId="{57A0CD3E-B150-40C1-B23B-5F59B7AAE930}" type="parTrans" cxnId="{A6CD74EB-9AE6-4370-845B-EABD9B5DB035}">
      <dgm:prSet/>
      <dgm:spPr/>
      <dgm:t>
        <a:bodyPr/>
        <a:lstStyle/>
        <a:p>
          <a:endParaRPr lang="zh-CN" altLang="en-US"/>
        </a:p>
      </dgm:t>
    </dgm:pt>
    <dgm:pt modelId="{E34B96D5-F00E-4D5F-8178-EC5EDE368BBA}" type="sibTrans" cxnId="{A6CD74EB-9AE6-4370-845B-EABD9B5DB035}">
      <dgm:prSet/>
      <dgm:spPr/>
      <dgm:t>
        <a:bodyPr/>
        <a:lstStyle/>
        <a:p>
          <a:endParaRPr lang="zh-CN" altLang="en-US"/>
        </a:p>
      </dgm:t>
    </dgm:pt>
    <dgm:pt modelId="{3F028089-FF01-450D-9C9F-55EE013406B7}">
      <dgm:prSet/>
      <dgm:spPr/>
      <dgm:t>
        <a:bodyPr/>
        <a:lstStyle/>
        <a:p>
          <a:r>
            <a:rPr lang="zh-CN" altLang="en-US" dirty="0" smtClean="0"/>
            <a:t>主刷和边刷自动升降，一键操作。</a:t>
          </a:r>
          <a:endParaRPr lang="zh-CN" altLang="en-US" dirty="0"/>
        </a:p>
      </dgm:t>
    </dgm:pt>
    <dgm:pt modelId="{9675E991-C885-4F1A-8A46-8B780E517575}" type="parTrans" cxnId="{FD665F2B-8AC9-4CE4-A793-65C704ADB089}">
      <dgm:prSet/>
      <dgm:spPr/>
      <dgm:t>
        <a:bodyPr/>
        <a:lstStyle/>
        <a:p>
          <a:endParaRPr lang="zh-CN" altLang="en-US"/>
        </a:p>
      </dgm:t>
    </dgm:pt>
    <dgm:pt modelId="{DED7C083-F95E-407D-9535-F93340D8A61A}" type="sibTrans" cxnId="{FD665F2B-8AC9-4CE4-A793-65C704ADB089}">
      <dgm:prSet/>
      <dgm:spPr/>
      <dgm:t>
        <a:bodyPr/>
        <a:lstStyle/>
        <a:p>
          <a:endParaRPr lang="zh-CN" altLang="en-US"/>
        </a:p>
      </dgm:t>
    </dgm:pt>
    <dgm:pt modelId="{7D3D1F2F-5420-40F8-AF49-C58B4C81CBCE}">
      <dgm:prSet/>
      <dgm:spPr/>
      <dgm:t>
        <a:bodyPr/>
        <a:lstStyle/>
        <a:p>
          <a:r>
            <a:rPr lang="zh-CN" altLang="en-US" dirty="0" smtClean="0"/>
            <a:t>采用先进的高性能免维护电池，不漏液</a:t>
          </a:r>
          <a:r>
            <a:rPr lang="en-US" altLang="en-US" dirty="0" smtClean="0"/>
            <a:t>,</a:t>
          </a:r>
          <a:r>
            <a:rPr lang="zh-CN" altLang="en-US" dirty="0" smtClean="0"/>
            <a:t>不产生有害气体。</a:t>
          </a:r>
          <a:endParaRPr lang="zh-CN" altLang="en-US" dirty="0"/>
        </a:p>
      </dgm:t>
    </dgm:pt>
    <dgm:pt modelId="{BFA377B7-24A6-4C32-8A7B-6FF95A9B18E2}" type="parTrans" cxnId="{DFD47F4A-31DD-43F3-BCC6-93BE0F1DF3E1}">
      <dgm:prSet/>
      <dgm:spPr/>
      <dgm:t>
        <a:bodyPr/>
        <a:lstStyle/>
        <a:p>
          <a:endParaRPr lang="zh-CN" altLang="en-US"/>
        </a:p>
      </dgm:t>
    </dgm:pt>
    <dgm:pt modelId="{A7566199-2DB6-490F-AE8A-16B4D01B6530}" type="sibTrans" cxnId="{DFD47F4A-31DD-43F3-BCC6-93BE0F1DF3E1}">
      <dgm:prSet/>
      <dgm:spPr/>
      <dgm:t>
        <a:bodyPr/>
        <a:lstStyle/>
        <a:p>
          <a:endParaRPr lang="zh-CN" altLang="en-US"/>
        </a:p>
      </dgm:t>
    </dgm:pt>
    <dgm:pt modelId="{25E2DF3C-7A90-45CC-8150-E2F3B4AA93E9}">
      <dgm:prSet/>
      <dgm:spPr/>
      <dgm:t>
        <a:bodyPr/>
        <a:lstStyle/>
        <a:p>
          <a:r>
            <a:rPr lang="zh-CN" altLang="en-US" dirty="0" smtClean="0"/>
            <a:t>大型粉尘过滤网，可完全清理灰尘，电动震动器可以自动清洁过滤网。</a:t>
          </a:r>
          <a:endParaRPr lang="zh-CN" altLang="en-US" dirty="0"/>
        </a:p>
      </dgm:t>
    </dgm:pt>
    <dgm:pt modelId="{370605B4-5BC1-40AF-B77F-8973B2EABA60}" type="parTrans" cxnId="{75AB4B8F-FA44-43F9-9322-735F671323BF}">
      <dgm:prSet/>
      <dgm:spPr/>
      <dgm:t>
        <a:bodyPr/>
        <a:lstStyle/>
        <a:p>
          <a:endParaRPr lang="zh-CN" altLang="en-US"/>
        </a:p>
      </dgm:t>
    </dgm:pt>
    <dgm:pt modelId="{25483B94-DBBE-46E0-B22B-C448EF52DF23}" type="sibTrans" cxnId="{75AB4B8F-FA44-43F9-9322-735F671323BF}">
      <dgm:prSet/>
      <dgm:spPr/>
      <dgm:t>
        <a:bodyPr/>
        <a:lstStyle/>
        <a:p>
          <a:endParaRPr lang="zh-CN" altLang="en-US"/>
        </a:p>
      </dgm:t>
    </dgm:pt>
    <dgm:pt modelId="{55BBFF2A-0F46-4511-99B8-577D392AEF3A}">
      <dgm:prSet/>
      <dgm:spPr/>
      <dgm:t>
        <a:bodyPr/>
        <a:lstStyle/>
        <a:p>
          <a:r>
            <a:rPr lang="zh-CN" altLang="en-US" dirty="0" smtClean="0"/>
            <a:t>钢制底盘一次压模成型，承重力强，持久耐用型轮胎，具备刹车装置。</a:t>
          </a:r>
          <a:endParaRPr lang="zh-CN" altLang="en-US" dirty="0"/>
        </a:p>
      </dgm:t>
    </dgm:pt>
    <dgm:pt modelId="{5530446A-9DCC-4E03-BF93-6938DFC54B4A}" type="parTrans" cxnId="{35AEB5E0-92DD-4BE2-BD6A-E137116F2F77}">
      <dgm:prSet/>
      <dgm:spPr/>
      <dgm:t>
        <a:bodyPr/>
        <a:lstStyle/>
        <a:p>
          <a:endParaRPr lang="zh-CN" altLang="en-US"/>
        </a:p>
      </dgm:t>
    </dgm:pt>
    <dgm:pt modelId="{E28B6C7A-B062-48FD-BB21-29D623E44D1B}" type="sibTrans" cxnId="{35AEB5E0-92DD-4BE2-BD6A-E137116F2F77}">
      <dgm:prSet/>
      <dgm:spPr/>
      <dgm:t>
        <a:bodyPr/>
        <a:lstStyle/>
        <a:p>
          <a:endParaRPr lang="zh-CN" altLang="en-US"/>
        </a:p>
      </dgm:t>
    </dgm:pt>
    <dgm:pt modelId="{D32F63C1-8273-4B12-8130-4E97AF61BD6E}">
      <dgm:prSet/>
      <dgm:spPr/>
      <dgm:t>
        <a:bodyPr/>
        <a:lstStyle/>
        <a:p>
          <a:r>
            <a:rPr lang="zh-CN" altLang="en-US" dirty="0" smtClean="0"/>
            <a:t>所有机械部件易拆卸，可轻松更换主刷边刷和过滤器。</a:t>
          </a:r>
          <a:endParaRPr lang="zh-CN" altLang="en-US" dirty="0"/>
        </a:p>
      </dgm:t>
    </dgm:pt>
    <dgm:pt modelId="{5F71C835-D3EA-48DF-9D7D-97401DACF248}" type="parTrans" cxnId="{1013501C-FFBC-417A-83A4-029B236A3224}">
      <dgm:prSet/>
      <dgm:spPr/>
      <dgm:t>
        <a:bodyPr/>
        <a:lstStyle/>
        <a:p>
          <a:endParaRPr lang="zh-CN" altLang="en-US"/>
        </a:p>
      </dgm:t>
    </dgm:pt>
    <dgm:pt modelId="{16F0795A-BD6C-4AE3-929C-E2558E577099}" type="sibTrans" cxnId="{1013501C-FFBC-417A-83A4-029B236A3224}">
      <dgm:prSet/>
      <dgm:spPr/>
      <dgm:t>
        <a:bodyPr/>
        <a:lstStyle/>
        <a:p>
          <a:endParaRPr lang="zh-CN" altLang="en-US"/>
        </a:p>
      </dgm:t>
    </dgm:pt>
    <dgm:pt modelId="{58CD81C8-AF3E-46CD-81AA-81155FD0BD39}">
      <dgm:prSet/>
      <dgm:spPr/>
      <dgm:t>
        <a:bodyPr/>
        <a:lstStyle/>
        <a:p>
          <a:r>
            <a:rPr lang="zh-CN" altLang="en-US" dirty="0" smtClean="0"/>
            <a:t>外形美观大方，性能稳定，维修率低，扫地效果显著。</a:t>
          </a:r>
          <a:endParaRPr lang="zh-CN" altLang="en-US" dirty="0"/>
        </a:p>
      </dgm:t>
    </dgm:pt>
    <dgm:pt modelId="{ED813DB2-3080-4DD6-9BB8-7E39FE5D4605}" type="parTrans" cxnId="{DA72C803-5946-445F-B6B8-D3D9D63090DD}">
      <dgm:prSet/>
      <dgm:spPr/>
      <dgm:t>
        <a:bodyPr/>
        <a:lstStyle/>
        <a:p>
          <a:endParaRPr lang="zh-CN" altLang="en-US"/>
        </a:p>
      </dgm:t>
    </dgm:pt>
    <dgm:pt modelId="{7378F857-0B52-4544-B892-D08DFDF255C6}" type="sibTrans" cxnId="{DA72C803-5946-445F-B6B8-D3D9D63090DD}">
      <dgm:prSet/>
      <dgm:spPr/>
      <dgm:t>
        <a:bodyPr/>
        <a:lstStyle/>
        <a:p>
          <a:endParaRPr lang="zh-CN" altLang="en-US"/>
        </a:p>
      </dgm:t>
    </dgm:pt>
    <dgm:pt modelId="{10A3D346-D9AD-44DA-B425-3437A2E313C8}">
      <dgm:prSet/>
      <dgm:spPr/>
      <dgm:t>
        <a:bodyPr/>
        <a:lstStyle/>
        <a:p>
          <a:r>
            <a:rPr lang="zh-CN" altLang="en-US" dirty="0" smtClean="0"/>
            <a:t>可选配</a:t>
          </a:r>
          <a:r>
            <a:rPr lang="en-US" altLang="en-US" dirty="0" smtClean="0"/>
            <a:t>PFC</a:t>
          </a:r>
          <a:r>
            <a:rPr lang="zh-CN" altLang="en-US" dirty="0" smtClean="0"/>
            <a:t>充电机，喷水功能，遮阳棚。</a:t>
          </a:r>
          <a:endParaRPr lang="zh-CN" altLang="en-US" dirty="0"/>
        </a:p>
      </dgm:t>
    </dgm:pt>
    <dgm:pt modelId="{1261798A-A1E2-491F-AE13-BD7CE6E3420D}" type="parTrans" cxnId="{4BCF8B5D-0732-4C3E-8FA2-3AB4F1C725C1}">
      <dgm:prSet/>
      <dgm:spPr/>
      <dgm:t>
        <a:bodyPr/>
        <a:lstStyle/>
        <a:p>
          <a:endParaRPr lang="zh-CN" altLang="en-US"/>
        </a:p>
      </dgm:t>
    </dgm:pt>
    <dgm:pt modelId="{B35CBAFF-ADAF-4AD5-81EF-7FDCE84221E3}" type="sibTrans" cxnId="{4BCF8B5D-0732-4C3E-8FA2-3AB4F1C725C1}">
      <dgm:prSet/>
      <dgm:spPr/>
      <dgm:t>
        <a:bodyPr/>
        <a:lstStyle/>
        <a:p>
          <a:endParaRPr lang="zh-CN" altLang="en-US"/>
        </a:p>
      </dgm:t>
    </dgm:pt>
    <dgm:pt modelId="{DC0C0154-D2F1-415C-BE16-F1615BEA1356}" type="pres">
      <dgm:prSet presAssocID="{E3B50136-B58F-4509-BBEC-B550478FA617}" presName="vert0" presStyleCnt="0">
        <dgm:presLayoutVars>
          <dgm:dir/>
          <dgm:animOne val="branch"/>
          <dgm:animLvl val="lvl"/>
        </dgm:presLayoutVars>
      </dgm:prSet>
      <dgm:spPr/>
    </dgm:pt>
    <dgm:pt modelId="{AFF524B2-5E31-4BD4-9C67-7EF6436CAD3A}" type="pres">
      <dgm:prSet presAssocID="{84AE926B-9689-4D42-9454-EC311A8E1665}" presName="thickLine" presStyleLbl="alignNode1" presStyleIdx="0" presStyleCnt="1"/>
      <dgm:spPr/>
    </dgm:pt>
    <dgm:pt modelId="{4F90770B-D08F-451A-89D6-BC3EBE966C67}" type="pres">
      <dgm:prSet presAssocID="{84AE926B-9689-4D42-9454-EC311A8E1665}" presName="horz1" presStyleCnt="0"/>
      <dgm:spPr/>
    </dgm:pt>
    <dgm:pt modelId="{C406E184-FF6E-475E-806F-798DE16FF2D0}" type="pres">
      <dgm:prSet presAssocID="{84AE926B-9689-4D42-9454-EC311A8E1665}" presName="tx1" presStyleLbl="revTx" presStyleIdx="0" presStyleCnt="9"/>
      <dgm:spPr/>
      <dgm:t>
        <a:bodyPr/>
        <a:lstStyle/>
        <a:p>
          <a:endParaRPr lang="zh-CN" altLang="en-US"/>
        </a:p>
      </dgm:t>
    </dgm:pt>
    <dgm:pt modelId="{BE222651-EA31-4F5D-9B4B-74BB15066E4A}" type="pres">
      <dgm:prSet presAssocID="{84AE926B-9689-4D42-9454-EC311A8E1665}" presName="vert1" presStyleCnt="0"/>
      <dgm:spPr/>
    </dgm:pt>
    <dgm:pt modelId="{52D774A0-94DE-4EAA-8D18-540F30D1E495}" type="pres">
      <dgm:prSet presAssocID="{881E93A0-8D2A-4DDC-88BC-C4B0B49264C5}" presName="vertSpace2a" presStyleCnt="0"/>
      <dgm:spPr/>
    </dgm:pt>
    <dgm:pt modelId="{9EBD8416-83E7-4F61-BBE6-46527F4F975F}" type="pres">
      <dgm:prSet presAssocID="{881E93A0-8D2A-4DDC-88BC-C4B0B49264C5}" presName="horz2" presStyleCnt="0"/>
      <dgm:spPr/>
    </dgm:pt>
    <dgm:pt modelId="{DBDBD905-5B90-4656-92A1-F21955F3423B}" type="pres">
      <dgm:prSet presAssocID="{881E93A0-8D2A-4DDC-88BC-C4B0B49264C5}" presName="horzSpace2" presStyleCnt="0"/>
      <dgm:spPr/>
    </dgm:pt>
    <dgm:pt modelId="{361BC5A9-91BD-483C-B48F-A953328CE786}" type="pres">
      <dgm:prSet presAssocID="{881E93A0-8D2A-4DDC-88BC-C4B0B49264C5}" presName="tx2" presStyleLbl="revTx" presStyleIdx="1" presStyleCnt="9"/>
      <dgm:spPr/>
      <dgm:t>
        <a:bodyPr/>
        <a:lstStyle/>
        <a:p>
          <a:endParaRPr lang="zh-CN" altLang="en-US"/>
        </a:p>
      </dgm:t>
    </dgm:pt>
    <dgm:pt modelId="{9488E5D3-43B3-4C70-B1E5-E0377A0B110F}" type="pres">
      <dgm:prSet presAssocID="{881E93A0-8D2A-4DDC-88BC-C4B0B49264C5}" presName="vert2" presStyleCnt="0"/>
      <dgm:spPr/>
    </dgm:pt>
    <dgm:pt modelId="{6727EB5E-D8C1-4CCC-A4C5-97F70257F88A}" type="pres">
      <dgm:prSet presAssocID="{881E93A0-8D2A-4DDC-88BC-C4B0B49264C5}" presName="thinLine2b" presStyleLbl="callout" presStyleIdx="0" presStyleCnt="8"/>
      <dgm:spPr/>
    </dgm:pt>
    <dgm:pt modelId="{698E3CEC-1606-4E50-BBE3-FB05E76A7FE2}" type="pres">
      <dgm:prSet presAssocID="{881E93A0-8D2A-4DDC-88BC-C4B0B49264C5}" presName="vertSpace2b" presStyleCnt="0"/>
      <dgm:spPr/>
    </dgm:pt>
    <dgm:pt modelId="{72E9C945-E878-4708-A00C-EEA1187BAB66}" type="pres">
      <dgm:prSet presAssocID="{3F028089-FF01-450D-9C9F-55EE013406B7}" presName="horz2" presStyleCnt="0"/>
      <dgm:spPr/>
    </dgm:pt>
    <dgm:pt modelId="{3C753818-6331-4625-B029-AC87E916A18B}" type="pres">
      <dgm:prSet presAssocID="{3F028089-FF01-450D-9C9F-55EE013406B7}" presName="horzSpace2" presStyleCnt="0"/>
      <dgm:spPr/>
    </dgm:pt>
    <dgm:pt modelId="{442DDDFB-BD8A-4DDF-8E60-869D45C8B5EE}" type="pres">
      <dgm:prSet presAssocID="{3F028089-FF01-450D-9C9F-55EE013406B7}" presName="tx2" presStyleLbl="revTx" presStyleIdx="2" presStyleCnt="9"/>
      <dgm:spPr/>
      <dgm:t>
        <a:bodyPr/>
        <a:lstStyle/>
        <a:p>
          <a:endParaRPr lang="zh-CN" altLang="en-US"/>
        </a:p>
      </dgm:t>
    </dgm:pt>
    <dgm:pt modelId="{B6A22093-F98B-45DB-B012-D19881E31F8D}" type="pres">
      <dgm:prSet presAssocID="{3F028089-FF01-450D-9C9F-55EE013406B7}" presName="vert2" presStyleCnt="0"/>
      <dgm:spPr/>
    </dgm:pt>
    <dgm:pt modelId="{D6DB118C-DCAA-4D2E-AB74-043D03D6F968}" type="pres">
      <dgm:prSet presAssocID="{3F028089-FF01-450D-9C9F-55EE013406B7}" presName="thinLine2b" presStyleLbl="callout" presStyleIdx="1" presStyleCnt="8"/>
      <dgm:spPr/>
    </dgm:pt>
    <dgm:pt modelId="{4788FE9A-1FF5-4CB7-A1EB-77D728622FFC}" type="pres">
      <dgm:prSet presAssocID="{3F028089-FF01-450D-9C9F-55EE013406B7}" presName="vertSpace2b" presStyleCnt="0"/>
      <dgm:spPr/>
    </dgm:pt>
    <dgm:pt modelId="{CC961FDD-54D0-4B12-B104-A1D4AA59CF47}" type="pres">
      <dgm:prSet presAssocID="{7D3D1F2F-5420-40F8-AF49-C58B4C81CBCE}" presName="horz2" presStyleCnt="0"/>
      <dgm:spPr/>
    </dgm:pt>
    <dgm:pt modelId="{5E58FF4A-DBB8-4FC7-96E9-B4761DF877FE}" type="pres">
      <dgm:prSet presAssocID="{7D3D1F2F-5420-40F8-AF49-C58B4C81CBCE}" presName="horzSpace2" presStyleCnt="0"/>
      <dgm:spPr/>
    </dgm:pt>
    <dgm:pt modelId="{190CC5EE-8125-45DE-B8E0-1AAE1D57B488}" type="pres">
      <dgm:prSet presAssocID="{7D3D1F2F-5420-40F8-AF49-C58B4C81CBCE}" presName="tx2" presStyleLbl="revTx" presStyleIdx="3" presStyleCnt="9"/>
      <dgm:spPr/>
      <dgm:t>
        <a:bodyPr/>
        <a:lstStyle/>
        <a:p>
          <a:endParaRPr lang="zh-CN" altLang="en-US"/>
        </a:p>
      </dgm:t>
    </dgm:pt>
    <dgm:pt modelId="{89442100-95D6-4665-A47D-6994CB9B406B}" type="pres">
      <dgm:prSet presAssocID="{7D3D1F2F-5420-40F8-AF49-C58B4C81CBCE}" presName="vert2" presStyleCnt="0"/>
      <dgm:spPr/>
    </dgm:pt>
    <dgm:pt modelId="{4B128001-F5E1-4FC3-A202-62C76974F982}" type="pres">
      <dgm:prSet presAssocID="{7D3D1F2F-5420-40F8-AF49-C58B4C81CBCE}" presName="thinLine2b" presStyleLbl="callout" presStyleIdx="2" presStyleCnt="8"/>
      <dgm:spPr/>
    </dgm:pt>
    <dgm:pt modelId="{2B88356B-123F-4B7F-AD27-A6F1DBEB387B}" type="pres">
      <dgm:prSet presAssocID="{7D3D1F2F-5420-40F8-AF49-C58B4C81CBCE}" presName="vertSpace2b" presStyleCnt="0"/>
      <dgm:spPr/>
    </dgm:pt>
    <dgm:pt modelId="{E06119BD-E17C-4A91-A128-89153B06E1B4}" type="pres">
      <dgm:prSet presAssocID="{25E2DF3C-7A90-45CC-8150-E2F3B4AA93E9}" presName="horz2" presStyleCnt="0"/>
      <dgm:spPr/>
    </dgm:pt>
    <dgm:pt modelId="{EA9E5001-509D-4F0B-8E22-B899B11094F5}" type="pres">
      <dgm:prSet presAssocID="{25E2DF3C-7A90-45CC-8150-E2F3B4AA93E9}" presName="horzSpace2" presStyleCnt="0"/>
      <dgm:spPr/>
    </dgm:pt>
    <dgm:pt modelId="{DB2A0D44-A884-4A20-AABB-ADE6BB4A3F76}" type="pres">
      <dgm:prSet presAssocID="{25E2DF3C-7A90-45CC-8150-E2F3B4AA93E9}" presName="tx2" presStyleLbl="revTx" presStyleIdx="4" presStyleCnt="9"/>
      <dgm:spPr/>
      <dgm:t>
        <a:bodyPr/>
        <a:lstStyle/>
        <a:p>
          <a:endParaRPr lang="zh-CN" altLang="en-US"/>
        </a:p>
      </dgm:t>
    </dgm:pt>
    <dgm:pt modelId="{626935C5-19AF-472A-A68C-A28FB40F2841}" type="pres">
      <dgm:prSet presAssocID="{25E2DF3C-7A90-45CC-8150-E2F3B4AA93E9}" presName="vert2" presStyleCnt="0"/>
      <dgm:spPr/>
    </dgm:pt>
    <dgm:pt modelId="{DF060D24-5012-448C-8B82-EAD57296E621}" type="pres">
      <dgm:prSet presAssocID="{25E2DF3C-7A90-45CC-8150-E2F3B4AA93E9}" presName="thinLine2b" presStyleLbl="callout" presStyleIdx="3" presStyleCnt="8"/>
      <dgm:spPr/>
    </dgm:pt>
    <dgm:pt modelId="{35BBD54F-74EE-48E5-BD70-801771019741}" type="pres">
      <dgm:prSet presAssocID="{25E2DF3C-7A90-45CC-8150-E2F3B4AA93E9}" presName="vertSpace2b" presStyleCnt="0"/>
      <dgm:spPr/>
    </dgm:pt>
    <dgm:pt modelId="{52A6BA82-F0B3-4EFC-8575-294355C47A68}" type="pres">
      <dgm:prSet presAssocID="{55BBFF2A-0F46-4511-99B8-577D392AEF3A}" presName="horz2" presStyleCnt="0"/>
      <dgm:spPr/>
    </dgm:pt>
    <dgm:pt modelId="{CF4382F8-B3EE-4A5A-9EDB-FE5B9AAA097F}" type="pres">
      <dgm:prSet presAssocID="{55BBFF2A-0F46-4511-99B8-577D392AEF3A}" presName="horzSpace2" presStyleCnt="0"/>
      <dgm:spPr/>
    </dgm:pt>
    <dgm:pt modelId="{CA62A21C-B577-4B8F-AD29-101C9A442BC4}" type="pres">
      <dgm:prSet presAssocID="{55BBFF2A-0F46-4511-99B8-577D392AEF3A}" presName="tx2" presStyleLbl="revTx" presStyleIdx="5" presStyleCnt="9"/>
      <dgm:spPr/>
      <dgm:t>
        <a:bodyPr/>
        <a:lstStyle/>
        <a:p>
          <a:endParaRPr lang="zh-CN" altLang="en-US"/>
        </a:p>
      </dgm:t>
    </dgm:pt>
    <dgm:pt modelId="{5C7335D6-FEEF-476C-AA66-BF3B7551F0DC}" type="pres">
      <dgm:prSet presAssocID="{55BBFF2A-0F46-4511-99B8-577D392AEF3A}" presName="vert2" presStyleCnt="0"/>
      <dgm:spPr/>
    </dgm:pt>
    <dgm:pt modelId="{E94B23BF-55E3-4A43-9EC6-70CFA8676249}" type="pres">
      <dgm:prSet presAssocID="{55BBFF2A-0F46-4511-99B8-577D392AEF3A}" presName="thinLine2b" presStyleLbl="callout" presStyleIdx="4" presStyleCnt="8"/>
      <dgm:spPr/>
    </dgm:pt>
    <dgm:pt modelId="{F7D8BBAA-43AA-43D2-AF72-8982C20C8B4D}" type="pres">
      <dgm:prSet presAssocID="{55BBFF2A-0F46-4511-99B8-577D392AEF3A}" presName="vertSpace2b" presStyleCnt="0"/>
      <dgm:spPr/>
    </dgm:pt>
    <dgm:pt modelId="{BAC0C98F-E0E7-4FB1-82F0-C84E77E0D66A}" type="pres">
      <dgm:prSet presAssocID="{D32F63C1-8273-4B12-8130-4E97AF61BD6E}" presName="horz2" presStyleCnt="0"/>
      <dgm:spPr/>
    </dgm:pt>
    <dgm:pt modelId="{118C19C3-E109-4D30-81F2-273B925F1A9B}" type="pres">
      <dgm:prSet presAssocID="{D32F63C1-8273-4B12-8130-4E97AF61BD6E}" presName="horzSpace2" presStyleCnt="0"/>
      <dgm:spPr/>
    </dgm:pt>
    <dgm:pt modelId="{D7826B42-2F82-4D12-BFE3-58A306DAF009}" type="pres">
      <dgm:prSet presAssocID="{D32F63C1-8273-4B12-8130-4E97AF61BD6E}" presName="tx2" presStyleLbl="revTx" presStyleIdx="6" presStyleCnt="9"/>
      <dgm:spPr/>
      <dgm:t>
        <a:bodyPr/>
        <a:lstStyle/>
        <a:p>
          <a:endParaRPr lang="zh-CN" altLang="en-US"/>
        </a:p>
      </dgm:t>
    </dgm:pt>
    <dgm:pt modelId="{3FC34B67-A576-47E3-B10F-ABAF66FE20EE}" type="pres">
      <dgm:prSet presAssocID="{D32F63C1-8273-4B12-8130-4E97AF61BD6E}" presName="vert2" presStyleCnt="0"/>
      <dgm:spPr/>
    </dgm:pt>
    <dgm:pt modelId="{69D0D7C4-F926-4AB1-A228-01BE98130A8F}" type="pres">
      <dgm:prSet presAssocID="{D32F63C1-8273-4B12-8130-4E97AF61BD6E}" presName="thinLine2b" presStyleLbl="callout" presStyleIdx="5" presStyleCnt="8"/>
      <dgm:spPr/>
    </dgm:pt>
    <dgm:pt modelId="{9399AA45-945B-4063-8292-D2C732F1C967}" type="pres">
      <dgm:prSet presAssocID="{D32F63C1-8273-4B12-8130-4E97AF61BD6E}" presName="vertSpace2b" presStyleCnt="0"/>
      <dgm:spPr/>
    </dgm:pt>
    <dgm:pt modelId="{9249BEBB-6A26-479B-A367-276C3FDECDCF}" type="pres">
      <dgm:prSet presAssocID="{58CD81C8-AF3E-46CD-81AA-81155FD0BD39}" presName="horz2" presStyleCnt="0"/>
      <dgm:spPr/>
    </dgm:pt>
    <dgm:pt modelId="{49140DE2-01BC-49DA-A06D-8F48CEC985A2}" type="pres">
      <dgm:prSet presAssocID="{58CD81C8-AF3E-46CD-81AA-81155FD0BD39}" presName="horzSpace2" presStyleCnt="0"/>
      <dgm:spPr/>
    </dgm:pt>
    <dgm:pt modelId="{717173D3-9C4E-4C74-AB94-BB4142D316CF}" type="pres">
      <dgm:prSet presAssocID="{58CD81C8-AF3E-46CD-81AA-81155FD0BD39}" presName="tx2" presStyleLbl="revTx" presStyleIdx="7" presStyleCnt="9"/>
      <dgm:spPr/>
      <dgm:t>
        <a:bodyPr/>
        <a:lstStyle/>
        <a:p>
          <a:endParaRPr lang="zh-CN" altLang="en-US"/>
        </a:p>
      </dgm:t>
    </dgm:pt>
    <dgm:pt modelId="{83524720-ACF0-4911-9799-7E7826AA93A3}" type="pres">
      <dgm:prSet presAssocID="{58CD81C8-AF3E-46CD-81AA-81155FD0BD39}" presName="vert2" presStyleCnt="0"/>
      <dgm:spPr/>
    </dgm:pt>
    <dgm:pt modelId="{014DCAE1-B107-4D6F-992B-9678511F4532}" type="pres">
      <dgm:prSet presAssocID="{58CD81C8-AF3E-46CD-81AA-81155FD0BD39}" presName="thinLine2b" presStyleLbl="callout" presStyleIdx="6" presStyleCnt="8"/>
      <dgm:spPr/>
    </dgm:pt>
    <dgm:pt modelId="{8E7E8A48-4DF0-464D-BABC-E83A2356847D}" type="pres">
      <dgm:prSet presAssocID="{58CD81C8-AF3E-46CD-81AA-81155FD0BD39}" presName="vertSpace2b" presStyleCnt="0"/>
      <dgm:spPr/>
    </dgm:pt>
    <dgm:pt modelId="{DBE5560A-CEA7-48F7-9060-B8219B33AC9D}" type="pres">
      <dgm:prSet presAssocID="{10A3D346-D9AD-44DA-B425-3437A2E313C8}" presName="horz2" presStyleCnt="0"/>
      <dgm:spPr/>
    </dgm:pt>
    <dgm:pt modelId="{A74948AE-5D7E-4176-AF08-EA6BBDAEC4E4}" type="pres">
      <dgm:prSet presAssocID="{10A3D346-D9AD-44DA-B425-3437A2E313C8}" presName="horzSpace2" presStyleCnt="0"/>
      <dgm:spPr/>
    </dgm:pt>
    <dgm:pt modelId="{BABE1B3F-643E-4C44-B4C1-89AEED96C72F}" type="pres">
      <dgm:prSet presAssocID="{10A3D346-D9AD-44DA-B425-3437A2E313C8}" presName="tx2" presStyleLbl="revTx" presStyleIdx="8" presStyleCnt="9"/>
      <dgm:spPr/>
      <dgm:t>
        <a:bodyPr/>
        <a:lstStyle/>
        <a:p>
          <a:endParaRPr lang="zh-CN" altLang="en-US"/>
        </a:p>
      </dgm:t>
    </dgm:pt>
    <dgm:pt modelId="{DA4465B3-0E1D-4D0A-B61A-AF1E85CEAE74}" type="pres">
      <dgm:prSet presAssocID="{10A3D346-D9AD-44DA-B425-3437A2E313C8}" presName="vert2" presStyleCnt="0"/>
      <dgm:spPr/>
    </dgm:pt>
    <dgm:pt modelId="{B570E1B8-C36D-417C-934B-07354F52779C}" type="pres">
      <dgm:prSet presAssocID="{10A3D346-D9AD-44DA-B425-3437A2E313C8}" presName="thinLine2b" presStyleLbl="callout" presStyleIdx="7" presStyleCnt="8"/>
      <dgm:spPr/>
    </dgm:pt>
    <dgm:pt modelId="{FFE43A38-0D52-4558-AD71-653D517E5AC8}" type="pres">
      <dgm:prSet presAssocID="{10A3D346-D9AD-44DA-B425-3437A2E313C8}" presName="vertSpace2b" presStyleCnt="0"/>
      <dgm:spPr/>
    </dgm:pt>
  </dgm:ptLst>
  <dgm:cxnLst>
    <dgm:cxn modelId="{0447BBDD-E08D-413B-9C49-797D2F819901}" type="presOf" srcId="{881E93A0-8D2A-4DDC-88BC-C4B0B49264C5}" destId="{361BC5A9-91BD-483C-B48F-A953328CE786}" srcOrd="0" destOrd="0" presId="urn:microsoft.com/office/officeart/2008/layout/LinedList"/>
    <dgm:cxn modelId="{7712C078-59FC-40C8-B7D5-6CFAD8FA847C}" srcId="{E3B50136-B58F-4509-BBEC-B550478FA617}" destId="{84AE926B-9689-4D42-9454-EC311A8E1665}" srcOrd="0" destOrd="0" parTransId="{FF29D93A-3D81-453F-B7F1-95D86B8C9C05}" sibTransId="{2BC417C3-8874-4A9A-9738-A4CD6FDFEEEF}"/>
    <dgm:cxn modelId="{75AB4B8F-FA44-43F9-9322-735F671323BF}" srcId="{84AE926B-9689-4D42-9454-EC311A8E1665}" destId="{25E2DF3C-7A90-45CC-8150-E2F3B4AA93E9}" srcOrd="3" destOrd="0" parTransId="{370605B4-5BC1-40AF-B77F-8973B2EABA60}" sibTransId="{25483B94-DBBE-46E0-B22B-C448EF52DF23}"/>
    <dgm:cxn modelId="{28967FB3-0381-4A69-AE88-E6E13784D7DF}" type="presOf" srcId="{D32F63C1-8273-4B12-8130-4E97AF61BD6E}" destId="{D7826B42-2F82-4D12-BFE3-58A306DAF009}" srcOrd="0" destOrd="0" presId="urn:microsoft.com/office/officeart/2008/layout/LinedList"/>
    <dgm:cxn modelId="{C304B478-0563-4D98-8990-D5DAEEC52EE3}" type="presOf" srcId="{84AE926B-9689-4D42-9454-EC311A8E1665}" destId="{C406E184-FF6E-475E-806F-798DE16FF2D0}" srcOrd="0" destOrd="0" presId="urn:microsoft.com/office/officeart/2008/layout/LinedList"/>
    <dgm:cxn modelId="{57B3948F-090D-45C2-AEF2-82D80A81D7D3}" type="presOf" srcId="{10A3D346-D9AD-44DA-B425-3437A2E313C8}" destId="{BABE1B3F-643E-4C44-B4C1-89AEED96C72F}" srcOrd="0" destOrd="0" presId="urn:microsoft.com/office/officeart/2008/layout/LinedList"/>
    <dgm:cxn modelId="{1013501C-FFBC-417A-83A4-029B236A3224}" srcId="{84AE926B-9689-4D42-9454-EC311A8E1665}" destId="{D32F63C1-8273-4B12-8130-4E97AF61BD6E}" srcOrd="5" destOrd="0" parTransId="{5F71C835-D3EA-48DF-9D7D-97401DACF248}" sibTransId="{16F0795A-BD6C-4AE3-929C-E2558E577099}"/>
    <dgm:cxn modelId="{4BCF8B5D-0732-4C3E-8FA2-3AB4F1C725C1}" srcId="{84AE926B-9689-4D42-9454-EC311A8E1665}" destId="{10A3D346-D9AD-44DA-B425-3437A2E313C8}" srcOrd="7" destOrd="0" parTransId="{1261798A-A1E2-491F-AE13-BD7CE6E3420D}" sibTransId="{B35CBAFF-ADAF-4AD5-81EF-7FDCE84221E3}"/>
    <dgm:cxn modelId="{35AEB5E0-92DD-4BE2-BD6A-E137116F2F77}" srcId="{84AE926B-9689-4D42-9454-EC311A8E1665}" destId="{55BBFF2A-0F46-4511-99B8-577D392AEF3A}" srcOrd="4" destOrd="0" parTransId="{5530446A-9DCC-4E03-BF93-6938DFC54B4A}" sibTransId="{E28B6C7A-B062-48FD-BB21-29D623E44D1B}"/>
    <dgm:cxn modelId="{FD665F2B-8AC9-4CE4-A793-65C704ADB089}" srcId="{84AE926B-9689-4D42-9454-EC311A8E1665}" destId="{3F028089-FF01-450D-9C9F-55EE013406B7}" srcOrd="1" destOrd="0" parTransId="{9675E991-C885-4F1A-8A46-8B780E517575}" sibTransId="{DED7C083-F95E-407D-9535-F93340D8A61A}"/>
    <dgm:cxn modelId="{AEAD4112-B1A5-4F8D-BF5C-1E1B2EC4146C}" type="presOf" srcId="{E3B50136-B58F-4509-BBEC-B550478FA617}" destId="{DC0C0154-D2F1-415C-BE16-F1615BEA1356}" srcOrd="0" destOrd="0" presId="urn:microsoft.com/office/officeart/2008/layout/LinedList"/>
    <dgm:cxn modelId="{A0654C8A-C2C3-4C7E-87DE-0C159A6681F4}" type="presOf" srcId="{25E2DF3C-7A90-45CC-8150-E2F3B4AA93E9}" destId="{DB2A0D44-A884-4A20-AABB-ADE6BB4A3F76}" srcOrd="0" destOrd="0" presId="urn:microsoft.com/office/officeart/2008/layout/LinedList"/>
    <dgm:cxn modelId="{23A9E96A-C488-4F27-918B-D6D78121AEBB}" type="presOf" srcId="{3F028089-FF01-450D-9C9F-55EE013406B7}" destId="{442DDDFB-BD8A-4DDF-8E60-869D45C8B5EE}" srcOrd="0" destOrd="0" presId="urn:microsoft.com/office/officeart/2008/layout/LinedList"/>
    <dgm:cxn modelId="{F4CEBC86-27F9-47F8-ACBB-667436B53A10}" type="presOf" srcId="{58CD81C8-AF3E-46CD-81AA-81155FD0BD39}" destId="{717173D3-9C4E-4C74-AB94-BB4142D316CF}" srcOrd="0" destOrd="0" presId="urn:microsoft.com/office/officeart/2008/layout/LinedList"/>
    <dgm:cxn modelId="{DFD47F4A-31DD-43F3-BCC6-93BE0F1DF3E1}" srcId="{84AE926B-9689-4D42-9454-EC311A8E1665}" destId="{7D3D1F2F-5420-40F8-AF49-C58B4C81CBCE}" srcOrd="2" destOrd="0" parTransId="{BFA377B7-24A6-4C32-8A7B-6FF95A9B18E2}" sibTransId="{A7566199-2DB6-490F-AE8A-16B4D01B6530}"/>
    <dgm:cxn modelId="{2D9D575C-7C99-4538-BAC5-7EBE8EC9E49A}" type="presOf" srcId="{7D3D1F2F-5420-40F8-AF49-C58B4C81CBCE}" destId="{190CC5EE-8125-45DE-B8E0-1AAE1D57B488}" srcOrd="0" destOrd="0" presId="urn:microsoft.com/office/officeart/2008/layout/LinedList"/>
    <dgm:cxn modelId="{DA72C803-5946-445F-B6B8-D3D9D63090DD}" srcId="{84AE926B-9689-4D42-9454-EC311A8E1665}" destId="{58CD81C8-AF3E-46CD-81AA-81155FD0BD39}" srcOrd="6" destOrd="0" parTransId="{ED813DB2-3080-4DD6-9BB8-7E39FE5D4605}" sibTransId="{7378F857-0B52-4544-B892-D08DFDF255C6}"/>
    <dgm:cxn modelId="{A6CD74EB-9AE6-4370-845B-EABD9B5DB035}" srcId="{84AE926B-9689-4D42-9454-EC311A8E1665}" destId="{881E93A0-8D2A-4DDC-88BC-C4B0B49264C5}" srcOrd="0" destOrd="0" parTransId="{57A0CD3E-B150-40C1-B23B-5F59B7AAE930}" sibTransId="{E34B96D5-F00E-4D5F-8178-EC5EDE368BBA}"/>
    <dgm:cxn modelId="{16D7E804-CAA1-4F0D-A006-5F9E67FE3771}" type="presOf" srcId="{55BBFF2A-0F46-4511-99B8-577D392AEF3A}" destId="{CA62A21C-B577-4B8F-AD29-101C9A442BC4}" srcOrd="0" destOrd="0" presId="urn:microsoft.com/office/officeart/2008/layout/LinedList"/>
    <dgm:cxn modelId="{54DE0958-BFE0-4E25-897D-1A661F456208}" type="presParOf" srcId="{DC0C0154-D2F1-415C-BE16-F1615BEA1356}" destId="{AFF524B2-5E31-4BD4-9C67-7EF6436CAD3A}" srcOrd="0" destOrd="0" presId="urn:microsoft.com/office/officeart/2008/layout/LinedList"/>
    <dgm:cxn modelId="{0F38918B-22A7-4A0C-8A95-4A1DB4718099}" type="presParOf" srcId="{DC0C0154-D2F1-415C-BE16-F1615BEA1356}" destId="{4F90770B-D08F-451A-89D6-BC3EBE966C67}" srcOrd="1" destOrd="0" presId="urn:microsoft.com/office/officeart/2008/layout/LinedList"/>
    <dgm:cxn modelId="{659BC742-6332-44E1-8167-B3249997283C}" type="presParOf" srcId="{4F90770B-D08F-451A-89D6-BC3EBE966C67}" destId="{C406E184-FF6E-475E-806F-798DE16FF2D0}" srcOrd="0" destOrd="0" presId="urn:microsoft.com/office/officeart/2008/layout/LinedList"/>
    <dgm:cxn modelId="{EAF33080-6E49-447F-B4AB-5F8153962757}" type="presParOf" srcId="{4F90770B-D08F-451A-89D6-BC3EBE966C67}" destId="{BE222651-EA31-4F5D-9B4B-74BB15066E4A}" srcOrd="1" destOrd="0" presId="urn:microsoft.com/office/officeart/2008/layout/LinedList"/>
    <dgm:cxn modelId="{27DC265C-CF47-49BD-963A-2A6AAD78D754}" type="presParOf" srcId="{BE222651-EA31-4F5D-9B4B-74BB15066E4A}" destId="{52D774A0-94DE-4EAA-8D18-540F30D1E495}" srcOrd="0" destOrd="0" presId="urn:microsoft.com/office/officeart/2008/layout/LinedList"/>
    <dgm:cxn modelId="{2EEB95C2-7923-4316-B9CC-433D572FDF95}" type="presParOf" srcId="{BE222651-EA31-4F5D-9B4B-74BB15066E4A}" destId="{9EBD8416-83E7-4F61-BBE6-46527F4F975F}" srcOrd="1" destOrd="0" presId="urn:microsoft.com/office/officeart/2008/layout/LinedList"/>
    <dgm:cxn modelId="{7B3CD0F5-A150-4BD3-AEA0-79A4757B3EA6}" type="presParOf" srcId="{9EBD8416-83E7-4F61-BBE6-46527F4F975F}" destId="{DBDBD905-5B90-4656-92A1-F21955F3423B}" srcOrd="0" destOrd="0" presId="urn:microsoft.com/office/officeart/2008/layout/LinedList"/>
    <dgm:cxn modelId="{E1947F44-C2F6-478E-A4DF-93C99F1DE41C}" type="presParOf" srcId="{9EBD8416-83E7-4F61-BBE6-46527F4F975F}" destId="{361BC5A9-91BD-483C-B48F-A953328CE786}" srcOrd="1" destOrd="0" presId="urn:microsoft.com/office/officeart/2008/layout/LinedList"/>
    <dgm:cxn modelId="{7ECEECDA-2A26-4E59-9874-25E5160EA762}" type="presParOf" srcId="{9EBD8416-83E7-4F61-BBE6-46527F4F975F}" destId="{9488E5D3-43B3-4C70-B1E5-E0377A0B110F}" srcOrd="2" destOrd="0" presId="urn:microsoft.com/office/officeart/2008/layout/LinedList"/>
    <dgm:cxn modelId="{75F5FF90-2E4B-4FA2-A9F7-DFC16F31FA17}" type="presParOf" srcId="{BE222651-EA31-4F5D-9B4B-74BB15066E4A}" destId="{6727EB5E-D8C1-4CCC-A4C5-97F70257F88A}" srcOrd="2" destOrd="0" presId="urn:microsoft.com/office/officeart/2008/layout/LinedList"/>
    <dgm:cxn modelId="{53E3FAF0-0C82-4EF2-9926-BFBC4CFC17FF}" type="presParOf" srcId="{BE222651-EA31-4F5D-9B4B-74BB15066E4A}" destId="{698E3CEC-1606-4E50-BBE3-FB05E76A7FE2}" srcOrd="3" destOrd="0" presId="urn:microsoft.com/office/officeart/2008/layout/LinedList"/>
    <dgm:cxn modelId="{05F1BF69-DFFA-4DA5-8E90-0CCE605E143A}" type="presParOf" srcId="{BE222651-EA31-4F5D-9B4B-74BB15066E4A}" destId="{72E9C945-E878-4708-A00C-EEA1187BAB66}" srcOrd="4" destOrd="0" presId="urn:microsoft.com/office/officeart/2008/layout/LinedList"/>
    <dgm:cxn modelId="{3B175859-FA3F-4DA0-A6F9-31E2592DD9D9}" type="presParOf" srcId="{72E9C945-E878-4708-A00C-EEA1187BAB66}" destId="{3C753818-6331-4625-B029-AC87E916A18B}" srcOrd="0" destOrd="0" presId="urn:microsoft.com/office/officeart/2008/layout/LinedList"/>
    <dgm:cxn modelId="{BD9D3C9B-944B-4A96-9ADA-1C967893F931}" type="presParOf" srcId="{72E9C945-E878-4708-A00C-EEA1187BAB66}" destId="{442DDDFB-BD8A-4DDF-8E60-869D45C8B5EE}" srcOrd="1" destOrd="0" presId="urn:microsoft.com/office/officeart/2008/layout/LinedList"/>
    <dgm:cxn modelId="{D2D6267B-DBC5-4863-9418-BE15A51D2A3C}" type="presParOf" srcId="{72E9C945-E878-4708-A00C-EEA1187BAB66}" destId="{B6A22093-F98B-45DB-B012-D19881E31F8D}" srcOrd="2" destOrd="0" presId="urn:microsoft.com/office/officeart/2008/layout/LinedList"/>
    <dgm:cxn modelId="{3DB59CC1-0A0A-40B3-B037-A34B42961D88}" type="presParOf" srcId="{BE222651-EA31-4F5D-9B4B-74BB15066E4A}" destId="{D6DB118C-DCAA-4D2E-AB74-043D03D6F968}" srcOrd="5" destOrd="0" presId="urn:microsoft.com/office/officeart/2008/layout/LinedList"/>
    <dgm:cxn modelId="{A681CFCF-3C57-4FE4-8BAE-AB0F7D91A603}" type="presParOf" srcId="{BE222651-EA31-4F5D-9B4B-74BB15066E4A}" destId="{4788FE9A-1FF5-4CB7-A1EB-77D728622FFC}" srcOrd="6" destOrd="0" presId="urn:microsoft.com/office/officeart/2008/layout/LinedList"/>
    <dgm:cxn modelId="{E82F8FD5-B949-4730-9945-04444CBE53FD}" type="presParOf" srcId="{BE222651-EA31-4F5D-9B4B-74BB15066E4A}" destId="{CC961FDD-54D0-4B12-B104-A1D4AA59CF47}" srcOrd="7" destOrd="0" presId="urn:microsoft.com/office/officeart/2008/layout/LinedList"/>
    <dgm:cxn modelId="{36158C05-E56D-43EA-8ADC-10F14E4CD286}" type="presParOf" srcId="{CC961FDD-54D0-4B12-B104-A1D4AA59CF47}" destId="{5E58FF4A-DBB8-4FC7-96E9-B4761DF877FE}" srcOrd="0" destOrd="0" presId="urn:microsoft.com/office/officeart/2008/layout/LinedList"/>
    <dgm:cxn modelId="{FDF1783C-4830-4AEC-AB1F-D67052C13609}" type="presParOf" srcId="{CC961FDD-54D0-4B12-B104-A1D4AA59CF47}" destId="{190CC5EE-8125-45DE-B8E0-1AAE1D57B488}" srcOrd="1" destOrd="0" presId="urn:microsoft.com/office/officeart/2008/layout/LinedList"/>
    <dgm:cxn modelId="{2DF52356-879B-48FC-87BE-A5581F5AF5A0}" type="presParOf" srcId="{CC961FDD-54D0-4B12-B104-A1D4AA59CF47}" destId="{89442100-95D6-4665-A47D-6994CB9B406B}" srcOrd="2" destOrd="0" presId="urn:microsoft.com/office/officeart/2008/layout/LinedList"/>
    <dgm:cxn modelId="{C9A503AA-87B1-4E8C-873F-81F13DE938DA}" type="presParOf" srcId="{BE222651-EA31-4F5D-9B4B-74BB15066E4A}" destId="{4B128001-F5E1-4FC3-A202-62C76974F982}" srcOrd="8" destOrd="0" presId="urn:microsoft.com/office/officeart/2008/layout/LinedList"/>
    <dgm:cxn modelId="{10FD9453-AB53-4AB1-97A3-0E633770FA78}" type="presParOf" srcId="{BE222651-EA31-4F5D-9B4B-74BB15066E4A}" destId="{2B88356B-123F-4B7F-AD27-A6F1DBEB387B}" srcOrd="9" destOrd="0" presId="urn:microsoft.com/office/officeart/2008/layout/LinedList"/>
    <dgm:cxn modelId="{B13C426D-2BC0-4B56-9F55-F2E2B782E398}" type="presParOf" srcId="{BE222651-EA31-4F5D-9B4B-74BB15066E4A}" destId="{E06119BD-E17C-4A91-A128-89153B06E1B4}" srcOrd="10" destOrd="0" presId="urn:microsoft.com/office/officeart/2008/layout/LinedList"/>
    <dgm:cxn modelId="{9760155F-DE38-4458-902A-45E5A809A609}" type="presParOf" srcId="{E06119BD-E17C-4A91-A128-89153B06E1B4}" destId="{EA9E5001-509D-4F0B-8E22-B899B11094F5}" srcOrd="0" destOrd="0" presId="urn:microsoft.com/office/officeart/2008/layout/LinedList"/>
    <dgm:cxn modelId="{84FD0596-62C3-4481-981A-151931FC2032}" type="presParOf" srcId="{E06119BD-E17C-4A91-A128-89153B06E1B4}" destId="{DB2A0D44-A884-4A20-AABB-ADE6BB4A3F76}" srcOrd="1" destOrd="0" presId="urn:microsoft.com/office/officeart/2008/layout/LinedList"/>
    <dgm:cxn modelId="{FC6D5758-FEAC-4F43-B755-66BE77DA9693}" type="presParOf" srcId="{E06119BD-E17C-4A91-A128-89153B06E1B4}" destId="{626935C5-19AF-472A-A68C-A28FB40F2841}" srcOrd="2" destOrd="0" presId="urn:microsoft.com/office/officeart/2008/layout/LinedList"/>
    <dgm:cxn modelId="{1ABEC2A4-41D1-4A9D-B842-5DEDD2C912EF}" type="presParOf" srcId="{BE222651-EA31-4F5D-9B4B-74BB15066E4A}" destId="{DF060D24-5012-448C-8B82-EAD57296E621}" srcOrd="11" destOrd="0" presId="urn:microsoft.com/office/officeart/2008/layout/LinedList"/>
    <dgm:cxn modelId="{8AC4E35A-B0C7-4E7D-B403-CA0802BE1130}" type="presParOf" srcId="{BE222651-EA31-4F5D-9B4B-74BB15066E4A}" destId="{35BBD54F-74EE-48E5-BD70-801771019741}" srcOrd="12" destOrd="0" presId="urn:microsoft.com/office/officeart/2008/layout/LinedList"/>
    <dgm:cxn modelId="{85DECA2B-DCE0-4C1B-85E5-7063F78EF68B}" type="presParOf" srcId="{BE222651-EA31-4F5D-9B4B-74BB15066E4A}" destId="{52A6BA82-F0B3-4EFC-8575-294355C47A68}" srcOrd="13" destOrd="0" presId="urn:microsoft.com/office/officeart/2008/layout/LinedList"/>
    <dgm:cxn modelId="{7E5CB184-C06D-4696-BE2B-8779E8B5D93E}" type="presParOf" srcId="{52A6BA82-F0B3-4EFC-8575-294355C47A68}" destId="{CF4382F8-B3EE-4A5A-9EDB-FE5B9AAA097F}" srcOrd="0" destOrd="0" presId="urn:microsoft.com/office/officeart/2008/layout/LinedList"/>
    <dgm:cxn modelId="{A3853891-4238-4463-826F-19D87F6FB482}" type="presParOf" srcId="{52A6BA82-F0B3-4EFC-8575-294355C47A68}" destId="{CA62A21C-B577-4B8F-AD29-101C9A442BC4}" srcOrd="1" destOrd="0" presId="urn:microsoft.com/office/officeart/2008/layout/LinedList"/>
    <dgm:cxn modelId="{6D3D7C81-103C-4344-A4D5-12E471615D45}" type="presParOf" srcId="{52A6BA82-F0B3-4EFC-8575-294355C47A68}" destId="{5C7335D6-FEEF-476C-AA66-BF3B7551F0DC}" srcOrd="2" destOrd="0" presId="urn:microsoft.com/office/officeart/2008/layout/LinedList"/>
    <dgm:cxn modelId="{19F20694-62CC-4B0B-9F6C-BFD7B66B8DD8}" type="presParOf" srcId="{BE222651-EA31-4F5D-9B4B-74BB15066E4A}" destId="{E94B23BF-55E3-4A43-9EC6-70CFA8676249}" srcOrd="14" destOrd="0" presId="urn:microsoft.com/office/officeart/2008/layout/LinedList"/>
    <dgm:cxn modelId="{3B4A8FB5-3534-4C24-8929-87108643DF61}" type="presParOf" srcId="{BE222651-EA31-4F5D-9B4B-74BB15066E4A}" destId="{F7D8BBAA-43AA-43D2-AF72-8982C20C8B4D}" srcOrd="15" destOrd="0" presId="urn:microsoft.com/office/officeart/2008/layout/LinedList"/>
    <dgm:cxn modelId="{8B69FDDF-7460-43C1-A26E-12B440F2C41E}" type="presParOf" srcId="{BE222651-EA31-4F5D-9B4B-74BB15066E4A}" destId="{BAC0C98F-E0E7-4FB1-82F0-C84E77E0D66A}" srcOrd="16" destOrd="0" presId="urn:microsoft.com/office/officeart/2008/layout/LinedList"/>
    <dgm:cxn modelId="{F8850252-E800-4DF8-B59E-360C4CEC739A}" type="presParOf" srcId="{BAC0C98F-E0E7-4FB1-82F0-C84E77E0D66A}" destId="{118C19C3-E109-4D30-81F2-273B925F1A9B}" srcOrd="0" destOrd="0" presId="urn:microsoft.com/office/officeart/2008/layout/LinedList"/>
    <dgm:cxn modelId="{03FEE427-3B50-4040-8A0A-EAF440B9665F}" type="presParOf" srcId="{BAC0C98F-E0E7-4FB1-82F0-C84E77E0D66A}" destId="{D7826B42-2F82-4D12-BFE3-58A306DAF009}" srcOrd="1" destOrd="0" presId="urn:microsoft.com/office/officeart/2008/layout/LinedList"/>
    <dgm:cxn modelId="{13AC4A0D-FEE8-412F-9411-64B0CDC859E3}" type="presParOf" srcId="{BAC0C98F-E0E7-4FB1-82F0-C84E77E0D66A}" destId="{3FC34B67-A576-47E3-B10F-ABAF66FE20EE}" srcOrd="2" destOrd="0" presId="urn:microsoft.com/office/officeart/2008/layout/LinedList"/>
    <dgm:cxn modelId="{E11940CE-1486-4326-A942-23520EB1490E}" type="presParOf" srcId="{BE222651-EA31-4F5D-9B4B-74BB15066E4A}" destId="{69D0D7C4-F926-4AB1-A228-01BE98130A8F}" srcOrd="17" destOrd="0" presId="urn:microsoft.com/office/officeart/2008/layout/LinedList"/>
    <dgm:cxn modelId="{900BA8B5-C4B2-42A3-BFD8-53C67A1AC9D1}" type="presParOf" srcId="{BE222651-EA31-4F5D-9B4B-74BB15066E4A}" destId="{9399AA45-945B-4063-8292-D2C732F1C967}" srcOrd="18" destOrd="0" presId="urn:microsoft.com/office/officeart/2008/layout/LinedList"/>
    <dgm:cxn modelId="{19EB1F12-EDFF-430A-8BEF-828E896EB4D7}" type="presParOf" srcId="{BE222651-EA31-4F5D-9B4B-74BB15066E4A}" destId="{9249BEBB-6A26-479B-A367-276C3FDECDCF}" srcOrd="19" destOrd="0" presId="urn:microsoft.com/office/officeart/2008/layout/LinedList"/>
    <dgm:cxn modelId="{CB96218B-FE39-4C3C-9420-05310AC6259C}" type="presParOf" srcId="{9249BEBB-6A26-479B-A367-276C3FDECDCF}" destId="{49140DE2-01BC-49DA-A06D-8F48CEC985A2}" srcOrd="0" destOrd="0" presId="urn:microsoft.com/office/officeart/2008/layout/LinedList"/>
    <dgm:cxn modelId="{4DEF7010-175C-47BC-9D16-710D0EAAD595}" type="presParOf" srcId="{9249BEBB-6A26-479B-A367-276C3FDECDCF}" destId="{717173D3-9C4E-4C74-AB94-BB4142D316CF}" srcOrd="1" destOrd="0" presId="urn:microsoft.com/office/officeart/2008/layout/LinedList"/>
    <dgm:cxn modelId="{44268DE8-2F49-41F8-8B44-168DE7DF7319}" type="presParOf" srcId="{9249BEBB-6A26-479B-A367-276C3FDECDCF}" destId="{83524720-ACF0-4911-9799-7E7826AA93A3}" srcOrd="2" destOrd="0" presId="urn:microsoft.com/office/officeart/2008/layout/LinedList"/>
    <dgm:cxn modelId="{5D388B85-DE47-4823-9A81-F49F09C41353}" type="presParOf" srcId="{BE222651-EA31-4F5D-9B4B-74BB15066E4A}" destId="{014DCAE1-B107-4D6F-992B-9678511F4532}" srcOrd="20" destOrd="0" presId="urn:microsoft.com/office/officeart/2008/layout/LinedList"/>
    <dgm:cxn modelId="{C9673F2E-9D99-4941-90C1-5216FB31A61F}" type="presParOf" srcId="{BE222651-EA31-4F5D-9B4B-74BB15066E4A}" destId="{8E7E8A48-4DF0-464D-BABC-E83A2356847D}" srcOrd="21" destOrd="0" presId="urn:microsoft.com/office/officeart/2008/layout/LinedList"/>
    <dgm:cxn modelId="{0A82B90F-00F6-424A-8C8B-542917D02E5E}" type="presParOf" srcId="{BE222651-EA31-4F5D-9B4B-74BB15066E4A}" destId="{DBE5560A-CEA7-48F7-9060-B8219B33AC9D}" srcOrd="22" destOrd="0" presId="urn:microsoft.com/office/officeart/2008/layout/LinedList"/>
    <dgm:cxn modelId="{585E846E-01F5-4E0E-AD20-438B60246C08}" type="presParOf" srcId="{DBE5560A-CEA7-48F7-9060-B8219B33AC9D}" destId="{A74948AE-5D7E-4176-AF08-EA6BBDAEC4E4}" srcOrd="0" destOrd="0" presId="urn:microsoft.com/office/officeart/2008/layout/LinedList"/>
    <dgm:cxn modelId="{AADC2044-EF96-44E3-8987-15E4758048A5}" type="presParOf" srcId="{DBE5560A-CEA7-48F7-9060-B8219B33AC9D}" destId="{BABE1B3F-643E-4C44-B4C1-89AEED96C72F}" srcOrd="1" destOrd="0" presId="urn:microsoft.com/office/officeart/2008/layout/LinedList"/>
    <dgm:cxn modelId="{0A2D1871-8F3F-46EA-9922-D7DFF29653B4}" type="presParOf" srcId="{DBE5560A-CEA7-48F7-9060-B8219B33AC9D}" destId="{DA4465B3-0E1D-4D0A-B61A-AF1E85CEAE74}" srcOrd="2" destOrd="0" presId="urn:microsoft.com/office/officeart/2008/layout/LinedList"/>
    <dgm:cxn modelId="{B9C65C52-1DB0-4589-9A35-11021609349E}" type="presParOf" srcId="{BE222651-EA31-4F5D-9B4B-74BB15066E4A}" destId="{B570E1B8-C36D-417C-934B-07354F52779C}" srcOrd="23" destOrd="0" presId="urn:microsoft.com/office/officeart/2008/layout/LinedList"/>
    <dgm:cxn modelId="{3A55EC23-6073-4CE6-BA3D-0D954FD5331D}" type="presParOf" srcId="{BE222651-EA31-4F5D-9B4B-74BB15066E4A}" destId="{FFE43A38-0D52-4558-AD71-653D517E5AC8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524B2-5E31-4BD4-9C67-7EF6436CAD3A}">
      <dsp:nvSpPr>
        <dsp:cNvPr id="0" name=""/>
        <dsp:cNvSpPr/>
      </dsp:nvSpPr>
      <dsp:spPr>
        <a:xfrm>
          <a:off x="0" y="0"/>
          <a:ext cx="6096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6E184-FF6E-475E-806F-798DE16FF2D0}">
      <dsp:nvSpPr>
        <dsp:cNvPr id="0" name=""/>
        <dsp:cNvSpPr/>
      </dsp:nvSpPr>
      <dsp:spPr>
        <a:xfrm>
          <a:off x="0" y="0"/>
          <a:ext cx="1219200" cy="406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lvl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6000" kern="1200" smtClean="0"/>
            <a:t>性能特点</a:t>
          </a:r>
          <a:endParaRPr lang="zh-CN" altLang="en-US" sz="6000" kern="1200"/>
        </a:p>
      </dsp:txBody>
      <dsp:txXfrm>
        <a:off x="0" y="0"/>
        <a:ext cx="1219200" cy="4064000"/>
      </dsp:txXfrm>
    </dsp:sp>
    <dsp:sp modelId="{361BC5A9-91BD-483C-B48F-A953328CE786}">
      <dsp:nvSpPr>
        <dsp:cNvPr id="0" name=""/>
        <dsp:cNvSpPr/>
      </dsp:nvSpPr>
      <dsp:spPr>
        <a:xfrm>
          <a:off x="1310640" y="24035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双刷，小巧灵活，通过性好。</a:t>
          </a:r>
          <a:endParaRPr lang="zh-CN" altLang="en-US" sz="1200" kern="1200" dirty="0"/>
        </a:p>
      </dsp:txBody>
      <dsp:txXfrm>
        <a:off x="1310640" y="24035"/>
        <a:ext cx="4785360" cy="480714"/>
      </dsp:txXfrm>
    </dsp:sp>
    <dsp:sp modelId="{6727EB5E-D8C1-4CCC-A4C5-97F70257F88A}">
      <dsp:nvSpPr>
        <dsp:cNvPr id="0" name=""/>
        <dsp:cNvSpPr/>
      </dsp:nvSpPr>
      <dsp:spPr>
        <a:xfrm>
          <a:off x="1219200" y="504750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DDDFB-BD8A-4DDF-8E60-869D45C8B5EE}">
      <dsp:nvSpPr>
        <dsp:cNvPr id="0" name=""/>
        <dsp:cNvSpPr/>
      </dsp:nvSpPr>
      <dsp:spPr>
        <a:xfrm>
          <a:off x="1310640" y="528786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主刷和边刷自动升降，一键操作。</a:t>
          </a:r>
          <a:endParaRPr lang="zh-CN" altLang="en-US" sz="1200" kern="1200" dirty="0"/>
        </a:p>
      </dsp:txBody>
      <dsp:txXfrm>
        <a:off x="1310640" y="528786"/>
        <a:ext cx="4785360" cy="480714"/>
      </dsp:txXfrm>
    </dsp:sp>
    <dsp:sp modelId="{D6DB118C-DCAA-4D2E-AB74-043D03D6F968}">
      <dsp:nvSpPr>
        <dsp:cNvPr id="0" name=""/>
        <dsp:cNvSpPr/>
      </dsp:nvSpPr>
      <dsp:spPr>
        <a:xfrm>
          <a:off x="1219200" y="1009501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CC5EE-8125-45DE-B8E0-1AAE1D57B488}">
      <dsp:nvSpPr>
        <dsp:cNvPr id="0" name=""/>
        <dsp:cNvSpPr/>
      </dsp:nvSpPr>
      <dsp:spPr>
        <a:xfrm>
          <a:off x="1310640" y="1033536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采用先进的高性能免维护电池，不漏液</a:t>
          </a:r>
          <a:r>
            <a:rPr lang="en-US" altLang="en-US" sz="1200" kern="1200" dirty="0" smtClean="0"/>
            <a:t>,</a:t>
          </a:r>
          <a:r>
            <a:rPr lang="zh-CN" altLang="en-US" sz="1200" kern="1200" dirty="0" smtClean="0"/>
            <a:t>不产生有害气体。</a:t>
          </a:r>
          <a:endParaRPr lang="zh-CN" altLang="en-US" sz="1200" kern="1200" dirty="0"/>
        </a:p>
      </dsp:txBody>
      <dsp:txXfrm>
        <a:off x="1310640" y="1033536"/>
        <a:ext cx="4785360" cy="480714"/>
      </dsp:txXfrm>
    </dsp:sp>
    <dsp:sp modelId="{4B128001-F5E1-4FC3-A202-62C76974F982}">
      <dsp:nvSpPr>
        <dsp:cNvPr id="0" name=""/>
        <dsp:cNvSpPr/>
      </dsp:nvSpPr>
      <dsp:spPr>
        <a:xfrm>
          <a:off x="1219200" y="1514251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A0D44-A884-4A20-AABB-ADE6BB4A3F76}">
      <dsp:nvSpPr>
        <dsp:cNvPr id="0" name=""/>
        <dsp:cNvSpPr/>
      </dsp:nvSpPr>
      <dsp:spPr>
        <a:xfrm>
          <a:off x="1310640" y="1538287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大型粉尘过滤网，可完全清理灰尘，电动震动器可以自动清洁过滤网。</a:t>
          </a:r>
          <a:endParaRPr lang="zh-CN" altLang="en-US" sz="1200" kern="1200" dirty="0"/>
        </a:p>
      </dsp:txBody>
      <dsp:txXfrm>
        <a:off x="1310640" y="1538287"/>
        <a:ext cx="4785360" cy="480714"/>
      </dsp:txXfrm>
    </dsp:sp>
    <dsp:sp modelId="{DF060D24-5012-448C-8B82-EAD57296E621}">
      <dsp:nvSpPr>
        <dsp:cNvPr id="0" name=""/>
        <dsp:cNvSpPr/>
      </dsp:nvSpPr>
      <dsp:spPr>
        <a:xfrm>
          <a:off x="1219200" y="2019002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2A21C-B577-4B8F-AD29-101C9A442BC4}">
      <dsp:nvSpPr>
        <dsp:cNvPr id="0" name=""/>
        <dsp:cNvSpPr/>
      </dsp:nvSpPr>
      <dsp:spPr>
        <a:xfrm>
          <a:off x="1310640" y="2043038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钢制底盘一次压模成型，承重力强，持久耐用型轮胎，具备刹车装置。</a:t>
          </a:r>
          <a:endParaRPr lang="zh-CN" altLang="en-US" sz="1200" kern="1200" dirty="0"/>
        </a:p>
      </dsp:txBody>
      <dsp:txXfrm>
        <a:off x="1310640" y="2043038"/>
        <a:ext cx="4785360" cy="480714"/>
      </dsp:txXfrm>
    </dsp:sp>
    <dsp:sp modelId="{E94B23BF-55E3-4A43-9EC6-70CFA8676249}">
      <dsp:nvSpPr>
        <dsp:cNvPr id="0" name=""/>
        <dsp:cNvSpPr/>
      </dsp:nvSpPr>
      <dsp:spPr>
        <a:xfrm>
          <a:off x="1219200" y="2523752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826B42-2F82-4D12-BFE3-58A306DAF009}">
      <dsp:nvSpPr>
        <dsp:cNvPr id="0" name=""/>
        <dsp:cNvSpPr/>
      </dsp:nvSpPr>
      <dsp:spPr>
        <a:xfrm>
          <a:off x="1310640" y="2547788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所有机械部件易拆卸，可轻松更换主刷边刷和过滤器。</a:t>
          </a:r>
          <a:endParaRPr lang="zh-CN" altLang="en-US" sz="1200" kern="1200" dirty="0"/>
        </a:p>
      </dsp:txBody>
      <dsp:txXfrm>
        <a:off x="1310640" y="2547788"/>
        <a:ext cx="4785360" cy="480714"/>
      </dsp:txXfrm>
    </dsp:sp>
    <dsp:sp modelId="{69D0D7C4-F926-4AB1-A228-01BE98130A8F}">
      <dsp:nvSpPr>
        <dsp:cNvPr id="0" name=""/>
        <dsp:cNvSpPr/>
      </dsp:nvSpPr>
      <dsp:spPr>
        <a:xfrm>
          <a:off x="1219200" y="3028503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173D3-9C4E-4C74-AB94-BB4142D316CF}">
      <dsp:nvSpPr>
        <dsp:cNvPr id="0" name=""/>
        <dsp:cNvSpPr/>
      </dsp:nvSpPr>
      <dsp:spPr>
        <a:xfrm>
          <a:off x="1310640" y="3052539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外形美观大方，性能稳定，维修率低，扫地效果显著。</a:t>
          </a:r>
          <a:endParaRPr lang="zh-CN" altLang="en-US" sz="1200" kern="1200" dirty="0"/>
        </a:p>
      </dsp:txBody>
      <dsp:txXfrm>
        <a:off x="1310640" y="3052539"/>
        <a:ext cx="4785360" cy="480714"/>
      </dsp:txXfrm>
    </dsp:sp>
    <dsp:sp modelId="{014DCAE1-B107-4D6F-992B-9678511F4532}">
      <dsp:nvSpPr>
        <dsp:cNvPr id="0" name=""/>
        <dsp:cNvSpPr/>
      </dsp:nvSpPr>
      <dsp:spPr>
        <a:xfrm>
          <a:off x="1219200" y="3533254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E1B3F-643E-4C44-B4C1-89AEED96C72F}">
      <dsp:nvSpPr>
        <dsp:cNvPr id="0" name=""/>
        <dsp:cNvSpPr/>
      </dsp:nvSpPr>
      <dsp:spPr>
        <a:xfrm>
          <a:off x="1310640" y="3557289"/>
          <a:ext cx="4785360" cy="480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可选配</a:t>
          </a:r>
          <a:r>
            <a:rPr lang="en-US" altLang="en-US" sz="1200" kern="1200" dirty="0" smtClean="0"/>
            <a:t>PFC</a:t>
          </a:r>
          <a:r>
            <a:rPr lang="zh-CN" altLang="en-US" sz="1200" kern="1200" dirty="0" smtClean="0"/>
            <a:t>充电机，喷水功能，遮阳棚。</a:t>
          </a:r>
          <a:endParaRPr lang="zh-CN" altLang="en-US" sz="1200" kern="1200" dirty="0"/>
        </a:p>
      </dsp:txBody>
      <dsp:txXfrm>
        <a:off x="1310640" y="3557289"/>
        <a:ext cx="4785360" cy="480714"/>
      </dsp:txXfrm>
    </dsp:sp>
    <dsp:sp modelId="{B570E1B8-C36D-417C-934B-07354F52779C}">
      <dsp:nvSpPr>
        <dsp:cNvPr id="0" name=""/>
        <dsp:cNvSpPr/>
      </dsp:nvSpPr>
      <dsp:spPr>
        <a:xfrm>
          <a:off x="1219200" y="4038004"/>
          <a:ext cx="487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61E98-AEAC-41F7-B8CF-62EE68E8432B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6ABA1-F50C-4680-8294-F2F83D900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28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科学作业，精制配件；培训简易，四部到位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6ABA1-F50C-4680-8294-F2F83D900CF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568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13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16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4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41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89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24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19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1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61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892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5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658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1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53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12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67B8-55B4-41F8-B93C-C5B964C725D2}" type="datetimeFigureOut">
              <a:rPr lang="zh-CN" altLang="en-US" smtClean="0"/>
              <a:t>2021/4/17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89CB344A-2E69-476A-852B-FAAF847F3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381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1703" y="2110085"/>
            <a:ext cx="8260596" cy="110799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</a:bodyPr>
          <a:lstStyle/>
          <a:p>
            <a:pPr algn="ctr"/>
            <a:r>
              <a:rPr lang="zh-CN" altLang="en-US" sz="6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小型扫地</a:t>
            </a:r>
            <a:r>
              <a:rPr lang="zh-CN" altLang="en-US" sz="6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车</a:t>
            </a:r>
            <a:r>
              <a:rPr lang="en-US" altLang="zh-CN" sz="6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MN-C200</a:t>
            </a:r>
            <a:endParaRPr lang="zh-CN" alt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090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详细介绍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MN-C200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小型电动扫地机主要用于高校、物业小区、工厂车间、广场等场所的室内外清扫。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清扫作业时，自动调节刷把升降，两只边刷将垃圾收集至中间位置，通过主刷抛甩至垃圾箱中，如粉尘较大时，可通过按下振尘按钮来保持滤芯的清洁度，保证清扫效果。</a:t>
            </a:r>
          </a:p>
          <a:p>
            <a:endParaRPr lang="zh-CN" altLang="en-US" dirty="0" smtClean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350" y="1595438"/>
            <a:ext cx="2832100" cy="2832100"/>
          </a:xfrm>
        </p:spPr>
      </p:pic>
    </p:spTree>
    <p:extLst>
      <p:ext uri="{BB962C8B-B14F-4D97-AF65-F5344CB8AC3E}">
        <p14:creationId xmlns:p14="http://schemas.microsoft.com/office/powerpoint/2010/main" val="200602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624357638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0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产品信息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5002758"/>
              </p:ext>
            </p:extLst>
          </p:nvPr>
        </p:nvGraphicFramePr>
        <p:xfrm>
          <a:off x="2056448" y="948416"/>
          <a:ext cx="5267960" cy="3959995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33980">
                  <a:extLst>
                    <a:ext uri="{9D8B030D-6E8A-4147-A177-3AD203B41FA5}">
                      <a16:colId xmlns:a16="http://schemas.microsoft.com/office/drawing/2014/main" val="2698455783"/>
                    </a:ext>
                  </a:extLst>
                </a:gridCol>
                <a:gridCol w="2633980">
                  <a:extLst>
                    <a:ext uri="{9D8B030D-6E8A-4147-A177-3AD203B41FA5}">
                      <a16:colId xmlns:a16="http://schemas.microsoft.com/office/drawing/2014/main" val="980273691"/>
                    </a:ext>
                  </a:extLst>
                </a:gridCol>
              </a:tblGrid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项目名称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参数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5472649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清扫宽度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&gt;1300mm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3809200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工作效率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&gt;7000</a:t>
                      </a:r>
                      <a:r>
                        <a:rPr lang="zh-CN" sz="1050" kern="100" dirty="0">
                          <a:effectLst/>
                        </a:rPr>
                        <a:t>㎡</a:t>
                      </a:r>
                      <a:r>
                        <a:rPr lang="en-US" sz="1050" kern="100" dirty="0">
                          <a:effectLst/>
                        </a:rPr>
                        <a:t>/h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7666010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爬坡能力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20%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9903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主刷长度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700mm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45826212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动力源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48v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062577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工作时间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4-6h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6104337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尘箱容量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130L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5191531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驱动功率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1200w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4456627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行驶速度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8km/h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5968096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过滤面积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5</a:t>
                      </a:r>
                      <a:r>
                        <a:rPr lang="zh-CN" sz="1050" kern="100" dirty="0">
                          <a:effectLst/>
                        </a:rPr>
                        <a:t>㎡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1808768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转弯半径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1000mm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9857480"/>
                  </a:ext>
                </a:extLst>
              </a:tr>
              <a:tr h="3046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水箱容量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25L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0220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59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</TotalTime>
  <Words>261</Words>
  <Application>Microsoft Office PowerPoint</Application>
  <PresentationFormat>全屏显示(16:9)</PresentationFormat>
  <Paragraphs>42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宋体</vt:lpstr>
      <vt:lpstr>幼圆</vt:lpstr>
      <vt:lpstr>Arial</vt:lpstr>
      <vt:lpstr>Century Gothic</vt:lpstr>
      <vt:lpstr>Times New Roman</vt:lpstr>
      <vt:lpstr>Wingdings 3</vt:lpstr>
      <vt:lpstr>丝状</vt:lpstr>
      <vt:lpstr>PowerPoint 演示文稿</vt:lpstr>
      <vt:lpstr>详细介绍</vt:lpstr>
      <vt:lpstr>PowerPoint 演示文稿</vt:lpstr>
      <vt:lpstr>产品信息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详细介绍</dc:title>
  <dc:creator>bo gao</dc:creator>
  <cp:lastModifiedBy>AutoBVT</cp:lastModifiedBy>
  <cp:revision>11</cp:revision>
  <dcterms:created xsi:type="dcterms:W3CDTF">2020-08-28T02:47:23Z</dcterms:created>
  <dcterms:modified xsi:type="dcterms:W3CDTF">2021-04-17T09:33:28Z</dcterms:modified>
</cp:coreProperties>
</file>