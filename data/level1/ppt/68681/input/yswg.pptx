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6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67B8-55B4-41F8-B93C-C5B964C725D2}" type="datetimeFigureOut">
              <a:rPr lang="zh-CN" altLang="en-US" smtClean="0"/>
              <a:t>2020/8/28 Friday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344A-2E69-476A-852B-FAAF847F3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4393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67B8-55B4-41F8-B93C-C5B964C725D2}" type="datetimeFigureOut">
              <a:rPr lang="zh-CN" altLang="en-US" smtClean="0"/>
              <a:t>2020/8/28 Friday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344A-2E69-476A-852B-FAAF847F3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600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67B8-55B4-41F8-B93C-C5B964C725D2}" type="datetimeFigureOut">
              <a:rPr lang="zh-CN" altLang="en-US" smtClean="0"/>
              <a:t>2020/8/28 Friday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344A-2E69-476A-852B-FAAF847F3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085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67B8-55B4-41F8-B93C-C5B964C725D2}" type="datetimeFigureOut">
              <a:rPr lang="zh-CN" altLang="en-US" smtClean="0"/>
              <a:t>2020/8/28 Friday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344A-2E69-476A-852B-FAAF847F3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5489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67B8-55B4-41F8-B93C-C5B964C725D2}" type="datetimeFigureOut">
              <a:rPr lang="zh-CN" altLang="en-US" smtClean="0"/>
              <a:t>2020/8/28 Friday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344A-2E69-476A-852B-FAAF847F3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732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67B8-55B4-41F8-B93C-C5B964C725D2}" type="datetimeFigureOut">
              <a:rPr lang="zh-CN" altLang="en-US" smtClean="0"/>
              <a:t>2020/8/28 Friday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344A-2E69-476A-852B-FAAF847F3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0434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67B8-55B4-41F8-B93C-C5B964C725D2}" type="datetimeFigureOut">
              <a:rPr lang="zh-CN" altLang="en-US" smtClean="0"/>
              <a:t>2020/8/28 Friday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344A-2E69-476A-852B-FAAF847F3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992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67B8-55B4-41F8-B93C-C5B964C725D2}" type="datetimeFigureOut">
              <a:rPr lang="zh-CN" altLang="en-US" smtClean="0"/>
              <a:t>2020/8/28 Friday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344A-2E69-476A-852B-FAAF847F3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186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67B8-55B4-41F8-B93C-C5B964C725D2}" type="datetimeFigureOut">
              <a:rPr lang="zh-CN" altLang="en-US" smtClean="0"/>
              <a:t>2020/8/28 Friday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344A-2E69-476A-852B-FAAF847F3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256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67B8-55B4-41F8-B93C-C5B964C725D2}" type="datetimeFigureOut">
              <a:rPr lang="zh-CN" altLang="en-US" smtClean="0"/>
              <a:t>2020/8/28 Friday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344A-2E69-476A-852B-FAAF847F3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0849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67B8-55B4-41F8-B93C-C5B964C725D2}" type="datetimeFigureOut">
              <a:rPr lang="zh-CN" altLang="en-US" smtClean="0"/>
              <a:t>2020/8/28 Friday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344A-2E69-476A-852B-FAAF847F3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5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267B8-55B4-41F8-B93C-C5B964C725D2}" type="datetimeFigureOut">
              <a:rPr lang="zh-CN" altLang="en-US" smtClean="0"/>
              <a:t>2020/8/28 Friday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CB344A-2E69-476A-852B-FAAF847F3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514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详细介绍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7"/>
            <a:ext cx="6858000" cy="1919531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MN-C200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小型电动扫地机主要用于高校、物业小区、工厂车间、广场等场所的室内外清扫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清扫作业时，自动调节刷把升降，两只边刷将垃圾收集至中间位置，通过主刷抛甩至垃圾箱中，如粉尘较大时，可通过按下振尘按钮来保持滤芯的清洁度，保证清扫效果。</a:t>
            </a:r>
          </a:p>
          <a:p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006022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75</Words>
  <Application>Microsoft Office PowerPoint</Application>
  <PresentationFormat>全屏显示(4:3)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宋体</vt:lpstr>
      <vt:lpstr>Arial</vt:lpstr>
      <vt:lpstr>Calibri</vt:lpstr>
      <vt:lpstr>Calibri Light</vt:lpstr>
      <vt:lpstr>Office 主题​​</vt:lpstr>
      <vt:lpstr>详细介绍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详细介绍</dc:title>
  <dc:creator>bo gao</dc:creator>
  <cp:lastModifiedBy>bo gao</cp:lastModifiedBy>
  <cp:revision>3</cp:revision>
  <dcterms:created xsi:type="dcterms:W3CDTF">2020-08-28T02:47:23Z</dcterms:created>
  <dcterms:modified xsi:type="dcterms:W3CDTF">2020-08-28T03:41:14Z</dcterms:modified>
</cp:coreProperties>
</file>