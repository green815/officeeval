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27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2A6C7-AD1C-4921-B7BE-3B105C1D5790}" type="datetimeFigureOut">
              <a:rPr lang="zh-CN" altLang="en-US" smtClean="0"/>
              <a:t>2021/12/28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49516-EB6C-4CDE-BCA6-D72F570572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884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2A6C7-AD1C-4921-B7BE-3B105C1D5790}" type="datetimeFigureOut">
              <a:rPr lang="zh-CN" altLang="en-US" smtClean="0"/>
              <a:t>2021/12/28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49516-EB6C-4CDE-BCA6-D72F570572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6004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2A6C7-AD1C-4921-B7BE-3B105C1D5790}" type="datetimeFigureOut">
              <a:rPr lang="zh-CN" altLang="en-US" smtClean="0"/>
              <a:t>2021/12/28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49516-EB6C-4CDE-BCA6-D72F570572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722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2A6C7-AD1C-4921-B7BE-3B105C1D5790}" type="datetimeFigureOut">
              <a:rPr lang="zh-CN" altLang="en-US" smtClean="0"/>
              <a:t>2021/12/28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49516-EB6C-4CDE-BCA6-D72F570572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7279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2A6C7-AD1C-4921-B7BE-3B105C1D5790}" type="datetimeFigureOut">
              <a:rPr lang="zh-CN" altLang="en-US" smtClean="0"/>
              <a:t>2021/12/28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49516-EB6C-4CDE-BCA6-D72F570572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9834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2A6C7-AD1C-4921-B7BE-3B105C1D5790}" type="datetimeFigureOut">
              <a:rPr lang="zh-CN" altLang="en-US" smtClean="0"/>
              <a:t>2021/12/28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49516-EB6C-4CDE-BCA6-D72F570572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8963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2A6C7-AD1C-4921-B7BE-3B105C1D5790}" type="datetimeFigureOut">
              <a:rPr lang="zh-CN" altLang="en-US" smtClean="0"/>
              <a:t>2021/12/28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49516-EB6C-4CDE-BCA6-D72F570572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3090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2A6C7-AD1C-4921-B7BE-3B105C1D5790}" type="datetimeFigureOut">
              <a:rPr lang="zh-CN" altLang="en-US" smtClean="0"/>
              <a:t>2021/12/28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49516-EB6C-4CDE-BCA6-D72F570572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795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2A6C7-AD1C-4921-B7BE-3B105C1D5790}" type="datetimeFigureOut">
              <a:rPr lang="zh-CN" altLang="en-US" smtClean="0"/>
              <a:t>2021/12/28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49516-EB6C-4CDE-BCA6-D72F570572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403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2A6C7-AD1C-4921-B7BE-3B105C1D5790}" type="datetimeFigureOut">
              <a:rPr lang="zh-CN" altLang="en-US" smtClean="0"/>
              <a:t>2021/12/28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49516-EB6C-4CDE-BCA6-D72F570572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0855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2A6C7-AD1C-4921-B7BE-3B105C1D5790}" type="datetimeFigureOut">
              <a:rPr lang="zh-CN" altLang="en-US" smtClean="0"/>
              <a:t>2021/12/28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49516-EB6C-4CDE-BCA6-D72F570572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0922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82A6C7-AD1C-4921-B7BE-3B105C1D5790}" type="datetimeFigureOut">
              <a:rPr lang="zh-CN" altLang="en-US" smtClean="0"/>
              <a:t>2021/12/28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949516-EB6C-4CDE-BCA6-D72F570572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3819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1596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7968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0967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01088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宽屏</PresentationFormat>
  <Paragraphs>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>NCRE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冰箱使用常识</dc:title>
  <dc:subject>日常生活知识</dc:subject>
  <dc:creator>NCRE</dc:creator>
  <cp:lastModifiedBy>Windows 用户</cp:lastModifiedBy>
  <cp:revision>2</cp:revision>
  <dcterms:created xsi:type="dcterms:W3CDTF">2021-12-28T01:09:40Z</dcterms:created>
  <dcterms:modified xsi:type="dcterms:W3CDTF">2021-12-28T01:25:10Z</dcterms:modified>
</cp:coreProperties>
</file>