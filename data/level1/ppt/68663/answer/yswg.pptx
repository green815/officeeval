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715000" type="screen16x10"/>
  <p:notesSz cx="6858000" cy="9144000"/>
  <p:defaultTextStyle>
    <a:defPPr>
      <a:defRPr lang="zh-CN"/>
    </a:defPPr>
    <a:lvl1pPr marL="0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02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03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05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07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09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10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212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814" algn="l" defTabSz="713203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51AF22E-7283-49EA-B4F1-E4ACC5490D10}">
          <p14:sldIdLst>
            <p14:sldId id="256"/>
          </p14:sldIdLst>
        </p14:section>
        <p14:section name="内容" id="{2177B0C2-F4CC-470F-92E6-C315AE153536}">
          <p14:sldIdLst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439AF-AF24-4F72-99D5-E89BB14A520B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D9D59-E987-494C-8BFF-3B90B8507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85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03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02" algn="l" defTabSz="713203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03" algn="l" defTabSz="713203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05" algn="l" defTabSz="713203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07" algn="l" defTabSz="713203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09" algn="l" defTabSz="713203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10" algn="l" defTabSz="713203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212" algn="l" defTabSz="713203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814" algn="l" defTabSz="713203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936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冰箱，在当今社会家家都使用的家庭电器，但是很多人却把冰箱当成家里食物的</a:t>
            </a:r>
            <a:r>
              <a:rPr lang="en-US" altLang="zh-CN" sz="936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936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保险箱</a:t>
            </a:r>
            <a:r>
              <a:rPr lang="en-US" altLang="zh-CN" sz="936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936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，认为只要把食物储存在冰箱中就是安全卫士的。其实，非也！冰箱因长期存放食物而又不经常清洗的话，会滋生很多细菌。虽然冰箱里的食物看起来非常的新鲜，但是实际上可能已经变质了。冰箱不是家庭食物</a:t>
            </a:r>
            <a:r>
              <a:rPr lang="en-US" altLang="zh-CN" sz="936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936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保险箱</a:t>
            </a:r>
            <a:r>
              <a:rPr lang="en-US" altLang="zh-CN" sz="936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936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，食物过期储存，对身体危害极大。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0D9D59-E987-494C-8BFF-3B90B85075D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946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5334000"/>
            <a:ext cx="9141619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5278597"/>
            <a:ext cx="9141619" cy="53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632460"/>
            <a:ext cx="7543800" cy="297180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713017"/>
            <a:ext cx="7543800" cy="952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6195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338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036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5334000"/>
            <a:ext cx="9141619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5278597"/>
            <a:ext cx="9141619" cy="53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32460"/>
            <a:ext cx="7543800" cy="297180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710940"/>
            <a:ext cx="7543800" cy="952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6195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561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38836"/>
            <a:ext cx="7543800" cy="120896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538112"/>
            <a:ext cx="3703320" cy="3352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538113"/>
            <a:ext cx="3703320" cy="3352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011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38836"/>
            <a:ext cx="7543800" cy="120896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538377"/>
            <a:ext cx="3703320" cy="61356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151945"/>
            <a:ext cx="3703320" cy="28151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538377"/>
            <a:ext cx="3703320" cy="61356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151945"/>
            <a:ext cx="3703320" cy="28151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366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125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5334000"/>
            <a:ext cx="9141619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5278597"/>
            <a:ext cx="9141619" cy="53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621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71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5299"/>
            <a:ext cx="2400300" cy="19050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609600"/>
            <a:ext cx="4869180" cy="43815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438400"/>
            <a:ext cx="2400300" cy="2815937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5383155"/>
            <a:ext cx="1963883" cy="304271"/>
          </a:xfrm>
        </p:spPr>
        <p:txBody>
          <a:bodyPr/>
          <a:lstStyle>
            <a:lvl1pPr algn="l">
              <a:defRPr/>
            </a:lvl1pPr>
          </a:lstStyle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5383155"/>
            <a:ext cx="3486150" cy="304271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823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127500"/>
            <a:ext cx="9141619" cy="158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095897"/>
            <a:ext cx="9141619" cy="53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229100"/>
            <a:ext cx="7584948" cy="68580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09589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922519"/>
            <a:ext cx="7584948" cy="4953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60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780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5334000"/>
            <a:ext cx="9141619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5278597"/>
            <a:ext cx="9141619" cy="53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45649"/>
            <a:ext cx="1971675" cy="479785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45648"/>
            <a:ext cx="5800725" cy="4797852"/>
          </a:xfrm>
        </p:spPr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902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5334000"/>
            <a:ext cx="9144000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5278597"/>
            <a:ext cx="9144001" cy="54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38836"/>
            <a:ext cx="7543800" cy="12089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538112"/>
            <a:ext cx="7543800" cy="33528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5383155"/>
            <a:ext cx="1854203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AC82A6C7-AD1C-4921-B7BE-3B105C1D5790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5383155"/>
            <a:ext cx="3617103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5383155"/>
            <a:ext cx="984019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44820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46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冰箱不是食品的“保险箱”</a:t>
            </a:r>
            <a:endParaRPr lang="zh-CN" altLang="en-US" sz="4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zh-CN" sz="16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4" action="ppaction://hlinksldjump"/>
              </a:rPr>
              <a:t>冰箱不是万能的</a:t>
            </a:r>
            <a:r>
              <a:rPr lang="zh-CN" altLang="zh-CN" sz="16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★</a:t>
            </a:r>
            <a:r>
              <a:rPr lang="zh-CN" altLang="zh-CN" sz="16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5" action="ppaction://hlinksldjump"/>
              </a:rPr>
              <a:t>冰箱不适合储存巧克力</a:t>
            </a:r>
            <a:r>
              <a:rPr lang="zh-CN" altLang="zh-CN" sz="16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★</a:t>
            </a:r>
            <a:r>
              <a:rPr lang="zh-CN" altLang="zh-CN" sz="16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6" action="ppaction://hlinksldjump"/>
              </a:rPr>
              <a:t>不该存放在冰箱中的</a:t>
            </a:r>
            <a:r>
              <a:rPr lang="en-US" altLang="zh-CN" sz="16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6" action="ppaction://hlinksldjump"/>
              </a:rPr>
              <a:t>8</a:t>
            </a:r>
            <a:r>
              <a:rPr lang="zh-CN" altLang="zh-CN" sz="16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6" action="ppaction://hlinksldjump"/>
              </a:rPr>
              <a:t>种食物</a:t>
            </a:r>
            <a:r>
              <a:rPr lang="zh-CN" altLang="zh-CN" sz="16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6" action="ppaction://hlinksldjump"/>
              </a:rPr>
              <a:t>表</a:t>
            </a:r>
            <a:endParaRPr lang="zh-CN" altLang="zh-CN" sz="16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1596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冰箱不是万能</a:t>
            </a:r>
            <a:r>
              <a:rPr lang="zh-CN" altLang="zh-CN" dirty="0" smtClean="0"/>
              <a:t>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indent="378000">
              <a:lnSpc>
                <a:spcPct val="200000"/>
              </a:lnSpc>
            </a:pPr>
            <a:r>
              <a:rPr lang="zh-CN" altLang="zh-CN" dirty="0"/>
              <a:t>许多上班族习惯周末大采购，然后把买回来的食物全部放入冰箱，其实，冰箱并不是万能的，它不是食品的“保险箱”，并不能保证所有食品处于保鲜状态，有些食物甚至不适合放入冰箱，那么，究竟哪些食物不适合放冰箱呢</a:t>
            </a:r>
            <a:r>
              <a:rPr lang="zh-CN" altLang="zh-CN" dirty="0" smtClean="0"/>
              <a:t>？</a:t>
            </a:r>
            <a:endParaRPr lang="zh-CN" altLang="zh-CN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412" y="2071688"/>
            <a:ext cx="2619375" cy="2286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968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2" presetClass="emph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冰箱不适合储存巧克力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50" y="1203363"/>
            <a:ext cx="4868863" cy="3193974"/>
          </a:xfrm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zh-CN" dirty="0"/>
              <a:t>储存巧克力的最佳温度是</a:t>
            </a:r>
            <a:r>
              <a:rPr lang="en-US" altLang="zh-CN" dirty="0"/>
              <a:t>5</a:t>
            </a:r>
            <a:r>
              <a:rPr lang="zh-CN" altLang="zh-CN" dirty="0"/>
              <a:t>℃～</a:t>
            </a:r>
            <a:r>
              <a:rPr lang="en-US" altLang="zh-CN" dirty="0"/>
              <a:t>18</a:t>
            </a:r>
            <a:r>
              <a:rPr lang="zh-CN" altLang="zh-CN" dirty="0"/>
              <a:t>℃。放进冰箱的巧克力在拿出来后，表面容易出现白霜，不但失去原来的醇香口感，还会利于细菌的繁殖，储存巧克力的最佳温度是</a:t>
            </a:r>
            <a:r>
              <a:rPr lang="en-US" altLang="zh-CN" dirty="0"/>
              <a:t>5</a:t>
            </a:r>
            <a:r>
              <a:rPr lang="zh-CN" altLang="zh-CN" dirty="0"/>
              <a:t>℃～</a:t>
            </a:r>
            <a:r>
              <a:rPr lang="en-US" altLang="zh-CN" dirty="0"/>
              <a:t>18</a:t>
            </a:r>
            <a:r>
              <a:rPr lang="zh-CN" altLang="zh-CN" dirty="0"/>
              <a:t>℃。</a:t>
            </a:r>
          </a:p>
          <a:p>
            <a:r>
              <a:rPr lang="zh-CN" altLang="zh-CN" dirty="0"/>
              <a:t>可先用塑料袋密封，再置于冰箱冷藏室储存。取出时，别立即打开，让它慢慢回温至室温再食用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967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不该存放在冰箱中的</a:t>
            </a:r>
            <a:r>
              <a:rPr lang="en-US" altLang="zh-CN" dirty="0"/>
              <a:t>8</a:t>
            </a:r>
            <a:r>
              <a:rPr lang="zh-CN" altLang="zh-CN" dirty="0"/>
              <a:t>种食物表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649406"/>
              </p:ext>
            </p:extLst>
          </p:nvPr>
        </p:nvGraphicFramePr>
        <p:xfrm>
          <a:off x="882000" y="1538288"/>
          <a:ext cx="7380000" cy="3672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535229673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2619421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/>
                        <a:t>种类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/>
                        <a:t>不宜存放的原因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20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 smtClean="0">
                          <a:effectLst/>
                        </a:rPr>
                        <a:t>淀粉类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sz="1100" kern="1200" dirty="0" smtClean="0">
                          <a:effectLst/>
                        </a:rPr>
                        <a:t>馒头、花卷、面包等淀粉类食物不能放进冰箱中，会加快其变干变硬的速度。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7959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 smtClean="0">
                          <a:effectLst/>
                        </a:rPr>
                        <a:t>鱼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100" kern="1200" dirty="0" smtClean="0">
                          <a:effectLst/>
                        </a:rPr>
                        <a:t>最佳冰箱也只能达到</a:t>
                      </a:r>
                      <a:r>
                        <a:rPr lang="en-US" altLang="zh-CN" sz="1100" kern="1200" dirty="0" smtClean="0">
                          <a:effectLst/>
                        </a:rPr>
                        <a:t>-20</a:t>
                      </a:r>
                      <a:r>
                        <a:rPr lang="zh-CN" altLang="zh-CN" sz="1100" kern="1200" dirty="0" smtClean="0">
                          <a:effectLst/>
                        </a:rPr>
                        <a:t>℃；而水产品，尤其是鱼类，在贮藏温度未达到</a:t>
                      </a:r>
                      <a:r>
                        <a:rPr lang="en-US" altLang="zh-CN" sz="1100" kern="1200" dirty="0" smtClean="0">
                          <a:effectLst/>
                        </a:rPr>
                        <a:t>-30</a:t>
                      </a:r>
                      <a:r>
                        <a:rPr lang="zh-CN" altLang="zh-CN" sz="1100" kern="1200" dirty="0" smtClean="0">
                          <a:effectLst/>
                        </a:rPr>
                        <a:t>℃以下时，鱼体组织就会发生脱水或其它变化。</a:t>
                      </a:r>
                    </a:p>
                    <a:p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474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 smtClean="0">
                          <a:effectLst/>
                        </a:rPr>
                        <a:t>荔枝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sz="1100" kern="1200" dirty="0" smtClean="0">
                          <a:effectLst/>
                        </a:rPr>
                        <a:t>若将荔枝在</a:t>
                      </a:r>
                      <a:r>
                        <a:rPr lang="en-US" altLang="zh-CN" sz="1100" kern="1200" dirty="0" smtClean="0">
                          <a:effectLst/>
                        </a:rPr>
                        <a:t>0</a:t>
                      </a:r>
                      <a:r>
                        <a:rPr lang="zh-CN" altLang="zh-CN" sz="1100" kern="1200" dirty="0" smtClean="0">
                          <a:effectLst/>
                        </a:rPr>
                        <a:t>℃的环境中放置一天，即会使其表皮变黑，果肉变味。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46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 smtClean="0">
                          <a:effectLst/>
                        </a:rPr>
                        <a:t>草莓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100" kern="1200" dirty="0" smtClean="0">
                          <a:effectLst/>
                        </a:rPr>
                        <a:t>草莓储存在冰箱里，不仅果肉发泡、口感大打折扣，还容易霉变。</a:t>
                      </a:r>
                      <a:endParaRPr lang="zh-CN" altLang="zh-CN" sz="1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102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 smtClean="0">
                          <a:effectLst/>
                        </a:rPr>
                        <a:t>香蕉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100" kern="1200" dirty="0" smtClean="0">
                          <a:effectLst/>
                        </a:rPr>
                        <a:t>若把香蕉放在</a:t>
                      </a:r>
                      <a:r>
                        <a:rPr lang="en-US" altLang="zh-CN" sz="1100" kern="1200" dirty="0" smtClean="0">
                          <a:effectLst/>
                        </a:rPr>
                        <a:t>12</a:t>
                      </a:r>
                      <a:r>
                        <a:rPr lang="zh-CN" altLang="zh-CN" sz="1100" kern="1200" dirty="0" smtClean="0">
                          <a:effectLst/>
                        </a:rPr>
                        <a:t>℃以下的地方贮存，会使香蕉发黑腐烂。</a:t>
                      </a:r>
                      <a:endParaRPr lang="zh-CN" altLang="zh-CN" sz="1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9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 smtClean="0">
                          <a:effectLst/>
                        </a:rPr>
                        <a:t>西红柿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100" kern="1200" dirty="0" smtClean="0">
                          <a:effectLst/>
                        </a:rPr>
                        <a:t>西红柿经低温冷冻后，肉质呈水泡状，显得软烂，或出现散裂现象，表面有黑斑，煮不熟，无鲜味，严重的则腐烂。</a:t>
                      </a:r>
                      <a:endParaRPr lang="zh-CN" altLang="zh-CN" sz="1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82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 smtClean="0">
                          <a:effectLst/>
                        </a:rPr>
                        <a:t>叶菜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sz="1100" kern="1200" dirty="0" smtClean="0">
                          <a:effectLst/>
                        </a:rPr>
                        <a:t>叶菜放在冰箱里不仅叶片会更快腐坏，还可能由于酶和细菌的作用，生成有毒的亚硝酸盐。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826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 smtClean="0">
                          <a:effectLst/>
                        </a:rPr>
                        <a:t>黄瓜青椒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sz="1100" kern="1200" dirty="0" smtClean="0">
                          <a:effectLst/>
                        </a:rPr>
                        <a:t>黄瓜、青椒在冰箱中久存会出现变黑、变软、变味。黄瓜还会长毛发粘。因为冰箱里存放的温度一般为</a:t>
                      </a:r>
                      <a:r>
                        <a:rPr lang="en-US" altLang="zh-CN" sz="1100" kern="1200" dirty="0" smtClean="0">
                          <a:effectLst/>
                        </a:rPr>
                        <a:t>4</a:t>
                      </a:r>
                      <a:r>
                        <a:rPr lang="zh-CN" altLang="zh-CN" sz="1100" kern="1200" dirty="0" smtClean="0">
                          <a:effectLst/>
                        </a:rPr>
                        <a:t>℃至</a:t>
                      </a:r>
                      <a:r>
                        <a:rPr lang="en-US" altLang="zh-CN" sz="1100" kern="1200" dirty="0" smtClean="0">
                          <a:effectLst/>
                        </a:rPr>
                        <a:t>6</a:t>
                      </a:r>
                      <a:r>
                        <a:rPr lang="zh-CN" altLang="zh-CN" sz="1100" kern="1200" dirty="0" smtClean="0">
                          <a:effectLst/>
                        </a:rPr>
                        <a:t>℃左右，而黄瓜贮存适宜温度为</a:t>
                      </a:r>
                      <a:r>
                        <a:rPr lang="en-US" altLang="zh-CN" sz="1100" kern="1200" dirty="0" smtClean="0">
                          <a:effectLst/>
                        </a:rPr>
                        <a:t>10</a:t>
                      </a:r>
                      <a:r>
                        <a:rPr lang="zh-CN" altLang="zh-CN" sz="1100" kern="1200" dirty="0" smtClean="0">
                          <a:effectLst/>
                        </a:rPr>
                        <a:t>℃至</a:t>
                      </a:r>
                      <a:r>
                        <a:rPr lang="en-US" altLang="zh-CN" sz="1100" kern="1200" dirty="0" smtClean="0">
                          <a:effectLst/>
                        </a:rPr>
                        <a:t>12</a:t>
                      </a:r>
                      <a:r>
                        <a:rPr lang="zh-CN" altLang="zh-CN" sz="1100" kern="1200" dirty="0" smtClean="0">
                          <a:effectLst/>
                        </a:rPr>
                        <a:t>℃，青椒为</a:t>
                      </a:r>
                      <a:r>
                        <a:rPr lang="en-US" altLang="zh-CN" sz="1100" kern="1200" dirty="0" smtClean="0">
                          <a:effectLst/>
                        </a:rPr>
                        <a:t>7</a:t>
                      </a:r>
                      <a:r>
                        <a:rPr lang="zh-CN" altLang="zh-CN" sz="1100" kern="1200" dirty="0" smtClean="0">
                          <a:effectLst/>
                        </a:rPr>
                        <a:t>℃至</a:t>
                      </a:r>
                      <a:r>
                        <a:rPr lang="en-US" altLang="zh-CN" sz="1100" kern="1200" dirty="0" smtClean="0">
                          <a:effectLst/>
                        </a:rPr>
                        <a:t>8</a:t>
                      </a:r>
                      <a:r>
                        <a:rPr lang="zh-CN" altLang="zh-CN" sz="1100" kern="1200" dirty="0" smtClean="0">
                          <a:effectLst/>
                        </a:rPr>
                        <a:t>℃，因此不宜久存。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836810"/>
                  </a:ext>
                </a:extLst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108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98</TotalTime>
  <Words>550</Words>
  <Application>Microsoft Office PowerPoint</Application>
  <PresentationFormat>全屏显示(16:10)</PresentationFormat>
  <Paragraphs>31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黑体</vt:lpstr>
      <vt:lpstr>楷体</vt:lpstr>
      <vt:lpstr>宋体</vt:lpstr>
      <vt:lpstr>Calibri</vt:lpstr>
      <vt:lpstr>Calibri Light</vt:lpstr>
      <vt:lpstr>回顾</vt:lpstr>
      <vt:lpstr>冰箱不是食品的“保险箱”</vt:lpstr>
      <vt:lpstr>冰箱不是万能的</vt:lpstr>
      <vt:lpstr>冰箱不适合储存巧克力</vt:lpstr>
      <vt:lpstr>不该存放在冰箱中的8种食物表</vt:lpstr>
    </vt:vector>
  </TitlesOfParts>
  <Company>NCRE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冰箱使用常识</dc:title>
  <dc:subject>日常生活知识</dc:subject>
  <dc:creator>NCRE</dc:creator>
  <cp:lastModifiedBy>Windows User</cp:lastModifiedBy>
  <cp:revision>12</cp:revision>
  <dcterms:created xsi:type="dcterms:W3CDTF">2021-12-28T01:09:40Z</dcterms:created>
  <dcterms:modified xsi:type="dcterms:W3CDTF">2023-10-13T01:31:46Z</dcterms:modified>
</cp:coreProperties>
</file>