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6"/>
  </p:notesMasterIdLst>
  <p:sldIdLst>
    <p:sldId id="259" r:id="rId2"/>
    <p:sldId id="258" r:id="rId3"/>
    <p:sldId id="260" r:id="rId4"/>
    <p:sldId id="261" r:id="rId5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66" y="4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1AAB6F-8C6B-4C74-8415-C5A843D234A5}" type="doc">
      <dgm:prSet loTypeId="urn:microsoft.com/office/officeart/2005/8/layout/hierarchy2" loCatId="hierarchy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DA79711-FCF8-4C72-AA6B-9F38FC38E60B}">
      <dgm:prSet phldrT="[文本]"/>
      <dgm:spPr/>
      <dgm:t>
        <a:bodyPr/>
        <a:lstStyle/>
        <a:p>
          <a:r>
            <a:rPr lang="zh-CN" altLang="en-US" dirty="0" smtClean="0"/>
            <a:t>高温预警等级划分</a:t>
          </a:r>
          <a:endParaRPr lang="zh-CN" altLang="en-US" dirty="0"/>
        </a:p>
      </dgm:t>
    </dgm:pt>
    <dgm:pt modelId="{A7FB47B1-3D0A-4298-9B8A-2217E80138D4}" type="parTrans" cxnId="{FB25A79F-31CC-44B5-B370-F61221397E38}">
      <dgm:prSet/>
      <dgm:spPr/>
      <dgm:t>
        <a:bodyPr/>
        <a:lstStyle/>
        <a:p>
          <a:endParaRPr lang="zh-CN" altLang="en-US"/>
        </a:p>
      </dgm:t>
    </dgm:pt>
    <dgm:pt modelId="{A1B5DDBA-E429-4FBF-A1CB-880FA783A5CA}" type="sibTrans" cxnId="{FB25A79F-31CC-44B5-B370-F61221397E38}">
      <dgm:prSet/>
      <dgm:spPr/>
      <dgm:t>
        <a:bodyPr/>
        <a:lstStyle/>
        <a:p>
          <a:endParaRPr lang="zh-CN" altLang="en-US"/>
        </a:p>
      </dgm:t>
    </dgm:pt>
    <dgm:pt modelId="{9F9CC8D7-52D2-49C5-931B-4C740A14BBBB}">
      <dgm:prSet phldrT="[文本]"/>
      <dgm:spPr/>
      <dgm:t>
        <a:bodyPr/>
        <a:lstStyle/>
        <a:p>
          <a:r>
            <a:rPr lang="zh-CN" altLang="en-US" dirty="0" smtClean="0"/>
            <a:t>黄色：连续三天日最高气温将在</a:t>
          </a:r>
          <a:r>
            <a:rPr lang="en-US" altLang="en-US" dirty="0" smtClean="0"/>
            <a:t>35℃</a:t>
          </a:r>
          <a:r>
            <a:rPr lang="zh-CN" altLang="en-US" dirty="0" smtClean="0"/>
            <a:t>以上。</a:t>
          </a:r>
          <a:endParaRPr lang="zh-CN" altLang="en-US" dirty="0"/>
        </a:p>
      </dgm:t>
    </dgm:pt>
    <dgm:pt modelId="{560EFA06-C43E-4599-B5BF-F21D2AEEBC28}" type="parTrans" cxnId="{F8C1D6C2-FBBD-43CC-AF9E-0C2D8371376E}">
      <dgm:prSet/>
      <dgm:spPr/>
      <dgm:t>
        <a:bodyPr/>
        <a:lstStyle/>
        <a:p>
          <a:endParaRPr lang="zh-CN" altLang="en-US"/>
        </a:p>
      </dgm:t>
    </dgm:pt>
    <dgm:pt modelId="{A4C9A0FC-7A46-48C3-BFA4-3B0330DBFACC}" type="sibTrans" cxnId="{F8C1D6C2-FBBD-43CC-AF9E-0C2D8371376E}">
      <dgm:prSet/>
      <dgm:spPr/>
      <dgm:t>
        <a:bodyPr/>
        <a:lstStyle/>
        <a:p>
          <a:endParaRPr lang="zh-CN" altLang="en-US"/>
        </a:p>
      </dgm:t>
    </dgm:pt>
    <dgm:pt modelId="{F42A68A9-51FC-4835-A93B-D2DC60C94ADB}">
      <dgm:prSet/>
      <dgm:spPr/>
      <dgm:t>
        <a:bodyPr/>
        <a:lstStyle/>
        <a:p>
          <a:r>
            <a:rPr lang="zh-CN" altLang="en-US" dirty="0" smtClean="0"/>
            <a:t> 橙色：</a:t>
          </a:r>
          <a:r>
            <a:rPr lang="en-US" altLang="en-US" dirty="0" smtClean="0"/>
            <a:t>24</a:t>
          </a:r>
          <a:r>
            <a:rPr lang="zh-CN" altLang="en-US" dirty="0" smtClean="0"/>
            <a:t>小时内最高气温将升至</a:t>
          </a:r>
          <a:r>
            <a:rPr lang="en-US" altLang="en-US" dirty="0" smtClean="0"/>
            <a:t>37℃</a:t>
          </a:r>
          <a:r>
            <a:rPr lang="zh-CN" altLang="en-US" dirty="0" smtClean="0"/>
            <a:t>以上。</a:t>
          </a:r>
          <a:endParaRPr lang="zh-CN" altLang="en-US" dirty="0"/>
        </a:p>
      </dgm:t>
    </dgm:pt>
    <dgm:pt modelId="{AB7F2B87-FD75-4443-A058-C14D6FE2C057}" type="parTrans" cxnId="{9401A26D-526E-438A-B1FE-0AD4C90A783A}">
      <dgm:prSet/>
      <dgm:spPr/>
      <dgm:t>
        <a:bodyPr/>
        <a:lstStyle/>
        <a:p>
          <a:endParaRPr lang="zh-CN" altLang="en-US"/>
        </a:p>
      </dgm:t>
    </dgm:pt>
    <dgm:pt modelId="{92033105-73DE-46FA-8E35-F9014F52E68D}" type="sibTrans" cxnId="{9401A26D-526E-438A-B1FE-0AD4C90A783A}">
      <dgm:prSet/>
      <dgm:spPr/>
      <dgm:t>
        <a:bodyPr/>
        <a:lstStyle/>
        <a:p>
          <a:endParaRPr lang="zh-CN" altLang="en-US"/>
        </a:p>
      </dgm:t>
    </dgm:pt>
    <dgm:pt modelId="{2FB33CC8-5BC0-4C5B-BC34-60B0C2E37E5C}">
      <dgm:prSet/>
      <dgm:spPr/>
      <dgm:t>
        <a:bodyPr/>
        <a:lstStyle/>
        <a:p>
          <a:r>
            <a:rPr lang="zh-CN" altLang="en-US" dirty="0" smtClean="0"/>
            <a:t> 红色：</a:t>
          </a:r>
          <a:r>
            <a:rPr lang="en-US" altLang="en-US" dirty="0" smtClean="0"/>
            <a:t>24</a:t>
          </a:r>
          <a:r>
            <a:rPr lang="zh-CN" altLang="en-US" dirty="0" smtClean="0"/>
            <a:t>小时内最高气温将升至</a:t>
          </a:r>
          <a:r>
            <a:rPr lang="en-US" altLang="en-US" dirty="0" smtClean="0"/>
            <a:t>40℃</a:t>
          </a:r>
          <a:r>
            <a:rPr lang="zh-CN" altLang="en-US" dirty="0" smtClean="0"/>
            <a:t>以上。</a:t>
          </a:r>
          <a:endParaRPr lang="zh-CN" altLang="en-US" dirty="0"/>
        </a:p>
      </dgm:t>
    </dgm:pt>
    <dgm:pt modelId="{ABC0BD64-6508-4EDD-8E7D-AD46BF59C1E9}" type="parTrans" cxnId="{F883CEB1-9499-4383-A752-C88EFED191AB}">
      <dgm:prSet/>
      <dgm:spPr/>
      <dgm:t>
        <a:bodyPr/>
        <a:lstStyle/>
        <a:p>
          <a:endParaRPr lang="zh-CN" altLang="en-US"/>
        </a:p>
      </dgm:t>
    </dgm:pt>
    <dgm:pt modelId="{EC93E154-F2E7-4A1C-AFF4-57D4EF874B2C}" type="sibTrans" cxnId="{F883CEB1-9499-4383-A752-C88EFED191AB}">
      <dgm:prSet/>
      <dgm:spPr/>
      <dgm:t>
        <a:bodyPr/>
        <a:lstStyle/>
        <a:p>
          <a:endParaRPr lang="zh-CN" altLang="en-US"/>
        </a:p>
      </dgm:t>
    </dgm:pt>
    <dgm:pt modelId="{AFE4A07B-0C30-46D0-9F6A-C67FADAA127A}">
      <dgm:prSet/>
      <dgm:spPr/>
      <dgm:t>
        <a:bodyPr/>
        <a:lstStyle/>
        <a:p>
          <a:r>
            <a:rPr lang="zh-CN" altLang="en-US" dirty="0" smtClean="0"/>
            <a:t> 蓝色：</a:t>
          </a:r>
          <a:r>
            <a:rPr lang="en-US" altLang="en-US" dirty="0" smtClean="0"/>
            <a:t>48</a:t>
          </a:r>
          <a:r>
            <a:rPr lang="zh-CN" altLang="en-US" dirty="0" smtClean="0"/>
            <a:t>小时出现最高气温为</a:t>
          </a:r>
          <a:r>
            <a:rPr lang="en-US" altLang="en-US" dirty="0" smtClean="0"/>
            <a:t>35℃</a:t>
          </a:r>
          <a:r>
            <a:rPr lang="zh-CN" altLang="en-US" dirty="0" smtClean="0"/>
            <a:t>及以上。</a:t>
          </a:r>
          <a:endParaRPr lang="zh-CN" altLang="en-US" dirty="0"/>
        </a:p>
      </dgm:t>
    </dgm:pt>
    <dgm:pt modelId="{7283BE35-26BA-40E6-BAE6-464B5187595D}" type="parTrans" cxnId="{6445D696-C3BE-4414-A0BD-EFBAC4D79F90}">
      <dgm:prSet/>
      <dgm:spPr/>
      <dgm:t>
        <a:bodyPr/>
        <a:lstStyle/>
        <a:p>
          <a:endParaRPr lang="zh-CN" altLang="en-US"/>
        </a:p>
      </dgm:t>
    </dgm:pt>
    <dgm:pt modelId="{1B0A482E-816A-4571-8795-7E15C6AB1AE8}" type="sibTrans" cxnId="{6445D696-C3BE-4414-A0BD-EFBAC4D79F90}">
      <dgm:prSet/>
      <dgm:spPr/>
      <dgm:t>
        <a:bodyPr/>
        <a:lstStyle/>
        <a:p>
          <a:endParaRPr lang="zh-CN" altLang="en-US"/>
        </a:p>
      </dgm:t>
    </dgm:pt>
    <dgm:pt modelId="{B77AC2D3-2FEE-43CD-98B4-D43D3BBA59F5}" type="pres">
      <dgm:prSet presAssocID="{C81AAB6F-8C6B-4C74-8415-C5A843D234A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39F1D06-20FD-4345-97C2-978987B9A42B}" type="pres">
      <dgm:prSet presAssocID="{1DA79711-FCF8-4C72-AA6B-9F38FC38E60B}" presName="root1" presStyleCnt="0"/>
      <dgm:spPr/>
    </dgm:pt>
    <dgm:pt modelId="{6DACE6E0-5155-4FC1-A3F6-16C867E1FC4B}" type="pres">
      <dgm:prSet presAssocID="{1DA79711-FCF8-4C72-AA6B-9F38FC38E60B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CCE6F1B-DE9E-46AF-9077-DB75A52951A2}" type="pres">
      <dgm:prSet presAssocID="{1DA79711-FCF8-4C72-AA6B-9F38FC38E60B}" presName="level2hierChild" presStyleCnt="0"/>
      <dgm:spPr/>
    </dgm:pt>
    <dgm:pt modelId="{DC8EA3EC-7F74-4280-A606-396837F9AD4B}" type="pres">
      <dgm:prSet presAssocID="{560EFA06-C43E-4599-B5BF-F21D2AEEBC28}" presName="conn2-1" presStyleLbl="parChTrans1D2" presStyleIdx="0" presStyleCnt="4"/>
      <dgm:spPr/>
      <dgm:t>
        <a:bodyPr/>
        <a:lstStyle/>
        <a:p>
          <a:endParaRPr lang="zh-CN" altLang="en-US"/>
        </a:p>
      </dgm:t>
    </dgm:pt>
    <dgm:pt modelId="{DCBDAC29-F23E-4C93-8E71-97E34EA62DE7}" type="pres">
      <dgm:prSet presAssocID="{560EFA06-C43E-4599-B5BF-F21D2AEEBC28}" presName="connTx" presStyleLbl="parChTrans1D2" presStyleIdx="0" presStyleCnt="4"/>
      <dgm:spPr/>
      <dgm:t>
        <a:bodyPr/>
        <a:lstStyle/>
        <a:p>
          <a:endParaRPr lang="zh-CN" altLang="en-US"/>
        </a:p>
      </dgm:t>
    </dgm:pt>
    <dgm:pt modelId="{B68847D5-3641-4736-82D9-526D6BEEE742}" type="pres">
      <dgm:prSet presAssocID="{9F9CC8D7-52D2-49C5-931B-4C740A14BBBB}" presName="root2" presStyleCnt="0"/>
      <dgm:spPr/>
    </dgm:pt>
    <dgm:pt modelId="{17612D8B-FEAD-469F-A4BA-20DAA08B4271}" type="pres">
      <dgm:prSet presAssocID="{9F9CC8D7-52D2-49C5-931B-4C740A14BBBB}" presName="LevelTwoTextNode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5833588-7758-4443-929F-E9DBADF0EF5B}" type="pres">
      <dgm:prSet presAssocID="{9F9CC8D7-52D2-49C5-931B-4C740A14BBBB}" presName="level3hierChild" presStyleCnt="0"/>
      <dgm:spPr/>
    </dgm:pt>
    <dgm:pt modelId="{6AF5AA85-3FC5-43A0-91DB-F09F0C5F6A2B}" type="pres">
      <dgm:prSet presAssocID="{AB7F2B87-FD75-4443-A058-C14D6FE2C057}" presName="conn2-1" presStyleLbl="parChTrans1D2" presStyleIdx="1" presStyleCnt="4"/>
      <dgm:spPr/>
      <dgm:t>
        <a:bodyPr/>
        <a:lstStyle/>
        <a:p>
          <a:endParaRPr lang="zh-CN" altLang="en-US"/>
        </a:p>
      </dgm:t>
    </dgm:pt>
    <dgm:pt modelId="{EDF06A5D-53E7-4896-AC32-C85FFBBFAE39}" type="pres">
      <dgm:prSet presAssocID="{AB7F2B87-FD75-4443-A058-C14D6FE2C057}" presName="connTx" presStyleLbl="parChTrans1D2" presStyleIdx="1" presStyleCnt="4"/>
      <dgm:spPr/>
      <dgm:t>
        <a:bodyPr/>
        <a:lstStyle/>
        <a:p>
          <a:endParaRPr lang="zh-CN" altLang="en-US"/>
        </a:p>
      </dgm:t>
    </dgm:pt>
    <dgm:pt modelId="{336FE5F0-EF95-4509-8BA1-674991CFB396}" type="pres">
      <dgm:prSet presAssocID="{F42A68A9-51FC-4835-A93B-D2DC60C94ADB}" presName="root2" presStyleCnt="0"/>
      <dgm:spPr/>
    </dgm:pt>
    <dgm:pt modelId="{E48D6028-3536-45E3-9C10-8F121B4AAE26}" type="pres">
      <dgm:prSet presAssocID="{F42A68A9-51FC-4835-A93B-D2DC60C94ADB}" presName="LevelTwoTextNode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D5EFA06-E990-4578-B027-645047F97DB3}" type="pres">
      <dgm:prSet presAssocID="{F42A68A9-51FC-4835-A93B-D2DC60C94ADB}" presName="level3hierChild" presStyleCnt="0"/>
      <dgm:spPr/>
    </dgm:pt>
    <dgm:pt modelId="{67077F17-D312-4C6D-B278-4B562DE2B199}" type="pres">
      <dgm:prSet presAssocID="{ABC0BD64-6508-4EDD-8E7D-AD46BF59C1E9}" presName="conn2-1" presStyleLbl="parChTrans1D2" presStyleIdx="2" presStyleCnt="4"/>
      <dgm:spPr/>
      <dgm:t>
        <a:bodyPr/>
        <a:lstStyle/>
        <a:p>
          <a:endParaRPr lang="zh-CN" altLang="en-US"/>
        </a:p>
      </dgm:t>
    </dgm:pt>
    <dgm:pt modelId="{D4D256EB-C7A3-462F-AB7D-7598283CD3CF}" type="pres">
      <dgm:prSet presAssocID="{ABC0BD64-6508-4EDD-8E7D-AD46BF59C1E9}" presName="connTx" presStyleLbl="parChTrans1D2" presStyleIdx="2" presStyleCnt="4"/>
      <dgm:spPr/>
      <dgm:t>
        <a:bodyPr/>
        <a:lstStyle/>
        <a:p>
          <a:endParaRPr lang="zh-CN" altLang="en-US"/>
        </a:p>
      </dgm:t>
    </dgm:pt>
    <dgm:pt modelId="{6D7D9017-6B79-4398-ADB4-918DB253B022}" type="pres">
      <dgm:prSet presAssocID="{2FB33CC8-5BC0-4C5B-BC34-60B0C2E37E5C}" presName="root2" presStyleCnt="0"/>
      <dgm:spPr/>
    </dgm:pt>
    <dgm:pt modelId="{507E9BF9-2815-4277-9918-225484F4BA24}" type="pres">
      <dgm:prSet presAssocID="{2FB33CC8-5BC0-4C5B-BC34-60B0C2E37E5C}" presName="LevelTwoTextNode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6A1E439-6095-4936-BD4D-FCD2F1446E0D}" type="pres">
      <dgm:prSet presAssocID="{2FB33CC8-5BC0-4C5B-BC34-60B0C2E37E5C}" presName="level3hierChild" presStyleCnt="0"/>
      <dgm:spPr/>
    </dgm:pt>
    <dgm:pt modelId="{81339398-6BE1-4EFC-B14A-24803BF64B07}" type="pres">
      <dgm:prSet presAssocID="{7283BE35-26BA-40E6-BAE6-464B5187595D}" presName="conn2-1" presStyleLbl="parChTrans1D2" presStyleIdx="3" presStyleCnt="4"/>
      <dgm:spPr/>
      <dgm:t>
        <a:bodyPr/>
        <a:lstStyle/>
        <a:p>
          <a:endParaRPr lang="zh-CN" altLang="en-US"/>
        </a:p>
      </dgm:t>
    </dgm:pt>
    <dgm:pt modelId="{56C46513-7F30-4ECB-8411-89BD2347CB2B}" type="pres">
      <dgm:prSet presAssocID="{7283BE35-26BA-40E6-BAE6-464B5187595D}" presName="connTx" presStyleLbl="parChTrans1D2" presStyleIdx="3" presStyleCnt="4"/>
      <dgm:spPr/>
      <dgm:t>
        <a:bodyPr/>
        <a:lstStyle/>
        <a:p>
          <a:endParaRPr lang="zh-CN" altLang="en-US"/>
        </a:p>
      </dgm:t>
    </dgm:pt>
    <dgm:pt modelId="{5D1F7257-81C1-4BC8-9956-47924293BD36}" type="pres">
      <dgm:prSet presAssocID="{AFE4A07B-0C30-46D0-9F6A-C67FADAA127A}" presName="root2" presStyleCnt="0"/>
      <dgm:spPr/>
    </dgm:pt>
    <dgm:pt modelId="{4D508E1C-320F-4ADD-AB6B-9F0EB08F0BA5}" type="pres">
      <dgm:prSet presAssocID="{AFE4A07B-0C30-46D0-9F6A-C67FADAA127A}" presName="LevelTwoTextNode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22DF54D-1322-440E-B703-6E7CF1D2D7BA}" type="pres">
      <dgm:prSet presAssocID="{AFE4A07B-0C30-46D0-9F6A-C67FADAA127A}" presName="level3hierChild" presStyleCnt="0"/>
      <dgm:spPr/>
    </dgm:pt>
  </dgm:ptLst>
  <dgm:cxnLst>
    <dgm:cxn modelId="{CA58F756-D28D-4A31-A8BC-20EB9C6719CD}" type="presOf" srcId="{560EFA06-C43E-4599-B5BF-F21D2AEEBC28}" destId="{DC8EA3EC-7F74-4280-A606-396837F9AD4B}" srcOrd="0" destOrd="0" presId="urn:microsoft.com/office/officeart/2005/8/layout/hierarchy2"/>
    <dgm:cxn modelId="{5DB13061-98E7-4EC7-891E-5F22C24646C4}" type="presOf" srcId="{ABC0BD64-6508-4EDD-8E7D-AD46BF59C1E9}" destId="{D4D256EB-C7A3-462F-AB7D-7598283CD3CF}" srcOrd="1" destOrd="0" presId="urn:microsoft.com/office/officeart/2005/8/layout/hierarchy2"/>
    <dgm:cxn modelId="{AADEA4CF-8FD5-4791-9387-44B50D98825F}" type="presOf" srcId="{AFE4A07B-0C30-46D0-9F6A-C67FADAA127A}" destId="{4D508E1C-320F-4ADD-AB6B-9F0EB08F0BA5}" srcOrd="0" destOrd="0" presId="urn:microsoft.com/office/officeart/2005/8/layout/hierarchy2"/>
    <dgm:cxn modelId="{0151B3B4-7AF8-40DD-ABBB-90905803FB8C}" type="presOf" srcId="{F42A68A9-51FC-4835-A93B-D2DC60C94ADB}" destId="{E48D6028-3536-45E3-9C10-8F121B4AAE26}" srcOrd="0" destOrd="0" presId="urn:microsoft.com/office/officeart/2005/8/layout/hierarchy2"/>
    <dgm:cxn modelId="{73BC45BD-B80C-495F-A260-63F2FBCE89F7}" type="presOf" srcId="{AB7F2B87-FD75-4443-A058-C14D6FE2C057}" destId="{EDF06A5D-53E7-4896-AC32-C85FFBBFAE39}" srcOrd="1" destOrd="0" presId="urn:microsoft.com/office/officeart/2005/8/layout/hierarchy2"/>
    <dgm:cxn modelId="{CED60C0C-22EB-4368-9117-8428FC7D18D9}" type="presOf" srcId="{ABC0BD64-6508-4EDD-8E7D-AD46BF59C1E9}" destId="{67077F17-D312-4C6D-B278-4B562DE2B199}" srcOrd="0" destOrd="0" presId="urn:microsoft.com/office/officeart/2005/8/layout/hierarchy2"/>
    <dgm:cxn modelId="{E8086A48-5091-4855-B3A2-CAE5642BEF20}" type="presOf" srcId="{7283BE35-26BA-40E6-BAE6-464B5187595D}" destId="{56C46513-7F30-4ECB-8411-89BD2347CB2B}" srcOrd="1" destOrd="0" presId="urn:microsoft.com/office/officeart/2005/8/layout/hierarchy2"/>
    <dgm:cxn modelId="{0061E350-8651-4807-886B-A13C65EDDE42}" type="presOf" srcId="{AB7F2B87-FD75-4443-A058-C14D6FE2C057}" destId="{6AF5AA85-3FC5-43A0-91DB-F09F0C5F6A2B}" srcOrd="0" destOrd="0" presId="urn:microsoft.com/office/officeart/2005/8/layout/hierarchy2"/>
    <dgm:cxn modelId="{BDD7632F-B85F-43BC-B372-B9CBDCF70CE2}" type="presOf" srcId="{2FB33CC8-5BC0-4C5B-BC34-60B0C2E37E5C}" destId="{507E9BF9-2815-4277-9918-225484F4BA24}" srcOrd="0" destOrd="0" presId="urn:microsoft.com/office/officeart/2005/8/layout/hierarchy2"/>
    <dgm:cxn modelId="{6445D696-C3BE-4414-A0BD-EFBAC4D79F90}" srcId="{1DA79711-FCF8-4C72-AA6B-9F38FC38E60B}" destId="{AFE4A07B-0C30-46D0-9F6A-C67FADAA127A}" srcOrd="3" destOrd="0" parTransId="{7283BE35-26BA-40E6-BAE6-464B5187595D}" sibTransId="{1B0A482E-816A-4571-8795-7E15C6AB1AE8}"/>
    <dgm:cxn modelId="{ADABD08E-5FB4-464B-B6D1-1AFFFF237362}" type="presOf" srcId="{560EFA06-C43E-4599-B5BF-F21D2AEEBC28}" destId="{DCBDAC29-F23E-4C93-8E71-97E34EA62DE7}" srcOrd="1" destOrd="0" presId="urn:microsoft.com/office/officeart/2005/8/layout/hierarchy2"/>
    <dgm:cxn modelId="{F8C1D6C2-FBBD-43CC-AF9E-0C2D8371376E}" srcId="{1DA79711-FCF8-4C72-AA6B-9F38FC38E60B}" destId="{9F9CC8D7-52D2-49C5-931B-4C740A14BBBB}" srcOrd="0" destOrd="0" parTransId="{560EFA06-C43E-4599-B5BF-F21D2AEEBC28}" sibTransId="{A4C9A0FC-7A46-48C3-BFA4-3B0330DBFACC}"/>
    <dgm:cxn modelId="{08891AEB-3A13-44C9-943F-B4F8CD809CB1}" type="presOf" srcId="{1DA79711-FCF8-4C72-AA6B-9F38FC38E60B}" destId="{6DACE6E0-5155-4FC1-A3F6-16C867E1FC4B}" srcOrd="0" destOrd="0" presId="urn:microsoft.com/office/officeart/2005/8/layout/hierarchy2"/>
    <dgm:cxn modelId="{9401A26D-526E-438A-B1FE-0AD4C90A783A}" srcId="{1DA79711-FCF8-4C72-AA6B-9F38FC38E60B}" destId="{F42A68A9-51FC-4835-A93B-D2DC60C94ADB}" srcOrd="1" destOrd="0" parTransId="{AB7F2B87-FD75-4443-A058-C14D6FE2C057}" sibTransId="{92033105-73DE-46FA-8E35-F9014F52E68D}"/>
    <dgm:cxn modelId="{F883CEB1-9499-4383-A752-C88EFED191AB}" srcId="{1DA79711-FCF8-4C72-AA6B-9F38FC38E60B}" destId="{2FB33CC8-5BC0-4C5B-BC34-60B0C2E37E5C}" srcOrd="2" destOrd="0" parTransId="{ABC0BD64-6508-4EDD-8E7D-AD46BF59C1E9}" sibTransId="{EC93E154-F2E7-4A1C-AFF4-57D4EF874B2C}"/>
    <dgm:cxn modelId="{79420D9B-3CA8-4B97-AFE8-070E88B7F32C}" type="presOf" srcId="{7283BE35-26BA-40E6-BAE6-464B5187595D}" destId="{81339398-6BE1-4EFC-B14A-24803BF64B07}" srcOrd="0" destOrd="0" presId="urn:microsoft.com/office/officeart/2005/8/layout/hierarchy2"/>
    <dgm:cxn modelId="{FA39E393-8E3F-43FB-B005-07D19A54A248}" type="presOf" srcId="{C81AAB6F-8C6B-4C74-8415-C5A843D234A5}" destId="{B77AC2D3-2FEE-43CD-98B4-D43D3BBA59F5}" srcOrd="0" destOrd="0" presId="urn:microsoft.com/office/officeart/2005/8/layout/hierarchy2"/>
    <dgm:cxn modelId="{FB25A79F-31CC-44B5-B370-F61221397E38}" srcId="{C81AAB6F-8C6B-4C74-8415-C5A843D234A5}" destId="{1DA79711-FCF8-4C72-AA6B-9F38FC38E60B}" srcOrd="0" destOrd="0" parTransId="{A7FB47B1-3D0A-4298-9B8A-2217E80138D4}" sibTransId="{A1B5DDBA-E429-4FBF-A1CB-880FA783A5CA}"/>
    <dgm:cxn modelId="{E83422F4-78DB-42E9-B389-FE3B57E1C6BD}" type="presOf" srcId="{9F9CC8D7-52D2-49C5-931B-4C740A14BBBB}" destId="{17612D8B-FEAD-469F-A4BA-20DAA08B4271}" srcOrd="0" destOrd="0" presId="urn:microsoft.com/office/officeart/2005/8/layout/hierarchy2"/>
    <dgm:cxn modelId="{9D3D0D45-D8AD-4C0C-B6C6-FA7CCC053E93}" type="presParOf" srcId="{B77AC2D3-2FEE-43CD-98B4-D43D3BBA59F5}" destId="{139F1D06-20FD-4345-97C2-978987B9A42B}" srcOrd="0" destOrd="0" presId="urn:microsoft.com/office/officeart/2005/8/layout/hierarchy2"/>
    <dgm:cxn modelId="{16FEEAA3-DC0A-4D56-9278-726749FD81F5}" type="presParOf" srcId="{139F1D06-20FD-4345-97C2-978987B9A42B}" destId="{6DACE6E0-5155-4FC1-A3F6-16C867E1FC4B}" srcOrd="0" destOrd="0" presId="urn:microsoft.com/office/officeart/2005/8/layout/hierarchy2"/>
    <dgm:cxn modelId="{672AB4B3-5650-4836-B479-2F89157DAAF8}" type="presParOf" srcId="{139F1D06-20FD-4345-97C2-978987B9A42B}" destId="{ACCE6F1B-DE9E-46AF-9077-DB75A52951A2}" srcOrd="1" destOrd="0" presId="urn:microsoft.com/office/officeart/2005/8/layout/hierarchy2"/>
    <dgm:cxn modelId="{C44B345C-EA24-44D7-A2E1-EA0696FFE39F}" type="presParOf" srcId="{ACCE6F1B-DE9E-46AF-9077-DB75A52951A2}" destId="{DC8EA3EC-7F74-4280-A606-396837F9AD4B}" srcOrd="0" destOrd="0" presId="urn:microsoft.com/office/officeart/2005/8/layout/hierarchy2"/>
    <dgm:cxn modelId="{B46A2359-EF21-484B-AF04-F0C997055027}" type="presParOf" srcId="{DC8EA3EC-7F74-4280-A606-396837F9AD4B}" destId="{DCBDAC29-F23E-4C93-8E71-97E34EA62DE7}" srcOrd="0" destOrd="0" presId="urn:microsoft.com/office/officeart/2005/8/layout/hierarchy2"/>
    <dgm:cxn modelId="{31895D93-8A4A-44A2-9D8F-7117A020251A}" type="presParOf" srcId="{ACCE6F1B-DE9E-46AF-9077-DB75A52951A2}" destId="{B68847D5-3641-4736-82D9-526D6BEEE742}" srcOrd="1" destOrd="0" presId="urn:microsoft.com/office/officeart/2005/8/layout/hierarchy2"/>
    <dgm:cxn modelId="{6B3DEAC9-5F2F-4F14-AB30-93634E072800}" type="presParOf" srcId="{B68847D5-3641-4736-82D9-526D6BEEE742}" destId="{17612D8B-FEAD-469F-A4BA-20DAA08B4271}" srcOrd="0" destOrd="0" presId="urn:microsoft.com/office/officeart/2005/8/layout/hierarchy2"/>
    <dgm:cxn modelId="{C7C42D6A-CBCA-45D3-8EF3-ACF054B0C13D}" type="presParOf" srcId="{B68847D5-3641-4736-82D9-526D6BEEE742}" destId="{75833588-7758-4443-929F-E9DBADF0EF5B}" srcOrd="1" destOrd="0" presId="urn:microsoft.com/office/officeart/2005/8/layout/hierarchy2"/>
    <dgm:cxn modelId="{19027B67-FD16-47A4-95E6-4D3627D18EE9}" type="presParOf" srcId="{ACCE6F1B-DE9E-46AF-9077-DB75A52951A2}" destId="{6AF5AA85-3FC5-43A0-91DB-F09F0C5F6A2B}" srcOrd="2" destOrd="0" presId="urn:microsoft.com/office/officeart/2005/8/layout/hierarchy2"/>
    <dgm:cxn modelId="{0F79E18A-7820-4651-82D3-AC4801A883B2}" type="presParOf" srcId="{6AF5AA85-3FC5-43A0-91DB-F09F0C5F6A2B}" destId="{EDF06A5D-53E7-4896-AC32-C85FFBBFAE39}" srcOrd="0" destOrd="0" presId="urn:microsoft.com/office/officeart/2005/8/layout/hierarchy2"/>
    <dgm:cxn modelId="{0F7C1D03-D2A4-4535-9740-54896F111B61}" type="presParOf" srcId="{ACCE6F1B-DE9E-46AF-9077-DB75A52951A2}" destId="{336FE5F0-EF95-4509-8BA1-674991CFB396}" srcOrd="3" destOrd="0" presId="urn:microsoft.com/office/officeart/2005/8/layout/hierarchy2"/>
    <dgm:cxn modelId="{5F91F9C4-7926-4166-9B7D-73D5B0157647}" type="presParOf" srcId="{336FE5F0-EF95-4509-8BA1-674991CFB396}" destId="{E48D6028-3536-45E3-9C10-8F121B4AAE26}" srcOrd="0" destOrd="0" presId="urn:microsoft.com/office/officeart/2005/8/layout/hierarchy2"/>
    <dgm:cxn modelId="{768B510D-BF6A-47EB-A75D-F000F8E1B6B8}" type="presParOf" srcId="{336FE5F0-EF95-4509-8BA1-674991CFB396}" destId="{7D5EFA06-E990-4578-B027-645047F97DB3}" srcOrd="1" destOrd="0" presId="urn:microsoft.com/office/officeart/2005/8/layout/hierarchy2"/>
    <dgm:cxn modelId="{0F8BB11F-4407-433F-88CA-2FAF79E847D9}" type="presParOf" srcId="{ACCE6F1B-DE9E-46AF-9077-DB75A52951A2}" destId="{67077F17-D312-4C6D-B278-4B562DE2B199}" srcOrd="4" destOrd="0" presId="urn:microsoft.com/office/officeart/2005/8/layout/hierarchy2"/>
    <dgm:cxn modelId="{613DC0D4-E285-4342-A3F6-93278965C5AE}" type="presParOf" srcId="{67077F17-D312-4C6D-B278-4B562DE2B199}" destId="{D4D256EB-C7A3-462F-AB7D-7598283CD3CF}" srcOrd="0" destOrd="0" presId="urn:microsoft.com/office/officeart/2005/8/layout/hierarchy2"/>
    <dgm:cxn modelId="{4234CA0D-8AAF-45D4-B34A-B196165100D5}" type="presParOf" srcId="{ACCE6F1B-DE9E-46AF-9077-DB75A52951A2}" destId="{6D7D9017-6B79-4398-ADB4-918DB253B022}" srcOrd="5" destOrd="0" presId="urn:microsoft.com/office/officeart/2005/8/layout/hierarchy2"/>
    <dgm:cxn modelId="{A2DC30C8-6F94-4784-82BE-4F807A287621}" type="presParOf" srcId="{6D7D9017-6B79-4398-ADB4-918DB253B022}" destId="{507E9BF9-2815-4277-9918-225484F4BA24}" srcOrd="0" destOrd="0" presId="urn:microsoft.com/office/officeart/2005/8/layout/hierarchy2"/>
    <dgm:cxn modelId="{0A2799EA-62FB-47FC-865F-AF1F2308A26E}" type="presParOf" srcId="{6D7D9017-6B79-4398-ADB4-918DB253B022}" destId="{16A1E439-6095-4936-BD4D-FCD2F1446E0D}" srcOrd="1" destOrd="0" presId="urn:microsoft.com/office/officeart/2005/8/layout/hierarchy2"/>
    <dgm:cxn modelId="{7B52431D-BC54-46A0-B121-A352B07278F3}" type="presParOf" srcId="{ACCE6F1B-DE9E-46AF-9077-DB75A52951A2}" destId="{81339398-6BE1-4EFC-B14A-24803BF64B07}" srcOrd="6" destOrd="0" presId="urn:microsoft.com/office/officeart/2005/8/layout/hierarchy2"/>
    <dgm:cxn modelId="{7AAED60A-310E-4ED4-BBC3-0A9F3D1D20DB}" type="presParOf" srcId="{81339398-6BE1-4EFC-B14A-24803BF64B07}" destId="{56C46513-7F30-4ECB-8411-89BD2347CB2B}" srcOrd="0" destOrd="0" presId="urn:microsoft.com/office/officeart/2005/8/layout/hierarchy2"/>
    <dgm:cxn modelId="{352A7ACE-DEE1-4A56-A166-FA3587BDADAD}" type="presParOf" srcId="{ACCE6F1B-DE9E-46AF-9077-DB75A52951A2}" destId="{5D1F7257-81C1-4BC8-9956-47924293BD36}" srcOrd="7" destOrd="0" presId="urn:microsoft.com/office/officeart/2005/8/layout/hierarchy2"/>
    <dgm:cxn modelId="{0C46B4AC-4A90-4904-8632-2BA900485A2D}" type="presParOf" srcId="{5D1F7257-81C1-4BC8-9956-47924293BD36}" destId="{4D508E1C-320F-4ADD-AB6B-9F0EB08F0BA5}" srcOrd="0" destOrd="0" presId="urn:microsoft.com/office/officeart/2005/8/layout/hierarchy2"/>
    <dgm:cxn modelId="{49F1CBEC-D0B6-4A35-8906-3CAA029CD69D}" type="presParOf" srcId="{5D1F7257-81C1-4BC8-9956-47924293BD36}" destId="{B22DF54D-1322-440E-B703-6E7CF1D2D7BA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ACE6E0-5155-4FC1-A3F6-16C867E1FC4B}">
      <dsp:nvSpPr>
        <dsp:cNvPr id="0" name=""/>
        <dsp:cNvSpPr/>
      </dsp:nvSpPr>
      <dsp:spPr>
        <a:xfrm>
          <a:off x="857250" y="1575593"/>
          <a:ext cx="1825625" cy="9128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高温预警等级划分</a:t>
          </a:r>
          <a:endParaRPr lang="zh-CN" altLang="en-US" sz="1600" kern="1200" dirty="0"/>
        </a:p>
      </dsp:txBody>
      <dsp:txXfrm>
        <a:off x="883985" y="1602328"/>
        <a:ext cx="1772155" cy="859342"/>
      </dsp:txXfrm>
    </dsp:sp>
    <dsp:sp modelId="{DC8EA3EC-7F74-4280-A606-396837F9AD4B}">
      <dsp:nvSpPr>
        <dsp:cNvPr id="0" name=""/>
        <dsp:cNvSpPr/>
      </dsp:nvSpPr>
      <dsp:spPr>
        <a:xfrm rot="17692822">
          <a:off x="2180152" y="1224484"/>
          <a:ext cx="173569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735694" y="2021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600" kern="1200"/>
        </a:p>
      </dsp:txBody>
      <dsp:txXfrm>
        <a:off x="3004607" y="1201306"/>
        <a:ext cx="86784" cy="86784"/>
      </dsp:txXfrm>
    </dsp:sp>
    <dsp:sp modelId="{17612D8B-FEAD-469F-A4BA-20DAA08B4271}">
      <dsp:nvSpPr>
        <dsp:cNvPr id="0" name=""/>
        <dsp:cNvSpPr/>
      </dsp:nvSpPr>
      <dsp:spPr>
        <a:xfrm>
          <a:off x="3413125" y="992"/>
          <a:ext cx="1825625" cy="9128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黄色：连续三天日最高气温将在</a:t>
          </a:r>
          <a:r>
            <a:rPr lang="en-US" altLang="en-US" sz="1600" kern="1200" dirty="0" smtClean="0"/>
            <a:t>35℃</a:t>
          </a:r>
          <a:r>
            <a:rPr lang="zh-CN" altLang="en-US" sz="1600" kern="1200" dirty="0" smtClean="0"/>
            <a:t>以上。</a:t>
          </a:r>
          <a:endParaRPr lang="zh-CN" altLang="en-US" sz="1600" kern="1200" dirty="0"/>
        </a:p>
      </dsp:txBody>
      <dsp:txXfrm>
        <a:off x="3439860" y="27727"/>
        <a:ext cx="1772155" cy="859342"/>
      </dsp:txXfrm>
    </dsp:sp>
    <dsp:sp modelId="{6AF5AA85-3FC5-43A0-91DB-F09F0C5F6A2B}">
      <dsp:nvSpPr>
        <dsp:cNvPr id="0" name=""/>
        <dsp:cNvSpPr/>
      </dsp:nvSpPr>
      <dsp:spPr>
        <a:xfrm rot="19457599">
          <a:off x="2598347" y="1749351"/>
          <a:ext cx="89930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99305" y="2021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3025517" y="1747083"/>
        <a:ext cx="44965" cy="44965"/>
      </dsp:txXfrm>
    </dsp:sp>
    <dsp:sp modelId="{E48D6028-3536-45E3-9C10-8F121B4AAE26}">
      <dsp:nvSpPr>
        <dsp:cNvPr id="0" name=""/>
        <dsp:cNvSpPr/>
      </dsp:nvSpPr>
      <dsp:spPr>
        <a:xfrm>
          <a:off x="3413125" y="1050726"/>
          <a:ext cx="1825625" cy="9128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 橙色：</a:t>
          </a:r>
          <a:r>
            <a:rPr lang="en-US" altLang="en-US" sz="1600" kern="1200" dirty="0" smtClean="0"/>
            <a:t>24</a:t>
          </a:r>
          <a:r>
            <a:rPr lang="zh-CN" altLang="en-US" sz="1600" kern="1200" dirty="0" smtClean="0"/>
            <a:t>小时内最高气温将升至</a:t>
          </a:r>
          <a:r>
            <a:rPr lang="en-US" altLang="en-US" sz="1600" kern="1200" dirty="0" smtClean="0"/>
            <a:t>37℃</a:t>
          </a:r>
          <a:r>
            <a:rPr lang="zh-CN" altLang="en-US" sz="1600" kern="1200" dirty="0" smtClean="0"/>
            <a:t>以上。</a:t>
          </a:r>
          <a:endParaRPr lang="zh-CN" altLang="en-US" sz="1600" kern="1200" dirty="0"/>
        </a:p>
      </dsp:txBody>
      <dsp:txXfrm>
        <a:off x="3439860" y="1077461"/>
        <a:ext cx="1772155" cy="859342"/>
      </dsp:txXfrm>
    </dsp:sp>
    <dsp:sp modelId="{67077F17-D312-4C6D-B278-4B562DE2B199}">
      <dsp:nvSpPr>
        <dsp:cNvPr id="0" name=""/>
        <dsp:cNvSpPr/>
      </dsp:nvSpPr>
      <dsp:spPr>
        <a:xfrm rot="2142401">
          <a:off x="2598347" y="2274218"/>
          <a:ext cx="89930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99305" y="2021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3025517" y="2271950"/>
        <a:ext cx="44965" cy="44965"/>
      </dsp:txXfrm>
    </dsp:sp>
    <dsp:sp modelId="{507E9BF9-2815-4277-9918-225484F4BA24}">
      <dsp:nvSpPr>
        <dsp:cNvPr id="0" name=""/>
        <dsp:cNvSpPr/>
      </dsp:nvSpPr>
      <dsp:spPr>
        <a:xfrm>
          <a:off x="3413125" y="2100460"/>
          <a:ext cx="1825625" cy="9128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 红色：</a:t>
          </a:r>
          <a:r>
            <a:rPr lang="en-US" altLang="en-US" sz="1600" kern="1200" dirty="0" smtClean="0"/>
            <a:t>24</a:t>
          </a:r>
          <a:r>
            <a:rPr lang="zh-CN" altLang="en-US" sz="1600" kern="1200" dirty="0" smtClean="0"/>
            <a:t>小时内最高气温将升至</a:t>
          </a:r>
          <a:r>
            <a:rPr lang="en-US" altLang="en-US" sz="1600" kern="1200" dirty="0" smtClean="0"/>
            <a:t>40℃</a:t>
          </a:r>
          <a:r>
            <a:rPr lang="zh-CN" altLang="en-US" sz="1600" kern="1200" dirty="0" smtClean="0"/>
            <a:t>以上。</a:t>
          </a:r>
          <a:endParaRPr lang="zh-CN" altLang="en-US" sz="1600" kern="1200" dirty="0"/>
        </a:p>
      </dsp:txBody>
      <dsp:txXfrm>
        <a:off x="3439860" y="2127195"/>
        <a:ext cx="1772155" cy="859342"/>
      </dsp:txXfrm>
    </dsp:sp>
    <dsp:sp modelId="{81339398-6BE1-4EFC-B14A-24803BF64B07}">
      <dsp:nvSpPr>
        <dsp:cNvPr id="0" name=""/>
        <dsp:cNvSpPr/>
      </dsp:nvSpPr>
      <dsp:spPr>
        <a:xfrm rot="3907178">
          <a:off x="2180152" y="2799085"/>
          <a:ext cx="173569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735694" y="2021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600" kern="1200"/>
        </a:p>
      </dsp:txBody>
      <dsp:txXfrm>
        <a:off x="3004607" y="2775908"/>
        <a:ext cx="86784" cy="86784"/>
      </dsp:txXfrm>
    </dsp:sp>
    <dsp:sp modelId="{4D508E1C-320F-4ADD-AB6B-9F0EB08F0BA5}">
      <dsp:nvSpPr>
        <dsp:cNvPr id="0" name=""/>
        <dsp:cNvSpPr/>
      </dsp:nvSpPr>
      <dsp:spPr>
        <a:xfrm>
          <a:off x="3413125" y="3150195"/>
          <a:ext cx="1825625" cy="9128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 蓝色：</a:t>
          </a:r>
          <a:r>
            <a:rPr lang="en-US" altLang="en-US" sz="1600" kern="1200" dirty="0" smtClean="0"/>
            <a:t>48</a:t>
          </a:r>
          <a:r>
            <a:rPr lang="zh-CN" altLang="en-US" sz="1600" kern="1200" dirty="0" smtClean="0"/>
            <a:t>小时出现最高气温为</a:t>
          </a:r>
          <a:r>
            <a:rPr lang="en-US" altLang="en-US" sz="1600" kern="1200" dirty="0" smtClean="0"/>
            <a:t>35℃</a:t>
          </a:r>
          <a:r>
            <a:rPr lang="zh-CN" altLang="en-US" sz="1600" kern="1200" dirty="0" smtClean="0"/>
            <a:t>及以上。</a:t>
          </a:r>
          <a:endParaRPr lang="zh-CN" altLang="en-US" sz="1600" kern="1200" dirty="0"/>
        </a:p>
      </dsp:txBody>
      <dsp:txXfrm>
        <a:off x="3439860" y="3176930"/>
        <a:ext cx="1772155" cy="8593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2ADBB-B6A0-46DC-88AF-662FA7D1BF86}" type="datetimeFigureOut">
              <a:rPr lang="zh-CN" altLang="en-US" smtClean="0"/>
              <a:t>2023/6/7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72E62B-3640-4705-B3B5-184F3F8321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387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全社会动员起来防御高温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2E62B-3640-4705-B3B5-184F3F83210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865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EB932-A8FC-484D-8B48-8BC8E2B0EA5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854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4334-80FB-4750-904E-0A409F7722F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6690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2221-D666-4583-9FBB-D90C058E751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7875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E658A-EB1C-47EF-AF8E-4573E42106E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518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31507-778C-4187-9BAB-2A730285D64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55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B5EE-DB4E-412B-BC31-AAE14925B61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8502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FEB8B-A550-401D-955B-AEED8EA9FE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405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26AE9-6D51-4AC1-AC92-2AA1E6C2AAC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7250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0EF5-4ED8-4C6E-92E0-1B93317311A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278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3B8A-F6F7-4A65-8980-323A0A9DA2A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24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3B8A-F6F7-4A65-8980-323A0A9DA2A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853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3B8A-F6F7-4A65-8980-323A0A9DA2A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776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3B8A-F6F7-4A65-8980-323A0A9DA2A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0766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3B8A-F6F7-4A65-8980-323A0A9DA2A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6395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3B8A-F6F7-4A65-8980-323A0A9DA2A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866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151A5-D433-4A84-8AA5-7AC27AB7243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022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3B8A-F6F7-4A65-8980-323A0A9DA2A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3485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E3B8A-F6F7-4A65-8980-323A0A9DA2A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91704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</p:sldLayoutIdLst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北京河北山东陕西等地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6</a:t>
            </a:r>
            <a:r>
              <a:rPr lang="zh-CN" altLang="en-US" dirty="0"/>
              <a:t>日高气温将达</a:t>
            </a:r>
            <a:r>
              <a:rPr lang="en-US" altLang="zh-CN" dirty="0"/>
              <a:t>40℃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高温预警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046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14="http://schemas.microsoft.com/office/drawing/2010/main"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高温黄色预警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zh-CN" altLang="en-US" sz="2300" dirty="0">
                <a:latin typeface="黑体" panose="02010609060101010101" pitchFamily="49" charset="-122"/>
                <a:ea typeface="黑体" panose="02010609060101010101" pitchFamily="49" charset="-122"/>
              </a:rPr>
              <a:t>中央气象台</a:t>
            </a:r>
            <a:r>
              <a:rPr lang="en-US" altLang="zh-CN" sz="23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300" dirty="0">
                <a:latin typeface="黑体" panose="02010609060101010101" pitchFamily="49" charset="-122"/>
                <a:ea typeface="黑体" panose="02010609060101010101" pitchFamily="49" charset="-122"/>
              </a:rPr>
              <a:t>日清晨</a:t>
            </a:r>
            <a:r>
              <a:rPr lang="en-US" altLang="zh-CN" sz="23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300" dirty="0">
                <a:latin typeface="黑体" panose="02010609060101010101" pitchFamily="49" charset="-122"/>
                <a:ea typeface="黑体" panose="02010609060101010101" pitchFamily="49" charset="-122"/>
              </a:rPr>
              <a:t>时继续发布高温黄色预警：预计，今天白天，甘肃西北部、内蒙古中西部的部分地区、陕西东部和南部、华北大部、黄淮大部、湖北西北部、江淮东部、湖南南部、江西南部、华南大部等地有</a:t>
            </a:r>
            <a:r>
              <a:rPr lang="en-US" altLang="zh-CN" sz="2300" dirty="0">
                <a:latin typeface="黑体" panose="02010609060101010101" pitchFamily="49" charset="-122"/>
                <a:ea typeface="黑体" panose="02010609060101010101" pitchFamily="49" charset="-122"/>
              </a:rPr>
              <a:t>35</a:t>
            </a:r>
            <a:r>
              <a:rPr lang="zh-CN" altLang="en-US" sz="2300" dirty="0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r>
              <a:rPr lang="en-US" altLang="zh-CN" sz="2300" dirty="0">
                <a:latin typeface="黑体" panose="02010609060101010101" pitchFamily="49" charset="-122"/>
                <a:ea typeface="黑体" panose="02010609060101010101" pitchFamily="49" charset="-122"/>
              </a:rPr>
              <a:t>37℃</a:t>
            </a:r>
            <a:r>
              <a:rPr lang="zh-CN" altLang="en-US" sz="2300" dirty="0">
                <a:latin typeface="黑体" panose="02010609060101010101" pitchFamily="49" charset="-122"/>
                <a:ea typeface="黑体" panose="02010609060101010101" pitchFamily="49" charset="-122"/>
              </a:rPr>
              <a:t>，北京、河北中南部、山东西北部、陕西关中等地的部分地区有</a:t>
            </a:r>
            <a:r>
              <a:rPr lang="en-US" altLang="zh-CN" sz="2300" dirty="0">
                <a:latin typeface="黑体" panose="02010609060101010101" pitchFamily="49" charset="-122"/>
                <a:ea typeface="黑体" panose="02010609060101010101" pitchFamily="49" charset="-122"/>
              </a:rPr>
              <a:t>38</a:t>
            </a:r>
            <a:r>
              <a:rPr lang="zh-CN" altLang="en-US" sz="2300" dirty="0">
                <a:latin typeface="黑体" panose="02010609060101010101" pitchFamily="49" charset="-122"/>
                <a:ea typeface="黑体" panose="02010609060101010101" pitchFamily="49" charset="-122"/>
              </a:rPr>
              <a:t>～ </a:t>
            </a:r>
            <a:r>
              <a:rPr lang="en-US" altLang="zh-CN" sz="2300" dirty="0">
                <a:latin typeface="黑体" panose="02010609060101010101" pitchFamily="49" charset="-122"/>
                <a:ea typeface="黑体" panose="02010609060101010101" pitchFamily="49" charset="-122"/>
              </a:rPr>
              <a:t>40 ℃</a:t>
            </a:r>
            <a:r>
              <a:rPr lang="zh-CN" altLang="en-US" sz="2300" dirty="0">
                <a:latin typeface="黑体" panose="02010609060101010101" pitchFamily="49" charset="-122"/>
                <a:ea typeface="黑体" panose="02010609060101010101" pitchFamily="49" charset="-122"/>
              </a:rPr>
              <a:t>的高温天气。 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213" y="1949151"/>
            <a:ext cx="3297237" cy="2335811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:a14="http://schemas.microsoft.com/office/drawing/2010/main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2884505645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0841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高温</a:t>
            </a:r>
            <a:r>
              <a:rPr lang="zh-CN" altLang="en-US" dirty="0" smtClean="0"/>
              <a:t>防御指南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640982"/>
              </p:ext>
            </p:extLst>
          </p:nvPr>
        </p:nvGraphicFramePr>
        <p:xfrm>
          <a:off x="484584" y="936564"/>
          <a:ext cx="7993384" cy="35858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27376">
                  <a:extLst>
                    <a:ext uri="{9D8B030D-6E8A-4147-A177-3AD203B41FA5}">
                      <a16:colId xmlns:a16="http://schemas.microsoft.com/office/drawing/2014/main" val="1797138467"/>
                    </a:ext>
                  </a:extLst>
                </a:gridCol>
                <a:gridCol w="4266008">
                  <a:extLst>
                    <a:ext uri="{9D8B030D-6E8A-4147-A177-3AD203B41FA5}">
                      <a16:colId xmlns:a16="http://schemas.microsoft.com/office/drawing/2014/main" val="558466729"/>
                    </a:ext>
                  </a:extLst>
                </a:gridCol>
              </a:tblGrid>
              <a:tr h="270085">
                <a:tc>
                  <a:txBody>
                    <a:bodyPr/>
                    <a:lstStyle/>
                    <a:p>
                      <a:r>
                        <a:rPr lang="zh-CN" altLang="en-US" sz="2200" dirty="0" smtClean="0"/>
                        <a:t>有关单位和人员</a:t>
                      </a:r>
                      <a:endParaRPr lang="zh-CN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200" dirty="0" smtClean="0"/>
                        <a:t>高温防御措施</a:t>
                      </a:r>
                      <a:endParaRPr lang="zh-CN" alt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83295"/>
                  </a:ext>
                </a:extLst>
              </a:tr>
              <a:tr h="482294">
                <a:tc>
                  <a:txBody>
                    <a:bodyPr/>
                    <a:lstStyle/>
                    <a:p>
                      <a:r>
                        <a:rPr lang="zh-CN" altLang="en-US" sz="2200" dirty="0" smtClean="0"/>
                        <a:t>媒体</a:t>
                      </a:r>
                      <a:endParaRPr lang="zh-CN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200" dirty="0" smtClean="0"/>
                        <a:t>应加强防暑降温保健知识的宣传；</a:t>
                      </a:r>
                      <a:endParaRPr lang="zh-CN" alt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42950"/>
                  </a:ext>
                </a:extLst>
              </a:tr>
              <a:tr h="906713">
                <a:tc>
                  <a:txBody>
                    <a:bodyPr/>
                    <a:lstStyle/>
                    <a:p>
                      <a:r>
                        <a:rPr lang="zh-CN" altLang="en-US" sz="2200" dirty="0" smtClean="0"/>
                        <a:t>相关部门</a:t>
                      </a:r>
                      <a:endParaRPr lang="zh-CN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200" dirty="0" smtClean="0"/>
                        <a:t>落实防暑降温保障措施。注意防范因用电量过高，电力设备负载大而引发火灾；</a:t>
                      </a:r>
                      <a:endParaRPr lang="zh-CN" alt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796871"/>
                  </a:ext>
                </a:extLst>
              </a:tr>
              <a:tr h="482294">
                <a:tc>
                  <a:txBody>
                    <a:bodyPr/>
                    <a:lstStyle/>
                    <a:p>
                      <a:r>
                        <a:rPr lang="zh-CN" altLang="en-US" sz="2200" dirty="0" smtClean="0"/>
                        <a:t>户外或者高温下的作业人员</a:t>
                      </a:r>
                      <a:endParaRPr lang="zh-CN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200" dirty="0" smtClean="0"/>
                        <a:t>应当采取必要的防护措施；</a:t>
                      </a:r>
                      <a:endParaRPr lang="zh-CN" alt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977040"/>
                  </a:ext>
                </a:extLst>
              </a:tr>
              <a:tr h="906713">
                <a:tc>
                  <a:txBody>
                    <a:bodyPr/>
                    <a:lstStyle/>
                    <a:p>
                      <a:r>
                        <a:rPr lang="zh-CN" altLang="en-US" sz="2200" dirty="0" smtClean="0"/>
                        <a:t>一般人群</a:t>
                      </a:r>
                      <a:endParaRPr lang="zh-CN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200" dirty="0" smtClean="0"/>
                        <a:t>注意保证充足睡眠，尽量避免午后高温时段的户外活动，必要时准备一些常用的防暑降温药品。</a:t>
                      </a:r>
                      <a:endParaRPr lang="zh-CN" alt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230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38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离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123</TotalTime>
  <Words>249</Words>
  <Application>Microsoft Office PowerPoint</Application>
  <PresentationFormat>全屏显示(16:9)</PresentationFormat>
  <Paragraphs>22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等线</vt:lpstr>
      <vt:lpstr>黑体</vt:lpstr>
      <vt:lpstr>宋体</vt:lpstr>
      <vt:lpstr>Arial</vt:lpstr>
      <vt:lpstr>Century Gothic</vt:lpstr>
      <vt:lpstr>Tahoma</vt:lpstr>
      <vt:lpstr>Wingdings 3</vt:lpstr>
      <vt:lpstr>离子</vt:lpstr>
      <vt:lpstr>北京河北山东陕西等地7月6日高气温将达40℃</vt:lpstr>
      <vt:lpstr>高温黄色预警</vt:lpstr>
      <vt:lpstr>PowerPoint 演示文稿</vt:lpstr>
      <vt:lpstr>高温防御指南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北京河北山东陕西等地7月6日最高气温将达40℃</dc:title>
  <dc:creator>User</dc:creator>
  <cp:lastModifiedBy>windows用户</cp:lastModifiedBy>
  <cp:revision>14</cp:revision>
  <cp:lastPrinted>1601-01-01T00:00:00Z</cp:lastPrinted>
  <dcterms:created xsi:type="dcterms:W3CDTF">2010-07-25T09:50:57Z</dcterms:created>
  <dcterms:modified xsi:type="dcterms:W3CDTF">2023-06-07T01:15:45Z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