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8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E6EB932-A8FC-484D-8B48-8BC8E2B0EA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24334-80FB-4750-904E-0A409F7722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45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62221-D666-4583-9FBB-D90C058E75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833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E658A-EB1C-47EF-AF8E-4573E42106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855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31507-778C-4187-9BAB-2A730285D6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749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1B5EE-DB4E-412B-BC31-AAE14925B6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85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FEB8B-A550-401D-955B-AEED8EA9FE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26AE9-6D51-4AC1-AC92-2AA1E6C2AA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974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A0EF5-4ED8-4C6E-92E0-1B93317311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28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151A5-D433-4A84-8AA5-7AC27AB724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29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A029D-C416-4DA3-9F8B-03951456B4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42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429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F6E3B8A-F6F7-4A65-8980-323A0A9DA2A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中央气象台</a:t>
            </a:r>
            <a:r>
              <a:rPr lang="en-US" altLang="zh-CN"/>
              <a:t>6</a:t>
            </a:r>
            <a:r>
              <a:rPr lang="zh-CN" altLang="en-US"/>
              <a:t>日清晨</a:t>
            </a:r>
            <a:r>
              <a:rPr lang="en-US" altLang="zh-CN"/>
              <a:t>6</a:t>
            </a:r>
            <a:r>
              <a:rPr lang="zh-CN" altLang="en-US"/>
              <a:t>时继续发布高温黄色预警：预计，今天白天，甘肃西北部、内蒙古中西部的部分地区、陕西东部和南部、华北大部、黄淮大部、湖北西北部、江淮东部、湖南南部、江西南部、华南大部等地有</a:t>
            </a:r>
            <a:r>
              <a:rPr lang="en-US" altLang="zh-CN"/>
              <a:t>35</a:t>
            </a:r>
            <a:r>
              <a:rPr lang="zh-CN" altLang="en-US"/>
              <a:t>～</a:t>
            </a:r>
            <a:r>
              <a:rPr lang="en-US" altLang="zh-CN"/>
              <a:t>37℃</a:t>
            </a:r>
            <a:r>
              <a:rPr lang="zh-CN" altLang="en-US"/>
              <a:t>，北京、河北中南部、山东西北部、陕西关中等地的部分地区有</a:t>
            </a:r>
            <a:r>
              <a:rPr lang="en-US" altLang="zh-CN"/>
              <a:t>38</a:t>
            </a:r>
            <a:r>
              <a:rPr lang="zh-CN" altLang="en-US"/>
              <a:t>～ </a:t>
            </a:r>
            <a:r>
              <a:rPr lang="en-US" altLang="zh-CN"/>
              <a:t>40 ℃</a:t>
            </a:r>
            <a:r>
              <a:rPr lang="zh-CN" altLang="en-US"/>
              <a:t>的高温天气。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77</TotalTime>
  <Words>83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Tahoma</vt:lpstr>
      <vt:lpstr>Wingdings</vt:lpstr>
      <vt:lpstr>default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北京河北山东陕西等地7月6日最高气温将达40℃</dc:title>
  <dc:creator>User</dc:creator>
  <cp:lastModifiedBy>Windows 用户</cp:lastModifiedBy>
  <cp:revision>7</cp:revision>
  <cp:lastPrinted>1601-01-01T00:00:00Z</cp:lastPrinted>
  <dcterms:created xsi:type="dcterms:W3CDTF">2010-07-25T09:50:57Z</dcterms:created>
  <dcterms:modified xsi:type="dcterms:W3CDTF">2020-09-10T07:27:11Z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