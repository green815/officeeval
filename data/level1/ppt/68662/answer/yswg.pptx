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56" r:id="rId3"/>
    <p:sldId id="257" r:id="rId4"/>
    <p:sldId id="263" r:id="rId5"/>
    <p:sldId id="258" r:id="rId6"/>
    <p:sldId id="259" r:id="rId7"/>
    <p:sldId id="260" r:id="rId8"/>
    <p:sldId id="261" r:id="rId9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2" d="100"/>
          <a:sy n="52" d="100"/>
        </p:scale>
        <p:origin x="9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44C644-A63B-4945-A392-50181A7CCE95}" type="doc">
      <dgm:prSet loTypeId="urn:microsoft.com/office/officeart/2005/8/layout/hList9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909C272-CE8D-47D1-B8AE-85016654ECF9}">
      <dgm:prSet phldrT="[文本]"/>
      <dgm:spPr/>
      <dgm:t>
        <a:bodyPr/>
        <a:lstStyle/>
        <a:p>
          <a:r>
            <a:rPr lang="zh-CN" altLang="en-US" smtClean="0"/>
            <a:t>枝手目</a:t>
          </a:r>
          <a:endParaRPr lang="zh-CN" altLang="en-US"/>
        </a:p>
      </dgm:t>
    </dgm:pt>
    <dgm:pt modelId="{8DE13F9A-3A12-4879-9413-4DC1396E7910}" type="parTrans" cxnId="{143D0497-2445-4866-83B6-7205D3120D63}">
      <dgm:prSet/>
      <dgm:spPr/>
      <dgm:t>
        <a:bodyPr/>
        <a:lstStyle/>
        <a:p>
          <a:endParaRPr lang="zh-CN" altLang="en-US"/>
        </a:p>
      </dgm:t>
    </dgm:pt>
    <dgm:pt modelId="{957797C2-0EA1-4D98-B077-75C5622211AE}" type="sibTrans" cxnId="{143D0497-2445-4866-83B6-7205D3120D63}">
      <dgm:prSet/>
      <dgm:spPr/>
      <dgm:t>
        <a:bodyPr/>
        <a:lstStyle/>
        <a:p>
          <a:endParaRPr lang="zh-CN" altLang="en-US"/>
        </a:p>
      </dgm:t>
    </dgm:pt>
    <dgm:pt modelId="{38339BE8-4A24-41DA-8F3D-4E23B50D4321}">
      <dgm:prSet phldrT="[文本]"/>
      <dgm:spPr/>
      <dgm:t>
        <a:bodyPr/>
        <a:lstStyle/>
        <a:p>
          <a:r>
            <a:rPr lang="zh-CN" altLang="en-US" dirty="0" smtClean="0"/>
            <a:t>触手枝形，有翻颈部和收缩肌。</a:t>
          </a:r>
          <a:endParaRPr lang="zh-CN" altLang="en-US" dirty="0"/>
        </a:p>
      </dgm:t>
    </dgm:pt>
    <dgm:pt modelId="{EA83F974-4BE4-4BE2-8494-F14C2FEA4739}" type="parTrans" cxnId="{18689827-2E37-4D35-871E-DCF5B54AB0A3}">
      <dgm:prSet/>
      <dgm:spPr/>
      <dgm:t>
        <a:bodyPr/>
        <a:lstStyle/>
        <a:p>
          <a:endParaRPr lang="zh-CN" altLang="en-US"/>
        </a:p>
      </dgm:t>
    </dgm:pt>
    <dgm:pt modelId="{26A4CCAD-0021-4CAA-BEE6-0A912D787D0B}" type="sibTrans" cxnId="{18689827-2E37-4D35-871E-DCF5B54AB0A3}">
      <dgm:prSet/>
      <dgm:spPr/>
      <dgm:t>
        <a:bodyPr/>
        <a:lstStyle/>
        <a:p>
          <a:endParaRPr lang="zh-CN" altLang="en-US"/>
        </a:p>
      </dgm:t>
    </dgm:pt>
    <dgm:pt modelId="{B5C23A3D-AC5E-4EFA-B08D-20476849D7DB}">
      <dgm:prSet phldrT="[文本]"/>
      <dgm:spPr/>
      <dgm:t>
        <a:bodyPr/>
        <a:lstStyle/>
        <a:p>
          <a:r>
            <a:rPr lang="zh-CN" altLang="en-US" dirty="0" smtClean="0"/>
            <a:t>指手目</a:t>
          </a:r>
          <a:endParaRPr lang="zh-CN" altLang="en-US" dirty="0"/>
        </a:p>
      </dgm:t>
    </dgm:pt>
    <dgm:pt modelId="{19D13A45-46A2-43A7-AB46-F8DCF70829C0}" type="parTrans" cxnId="{B79E6E92-7DFD-4C15-80D4-40E9F3C22A63}">
      <dgm:prSet/>
      <dgm:spPr/>
      <dgm:t>
        <a:bodyPr/>
        <a:lstStyle/>
        <a:p>
          <a:endParaRPr lang="zh-CN" altLang="en-US"/>
        </a:p>
      </dgm:t>
    </dgm:pt>
    <dgm:pt modelId="{1B5033E5-3F6B-457E-935F-C5D0A7DD09E0}" type="sibTrans" cxnId="{B79E6E92-7DFD-4C15-80D4-40E9F3C22A63}">
      <dgm:prSet/>
      <dgm:spPr/>
      <dgm:t>
        <a:bodyPr/>
        <a:lstStyle/>
        <a:p>
          <a:endParaRPr lang="zh-CN" altLang="en-US"/>
        </a:p>
      </dgm:t>
    </dgm:pt>
    <dgm:pt modelId="{861B7FB5-0D89-4233-97EA-0E2835BB6056}">
      <dgm:prSet phldrT="[文本]"/>
      <dgm:spPr/>
      <dgm:t>
        <a:bodyPr/>
        <a:lstStyle/>
        <a:p>
          <a:r>
            <a:rPr lang="zh-CN" altLang="en-US" dirty="0" smtClean="0"/>
            <a:t>盾手目</a:t>
          </a:r>
          <a:endParaRPr lang="zh-CN" altLang="en-US" dirty="0"/>
        </a:p>
      </dgm:t>
    </dgm:pt>
    <dgm:pt modelId="{9D16BBDC-7B0C-44FD-9DD3-68095149D5DC}" type="parTrans" cxnId="{F394D7C1-85BE-4E1C-87AF-E24BE5AAB250}">
      <dgm:prSet/>
      <dgm:spPr/>
      <dgm:t>
        <a:bodyPr/>
        <a:lstStyle/>
        <a:p>
          <a:endParaRPr lang="zh-CN" altLang="en-US"/>
        </a:p>
      </dgm:t>
    </dgm:pt>
    <dgm:pt modelId="{8DC431D1-AEA3-4117-ADD9-024CF65080DC}" type="sibTrans" cxnId="{F394D7C1-85BE-4E1C-87AF-E24BE5AAB250}">
      <dgm:prSet/>
      <dgm:spPr/>
      <dgm:t>
        <a:bodyPr/>
        <a:lstStyle/>
        <a:p>
          <a:endParaRPr lang="zh-CN" altLang="en-US"/>
        </a:p>
      </dgm:t>
    </dgm:pt>
    <dgm:pt modelId="{4866D2DB-4174-464B-AD22-2731D7A93858}">
      <dgm:prSet phldrT="[文本]"/>
      <dgm:spPr/>
      <dgm:t>
        <a:bodyPr/>
        <a:lstStyle/>
        <a:p>
          <a:r>
            <a:rPr lang="zh-CN" altLang="en-US" dirty="0" smtClean="0"/>
            <a:t>触手盾形，有呼吸树。</a:t>
          </a:r>
          <a:endParaRPr lang="zh-CN" altLang="en-US" dirty="0"/>
        </a:p>
      </dgm:t>
    </dgm:pt>
    <dgm:pt modelId="{6246908A-916A-440C-BB72-C8FDBC3A1C37}" type="parTrans" cxnId="{B131EF58-04CB-4106-AA09-190D426E4438}">
      <dgm:prSet/>
      <dgm:spPr/>
      <dgm:t>
        <a:bodyPr/>
        <a:lstStyle/>
        <a:p>
          <a:endParaRPr lang="zh-CN" altLang="en-US"/>
        </a:p>
      </dgm:t>
    </dgm:pt>
    <dgm:pt modelId="{B502D918-7732-41CF-8914-36531F7D72EA}" type="sibTrans" cxnId="{B131EF58-04CB-4106-AA09-190D426E4438}">
      <dgm:prSet/>
      <dgm:spPr/>
      <dgm:t>
        <a:bodyPr/>
        <a:lstStyle/>
        <a:p>
          <a:endParaRPr lang="zh-CN" altLang="en-US"/>
        </a:p>
      </dgm:t>
    </dgm:pt>
    <dgm:pt modelId="{CF5A547F-A615-49A4-B49D-24A9E9CAEAE1}">
      <dgm:prSet phldrT="[文本]"/>
      <dgm:spPr/>
      <dgm:t>
        <a:bodyPr/>
        <a:lstStyle/>
        <a:p>
          <a:r>
            <a:rPr lang="zh-CN" altLang="en-US" dirty="0" smtClean="0"/>
            <a:t>平足目</a:t>
          </a:r>
          <a:endParaRPr lang="zh-CN" altLang="en-US" dirty="0"/>
        </a:p>
      </dgm:t>
    </dgm:pt>
    <dgm:pt modelId="{896DCA78-5441-414C-9059-4F309FBF446D}" type="parTrans" cxnId="{3873EB6E-0D76-4301-AF7F-267D4D17124D}">
      <dgm:prSet/>
      <dgm:spPr/>
      <dgm:t>
        <a:bodyPr/>
        <a:lstStyle/>
        <a:p>
          <a:endParaRPr lang="zh-CN" altLang="en-US"/>
        </a:p>
      </dgm:t>
    </dgm:pt>
    <dgm:pt modelId="{F1D9CF82-B7CC-4F99-9F65-80145AB07233}" type="sibTrans" cxnId="{3873EB6E-0D76-4301-AF7F-267D4D17124D}">
      <dgm:prSet/>
      <dgm:spPr/>
      <dgm:t>
        <a:bodyPr/>
        <a:lstStyle/>
        <a:p>
          <a:endParaRPr lang="zh-CN" altLang="en-US"/>
        </a:p>
      </dgm:t>
    </dgm:pt>
    <dgm:pt modelId="{6EA77BAB-7AFE-4C9F-B304-EA738FFCC805}">
      <dgm:prSet phldrT="[文本]"/>
      <dgm:spPr/>
      <dgm:t>
        <a:bodyPr/>
        <a:lstStyle/>
        <a:p>
          <a:r>
            <a:rPr lang="zh-CN" altLang="en-US" smtClean="0"/>
            <a:t>触手指形，身体包围在</a:t>
          </a:r>
          <a:r>
            <a:rPr lang="en-US" altLang="en-US" smtClean="0"/>
            <a:t>1</a:t>
          </a:r>
          <a:r>
            <a:rPr lang="zh-CN" altLang="en-US" smtClean="0"/>
            <a:t>个由复瓦状构成的壳内。</a:t>
          </a:r>
          <a:endParaRPr lang="zh-CN" altLang="en-US" dirty="0"/>
        </a:p>
      </dgm:t>
    </dgm:pt>
    <dgm:pt modelId="{3F5999AE-8E32-403C-BACA-30FA3CF39FF4}" type="parTrans" cxnId="{0EE5775D-4483-42F1-A24F-A5D594353870}">
      <dgm:prSet/>
      <dgm:spPr/>
      <dgm:t>
        <a:bodyPr/>
        <a:lstStyle/>
        <a:p>
          <a:endParaRPr lang="zh-CN" altLang="en-US"/>
        </a:p>
      </dgm:t>
    </dgm:pt>
    <dgm:pt modelId="{B7EC5731-8B8A-4385-981A-C9B3049DA6C2}" type="sibTrans" cxnId="{0EE5775D-4483-42F1-A24F-A5D594353870}">
      <dgm:prSet/>
      <dgm:spPr/>
      <dgm:t>
        <a:bodyPr/>
        <a:lstStyle/>
        <a:p>
          <a:endParaRPr lang="zh-CN" altLang="en-US"/>
        </a:p>
      </dgm:t>
    </dgm:pt>
    <dgm:pt modelId="{10FC54D5-7DC6-461B-A0F2-06F08020BA92}">
      <dgm:prSet phldrT="[文本]"/>
      <dgm:spPr/>
      <dgm:t>
        <a:bodyPr/>
        <a:lstStyle/>
        <a:p>
          <a:r>
            <a:rPr lang="zh-CN" altLang="en-US" dirty="0" smtClean="0"/>
            <a:t>触手盾形，缺呼吸树。</a:t>
          </a:r>
          <a:endParaRPr lang="zh-CN" altLang="en-US" dirty="0"/>
        </a:p>
      </dgm:t>
    </dgm:pt>
    <dgm:pt modelId="{011A0FCD-D7C0-45DA-A912-F03F8C925A29}" type="parTrans" cxnId="{3BE2619A-0BED-4ECC-946B-AF66A9BF810C}">
      <dgm:prSet/>
      <dgm:spPr/>
      <dgm:t>
        <a:bodyPr/>
        <a:lstStyle/>
        <a:p>
          <a:endParaRPr lang="zh-CN" altLang="en-US"/>
        </a:p>
      </dgm:t>
    </dgm:pt>
    <dgm:pt modelId="{F5CAFFC2-B1B1-4B6A-BE88-53FA10F4EB4F}" type="sibTrans" cxnId="{3BE2619A-0BED-4ECC-946B-AF66A9BF810C}">
      <dgm:prSet/>
      <dgm:spPr/>
      <dgm:t>
        <a:bodyPr/>
        <a:lstStyle/>
        <a:p>
          <a:endParaRPr lang="zh-CN" altLang="en-US"/>
        </a:p>
      </dgm:t>
    </dgm:pt>
    <dgm:pt modelId="{8182C616-38D6-40F7-93C4-76853B669185}">
      <dgm:prSet phldrT="[文本]"/>
      <dgm:spPr/>
      <dgm:t>
        <a:bodyPr/>
        <a:lstStyle/>
        <a:p>
          <a:r>
            <a:rPr lang="zh-CN" altLang="en-US" dirty="0" smtClean="0"/>
            <a:t>芋参目</a:t>
          </a:r>
          <a:endParaRPr lang="zh-CN" altLang="en-US" dirty="0"/>
        </a:p>
      </dgm:t>
    </dgm:pt>
    <dgm:pt modelId="{00A445CE-CBEC-4243-B344-A52BC240304F}" type="parTrans" cxnId="{6DCF5442-0FC0-4EBC-A9F3-5500D304C3F6}">
      <dgm:prSet/>
      <dgm:spPr/>
      <dgm:t>
        <a:bodyPr/>
        <a:lstStyle/>
        <a:p>
          <a:endParaRPr lang="zh-CN" altLang="en-US"/>
        </a:p>
      </dgm:t>
    </dgm:pt>
    <dgm:pt modelId="{782E0F5E-B945-444A-B14A-7B689E14F536}" type="sibTrans" cxnId="{6DCF5442-0FC0-4EBC-A9F3-5500D304C3F6}">
      <dgm:prSet/>
      <dgm:spPr/>
      <dgm:t>
        <a:bodyPr/>
        <a:lstStyle/>
        <a:p>
          <a:endParaRPr lang="zh-CN" altLang="en-US"/>
        </a:p>
      </dgm:t>
    </dgm:pt>
    <dgm:pt modelId="{8B8B40E1-D283-48F8-BF36-C60495236F84}">
      <dgm:prSet phldrT="[文本]"/>
      <dgm:spPr/>
      <dgm:t>
        <a:bodyPr/>
        <a:lstStyle/>
        <a:p>
          <a:r>
            <a:rPr lang="zh-CN" altLang="en-US" dirty="0" smtClean="0"/>
            <a:t>体表缺管足，呈芋形，有肛门疣、触手坛囊和呼吸树。</a:t>
          </a:r>
          <a:endParaRPr lang="zh-CN" altLang="en-US" dirty="0"/>
        </a:p>
      </dgm:t>
    </dgm:pt>
    <dgm:pt modelId="{0E6B755F-DB83-4E24-8C98-C594AC264E66}" type="parTrans" cxnId="{19612C47-E3B6-4D85-B56B-D10540F3D0D5}">
      <dgm:prSet/>
      <dgm:spPr/>
      <dgm:t>
        <a:bodyPr/>
        <a:lstStyle/>
        <a:p>
          <a:endParaRPr lang="zh-CN" altLang="en-US"/>
        </a:p>
      </dgm:t>
    </dgm:pt>
    <dgm:pt modelId="{94A8238D-5431-4906-9BF6-9AF0F17D8215}" type="sibTrans" cxnId="{19612C47-E3B6-4D85-B56B-D10540F3D0D5}">
      <dgm:prSet/>
      <dgm:spPr/>
      <dgm:t>
        <a:bodyPr/>
        <a:lstStyle/>
        <a:p>
          <a:endParaRPr lang="zh-CN" altLang="en-US"/>
        </a:p>
      </dgm:t>
    </dgm:pt>
    <dgm:pt modelId="{D837E8C2-7E2B-4F20-8196-7B7070DF5165}">
      <dgm:prSet phldrT="[文本]"/>
      <dgm:spPr/>
      <dgm:t>
        <a:bodyPr/>
        <a:lstStyle/>
        <a:p>
          <a:r>
            <a:rPr lang="zh-CN" altLang="en-US" dirty="0" smtClean="0"/>
            <a:t>无足目</a:t>
          </a:r>
          <a:endParaRPr lang="zh-CN" altLang="en-US" dirty="0"/>
        </a:p>
      </dgm:t>
    </dgm:pt>
    <dgm:pt modelId="{837365DD-C30F-4EFB-A341-CB5A1C19ACEE}" type="parTrans" cxnId="{8E6D399D-9E91-4D83-A1B9-3E8E0A444522}">
      <dgm:prSet/>
      <dgm:spPr/>
      <dgm:t>
        <a:bodyPr/>
        <a:lstStyle/>
        <a:p>
          <a:endParaRPr lang="zh-CN" altLang="en-US"/>
        </a:p>
      </dgm:t>
    </dgm:pt>
    <dgm:pt modelId="{B832B508-7A05-4F87-9C79-3B0C0E9C2A94}" type="sibTrans" cxnId="{8E6D399D-9E91-4D83-A1B9-3E8E0A444522}">
      <dgm:prSet/>
      <dgm:spPr/>
      <dgm:t>
        <a:bodyPr/>
        <a:lstStyle/>
        <a:p>
          <a:endParaRPr lang="zh-CN" altLang="en-US"/>
        </a:p>
      </dgm:t>
    </dgm:pt>
    <dgm:pt modelId="{E436DAE4-AD67-413F-99F3-CC41900DB493}">
      <dgm:prSet phldrT="[文本]"/>
      <dgm:spPr/>
      <dgm:t>
        <a:bodyPr/>
        <a:lstStyle/>
        <a:p>
          <a:r>
            <a:rPr lang="zh-CN" altLang="en-US" smtClean="0"/>
            <a:t>体表缺管足，呈蠕虫状，无肛门疣、触手坛囊和呼吸树。</a:t>
          </a:r>
          <a:endParaRPr lang="zh-CN" altLang="en-US" dirty="0"/>
        </a:p>
      </dgm:t>
    </dgm:pt>
    <dgm:pt modelId="{EDABC728-B3BE-430B-A4EB-5DD1D4651491}" type="parTrans" cxnId="{3B232896-AD94-4603-9E00-43610E01CF06}">
      <dgm:prSet/>
      <dgm:spPr/>
      <dgm:t>
        <a:bodyPr/>
        <a:lstStyle/>
        <a:p>
          <a:endParaRPr lang="zh-CN" altLang="en-US"/>
        </a:p>
      </dgm:t>
    </dgm:pt>
    <dgm:pt modelId="{A9847ED5-3850-4C50-86B9-0C8FB17AEF33}" type="sibTrans" cxnId="{3B232896-AD94-4603-9E00-43610E01CF06}">
      <dgm:prSet/>
      <dgm:spPr/>
      <dgm:t>
        <a:bodyPr/>
        <a:lstStyle/>
        <a:p>
          <a:endParaRPr lang="zh-CN" altLang="en-US"/>
        </a:p>
      </dgm:t>
    </dgm:pt>
    <dgm:pt modelId="{1BF7C784-3E52-4162-AA18-C8B9DD5CC4BD}" type="pres">
      <dgm:prSet presAssocID="{7E44C644-A63B-4945-A392-50181A7CCE95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08539284-C287-43A7-A3D6-961953B04C42}" type="pres">
      <dgm:prSet presAssocID="{E909C272-CE8D-47D1-B8AE-85016654ECF9}" presName="posSpace" presStyleCnt="0"/>
      <dgm:spPr/>
    </dgm:pt>
    <dgm:pt modelId="{CACD9B57-E2BC-49A3-90F0-C0E4102B7821}" type="pres">
      <dgm:prSet presAssocID="{E909C272-CE8D-47D1-B8AE-85016654ECF9}" presName="vertFlow" presStyleCnt="0"/>
      <dgm:spPr/>
    </dgm:pt>
    <dgm:pt modelId="{D3E289D9-93D4-4433-A5B6-16A581322EC4}" type="pres">
      <dgm:prSet presAssocID="{E909C272-CE8D-47D1-B8AE-85016654ECF9}" presName="topSpace" presStyleCnt="0"/>
      <dgm:spPr/>
    </dgm:pt>
    <dgm:pt modelId="{705F17AB-BDDF-4966-897E-2ABD3DA91C99}" type="pres">
      <dgm:prSet presAssocID="{E909C272-CE8D-47D1-B8AE-85016654ECF9}" presName="firstComp" presStyleCnt="0"/>
      <dgm:spPr/>
    </dgm:pt>
    <dgm:pt modelId="{B39ADFD5-8D11-4E5B-89C6-1D5ED1D4E168}" type="pres">
      <dgm:prSet presAssocID="{E909C272-CE8D-47D1-B8AE-85016654ECF9}" presName="firstChild" presStyleLbl="bgAccFollowNode1" presStyleIdx="0" presStyleCnt="6"/>
      <dgm:spPr/>
      <dgm:t>
        <a:bodyPr/>
        <a:lstStyle/>
        <a:p>
          <a:endParaRPr lang="zh-CN" altLang="en-US"/>
        </a:p>
      </dgm:t>
    </dgm:pt>
    <dgm:pt modelId="{DF1C5707-6E13-4EDB-94B4-BC521AB2C2BF}" type="pres">
      <dgm:prSet presAssocID="{E909C272-CE8D-47D1-B8AE-85016654ECF9}" presName="firstChildTx" presStyleLbl="bgAccFollow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4905A4A-DD4C-485F-91E5-8B3752729A8C}" type="pres">
      <dgm:prSet presAssocID="{E909C272-CE8D-47D1-B8AE-85016654ECF9}" presName="negSpace" presStyleCnt="0"/>
      <dgm:spPr/>
    </dgm:pt>
    <dgm:pt modelId="{8D31CF8D-1B66-49DD-A605-33012018E3BE}" type="pres">
      <dgm:prSet presAssocID="{E909C272-CE8D-47D1-B8AE-85016654ECF9}" presName="circle" presStyleLbl="node1" presStyleIdx="0" presStyleCnt="6"/>
      <dgm:spPr/>
      <dgm:t>
        <a:bodyPr/>
        <a:lstStyle/>
        <a:p>
          <a:endParaRPr lang="zh-CN" altLang="en-US"/>
        </a:p>
      </dgm:t>
    </dgm:pt>
    <dgm:pt modelId="{BBCF938E-D4F7-4A33-8355-BBCDC158984A}" type="pres">
      <dgm:prSet presAssocID="{957797C2-0EA1-4D98-B077-75C5622211AE}" presName="transSpace" presStyleCnt="0"/>
      <dgm:spPr/>
    </dgm:pt>
    <dgm:pt modelId="{99F8CB4D-00CC-44E8-AA21-003C041D3B6B}" type="pres">
      <dgm:prSet presAssocID="{B5C23A3D-AC5E-4EFA-B08D-20476849D7DB}" presName="posSpace" presStyleCnt="0"/>
      <dgm:spPr/>
    </dgm:pt>
    <dgm:pt modelId="{F43CE6DC-6876-49CC-B726-E8634EB388DA}" type="pres">
      <dgm:prSet presAssocID="{B5C23A3D-AC5E-4EFA-B08D-20476849D7DB}" presName="vertFlow" presStyleCnt="0"/>
      <dgm:spPr/>
    </dgm:pt>
    <dgm:pt modelId="{E0696574-80AB-4B6E-B79C-9BFDE06C5E92}" type="pres">
      <dgm:prSet presAssocID="{B5C23A3D-AC5E-4EFA-B08D-20476849D7DB}" presName="topSpace" presStyleCnt="0"/>
      <dgm:spPr/>
    </dgm:pt>
    <dgm:pt modelId="{354CE7C1-73AC-44F0-AC82-6AF0647F759C}" type="pres">
      <dgm:prSet presAssocID="{B5C23A3D-AC5E-4EFA-B08D-20476849D7DB}" presName="firstComp" presStyleCnt="0"/>
      <dgm:spPr/>
    </dgm:pt>
    <dgm:pt modelId="{1C21183E-969C-409D-901D-212DC4D4EAC4}" type="pres">
      <dgm:prSet presAssocID="{B5C23A3D-AC5E-4EFA-B08D-20476849D7DB}" presName="firstChild" presStyleLbl="bgAccFollowNode1" presStyleIdx="1" presStyleCnt="6"/>
      <dgm:spPr/>
      <dgm:t>
        <a:bodyPr/>
        <a:lstStyle/>
        <a:p>
          <a:endParaRPr lang="zh-CN" altLang="en-US"/>
        </a:p>
      </dgm:t>
    </dgm:pt>
    <dgm:pt modelId="{37B1DED9-5650-4CF4-BA4B-7CB5ED5EF23D}" type="pres">
      <dgm:prSet presAssocID="{B5C23A3D-AC5E-4EFA-B08D-20476849D7DB}" presName="firstChildTx" presStyleLbl="bgAccFollow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0066A82-5ACD-4447-86B8-DBB47A1F4D3B}" type="pres">
      <dgm:prSet presAssocID="{B5C23A3D-AC5E-4EFA-B08D-20476849D7DB}" presName="negSpace" presStyleCnt="0"/>
      <dgm:spPr/>
    </dgm:pt>
    <dgm:pt modelId="{B9470722-4BFE-40DB-9ACC-F7FC5200270F}" type="pres">
      <dgm:prSet presAssocID="{B5C23A3D-AC5E-4EFA-B08D-20476849D7DB}" presName="circle" presStyleLbl="node1" presStyleIdx="1" presStyleCnt="6"/>
      <dgm:spPr/>
      <dgm:t>
        <a:bodyPr/>
        <a:lstStyle/>
        <a:p>
          <a:endParaRPr lang="zh-CN" altLang="en-US"/>
        </a:p>
      </dgm:t>
    </dgm:pt>
    <dgm:pt modelId="{E1B830A5-5CD0-400F-A39B-99C02C3E42AE}" type="pres">
      <dgm:prSet presAssocID="{1B5033E5-3F6B-457E-935F-C5D0A7DD09E0}" presName="transSpace" presStyleCnt="0"/>
      <dgm:spPr/>
    </dgm:pt>
    <dgm:pt modelId="{C46774CC-B339-42BE-9FDD-95DD384EF44A}" type="pres">
      <dgm:prSet presAssocID="{861B7FB5-0D89-4233-97EA-0E2835BB6056}" presName="posSpace" presStyleCnt="0"/>
      <dgm:spPr/>
    </dgm:pt>
    <dgm:pt modelId="{01A77E6A-E208-47FC-AB65-D972C7D46A81}" type="pres">
      <dgm:prSet presAssocID="{861B7FB5-0D89-4233-97EA-0E2835BB6056}" presName="vertFlow" presStyleCnt="0"/>
      <dgm:spPr/>
    </dgm:pt>
    <dgm:pt modelId="{FA644CD7-7151-48AA-9796-B20FC35D8539}" type="pres">
      <dgm:prSet presAssocID="{861B7FB5-0D89-4233-97EA-0E2835BB6056}" presName="topSpace" presStyleCnt="0"/>
      <dgm:spPr/>
    </dgm:pt>
    <dgm:pt modelId="{BD8CE5D4-C142-41A5-BCB6-78AD413850C3}" type="pres">
      <dgm:prSet presAssocID="{861B7FB5-0D89-4233-97EA-0E2835BB6056}" presName="firstComp" presStyleCnt="0"/>
      <dgm:spPr/>
    </dgm:pt>
    <dgm:pt modelId="{E4F86EEB-5D26-465D-902C-2A642795407C}" type="pres">
      <dgm:prSet presAssocID="{861B7FB5-0D89-4233-97EA-0E2835BB6056}" presName="firstChild" presStyleLbl="bgAccFollowNode1" presStyleIdx="2" presStyleCnt="6"/>
      <dgm:spPr/>
      <dgm:t>
        <a:bodyPr/>
        <a:lstStyle/>
        <a:p>
          <a:endParaRPr lang="zh-CN" altLang="en-US"/>
        </a:p>
      </dgm:t>
    </dgm:pt>
    <dgm:pt modelId="{EB9800D7-37D7-4CFC-93D3-D6016056CF54}" type="pres">
      <dgm:prSet presAssocID="{861B7FB5-0D89-4233-97EA-0E2835BB6056}" presName="firstChildTx" presStyleLbl="bgAccFollow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505376C-34F0-4C90-A8AE-C5C1666AD3E7}" type="pres">
      <dgm:prSet presAssocID="{861B7FB5-0D89-4233-97EA-0E2835BB6056}" presName="negSpace" presStyleCnt="0"/>
      <dgm:spPr/>
    </dgm:pt>
    <dgm:pt modelId="{DE653663-7547-43DC-A8CA-40106C7C40E9}" type="pres">
      <dgm:prSet presAssocID="{861B7FB5-0D89-4233-97EA-0E2835BB6056}" presName="circle" presStyleLbl="node1" presStyleIdx="2" presStyleCnt="6"/>
      <dgm:spPr/>
      <dgm:t>
        <a:bodyPr/>
        <a:lstStyle/>
        <a:p>
          <a:endParaRPr lang="zh-CN" altLang="en-US"/>
        </a:p>
      </dgm:t>
    </dgm:pt>
    <dgm:pt modelId="{8B6C8DF1-F0A3-41CB-8E20-B495E6587FCE}" type="pres">
      <dgm:prSet presAssocID="{8DC431D1-AEA3-4117-ADD9-024CF65080DC}" presName="transSpace" presStyleCnt="0"/>
      <dgm:spPr/>
    </dgm:pt>
    <dgm:pt modelId="{D4746CC4-C431-4FA2-8A7E-042EF719AA89}" type="pres">
      <dgm:prSet presAssocID="{CF5A547F-A615-49A4-B49D-24A9E9CAEAE1}" presName="posSpace" presStyleCnt="0"/>
      <dgm:spPr/>
    </dgm:pt>
    <dgm:pt modelId="{43A2ABB0-0C94-4E6D-956E-1FFE40FE1357}" type="pres">
      <dgm:prSet presAssocID="{CF5A547F-A615-49A4-B49D-24A9E9CAEAE1}" presName="vertFlow" presStyleCnt="0"/>
      <dgm:spPr/>
    </dgm:pt>
    <dgm:pt modelId="{5839314D-7360-41D5-A686-27EF881A9E68}" type="pres">
      <dgm:prSet presAssocID="{CF5A547F-A615-49A4-B49D-24A9E9CAEAE1}" presName="topSpace" presStyleCnt="0"/>
      <dgm:spPr/>
    </dgm:pt>
    <dgm:pt modelId="{4A0689F9-85D5-472D-AAEF-DCEE99789794}" type="pres">
      <dgm:prSet presAssocID="{CF5A547F-A615-49A4-B49D-24A9E9CAEAE1}" presName="firstComp" presStyleCnt="0"/>
      <dgm:spPr/>
    </dgm:pt>
    <dgm:pt modelId="{00B53A4B-54D6-415D-B8AD-CBE6AE3DD53D}" type="pres">
      <dgm:prSet presAssocID="{CF5A547F-A615-49A4-B49D-24A9E9CAEAE1}" presName="firstChild" presStyleLbl="bgAccFollowNode1" presStyleIdx="3" presStyleCnt="6"/>
      <dgm:spPr/>
      <dgm:t>
        <a:bodyPr/>
        <a:lstStyle/>
        <a:p>
          <a:endParaRPr lang="zh-CN" altLang="en-US"/>
        </a:p>
      </dgm:t>
    </dgm:pt>
    <dgm:pt modelId="{93AFBE8D-F5E9-4D8F-8675-72D6F944B907}" type="pres">
      <dgm:prSet presAssocID="{CF5A547F-A615-49A4-B49D-24A9E9CAEAE1}" presName="firstChildTx" presStyleLbl="bgAccFollow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2C82F73-AFBC-4907-8538-9B1BA19219B9}" type="pres">
      <dgm:prSet presAssocID="{CF5A547F-A615-49A4-B49D-24A9E9CAEAE1}" presName="negSpace" presStyleCnt="0"/>
      <dgm:spPr/>
    </dgm:pt>
    <dgm:pt modelId="{585C01E4-03B5-4A5F-91F2-5F4F59B074FB}" type="pres">
      <dgm:prSet presAssocID="{CF5A547F-A615-49A4-B49D-24A9E9CAEAE1}" presName="circle" presStyleLbl="node1" presStyleIdx="3" presStyleCnt="6"/>
      <dgm:spPr/>
      <dgm:t>
        <a:bodyPr/>
        <a:lstStyle/>
        <a:p>
          <a:endParaRPr lang="zh-CN" altLang="en-US"/>
        </a:p>
      </dgm:t>
    </dgm:pt>
    <dgm:pt modelId="{20A5AC8C-C04E-4FFC-852C-5B6261539894}" type="pres">
      <dgm:prSet presAssocID="{F1D9CF82-B7CC-4F99-9F65-80145AB07233}" presName="transSpace" presStyleCnt="0"/>
      <dgm:spPr/>
    </dgm:pt>
    <dgm:pt modelId="{A12C3565-96DE-44D1-89D1-68B062AD3937}" type="pres">
      <dgm:prSet presAssocID="{8182C616-38D6-40F7-93C4-76853B669185}" presName="posSpace" presStyleCnt="0"/>
      <dgm:spPr/>
    </dgm:pt>
    <dgm:pt modelId="{1AF0302A-F852-4535-8ACD-E101A4164694}" type="pres">
      <dgm:prSet presAssocID="{8182C616-38D6-40F7-93C4-76853B669185}" presName="vertFlow" presStyleCnt="0"/>
      <dgm:spPr/>
    </dgm:pt>
    <dgm:pt modelId="{1623C9B2-A566-4467-91DB-0C67D46AF92D}" type="pres">
      <dgm:prSet presAssocID="{8182C616-38D6-40F7-93C4-76853B669185}" presName="topSpace" presStyleCnt="0"/>
      <dgm:spPr/>
    </dgm:pt>
    <dgm:pt modelId="{A18F71B9-7D48-4A9B-8804-EE486D955B83}" type="pres">
      <dgm:prSet presAssocID="{8182C616-38D6-40F7-93C4-76853B669185}" presName="firstComp" presStyleCnt="0"/>
      <dgm:spPr/>
    </dgm:pt>
    <dgm:pt modelId="{5CFE1173-9369-46BA-9332-6C433E670183}" type="pres">
      <dgm:prSet presAssocID="{8182C616-38D6-40F7-93C4-76853B669185}" presName="firstChild" presStyleLbl="bgAccFollowNode1" presStyleIdx="4" presStyleCnt="6"/>
      <dgm:spPr/>
      <dgm:t>
        <a:bodyPr/>
        <a:lstStyle/>
        <a:p>
          <a:endParaRPr lang="zh-CN" altLang="en-US"/>
        </a:p>
      </dgm:t>
    </dgm:pt>
    <dgm:pt modelId="{6A3E6D77-F012-4B55-9E32-690AAFE2846E}" type="pres">
      <dgm:prSet presAssocID="{8182C616-38D6-40F7-93C4-76853B669185}" presName="firstChildTx" presStyleLbl="bgAccFollow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C7F8951-97E8-4D87-98EC-4C0CC8AD5563}" type="pres">
      <dgm:prSet presAssocID="{8182C616-38D6-40F7-93C4-76853B669185}" presName="negSpace" presStyleCnt="0"/>
      <dgm:spPr/>
    </dgm:pt>
    <dgm:pt modelId="{A9AA2081-D685-49B8-A49F-CF87ABCC8B5C}" type="pres">
      <dgm:prSet presAssocID="{8182C616-38D6-40F7-93C4-76853B669185}" presName="circle" presStyleLbl="node1" presStyleIdx="4" presStyleCnt="6"/>
      <dgm:spPr/>
      <dgm:t>
        <a:bodyPr/>
        <a:lstStyle/>
        <a:p>
          <a:endParaRPr lang="zh-CN" altLang="en-US"/>
        </a:p>
      </dgm:t>
    </dgm:pt>
    <dgm:pt modelId="{5F4B7DC7-23E6-47D6-A286-CDA83D5F63FA}" type="pres">
      <dgm:prSet presAssocID="{782E0F5E-B945-444A-B14A-7B689E14F536}" presName="transSpace" presStyleCnt="0"/>
      <dgm:spPr/>
    </dgm:pt>
    <dgm:pt modelId="{762AD450-C566-4E11-967B-93E43C3CC8B0}" type="pres">
      <dgm:prSet presAssocID="{D837E8C2-7E2B-4F20-8196-7B7070DF5165}" presName="posSpace" presStyleCnt="0"/>
      <dgm:spPr/>
    </dgm:pt>
    <dgm:pt modelId="{5C4591C7-D3E4-4525-A43E-58BFAB66AE86}" type="pres">
      <dgm:prSet presAssocID="{D837E8C2-7E2B-4F20-8196-7B7070DF5165}" presName="vertFlow" presStyleCnt="0"/>
      <dgm:spPr/>
    </dgm:pt>
    <dgm:pt modelId="{1E0C6622-4D6C-4F0C-AF33-0EB0AEE55180}" type="pres">
      <dgm:prSet presAssocID="{D837E8C2-7E2B-4F20-8196-7B7070DF5165}" presName="topSpace" presStyleCnt="0"/>
      <dgm:spPr/>
    </dgm:pt>
    <dgm:pt modelId="{E6859E71-BD8E-41A5-95B8-BDBB8600A042}" type="pres">
      <dgm:prSet presAssocID="{D837E8C2-7E2B-4F20-8196-7B7070DF5165}" presName="firstComp" presStyleCnt="0"/>
      <dgm:spPr/>
    </dgm:pt>
    <dgm:pt modelId="{32C2434D-1A7C-40D1-B4E7-96A38ABF14F2}" type="pres">
      <dgm:prSet presAssocID="{D837E8C2-7E2B-4F20-8196-7B7070DF5165}" presName="firstChild" presStyleLbl="bgAccFollowNode1" presStyleIdx="5" presStyleCnt="6"/>
      <dgm:spPr/>
      <dgm:t>
        <a:bodyPr/>
        <a:lstStyle/>
        <a:p>
          <a:endParaRPr lang="zh-CN" altLang="en-US"/>
        </a:p>
      </dgm:t>
    </dgm:pt>
    <dgm:pt modelId="{305001AF-0044-4DF5-BD19-FA3F36CBDBF1}" type="pres">
      <dgm:prSet presAssocID="{D837E8C2-7E2B-4F20-8196-7B7070DF5165}" presName="firstChildTx" presStyleLbl="bgAccFollow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34E0368-996A-4D0C-8BA9-347711BFE6CA}" type="pres">
      <dgm:prSet presAssocID="{D837E8C2-7E2B-4F20-8196-7B7070DF5165}" presName="negSpace" presStyleCnt="0"/>
      <dgm:spPr/>
    </dgm:pt>
    <dgm:pt modelId="{58F613CA-AFBC-45CC-8727-B55DFE46E593}" type="pres">
      <dgm:prSet presAssocID="{D837E8C2-7E2B-4F20-8196-7B7070DF5165}" presName="circle" presStyleLbl="node1" presStyleIdx="5" presStyleCnt="6"/>
      <dgm:spPr/>
      <dgm:t>
        <a:bodyPr/>
        <a:lstStyle/>
        <a:p>
          <a:endParaRPr lang="zh-CN" altLang="en-US"/>
        </a:p>
      </dgm:t>
    </dgm:pt>
  </dgm:ptLst>
  <dgm:cxnLst>
    <dgm:cxn modelId="{6DCF5442-0FC0-4EBC-A9F3-5500D304C3F6}" srcId="{7E44C644-A63B-4945-A392-50181A7CCE95}" destId="{8182C616-38D6-40F7-93C4-76853B669185}" srcOrd="4" destOrd="0" parTransId="{00A445CE-CBEC-4243-B344-A52BC240304F}" sibTransId="{782E0F5E-B945-444A-B14A-7B689E14F536}"/>
    <dgm:cxn modelId="{605C084A-FD72-4381-9F63-F137B37B6AE6}" type="presOf" srcId="{B5C23A3D-AC5E-4EFA-B08D-20476849D7DB}" destId="{B9470722-4BFE-40DB-9ACC-F7FC5200270F}" srcOrd="0" destOrd="0" presId="urn:microsoft.com/office/officeart/2005/8/layout/hList9"/>
    <dgm:cxn modelId="{F394D7C1-85BE-4E1C-87AF-E24BE5AAB250}" srcId="{7E44C644-A63B-4945-A392-50181A7CCE95}" destId="{861B7FB5-0D89-4233-97EA-0E2835BB6056}" srcOrd="2" destOrd="0" parTransId="{9D16BBDC-7B0C-44FD-9DD3-68095149D5DC}" sibTransId="{8DC431D1-AEA3-4117-ADD9-024CF65080DC}"/>
    <dgm:cxn modelId="{7D87631F-2A1C-4326-A768-8461703B6D02}" type="presOf" srcId="{4866D2DB-4174-464B-AD22-2731D7A93858}" destId="{EB9800D7-37D7-4CFC-93D3-D6016056CF54}" srcOrd="1" destOrd="0" presId="urn:microsoft.com/office/officeart/2005/8/layout/hList9"/>
    <dgm:cxn modelId="{F889AFCF-1E81-4A7C-B4C1-3ADD6E840530}" type="presOf" srcId="{4866D2DB-4174-464B-AD22-2731D7A93858}" destId="{E4F86EEB-5D26-465D-902C-2A642795407C}" srcOrd="0" destOrd="0" presId="urn:microsoft.com/office/officeart/2005/8/layout/hList9"/>
    <dgm:cxn modelId="{3873EB6E-0D76-4301-AF7F-267D4D17124D}" srcId="{7E44C644-A63B-4945-A392-50181A7CCE95}" destId="{CF5A547F-A615-49A4-B49D-24A9E9CAEAE1}" srcOrd="3" destOrd="0" parTransId="{896DCA78-5441-414C-9059-4F309FBF446D}" sibTransId="{F1D9CF82-B7CC-4F99-9F65-80145AB07233}"/>
    <dgm:cxn modelId="{8E6D399D-9E91-4D83-A1B9-3E8E0A444522}" srcId="{7E44C644-A63B-4945-A392-50181A7CCE95}" destId="{D837E8C2-7E2B-4F20-8196-7B7070DF5165}" srcOrd="5" destOrd="0" parTransId="{837365DD-C30F-4EFB-A341-CB5A1C19ACEE}" sibTransId="{B832B508-7A05-4F87-9C79-3B0C0E9C2A94}"/>
    <dgm:cxn modelId="{B245437F-7783-4807-ADD2-243684896749}" type="presOf" srcId="{E436DAE4-AD67-413F-99F3-CC41900DB493}" destId="{32C2434D-1A7C-40D1-B4E7-96A38ABF14F2}" srcOrd="0" destOrd="0" presId="urn:microsoft.com/office/officeart/2005/8/layout/hList9"/>
    <dgm:cxn modelId="{B131EF58-04CB-4106-AA09-190D426E4438}" srcId="{861B7FB5-0D89-4233-97EA-0E2835BB6056}" destId="{4866D2DB-4174-464B-AD22-2731D7A93858}" srcOrd="0" destOrd="0" parTransId="{6246908A-916A-440C-BB72-C8FDBC3A1C37}" sibTransId="{B502D918-7732-41CF-8914-36531F7D72EA}"/>
    <dgm:cxn modelId="{CCB1A82D-8EB0-4657-B15E-00F671F394BE}" type="presOf" srcId="{10FC54D5-7DC6-461B-A0F2-06F08020BA92}" destId="{00B53A4B-54D6-415D-B8AD-CBE6AE3DD53D}" srcOrd="0" destOrd="0" presId="urn:microsoft.com/office/officeart/2005/8/layout/hList9"/>
    <dgm:cxn modelId="{AEEAB42C-8CD9-4576-97BA-8C346CD40E7E}" type="presOf" srcId="{8182C616-38D6-40F7-93C4-76853B669185}" destId="{A9AA2081-D685-49B8-A49F-CF87ABCC8B5C}" srcOrd="0" destOrd="0" presId="urn:microsoft.com/office/officeart/2005/8/layout/hList9"/>
    <dgm:cxn modelId="{19612C47-E3B6-4D85-B56B-D10540F3D0D5}" srcId="{8182C616-38D6-40F7-93C4-76853B669185}" destId="{8B8B40E1-D283-48F8-BF36-C60495236F84}" srcOrd="0" destOrd="0" parTransId="{0E6B755F-DB83-4E24-8C98-C594AC264E66}" sibTransId="{94A8238D-5431-4906-9BF6-9AF0F17D8215}"/>
    <dgm:cxn modelId="{3B232896-AD94-4603-9E00-43610E01CF06}" srcId="{D837E8C2-7E2B-4F20-8196-7B7070DF5165}" destId="{E436DAE4-AD67-413F-99F3-CC41900DB493}" srcOrd="0" destOrd="0" parTransId="{EDABC728-B3BE-430B-A4EB-5DD1D4651491}" sibTransId="{A9847ED5-3850-4C50-86B9-0C8FB17AEF33}"/>
    <dgm:cxn modelId="{C76437FE-4DCA-40F3-93FB-4E9759EF15C8}" type="presOf" srcId="{8B8B40E1-D283-48F8-BF36-C60495236F84}" destId="{6A3E6D77-F012-4B55-9E32-690AAFE2846E}" srcOrd="1" destOrd="0" presId="urn:microsoft.com/office/officeart/2005/8/layout/hList9"/>
    <dgm:cxn modelId="{18689827-2E37-4D35-871E-DCF5B54AB0A3}" srcId="{E909C272-CE8D-47D1-B8AE-85016654ECF9}" destId="{38339BE8-4A24-41DA-8F3D-4E23B50D4321}" srcOrd="0" destOrd="0" parTransId="{EA83F974-4BE4-4BE2-8494-F14C2FEA4739}" sibTransId="{26A4CCAD-0021-4CAA-BEE6-0A912D787D0B}"/>
    <dgm:cxn modelId="{E57509D4-C059-493B-BFEA-51E432FF2B23}" type="presOf" srcId="{D837E8C2-7E2B-4F20-8196-7B7070DF5165}" destId="{58F613CA-AFBC-45CC-8727-B55DFE46E593}" srcOrd="0" destOrd="0" presId="urn:microsoft.com/office/officeart/2005/8/layout/hList9"/>
    <dgm:cxn modelId="{AA489F85-900C-49E7-A5F2-E81DE805993B}" type="presOf" srcId="{38339BE8-4A24-41DA-8F3D-4E23B50D4321}" destId="{DF1C5707-6E13-4EDB-94B4-BC521AB2C2BF}" srcOrd="1" destOrd="0" presId="urn:microsoft.com/office/officeart/2005/8/layout/hList9"/>
    <dgm:cxn modelId="{E57B19C1-B630-4222-BDE6-5B05054140BB}" type="presOf" srcId="{6EA77BAB-7AFE-4C9F-B304-EA738FFCC805}" destId="{1C21183E-969C-409D-901D-212DC4D4EAC4}" srcOrd="0" destOrd="0" presId="urn:microsoft.com/office/officeart/2005/8/layout/hList9"/>
    <dgm:cxn modelId="{964CEC8C-83C5-4797-923A-F1D08344BDE9}" type="presOf" srcId="{8B8B40E1-D283-48F8-BF36-C60495236F84}" destId="{5CFE1173-9369-46BA-9332-6C433E670183}" srcOrd="0" destOrd="0" presId="urn:microsoft.com/office/officeart/2005/8/layout/hList9"/>
    <dgm:cxn modelId="{B79E6E92-7DFD-4C15-80D4-40E9F3C22A63}" srcId="{7E44C644-A63B-4945-A392-50181A7CCE95}" destId="{B5C23A3D-AC5E-4EFA-B08D-20476849D7DB}" srcOrd="1" destOrd="0" parTransId="{19D13A45-46A2-43A7-AB46-F8DCF70829C0}" sibTransId="{1B5033E5-3F6B-457E-935F-C5D0A7DD09E0}"/>
    <dgm:cxn modelId="{281CC2FF-1019-4F21-99DE-D1FE014C651A}" type="presOf" srcId="{861B7FB5-0D89-4233-97EA-0E2835BB6056}" destId="{DE653663-7547-43DC-A8CA-40106C7C40E9}" srcOrd="0" destOrd="0" presId="urn:microsoft.com/office/officeart/2005/8/layout/hList9"/>
    <dgm:cxn modelId="{3BE2619A-0BED-4ECC-946B-AF66A9BF810C}" srcId="{CF5A547F-A615-49A4-B49D-24A9E9CAEAE1}" destId="{10FC54D5-7DC6-461B-A0F2-06F08020BA92}" srcOrd="0" destOrd="0" parTransId="{011A0FCD-D7C0-45DA-A912-F03F8C925A29}" sibTransId="{F5CAFFC2-B1B1-4B6A-BE88-53FA10F4EB4F}"/>
    <dgm:cxn modelId="{F5205929-4331-4C18-BFF2-E8561E4F4A1B}" type="presOf" srcId="{38339BE8-4A24-41DA-8F3D-4E23B50D4321}" destId="{B39ADFD5-8D11-4E5B-89C6-1D5ED1D4E168}" srcOrd="0" destOrd="0" presId="urn:microsoft.com/office/officeart/2005/8/layout/hList9"/>
    <dgm:cxn modelId="{0EE5775D-4483-42F1-A24F-A5D594353870}" srcId="{B5C23A3D-AC5E-4EFA-B08D-20476849D7DB}" destId="{6EA77BAB-7AFE-4C9F-B304-EA738FFCC805}" srcOrd="0" destOrd="0" parTransId="{3F5999AE-8E32-403C-BACA-30FA3CF39FF4}" sibTransId="{B7EC5731-8B8A-4385-981A-C9B3049DA6C2}"/>
    <dgm:cxn modelId="{8BF3513E-6D69-4B62-A55D-7EE93F69F55B}" type="presOf" srcId="{E436DAE4-AD67-413F-99F3-CC41900DB493}" destId="{305001AF-0044-4DF5-BD19-FA3F36CBDBF1}" srcOrd="1" destOrd="0" presId="urn:microsoft.com/office/officeart/2005/8/layout/hList9"/>
    <dgm:cxn modelId="{17B8A5DB-E955-44F8-809D-66F236AEBD3E}" type="presOf" srcId="{7E44C644-A63B-4945-A392-50181A7CCE95}" destId="{1BF7C784-3E52-4162-AA18-C8B9DD5CC4BD}" srcOrd="0" destOrd="0" presId="urn:microsoft.com/office/officeart/2005/8/layout/hList9"/>
    <dgm:cxn modelId="{4B740114-181D-4213-827B-C7A4CE0B4764}" type="presOf" srcId="{E909C272-CE8D-47D1-B8AE-85016654ECF9}" destId="{8D31CF8D-1B66-49DD-A605-33012018E3BE}" srcOrd="0" destOrd="0" presId="urn:microsoft.com/office/officeart/2005/8/layout/hList9"/>
    <dgm:cxn modelId="{F7CC9E75-09E6-4284-BD61-60F3EBD1D4E3}" type="presOf" srcId="{6EA77BAB-7AFE-4C9F-B304-EA738FFCC805}" destId="{37B1DED9-5650-4CF4-BA4B-7CB5ED5EF23D}" srcOrd="1" destOrd="0" presId="urn:microsoft.com/office/officeart/2005/8/layout/hList9"/>
    <dgm:cxn modelId="{143D0497-2445-4866-83B6-7205D3120D63}" srcId="{7E44C644-A63B-4945-A392-50181A7CCE95}" destId="{E909C272-CE8D-47D1-B8AE-85016654ECF9}" srcOrd="0" destOrd="0" parTransId="{8DE13F9A-3A12-4879-9413-4DC1396E7910}" sibTransId="{957797C2-0EA1-4D98-B077-75C5622211AE}"/>
    <dgm:cxn modelId="{AE30E576-BB81-4F70-8CEC-7C0D12359505}" type="presOf" srcId="{CF5A547F-A615-49A4-B49D-24A9E9CAEAE1}" destId="{585C01E4-03B5-4A5F-91F2-5F4F59B074FB}" srcOrd="0" destOrd="0" presId="urn:microsoft.com/office/officeart/2005/8/layout/hList9"/>
    <dgm:cxn modelId="{4CCFA590-4FBC-41E8-A313-711A0663A26E}" type="presOf" srcId="{10FC54D5-7DC6-461B-A0F2-06F08020BA92}" destId="{93AFBE8D-F5E9-4D8F-8675-72D6F944B907}" srcOrd="1" destOrd="0" presId="urn:microsoft.com/office/officeart/2005/8/layout/hList9"/>
    <dgm:cxn modelId="{B412DC49-3E0B-4329-BCC4-B5D5925119DD}" type="presParOf" srcId="{1BF7C784-3E52-4162-AA18-C8B9DD5CC4BD}" destId="{08539284-C287-43A7-A3D6-961953B04C42}" srcOrd="0" destOrd="0" presId="urn:microsoft.com/office/officeart/2005/8/layout/hList9"/>
    <dgm:cxn modelId="{69546BBD-780E-4E8B-8124-ACBA36D81707}" type="presParOf" srcId="{1BF7C784-3E52-4162-AA18-C8B9DD5CC4BD}" destId="{CACD9B57-E2BC-49A3-90F0-C0E4102B7821}" srcOrd="1" destOrd="0" presId="urn:microsoft.com/office/officeart/2005/8/layout/hList9"/>
    <dgm:cxn modelId="{0FFD91B1-6D0C-4EA5-B019-AFA3D530DDCE}" type="presParOf" srcId="{CACD9B57-E2BC-49A3-90F0-C0E4102B7821}" destId="{D3E289D9-93D4-4433-A5B6-16A581322EC4}" srcOrd="0" destOrd="0" presId="urn:microsoft.com/office/officeart/2005/8/layout/hList9"/>
    <dgm:cxn modelId="{94625C43-3430-4CA3-8738-A17F12DC52A3}" type="presParOf" srcId="{CACD9B57-E2BC-49A3-90F0-C0E4102B7821}" destId="{705F17AB-BDDF-4966-897E-2ABD3DA91C99}" srcOrd="1" destOrd="0" presId="urn:microsoft.com/office/officeart/2005/8/layout/hList9"/>
    <dgm:cxn modelId="{55B5E5DC-C8F0-48E4-B5F7-A63954ACA4A0}" type="presParOf" srcId="{705F17AB-BDDF-4966-897E-2ABD3DA91C99}" destId="{B39ADFD5-8D11-4E5B-89C6-1D5ED1D4E168}" srcOrd="0" destOrd="0" presId="urn:microsoft.com/office/officeart/2005/8/layout/hList9"/>
    <dgm:cxn modelId="{BE357C57-8266-4E86-A1F4-22F8F5C5E43E}" type="presParOf" srcId="{705F17AB-BDDF-4966-897E-2ABD3DA91C99}" destId="{DF1C5707-6E13-4EDB-94B4-BC521AB2C2BF}" srcOrd="1" destOrd="0" presId="urn:microsoft.com/office/officeart/2005/8/layout/hList9"/>
    <dgm:cxn modelId="{E2032BFF-5F98-4062-825A-91DE59A9BC2C}" type="presParOf" srcId="{1BF7C784-3E52-4162-AA18-C8B9DD5CC4BD}" destId="{C4905A4A-DD4C-485F-91E5-8B3752729A8C}" srcOrd="2" destOrd="0" presId="urn:microsoft.com/office/officeart/2005/8/layout/hList9"/>
    <dgm:cxn modelId="{88854E02-9132-4918-80F0-855186AD5F60}" type="presParOf" srcId="{1BF7C784-3E52-4162-AA18-C8B9DD5CC4BD}" destId="{8D31CF8D-1B66-49DD-A605-33012018E3BE}" srcOrd="3" destOrd="0" presId="urn:microsoft.com/office/officeart/2005/8/layout/hList9"/>
    <dgm:cxn modelId="{5D18D356-8708-4A0F-9CAE-AACDD08200E3}" type="presParOf" srcId="{1BF7C784-3E52-4162-AA18-C8B9DD5CC4BD}" destId="{BBCF938E-D4F7-4A33-8355-BBCDC158984A}" srcOrd="4" destOrd="0" presId="urn:microsoft.com/office/officeart/2005/8/layout/hList9"/>
    <dgm:cxn modelId="{5FE08876-8D7C-4B08-B5A3-59E179C6E9F0}" type="presParOf" srcId="{1BF7C784-3E52-4162-AA18-C8B9DD5CC4BD}" destId="{99F8CB4D-00CC-44E8-AA21-003C041D3B6B}" srcOrd="5" destOrd="0" presId="urn:microsoft.com/office/officeart/2005/8/layout/hList9"/>
    <dgm:cxn modelId="{B9B2DB2C-F791-4359-9488-F1AE76E26796}" type="presParOf" srcId="{1BF7C784-3E52-4162-AA18-C8B9DD5CC4BD}" destId="{F43CE6DC-6876-49CC-B726-E8634EB388DA}" srcOrd="6" destOrd="0" presId="urn:microsoft.com/office/officeart/2005/8/layout/hList9"/>
    <dgm:cxn modelId="{C885C67D-DF3B-4C0A-A608-AF6BADB771AB}" type="presParOf" srcId="{F43CE6DC-6876-49CC-B726-E8634EB388DA}" destId="{E0696574-80AB-4B6E-B79C-9BFDE06C5E92}" srcOrd="0" destOrd="0" presId="urn:microsoft.com/office/officeart/2005/8/layout/hList9"/>
    <dgm:cxn modelId="{BC86AA46-D4B8-473D-8DEA-C586FF8C1B66}" type="presParOf" srcId="{F43CE6DC-6876-49CC-B726-E8634EB388DA}" destId="{354CE7C1-73AC-44F0-AC82-6AF0647F759C}" srcOrd="1" destOrd="0" presId="urn:microsoft.com/office/officeart/2005/8/layout/hList9"/>
    <dgm:cxn modelId="{7469308C-ACFF-4BA3-9EF2-E424E2F15283}" type="presParOf" srcId="{354CE7C1-73AC-44F0-AC82-6AF0647F759C}" destId="{1C21183E-969C-409D-901D-212DC4D4EAC4}" srcOrd="0" destOrd="0" presId="urn:microsoft.com/office/officeart/2005/8/layout/hList9"/>
    <dgm:cxn modelId="{C766E91B-1B71-4C15-9179-0F4FE511FC74}" type="presParOf" srcId="{354CE7C1-73AC-44F0-AC82-6AF0647F759C}" destId="{37B1DED9-5650-4CF4-BA4B-7CB5ED5EF23D}" srcOrd="1" destOrd="0" presId="urn:microsoft.com/office/officeart/2005/8/layout/hList9"/>
    <dgm:cxn modelId="{95D4B61D-0762-4DC1-9E44-88CBE9748B9E}" type="presParOf" srcId="{1BF7C784-3E52-4162-AA18-C8B9DD5CC4BD}" destId="{A0066A82-5ACD-4447-86B8-DBB47A1F4D3B}" srcOrd="7" destOrd="0" presId="urn:microsoft.com/office/officeart/2005/8/layout/hList9"/>
    <dgm:cxn modelId="{931D0B15-C038-4759-9504-7BAFEDA3BD6B}" type="presParOf" srcId="{1BF7C784-3E52-4162-AA18-C8B9DD5CC4BD}" destId="{B9470722-4BFE-40DB-9ACC-F7FC5200270F}" srcOrd="8" destOrd="0" presId="urn:microsoft.com/office/officeart/2005/8/layout/hList9"/>
    <dgm:cxn modelId="{57146FE5-E6CE-41DF-A576-5A932E35C549}" type="presParOf" srcId="{1BF7C784-3E52-4162-AA18-C8B9DD5CC4BD}" destId="{E1B830A5-5CD0-400F-A39B-99C02C3E42AE}" srcOrd="9" destOrd="0" presId="urn:microsoft.com/office/officeart/2005/8/layout/hList9"/>
    <dgm:cxn modelId="{89A726AA-6B0F-46AB-B8B0-42FA9FAE41B6}" type="presParOf" srcId="{1BF7C784-3E52-4162-AA18-C8B9DD5CC4BD}" destId="{C46774CC-B339-42BE-9FDD-95DD384EF44A}" srcOrd="10" destOrd="0" presId="urn:microsoft.com/office/officeart/2005/8/layout/hList9"/>
    <dgm:cxn modelId="{19B1D171-1828-4CAE-9031-4854974E25AA}" type="presParOf" srcId="{1BF7C784-3E52-4162-AA18-C8B9DD5CC4BD}" destId="{01A77E6A-E208-47FC-AB65-D972C7D46A81}" srcOrd="11" destOrd="0" presId="urn:microsoft.com/office/officeart/2005/8/layout/hList9"/>
    <dgm:cxn modelId="{89038D5F-7476-4D78-8CA6-DE29098E624A}" type="presParOf" srcId="{01A77E6A-E208-47FC-AB65-D972C7D46A81}" destId="{FA644CD7-7151-48AA-9796-B20FC35D8539}" srcOrd="0" destOrd="0" presId="urn:microsoft.com/office/officeart/2005/8/layout/hList9"/>
    <dgm:cxn modelId="{6C9C99D9-192E-48EC-AE6E-9C29F6BCB2E9}" type="presParOf" srcId="{01A77E6A-E208-47FC-AB65-D972C7D46A81}" destId="{BD8CE5D4-C142-41A5-BCB6-78AD413850C3}" srcOrd="1" destOrd="0" presId="urn:microsoft.com/office/officeart/2005/8/layout/hList9"/>
    <dgm:cxn modelId="{8160A955-FEB9-482C-86E1-879DC3121458}" type="presParOf" srcId="{BD8CE5D4-C142-41A5-BCB6-78AD413850C3}" destId="{E4F86EEB-5D26-465D-902C-2A642795407C}" srcOrd="0" destOrd="0" presId="urn:microsoft.com/office/officeart/2005/8/layout/hList9"/>
    <dgm:cxn modelId="{937E62BA-E45B-444B-BC96-1E9E99979DED}" type="presParOf" srcId="{BD8CE5D4-C142-41A5-BCB6-78AD413850C3}" destId="{EB9800D7-37D7-4CFC-93D3-D6016056CF54}" srcOrd="1" destOrd="0" presId="urn:microsoft.com/office/officeart/2005/8/layout/hList9"/>
    <dgm:cxn modelId="{40C49C72-FA2E-48F5-9E5B-BE2532EB267F}" type="presParOf" srcId="{1BF7C784-3E52-4162-AA18-C8B9DD5CC4BD}" destId="{A505376C-34F0-4C90-A8AE-C5C1666AD3E7}" srcOrd="12" destOrd="0" presId="urn:microsoft.com/office/officeart/2005/8/layout/hList9"/>
    <dgm:cxn modelId="{9C2C8DFB-EB4F-45ED-8B42-925605CEFABA}" type="presParOf" srcId="{1BF7C784-3E52-4162-AA18-C8B9DD5CC4BD}" destId="{DE653663-7547-43DC-A8CA-40106C7C40E9}" srcOrd="13" destOrd="0" presId="urn:microsoft.com/office/officeart/2005/8/layout/hList9"/>
    <dgm:cxn modelId="{AFC3043D-9B85-42B3-853B-F03DDD46A749}" type="presParOf" srcId="{1BF7C784-3E52-4162-AA18-C8B9DD5CC4BD}" destId="{8B6C8DF1-F0A3-41CB-8E20-B495E6587FCE}" srcOrd="14" destOrd="0" presId="urn:microsoft.com/office/officeart/2005/8/layout/hList9"/>
    <dgm:cxn modelId="{D52D8D98-11DA-414F-BE46-8D25F3C669FD}" type="presParOf" srcId="{1BF7C784-3E52-4162-AA18-C8B9DD5CC4BD}" destId="{D4746CC4-C431-4FA2-8A7E-042EF719AA89}" srcOrd="15" destOrd="0" presId="urn:microsoft.com/office/officeart/2005/8/layout/hList9"/>
    <dgm:cxn modelId="{43316925-6755-4CA2-A9FA-581449214BC5}" type="presParOf" srcId="{1BF7C784-3E52-4162-AA18-C8B9DD5CC4BD}" destId="{43A2ABB0-0C94-4E6D-956E-1FFE40FE1357}" srcOrd="16" destOrd="0" presId="urn:microsoft.com/office/officeart/2005/8/layout/hList9"/>
    <dgm:cxn modelId="{CACE5336-EC13-4929-AFE3-179A629CDE55}" type="presParOf" srcId="{43A2ABB0-0C94-4E6D-956E-1FFE40FE1357}" destId="{5839314D-7360-41D5-A686-27EF881A9E68}" srcOrd="0" destOrd="0" presId="urn:microsoft.com/office/officeart/2005/8/layout/hList9"/>
    <dgm:cxn modelId="{33C8538A-49A2-4F2D-8ADC-3F717D4593EA}" type="presParOf" srcId="{43A2ABB0-0C94-4E6D-956E-1FFE40FE1357}" destId="{4A0689F9-85D5-472D-AAEF-DCEE99789794}" srcOrd="1" destOrd="0" presId="urn:microsoft.com/office/officeart/2005/8/layout/hList9"/>
    <dgm:cxn modelId="{8CC3AD70-4890-4609-9D09-6E4B36B9079F}" type="presParOf" srcId="{4A0689F9-85D5-472D-AAEF-DCEE99789794}" destId="{00B53A4B-54D6-415D-B8AD-CBE6AE3DD53D}" srcOrd="0" destOrd="0" presId="urn:microsoft.com/office/officeart/2005/8/layout/hList9"/>
    <dgm:cxn modelId="{0FF8EF7E-A0D9-4214-8626-22A247C61D0A}" type="presParOf" srcId="{4A0689F9-85D5-472D-AAEF-DCEE99789794}" destId="{93AFBE8D-F5E9-4D8F-8675-72D6F944B907}" srcOrd="1" destOrd="0" presId="urn:microsoft.com/office/officeart/2005/8/layout/hList9"/>
    <dgm:cxn modelId="{F9AEDEAE-D770-4174-8E63-FDBB8C93AE21}" type="presParOf" srcId="{1BF7C784-3E52-4162-AA18-C8B9DD5CC4BD}" destId="{A2C82F73-AFBC-4907-8538-9B1BA19219B9}" srcOrd="17" destOrd="0" presId="urn:microsoft.com/office/officeart/2005/8/layout/hList9"/>
    <dgm:cxn modelId="{E0BF1876-8B3E-473E-8558-F485EAD93D92}" type="presParOf" srcId="{1BF7C784-3E52-4162-AA18-C8B9DD5CC4BD}" destId="{585C01E4-03B5-4A5F-91F2-5F4F59B074FB}" srcOrd="18" destOrd="0" presId="urn:microsoft.com/office/officeart/2005/8/layout/hList9"/>
    <dgm:cxn modelId="{532A2D9A-7063-4948-B80D-011578B0DD6B}" type="presParOf" srcId="{1BF7C784-3E52-4162-AA18-C8B9DD5CC4BD}" destId="{20A5AC8C-C04E-4FFC-852C-5B6261539894}" srcOrd="19" destOrd="0" presId="urn:microsoft.com/office/officeart/2005/8/layout/hList9"/>
    <dgm:cxn modelId="{85E0B779-667B-46A7-B038-9153D1567976}" type="presParOf" srcId="{1BF7C784-3E52-4162-AA18-C8B9DD5CC4BD}" destId="{A12C3565-96DE-44D1-89D1-68B062AD3937}" srcOrd="20" destOrd="0" presId="urn:microsoft.com/office/officeart/2005/8/layout/hList9"/>
    <dgm:cxn modelId="{F74B71F9-4E61-4A8C-AB91-61B7C85AA8A8}" type="presParOf" srcId="{1BF7C784-3E52-4162-AA18-C8B9DD5CC4BD}" destId="{1AF0302A-F852-4535-8ACD-E101A4164694}" srcOrd="21" destOrd="0" presId="urn:microsoft.com/office/officeart/2005/8/layout/hList9"/>
    <dgm:cxn modelId="{990EA2EF-A479-4542-919A-9C8E285CC7B3}" type="presParOf" srcId="{1AF0302A-F852-4535-8ACD-E101A4164694}" destId="{1623C9B2-A566-4467-91DB-0C67D46AF92D}" srcOrd="0" destOrd="0" presId="urn:microsoft.com/office/officeart/2005/8/layout/hList9"/>
    <dgm:cxn modelId="{8F7FE125-B166-438E-BD99-7706B4796A73}" type="presParOf" srcId="{1AF0302A-F852-4535-8ACD-E101A4164694}" destId="{A18F71B9-7D48-4A9B-8804-EE486D955B83}" srcOrd="1" destOrd="0" presId="urn:microsoft.com/office/officeart/2005/8/layout/hList9"/>
    <dgm:cxn modelId="{DEB02D5C-8BBF-4844-A265-936403E930E4}" type="presParOf" srcId="{A18F71B9-7D48-4A9B-8804-EE486D955B83}" destId="{5CFE1173-9369-46BA-9332-6C433E670183}" srcOrd="0" destOrd="0" presId="urn:microsoft.com/office/officeart/2005/8/layout/hList9"/>
    <dgm:cxn modelId="{3B695806-430A-4E8C-AB46-464F4C1A9BC6}" type="presParOf" srcId="{A18F71B9-7D48-4A9B-8804-EE486D955B83}" destId="{6A3E6D77-F012-4B55-9E32-690AAFE2846E}" srcOrd="1" destOrd="0" presId="urn:microsoft.com/office/officeart/2005/8/layout/hList9"/>
    <dgm:cxn modelId="{F91CCB56-5619-4584-8426-D46374B0D05A}" type="presParOf" srcId="{1BF7C784-3E52-4162-AA18-C8B9DD5CC4BD}" destId="{3C7F8951-97E8-4D87-98EC-4C0CC8AD5563}" srcOrd="22" destOrd="0" presId="urn:microsoft.com/office/officeart/2005/8/layout/hList9"/>
    <dgm:cxn modelId="{D6191636-4884-4FC8-98F4-9BB728722984}" type="presParOf" srcId="{1BF7C784-3E52-4162-AA18-C8B9DD5CC4BD}" destId="{A9AA2081-D685-49B8-A49F-CF87ABCC8B5C}" srcOrd="23" destOrd="0" presId="urn:microsoft.com/office/officeart/2005/8/layout/hList9"/>
    <dgm:cxn modelId="{AC7E1583-D7F6-479F-BBE0-9275940E58D0}" type="presParOf" srcId="{1BF7C784-3E52-4162-AA18-C8B9DD5CC4BD}" destId="{5F4B7DC7-23E6-47D6-A286-CDA83D5F63FA}" srcOrd="24" destOrd="0" presId="urn:microsoft.com/office/officeart/2005/8/layout/hList9"/>
    <dgm:cxn modelId="{5CF7D8E5-139F-4C45-B87F-A2BBF1A79A2C}" type="presParOf" srcId="{1BF7C784-3E52-4162-AA18-C8B9DD5CC4BD}" destId="{762AD450-C566-4E11-967B-93E43C3CC8B0}" srcOrd="25" destOrd="0" presId="urn:microsoft.com/office/officeart/2005/8/layout/hList9"/>
    <dgm:cxn modelId="{72E28E3E-FDA7-4EF7-B138-D42767C654CF}" type="presParOf" srcId="{1BF7C784-3E52-4162-AA18-C8B9DD5CC4BD}" destId="{5C4591C7-D3E4-4525-A43E-58BFAB66AE86}" srcOrd="26" destOrd="0" presId="urn:microsoft.com/office/officeart/2005/8/layout/hList9"/>
    <dgm:cxn modelId="{64EC9CBE-6731-4F21-9855-15251BE5260F}" type="presParOf" srcId="{5C4591C7-D3E4-4525-A43E-58BFAB66AE86}" destId="{1E0C6622-4D6C-4F0C-AF33-0EB0AEE55180}" srcOrd="0" destOrd="0" presId="urn:microsoft.com/office/officeart/2005/8/layout/hList9"/>
    <dgm:cxn modelId="{1C6F5F3B-F92C-4039-B057-FDDEB5A2AC38}" type="presParOf" srcId="{5C4591C7-D3E4-4525-A43E-58BFAB66AE86}" destId="{E6859E71-BD8E-41A5-95B8-BDBB8600A042}" srcOrd="1" destOrd="0" presId="urn:microsoft.com/office/officeart/2005/8/layout/hList9"/>
    <dgm:cxn modelId="{D3616C36-4FA3-4F37-8AE5-07EB24AFDAEA}" type="presParOf" srcId="{E6859E71-BD8E-41A5-95B8-BDBB8600A042}" destId="{32C2434D-1A7C-40D1-B4E7-96A38ABF14F2}" srcOrd="0" destOrd="0" presId="urn:microsoft.com/office/officeart/2005/8/layout/hList9"/>
    <dgm:cxn modelId="{88FC5355-F850-4869-BE76-385F7CE3AF42}" type="presParOf" srcId="{E6859E71-BD8E-41A5-95B8-BDBB8600A042}" destId="{305001AF-0044-4DF5-BD19-FA3F36CBDBF1}" srcOrd="1" destOrd="0" presId="urn:microsoft.com/office/officeart/2005/8/layout/hList9"/>
    <dgm:cxn modelId="{4F82C574-70EC-4A56-A05F-C6712BB06397}" type="presParOf" srcId="{1BF7C784-3E52-4162-AA18-C8B9DD5CC4BD}" destId="{934E0368-996A-4D0C-8BA9-347711BFE6CA}" srcOrd="27" destOrd="0" presId="urn:microsoft.com/office/officeart/2005/8/layout/hList9"/>
    <dgm:cxn modelId="{B1160EA5-CF36-4BF4-851E-2F793986E1AC}" type="presParOf" srcId="{1BF7C784-3E52-4162-AA18-C8B9DD5CC4BD}" destId="{58F613CA-AFBC-45CC-8727-B55DFE46E593}" srcOrd="2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9ADFD5-8D11-4E5B-89C6-1D5ED1D4E168}">
      <dsp:nvSpPr>
        <dsp:cNvPr id="0" name=""/>
        <dsp:cNvSpPr/>
      </dsp:nvSpPr>
      <dsp:spPr>
        <a:xfrm>
          <a:off x="427616" y="1608240"/>
          <a:ext cx="794953" cy="5302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784" rIns="49784" bIns="49784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dirty="0" smtClean="0"/>
            <a:t>触手枝形，有翻颈部和收缩肌。</a:t>
          </a:r>
          <a:endParaRPr lang="zh-CN" altLang="en-US" sz="700" kern="1200" dirty="0"/>
        </a:p>
      </dsp:txBody>
      <dsp:txXfrm>
        <a:off x="554809" y="1608240"/>
        <a:ext cx="667760" cy="530233"/>
      </dsp:txXfrm>
    </dsp:sp>
    <dsp:sp modelId="{8D31CF8D-1B66-49DD-A605-33012018E3BE}">
      <dsp:nvSpPr>
        <dsp:cNvPr id="0" name=""/>
        <dsp:cNvSpPr/>
      </dsp:nvSpPr>
      <dsp:spPr>
        <a:xfrm>
          <a:off x="3641" y="1396253"/>
          <a:ext cx="529968" cy="529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smtClean="0"/>
            <a:t>枝手目</a:t>
          </a:r>
          <a:endParaRPr lang="zh-CN" altLang="en-US" sz="1200" kern="1200"/>
        </a:p>
      </dsp:txBody>
      <dsp:txXfrm>
        <a:off x="81253" y="1473865"/>
        <a:ext cx="374744" cy="374744"/>
      </dsp:txXfrm>
    </dsp:sp>
    <dsp:sp modelId="{1C21183E-969C-409D-901D-212DC4D4EAC4}">
      <dsp:nvSpPr>
        <dsp:cNvPr id="0" name=""/>
        <dsp:cNvSpPr/>
      </dsp:nvSpPr>
      <dsp:spPr>
        <a:xfrm>
          <a:off x="1752539" y="1608240"/>
          <a:ext cx="794953" cy="5302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784" rIns="49784" bIns="49784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smtClean="0"/>
            <a:t>触手指形，身体包围在</a:t>
          </a:r>
          <a:r>
            <a:rPr lang="en-US" altLang="en-US" sz="700" kern="1200" smtClean="0"/>
            <a:t>1</a:t>
          </a:r>
          <a:r>
            <a:rPr lang="zh-CN" altLang="en-US" sz="700" kern="1200" smtClean="0"/>
            <a:t>个由复瓦状构成的壳内。</a:t>
          </a:r>
          <a:endParaRPr lang="zh-CN" altLang="en-US" sz="700" kern="1200" dirty="0"/>
        </a:p>
      </dsp:txBody>
      <dsp:txXfrm>
        <a:off x="1879731" y="1608240"/>
        <a:ext cx="667760" cy="530233"/>
      </dsp:txXfrm>
    </dsp:sp>
    <dsp:sp modelId="{B9470722-4BFE-40DB-9ACC-F7FC5200270F}">
      <dsp:nvSpPr>
        <dsp:cNvPr id="0" name=""/>
        <dsp:cNvSpPr/>
      </dsp:nvSpPr>
      <dsp:spPr>
        <a:xfrm>
          <a:off x="1328563" y="1396253"/>
          <a:ext cx="529968" cy="529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指手目</a:t>
          </a:r>
          <a:endParaRPr lang="zh-CN" altLang="en-US" sz="1200" kern="1200" dirty="0"/>
        </a:p>
      </dsp:txBody>
      <dsp:txXfrm>
        <a:off x="1406175" y="1473865"/>
        <a:ext cx="374744" cy="374744"/>
      </dsp:txXfrm>
    </dsp:sp>
    <dsp:sp modelId="{E4F86EEB-5D26-465D-902C-2A642795407C}">
      <dsp:nvSpPr>
        <dsp:cNvPr id="0" name=""/>
        <dsp:cNvSpPr/>
      </dsp:nvSpPr>
      <dsp:spPr>
        <a:xfrm>
          <a:off x="3077461" y="1608240"/>
          <a:ext cx="794953" cy="5302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784" rIns="49784" bIns="49784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dirty="0" smtClean="0"/>
            <a:t>触手盾形，有呼吸树。</a:t>
          </a:r>
          <a:endParaRPr lang="zh-CN" altLang="en-US" sz="700" kern="1200" dirty="0"/>
        </a:p>
      </dsp:txBody>
      <dsp:txXfrm>
        <a:off x="3204653" y="1608240"/>
        <a:ext cx="667760" cy="530233"/>
      </dsp:txXfrm>
    </dsp:sp>
    <dsp:sp modelId="{DE653663-7547-43DC-A8CA-40106C7C40E9}">
      <dsp:nvSpPr>
        <dsp:cNvPr id="0" name=""/>
        <dsp:cNvSpPr/>
      </dsp:nvSpPr>
      <dsp:spPr>
        <a:xfrm>
          <a:off x="2653486" y="1396253"/>
          <a:ext cx="529968" cy="529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盾手目</a:t>
          </a:r>
          <a:endParaRPr lang="zh-CN" altLang="en-US" sz="1200" kern="1200" dirty="0"/>
        </a:p>
      </dsp:txBody>
      <dsp:txXfrm>
        <a:off x="2731098" y="1473865"/>
        <a:ext cx="374744" cy="374744"/>
      </dsp:txXfrm>
    </dsp:sp>
    <dsp:sp modelId="{00B53A4B-54D6-415D-B8AD-CBE6AE3DD53D}">
      <dsp:nvSpPr>
        <dsp:cNvPr id="0" name=""/>
        <dsp:cNvSpPr/>
      </dsp:nvSpPr>
      <dsp:spPr>
        <a:xfrm>
          <a:off x="4402383" y="1608240"/>
          <a:ext cx="794953" cy="5302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784" rIns="49784" bIns="49784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dirty="0" smtClean="0"/>
            <a:t>触手盾形，缺呼吸树。</a:t>
          </a:r>
          <a:endParaRPr lang="zh-CN" altLang="en-US" sz="700" kern="1200" dirty="0"/>
        </a:p>
      </dsp:txBody>
      <dsp:txXfrm>
        <a:off x="4529576" y="1608240"/>
        <a:ext cx="667760" cy="530233"/>
      </dsp:txXfrm>
    </dsp:sp>
    <dsp:sp modelId="{585C01E4-03B5-4A5F-91F2-5F4F59B074FB}">
      <dsp:nvSpPr>
        <dsp:cNvPr id="0" name=""/>
        <dsp:cNvSpPr/>
      </dsp:nvSpPr>
      <dsp:spPr>
        <a:xfrm>
          <a:off x="3978408" y="1396253"/>
          <a:ext cx="529968" cy="529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平足目</a:t>
          </a:r>
          <a:endParaRPr lang="zh-CN" altLang="en-US" sz="1200" kern="1200" dirty="0"/>
        </a:p>
      </dsp:txBody>
      <dsp:txXfrm>
        <a:off x="4056020" y="1473865"/>
        <a:ext cx="374744" cy="374744"/>
      </dsp:txXfrm>
    </dsp:sp>
    <dsp:sp modelId="{5CFE1173-9369-46BA-9332-6C433E670183}">
      <dsp:nvSpPr>
        <dsp:cNvPr id="0" name=""/>
        <dsp:cNvSpPr/>
      </dsp:nvSpPr>
      <dsp:spPr>
        <a:xfrm>
          <a:off x="5727305" y="1608240"/>
          <a:ext cx="794953" cy="5302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784" rIns="49784" bIns="49784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dirty="0" smtClean="0"/>
            <a:t>体表缺管足，呈芋形，有肛门疣、触手坛囊和呼吸树。</a:t>
          </a:r>
          <a:endParaRPr lang="zh-CN" altLang="en-US" sz="700" kern="1200" dirty="0"/>
        </a:p>
      </dsp:txBody>
      <dsp:txXfrm>
        <a:off x="5854498" y="1608240"/>
        <a:ext cx="667760" cy="530233"/>
      </dsp:txXfrm>
    </dsp:sp>
    <dsp:sp modelId="{A9AA2081-D685-49B8-A49F-CF87ABCC8B5C}">
      <dsp:nvSpPr>
        <dsp:cNvPr id="0" name=""/>
        <dsp:cNvSpPr/>
      </dsp:nvSpPr>
      <dsp:spPr>
        <a:xfrm>
          <a:off x="5303330" y="1396253"/>
          <a:ext cx="529968" cy="529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芋参目</a:t>
          </a:r>
          <a:endParaRPr lang="zh-CN" altLang="en-US" sz="1200" kern="1200" dirty="0"/>
        </a:p>
      </dsp:txBody>
      <dsp:txXfrm>
        <a:off x="5380942" y="1473865"/>
        <a:ext cx="374744" cy="374744"/>
      </dsp:txXfrm>
    </dsp:sp>
    <dsp:sp modelId="{32C2434D-1A7C-40D1-B4E7-96A38ABF14F2}">
      <dsp:nvSpPr>
        <dsp:cNvPr id="0" name=""/>
        <dsp:cNvSpPr/>
      </dsp:nvSpPr>
      <dsp:spPr>
        <a:xfrm>
          <a:off x="7052227" y="1608240"/>
          <a:ext cx="794953" cy="5302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9784" rIns="49784" bIns="49784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smtClean="0"/>
            <a:t>体表缺管足，呈蠕虫状，无肛门疣、触手坛囊和呼吸树。</a:t>
          </a:r>
          <a:endParaRPr lang="zh-CN" altLang="en-US" sz="700" kern="1200" dirty="0"/>
        </a:p>
      </dsp:txBody>
      <dsp:txXfrm>
        <a:off x="7179420" y="1608240"/>
        <a:ext cx="667760" cy="530233"/>
      </dsp:txXfrm>
    </dsp:sp>
    <dsp:sp modelId="{58F613CA-AFBC-45CC-8727-B55DFE46E593}">
      <dsp:nvSpPr>
        <dsp:cNvPr id="0" name=""/>
        <dsp:cNvSpPr/>
      </dsp:nvSpPr>
      <dsp:spPr>
        <a:xfrm>
          <a:off x="6628252" y="1396253"/>
          <a:ext cx="529968" cy="529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无足目</a:t>
          </a:r>
          <a:endParaRPr lang="zh-CN" altLang="en-US" sz="1200" kern="1200" dirty="0"/>
        </a:p>
      </dsp:txBody>
      <dsp:txXfrm>
        <a:off x="6705864" y="1473865"/>
        <a:ext cx="374744" cy="3747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78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38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54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31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0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0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27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57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77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18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449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32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34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90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46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94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D3009-8784-4310-BF7A-0340F3A93E46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2B30F54A-9B80-4B29-AA14-01C5EF7E50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20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43753" y="1786920"/>
            <a:ext cx="2656496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9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海参</a:t>
            </a:r>
            <a:endParaRPr lang="zh-CN" altLang="en-US" sz="9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2902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介绍</a:t>
            </a:r>
          </a:p>
        </p:txBody>
      </p:sp>
      <p:sp>
        <p:nvSpPr>
          <p:cNvPr id="3" name="副标题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海参属于无脊椎动物、棘皮动物门、海参纲。全球有</a:t>
            </a:r>
            <a:r>
              <a:rPr lang="en-US" altLang="zh-CN" dirty="0"/>
              <a:t>900</a:t>
            </a:r>
            <a:r>
              <a:rPr lang="zh-CN" altLang="en-US" dirty="0"/>
              <a:t>多种，我国约</a:t>
            </a:r>
            <a:r>
              <a:rPr lang="en-US" altLang="zh-CN" dirty="0"/>
              <a:t>140</a:t>
            </a:r>
            <a:r>
              <a:rPr lang="zh-CN" altLang="en-US" dirty="0"/>
              <a:t>种。其中印度洋、西太平洋海区是世界上海参种类最多、资源量最大的区域。我国海参分布在温带区和热带区，温带区主要在黄渤海域，主要经济品种是刺参，也是我国最为知名的海参种类，热带区主要在两广和海南沿海，主要经济品种有梅花参等。其中西沙群岛、南沙群岛和海南岛是我国热带海参的主要产地。海参在各类山珍海味中位尊“八珍”，还具多种中医特指的补益养生功能。近半个世纪以来，国内外学者对</a:t>
            </a:r>
            <a:r>
              <a:rPr lang="en-US" altLang="zh-CN" dirty="0"/>
              <a:t>40</a:t>
            </a:r>
            <a:r>
              <a:rPr lang="zh-CN" altLang="en-US" dirty="0"/>
              <a:t>多种海参化学成分的研究表明海参体内不但富含氨基酸、维生素和化学元素等人体所需的</a:t>
            </a:r>
            <a:r>
              <a:rPr lang="en-US" altLang="zh-CN" dirty="0"/>
              <a:t>50</a:t>
            </a:r>
            <a:r>
              <a:rPr lang="zh-CN" altLang="en-US" dirty="0"/>
              <a:t>多种营养成分，还含有多种生物活性物质如酸性粘多糖、皂苷和胶原蛋白等，而且海参活性物质的药理活性十分广泛。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778" y="1595438"/>
            <a:ext cx="2859244" cy="28321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258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:a14="http://schemas.microsoft.com/office/drawing/2010/main"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126056"/>
              </p:ext>
            </p:extLst>
          </p:nvPr>
        </p:nvGraphicFramePr>
        <p:xfrm>
          <a:off x="777240" y="899160"/>
          <a:ext cx="7850823" cy="3534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537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常见食用海参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 action="ppaction://hlinksldjump"/>
              </a:rPr>
              <a:t>梅花</a:t>
            </a:r>
            <a:r>
              <a:rPr lang="zh-CN" altLang="en-US" dirty="0" smtClean="0">
                <a:hlinkClick r:id="rId2" action="ppaction://hlinksldjump"/>
              </a:rPr>
              <a:t>参</a:t>
            </a:r>
            <a:endParaRPr lang="en-US" altLang="zh-CN" dirty="0" smtClean="0"/>
          </a:p>
          <a:p>
            <a:r>
              <a:rPr lang="zh-CN" altLang="en-US" dirty="0">
                <a:hlinkClick r:id="rId3" action="ppaction://hlinksldjump"/>
              </a:rPr>
              <a:t>绿</a:t>
            </a:r>
            <a:r>
              <a:rPr lang="zh-CN" altLang="en-US" dirty="0" smtClean="0">
                <a:hlinkClick r:id="rId3" action="ppaction://hlinksldjump"/>
              </a:rPr>
              <a:t>刺参</a:t>
            </a:r>
            <a:endParaRPr lang="en-US" altLang="zh-CN" dirty="0" smtClean="0"/>
          </a:p>
          <a:p>
            <a:r>
              <a:rPr lang="zh-CN" altLang="en-US" dirty="0">
                <a:hlinkClick r:id="rId4" action="ppaction://hlinksldjump"/>
              </a:rPr>
              <a:t>花</a:t>
            </a:r>
            <a:r>
              <a:rPr lang="zh-CN" altLang="en-US" dirty="0" smtClean="0">
                <a:hlinkClick r:id="rId4" action="ppaction://hlinksldjump"/>
              </a:rPr>
              <a:t>刺参</a:t>
            </a:r>
            <a:endParaRPr lang="en-US" altLang="zh-CN" dirty="0" smtClean="0"/>
          </a:p>
          <a:p>
            <a:r>
              <a:rPr lang="zh-CN" altLang="en-US" dirty="0">
                <a:hlinkClick r:id="rId5" action="ppaction://hlinksldjump"/>
              </a:rPr>
              <a:t>石参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489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梅花参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梅花参别称凤梨参、红刺参等，为刺参科梅花参属棘皮动物，体长一般</a:t>
            </a:r>
            <a:r>
              <a:rPr lang="en-US" altLang="zh-CN" dirty="0"/>
              <a:t>60</a:t>
            </a:r>
            <a:r>
              <a:rPr lang="zh-CN" altLang="en-US" dirty="0"/>
              <a:t>～</a:t>
            </a:r>
            <a:r>
              <a:rPr lang="en-US" altLang="zh-CN" dirty="0"/>
              <a:t>75</a:t>
            </a:r>
            <a:r>
              <a:rPr lang="zh-CN" altLang="en-US" dirty="0"/>
              <a:t>厘米，最长可达</a:t>
            </a:r>
            <a:r>
              <a:rPr lang="en-US" altLang="zh-CN" dirty="0"/>
              <a:t>1.2</a:t>
            </a:r>
            <a:r>
              <a:rPr lang="zh-CN" altLang="en-US" dirty="0"/>
              <a:t>米，宽约</a:t>
            </a:r>
            <a:r>
              <a:rPr lang="en-US" altLang="zh-CN" dirty="0"/>
              <a:t>10</a:t>
            </a:r>
            <a:r>
              <a:rPr lang="zh-CN" altLang="en-US" dirty="0"/>
              <a:t>厘米，高约</a:t>
            </a:r>
            <a:r>
              <a:rPr lang="en-US" altLang="zh-CN" dirty="0"/>
              <a:t>8</a:t>
            </a:r>
            <a:r>
              <a:rPr lang="zh-CN" altLang="en-US" dirty="0"/>
              <a:t>厘米，背部肉刺很大，每</a:t>
            </a:r>
            <a:r>
              <a:rPr lang="en-US" altLang="zh-CN" dirty="0"/>
              <a:t>3</a:t>
            </a:r>
            <a:r>
              <a:rPr lang="zh-CN" altLang="en-US" dirty="0"/>
              <a:t>～</a:t>
            </a:r>
            <a:r>
              <a:rPr lang="en-US" altLang="zh-CN" dirty="0"/>
              <a:t>11</a:t>
            </a:r>
            <a:r>
              <a:rPr lang="zh-CN" altLang="en-US" dirty="0"/>
              <a:t>个肉刺的基部相连呈梅花状，故名梅花参，又因体形很象凤梨，故又称凤梨参。生活时体色艳丽，背呈橙黄色或橙红色，散布黄色和褐色斑点，腹面带赤色，触手黄色，栖息于水深</a:t>
            </a:r>
            <a:r>
              <a:rPr lang="en-US" altLang="zh-CN" dirty="0"/>
              <a:t>3</a:t>
            </a:r>
            <a:r>
              <a:rPr lang="zh-CN" altLang="en-US" dirty="0"/>
              <a:t>～</a:t>
            </a:r>
            <a:r>
              <a:rPr lang="en-US" altLang="zh-CN" dirty="0"/>
              <a:t>10</a:t>
            </a:r>
            <a:r>
              <a:rPr lang="zh-CN" altLang="en-US" dirty="0"/>
              <a:t>米的珊瑚沙底，分布于太平洋西南部，我国主要产于南海的西沙群岛。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738" y="1719941"/>
            <a:ext cx="3235325" cy="258309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0906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绿刺参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绿刺参别称方刺参、方参等，为刺参科刺参属棘皮动物，体呈四方柱形，一般体长</a:t>
            </a:r>
            <a:r>
              <a:rPr lang="en-US" altLang="zh-CN" dirty="0"/>
              <a:t>30</a:t>
            </a:r>
            <a:r>
              <a:rPr lang="zh-CN" altLang="en-US" dirty="0"/>
              <a:t>厘米，沿着身体的棱角各有两行交互排列的圆锥形肉刺，腹面管足很多，排列成</a:t>
            </a:r>
            <a:r>
              <a:rPr lang="en-US" altLang="zh-CN" dirty="0"/>
              <a:t>3</a:t>
            </a:r>
            <a:r>
              <a:rPr lang="zh-CN" altLang="en-US" dirty="0"/>
              <a:t>个纵带，中央一带较宽。体浓绿色或黑绿色，肉刺顶端为橙黄或橙红色，触手基部灰白色，末端带灰黑色，管足为灰黑色。以西沙群岛、海南岛南部及广西北海、洞洲岛等海域产量较多。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738" y="1749001"/>
            <a:ext cx="3235325" cy="25249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5956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花刺参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花刺参别称方参、黄肉、白刺参、猪虫参等，为刺参科刺参属棘皮动物，一般体</a:t>
            </a:r>
            <a:r>
              <a:rPr lang="en-US" altLang="zh-CN" dirty="0"/>
              <a:t>30</a:t>
            </a:r>
            <a:r>
              <a:rPr lang="zh-CN" altLang="en-US" dirty="0"/>
              <a:t>～</a:t>
            </a:r>
            <a:r>
              <a:rPr lang="en-US" altLang="zh-CN" dirty="0"/>
              <a:t>40</a:t>
            </a:r>
            <a:r>
              <a:rPr lang="zh-CN" altLang="en-US" dirty="0"/>
              <a:t>厘米，体稍呈四方柱形，背面散生多数圆锥形肉刺，腹面管足排列成</a:t>
            </a:r>
            <a:r>
              <a:rPr lang="en-US" altLang="zh-CN" dirty="0"/>
              <a:t>3</a:t>
            </a:r>
            <a:r>
              <a:rPr lang="zh-CN" altLang="en-US" dirty="0"/>
              <a:t>纵带，其中中带较宽，体色多数为深黄色带深浅不同的橄榄色斑点、黄灰色带钱褐色的网纹或浓绿色的斑纹等，肉刺末端有的带红色，分布我国西沙群岛、海南岛和雷州半岛。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738" y="1883823"/>
            <a:ext cx="3235325" cy="22553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7963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=""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14="http://schemas.microsoft.com/office/drawing/2010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石参</a:t>
            </a:r>
          </a:p>
        </p:txBody>
      </p:sp>
      <p:sp>
        <p:nvSpPr>
          <p:cNvPr id="3" name="副标题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石参别称白石参、黄瓜参等，一般体长</a:t>
            </a:r>
            <a:r>
              <a:rPr lang="en-US" altLang="zh-CN" dirty="0"/>
              <a:t>25</a:t>
            </a:r>
            <a:r>
              <a:rPr lang="zh-CN" altLang="en-US" dirty="0"/>
              <a:t>～</a:t>
            </a:r>
            <a:r>
              <a:rPr lang="en-US" altLang="zh-CN" dirty="0"/>
              <a:t>30</a:t>
            </a:r>
            <a:r>
              <a:rPr lang="zh-CN" altLang="en-US" dirty="0"/>
              <a:t>厘米，略呈椭圆形，口偏于腹面，有触手</a:t>
            </a:r>
            <a:r>
              <a:rPr lang="en-US" altLang="zh-CN" dirty="0"/>
              <a:t>20</a:t>
            </a:r>
            <a:r>
              <a:rPr lang="zh-CN" altLang="en-US" dirty="0"/>
              <a:t>个，肛门偏于背面，周围有</a:t>
            </a:r>
            <a:r>
              <a:rPr lang="en-US" altLang="zh-CN" dirty="0"/>
              <a:t>5</a:t>
            </a:r>
            <a:r>
              <a:rPr lang="zh-CN" altLang="en-US" dirty="0"/>
              <a:t>个石灰质小齿。，背面隆起光滑，有稀疏的管足，腹面平坦，管足排列成</a:t>
            </a:r>
            <a:r>
              <a:rPr lang="en-US" altLang="zh-CN" dirty="0"/>
              <a:t>3</a:t>
            </a:r>
            <a:r>
              <a:rPr lang="zh-CN" altLang="en-US" dirty="0"/>
              <a:t>纵带，中间一带较稀，排得较宽，体色变化较大，一般背面为黄褐色或紫褐色，并有许多灰白色不规则的横斑，肛门周围灰白色，腹面颜色较浅，在我国主要分布于西沙群岛、海南岛海域，产期多为春季和秋末冬初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738" y="1713483"/>
            <a:ext cx="3235325" cy="25960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8166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000">
        <p:blinds dir="vert"/>
      </p:transition>
    </mc:Choice>
    <mc:Fallback xmlns:a14="http://schemas.microsoft.com/office/drawing/2010/main">
      <p:transition spd="slow" advTm="5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</TotalTime>
  <Words>750</Words>
  <Application>Microsoft Office PowerPoint</Application>
  <PresentationFormat>全屏显示(16:9)</PresentationFormat>
  <Paragraphs>29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幼圆</vt:lpstr>
      <vt:lpstr>Arial</vt:lpstr>
      <vt:lpstr>Century Gothic</vt:lpstr>
      <vt:lpstr>Wingdings 3</vt:lpstr>
      <vt:lpstr>丝状</vt:lpstr>
      <vt:lpstr>PowerPoint 演示文稿</vt:lpstr>
      <vt:lpstr>介绍</vt:lpstr>
      <vt:lpstr>分类</vt:lpstr>
      <vt:lpstr>常见食用海参</vt:lpstr>
      <vt:lpstr>梅花参</vt:lpstr>
      <vt:lpstr>绿刺参</vt:lpstr>
      <vt:lpstr>花刺参</vt:lpstr>
      <vt:lpstr>石参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jszx</dc:creator>
  <cp:lastModifiedBy>Windows 用户11</cp:lastModifiedBy>
  <cp:revision>7</cp:revision>
  <dcterms:created xsi:type="dcterms:W3CDTF">2019-11-08T00:33:09Z</dcterms:created>
  <dcterms:modified xsi:type="dcterms:W3CDTF">2021-04-21T09:41:27Z</dcterms:modified>
</cp:coreProperties>
</file>