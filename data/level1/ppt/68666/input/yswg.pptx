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20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17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95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29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64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4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07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60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2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71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051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DCF6E-4FE1-496F-AFC2-038D4E92A573}" type="datetimeFigureOut">
              <a:rPr lang="zh-CN" altLang="en-US" smtClean="0"/>
              <a:t>2021/10/27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3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zh-CN" b="1" dirty="0" smtClean="0"/>
              <a:t>秋季，是从立秋之日起，到立冬之日止，即农历7、8、9月，期间经过立秋、处暑、白露、秋分、寒露、霜降等六个节气。</a:t>
            </a:r>
          </a:p>
          <a:p>
            <a:r>
              <a:rPr lang="zh-CN" altLang="zh-CN" b="1" dirty="0" smtClean="0"/>
              <a:t>秋季，暑夏的高温已降低，人们烦躁的情绪也随之平静，且秋风带来宜人的景色。</a:t>
            </a:r>
          </a:p>
          <a:p>
            <a:r>
              <a:rPr lang="zh-CN" altLang="zh-CN" dirty="0" smtClean="0"/>
              <a:t>此时切勿因眼前的美景忽视了养生，许多因素往往在不经意间影响着您的健康，且夏季过多的耗损也应在此时及时补充，所以秋季您亦应特别重视养生保健。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67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zh-CN" altLang="en-US" dirty="0" smtClean="0"/>
              <a:t>秋季，气温开始降低，雨量减少，空气湿度相对降低，气候偏于干燥。</a:t>
            </a:r>
          </a:p>
          <a:p>
            <a:pPr algn="l"/>
            <a:r>
              <a:rPr lang="zh-CN" altLang="en-US" dirty="0" smtClean="0"/>
              <a:t>中医学认为：燥为秋季的主气，称为“秋燥”，其气清肃，其性干燥。燥邪伤人，易伤人体津液，肺性喜润而恶燥，燥邪犯肺，最易伤其阴液，所以秋季养生要防燥。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601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养生方法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7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秋鱼推荐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2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187</Words>
  <Application>Microsoft Office PowerPoint</Application>
  <PresentationFormat>全屏显示(4:3)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养生方法</vt:lpstr>
      <vt:lpstr>秋鱼推荐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6</cp:revision>
  <dcterms:created xsi:type="dcterms:W3CDTF">2021-10-27T00:29:36Z</dcterms:created>
  <dcterms:modified xsi:type="dcterms:W3CDTF">2021-10-27T01:52:42Z</dcterms:modified>
</cp:coreProperties>
</file>