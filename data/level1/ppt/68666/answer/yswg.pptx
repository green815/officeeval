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</p:sldMasterIdLst>
  <p:notesMasterIdLst>
    <p:notesMasterId r:id="rId8"/>
  </p:notes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8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6BA2-2DEE-4849-ACE3-AE88EB4BC611}" type="datetimeFigureOut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933BA-4F15-47D5-8C19-AE4C739F1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02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3AC0C-0B44-4678-A4EB-E89AC2DCE77C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34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72378-43A4-4109-AD44-5B228A28E39C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444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9782-12B9-4A1F-BA6C-6D8BDC8D9F95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71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06C7-EE21-4CE4-998F-FDC9534EF337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54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2182E-7C9C-4F13-B98D-8BBFA69FA338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23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1373B-1FB3-4B61-8530-340AC2A23787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920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66C89-5F1A-4B1D-8776-16039BA4533B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12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A700F-78FE-4865-B65F-5880F6A8D954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772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4BF1-F4A2-4141-99C1-4CAFB9FEB875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774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096F-9D21-40F8-ACF6-407C436AF7DD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9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31F97-F777-443A-AB12-D1D90E8206AC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8457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787B8-E09D-49E6-8705-B1F4A979C320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887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C2BE-7EB2-414C-90A3-80D473675064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92352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B170-5ABC-4CE8-9E29-4C902D730D61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960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FEEA-D4AC-4555-8059-D313B5691A2F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980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2E67C-401C-4856-84C1-DED34282918B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47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762FA-1DD1-4ACF-8809-6BCB2F193019}" type="datetime1">
              <a:rPr lang="zh-CN" altLang="en-US" smtClean="0"/>
              <a:t>2023/10/16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DAEC9B6-9B89-4E3E-A5DA-4FF013A79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693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8800" dirty="0">
                <a:latin typeface="黑体" panose="02010609060101010101" pitchFamily="49" charset="-122"/>
                <a:ea typeface="黑体" panose="02010609060101010101" pitchFamily="49" charset="-122"/>
              </a:rPr>
              <a:t>秋季养生保健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社区卫生服务中心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7575266"/>
      </p:ext>
    </p:extLst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秋季养生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b="1" dirty="0" smtClean="0"/>
              <a:t>秋季，是从立秋之日起，到立冬之日止，即农历7、8、9月，期间经过立秋、处暑、白露、秋分、寒露、霜降等六个节气。</a:t>
            </a:r>
          </a:p>
          <a:p>
            <a:r>
              <a:rPr lang="zh-CN" altLang="zh-CN" b="1" dirty="0" smtClean="0"/>
              <a:t>秋季，暑夏的高温已降低，人们烦躁的情绪也随之平静，且秋风带来宜人的景色。</a:t>
            </a:r>
          </a:p>
          <a:p>
            <a:r>
              <a:rPr lang="zh-CN" altLang="zh-CN" dirty="0" smtClean="0"/>
              <a:t>此时切勿因眼前的美景忽视了养生，许多因素往往在不经意间影响着您的健康，且夏季过多的耗损也应在此时及时补充，所以秋季您亦应特别重视养生保健。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67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养生特点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dirty="0" smtClean="0"/>
              <a:t>秋季，气温开始降低，雨量减少，空气湿度相对降低，气候偏于干燥。</a:t>
            </a:r>
          </a:p>
          <a:p>
            <a:pPr algn="l"/>
            <a:r>
              <a:rPr lang="zh-CN" altLang="en-US" dirty="0" smtClean="0"/>
              <a:t>中医学认为：燥为秋季的主气，称为“秋燥”，其气清肃，其性干燥。燥邪伤人，易伤人体津液，肺性喜润而恶燥，燥邪犯肺，最易伤其阴液，所以秋季养生要防燥。</a:t>
            </a:r>
          </a:p>
          <a:p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947" y="2125663"/>
            <a:ext cx="2860094" cy="37782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012040"/>
      </p:ext>
    </p:extLst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养生方法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起居养生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zh-CN" b="1" dirty="0"/>
              <a:t>秋季应做到早睡早起，注意添加衣物，防止因受凉而伤及肺部。保持内心宁静，情绪乐观，舒畅胸怀，抛开一切烦恼，避免悲伤情绪，是秋季养肺的一个好方法</a:t>
            </a:r>
            <a:r>
              <a:rPr lang="zh-CN" altLang="zh-CN" b="1" dirty="0" smtClean="0"/>
              <a:t>。</a:t>
            </a:r>
            <a:endParaRPr lang="zh-CN" altLang="zh-CN" b="1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 smtClean="0"/>
              <a:t>饮食养生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zh-CN" altLang="zh-CN" b="1" dirty="0"/>
              <a:t>宜多吃酸性食物，如苹果、橘子、山楂、猕猴桃等，以收敛肺气；少吃辛辣食物，如葱、姜等。秋天是需要进补的季节，但很多人都害怕大量进补导致肥胖，不妨吃点鱼肉，鱼肉脂肪含量低，其中的脂肪酸被证实有降糖、护心和防癌的作用</a:t>
            </a:r>
            <a:r>
              <a:rPr lang="zh-CN" altLang="zh-CN" b="1" dirty="0" smtClean="0"/>
              <a:t>。</a:t>
            </a:r>
            <a:endParaRPr lang="zh-CN" altLang="zh-CN" b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72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秋鱼推荐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4991688"/>
              </p:ext>
            </p:extLst>
          </p:nvPr>
        </p:nvGraphicFramePr>
        <p:xfrm>
          <a:off x="2589213" y="2133600"/>
          <a:ext cx="8280000" cy="44856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1511400389"/>
                    </a:ext>
                  </a:extLst>
                </a:gridCol>
                <a:gridCol w="7200000">
                  <a:extLst>
                    <a:ext uri="{9D8B030D-6E8A-4147-A177-3AD203B41FA5}">
                      <a16:colId xmlns:a16="http://schemas.microsoft.com/office/drawing/2014/main" val="4066490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鱼名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功效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946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鲫鱼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味甘性温，功效为利水消肿、益气健脾、通脉下乳，清热解毒等，主治浮肿腹水、产妇乳少、胃下垂、脱肛等症。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4085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带鱼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可补五脏、祛风，对脾胃虚弱、消化不良、皮肤干燥者尤为适宜；常吃带鱼还可滋润肌肤，保持皮肤的润湿与弹性。 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415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青鱼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有补气养胃、化湿利水等功效；食用可治疗气虚乏力、胃寒冷痛、湿痹、疟疾等症。青鱼所含锌、硒、铁等微量元素，还有防癌抗癌作用。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475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鲤鱼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味甘性温，有利尿消肿、益气健脾、通脉下乳之功效。主治浮肿、乳汁不通、胎气不长等症。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117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草鱼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味甘性温，有平肝、祛风、活痹之功效。古人认为，鲩鱼肉厚而松，治虚劳及风虚头痛，以其头蒸食尤良。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73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泥鳅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味甘性平，有暖中益气、清利小便、解毒收痔之功效。泥鳅肉质细嫩，营养价值很高，其滑涎有抗菌消炎的作用。可治湿热黄疸、小便不利、病后盗汗等症。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614282"/>
                  </a:ext>
                </a:extLst>
              </a:tr>
            </a:tbl>
          </a:graphicData>
        </a:graphic>
      </p:graphicFrame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22018"/>
      </p:ext>
    </p:extLst>
  </p:cSld>
  <p:clrMapOvr>
    <a:masterClrMapping/>
  </p:clrMapOvr>
  <p:transition spd="slow">
    <p:pull dir="l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64408" y="2967335"/>
            <a:ext cx="3663183" cy="923330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祝身体安康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秋季养生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C9B6-9B89-4E3E-A5DA-4FF013A79E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37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277</TotalTime>
  <Words>589</Words>
  <Application>Microsoft Office PowerPoint</Application>
  <PresentationFormat>宽屏</PresentationFormat>
  <Paragraphs>40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黑体</vt:lpstr>
      <vt:lpstr>微软雅黑</vt:lpstr>
      <vt:lpstr>幼圆</vt:lpstr>
      <vt:lpstr>Arial</vt:lpstr>
      <vt:lpstr>Century Gothic</vt:lpstr>
      <vt:lpstr>Wingdings 3</vt:lpstr>
      <vt:lpstr>丝状</vt:lpstr>
      <vt:lpstr>秋季养生保健</vt:lpstr>
      <vt:lpstr>秋季养生</vt:lpstr>
      <vt:lpstr>养生特点</vt:lpstr>
      <vt:lpstr>养生方法</vt:lpstr>
      <vt:lpstr>秋鱼推荐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User</cp:lastModifiedBy>
  <cp:revision>14</cp:revision>
  <dcterms:created xsi:type="dcterms:W3CDTF">2021-10-27T00:29:36Z</dcterms:created>
  <dcterms:modified xsi:type="dcterms:W3CDTF">2023-10-16T06:30:30Z</dcterms:modified>
</cp:coreProperties>
</file>