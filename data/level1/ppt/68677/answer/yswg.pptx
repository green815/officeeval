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9" r:id="rId2"/>
    <p:sldId id="258" r:id="rId3"/>
    <p:sldId id="260" r:id="rId4"/>
    <p:sldId id="261" r:id="rId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02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3E50E-4A6D-4E62-917F-1F9950A52691}" type="doc">
      <dgm:prSet loTypeId="urn:microsoft.com/office/officeart/2005/8/layout/lProcess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DCB9B18-3CBF-4099-AC85-51E5799F3346}">
      <dgm:prSet phldrT="[文本]"/>
      <dgm:spPr/>
      <dgm:t>
        <a:bodyPr/>
        <a:lstStyle/>
        <a:p>
          <a:r>
            <a:rPr lang="zh-CN" altLang="en-US" dirty="0" smtClean="0"/>
            <a:t>全国月薪分为七档</a:t>
          </a:r>
          <a:endParaRPr lang="zh-CN" altLang="en-US" dirty="0"/>
        </a:p>
      </dgm:t>
    </dgm:pt>
    <dgm:pt modelId="{2542F036-9D1A-4183-BE9F-4BB2FF962D89}" type="parTrans" cxnId="{CC6FE9B3-ABA0-4508-AD73-EBC85C6D7EA4}">
      <dgm:prSet/>
      <dgm:spPr/>
      <dgm:t>
        <a:bodyPr/>
        <a:lstStyle/>
        <a:p>
          <a:endParaRPr lang="zh-CN" altLang="en-US"/>
        </a:p>
      </dgm:t>
    </dgm:pt>
    <dgm:pt modelId="{1268D0CD-BBC4-45B1-9370-CE281B32AC52}" type="sibTrans" cxnId="{CC6FE9B3-ABA0-4508-AD73-EBC85C6D7EA4}">
      <dgm:prSet/>
      <dgm:spPr/>
      <dgm:t>
        <a:bodyPr/>
        <a:lstStyle/>
        <a:p>
          <a:endParaRPr lang="zh-CN" altLang="en-US"/>
        </a:p>
      </dgm:t>
    </dgm:pt>
    <dgm:pt modelId="{F90DAAF9-E98C-4B01-B3EE-97D4DD0AD1E0}">
      <dgm:prSet phldrT="[文本]"/>
      <dgm:spPr/>
      <dgm:t>
        <a:bodyPr/>
        <a:lstStyle/>
        <a:p>
          <a:r>
            <a:rPr lang="zh-CN" altLang="en-US" dirty="0" smtClean="0"/>
            <a:t>二档月薪不少于</a:t>
          </a:r>
          <a:r>
            <a:rPr lang="en-US" altLang="en-US" dirty="0" smtClean="0"/>
            <a:t>5000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294A3B73-F3D6-4812-8A15-2B913C0678CA}" type="parTrans" cxnId="{49FB90CB-3C3C-43DA-8EEF-92817D77557A}">
      <dgm:prSet/>
      <dgm:spPr/>
      <dgm:t>
        <a:bodyPr/>
        <a:lstStyle/>
        <a:p>
          <a:endParaRPr lang="zh-CN" altLang="en-US"/>
        </a:p>
      </dgm:t>
    </dgm:pt>
    <dgm:pt modelId="{8382A559-0BDE-494E-9310-60413DBF364E}" type="sibTrans" cxnId="{49FB90CB-3C3C-43DA-8EEF-92817D77557A}">
      <dgm:prSet/>
      <dgm:spPr/>
      <dgm:t>
        <a:bodyPr/>
        <a:lstStyle/>
        <a:p>
          <a:endParaRPr lang="zh-CN" altLang="en-US"/>
        </a:p>
      </dgm:t>
    </dgm:pt>
    <dgm:pt modelId="{40E54D55-7918-490D-9FC7-1C570FDDB591}">
      <dgm:prSet phldrT="[文本]"/>
      <dgm:spPr/>
      <dgm:t>
        <a:bodyPr/>
        <a:lstStyle/>
        <a:p>
          <a:r>
            <a:rPr lang="zh-CN" altLang="en-US" dirty="0" smtClean="0"/>
            <a:t>三档月薪不少于</a:t>
          </a:r>
          <a:r>
            <a:rPr lang="en-US" altLang="en-US" dirty="0" smtClean="0"/>
            <a:t>4000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30300076-3C70-4951-93C7-EA456A0F5A10}" type="parTrans" cxnId="{B0E5D944-E5E5-4ABD-9DD1-C2F49F62E0CD}">
      <dgm:prSet/>
      <dgm:spPr/>
      <dgm:t>
        <a:bodyPr/>
        <a:lstStyle/>
        <a:p>
          <a:endParaRPr lang="zh-CN" altLang="en-US"/>
        </a:p>
      </dgm:t>
    </dgm:pt>
    <dgm:pt modelId="{4A4ABE3F-957E-4029-9A08-BE4FD5846852}" type="sibTrans" cxnId="{B0E5D944-E5E5-4ABD-9DD1-C2F49F62E0CD}">
      <dgm:prSet/>
      <dgm:spPr/>
      <dgm:t>
        <a:bodyPr/>
        <a:lstStyle/>
        <a:p>
          <a:endParaRPr lang="zh-CN" altLang="en-US"/>
        </a:p>
      </dgm:t>
    </dgm:pt>
    <dgm:pt modelId="{13F0B5A9-5FFF-4AAA-B11F-4A32D867DFC2}">
      <dgm:prSet phldrT="[文本]"/>
      <dgm:spPr/>
      <dgm:t>
        <a:bodyPr/>
        <a:lstStyle/>
        <a:p>
          <a:r>
            <a:rPr lang="zh-CN" altLang="en-US" dirty="0" smtClean="0"/>
            <a:t>四档月薪不少于</a:t>
          </a:r>
          <a:r>
            <a:rPr lang="en-US" altLang="en-US" dirty="0" smtClean="0"/>
            <a:t>3000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D72C9B3C-726D-4146-831C-96ECF3CAAF45}" type="parTrans" cxnId="{6024419D-7E91-43E2-B784-2AD9B8B2A8B1}">
      <dgm:prSet/>
      <dgm:spPr/>
      <dgm:t>
        <a:bodyPr/>
        <a:lstStyle/>
        <a:p>
          <a:endParaRPr lang="zh-CN" altLang="en-US"/>
        </a:p>
      </dgm:t>
    </dgm:pt>
    <dgm:pt modelId="{D6C5641D-F06B-47CC-A472-4858624CBC40}" type="sibTrans" cxnId="{6024419D-7E91-43E2-B784-2AD9B8B2A8B1}">
      <dgm:prSet/>
      <dgm:spPr/>
      <dgm:t>
        <a:bodyPr/>
        <a:lstStyle/>
        <a:p>
          <a:endParaRPr lang="zh-CN" altLang="en-US"/>
        </a:p>
      </dgm:t>
    </dgm:pt>
    <dgm:pt modelId="{D49206FE-FA37-42A3-A8A4-2EE85CE66D7E}">
      <dgm:prSet phldrT="[文本]"/>
      <dgm:spPr/>
      <dgm:t>
        <a:bodyPr/>
        <a:lstStyle/>
        <a:p>
          <a:r>
            <a:rPr lang="zh-CN" altLang="en-US" dirty="0" smtClean="0"/>
            <a:t>五档月薪不少于</a:t>
          </a:r>
          <a:r>
            <a:rPr lang="en-US" altLang="en-US" dirty="0" smtClean="0"/>
            <a:t>2000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1B045B16-2D26-4F38-A124-28F353CB425A}" type="parTrans" cxnId="{0F1143F1-AAAC-4861-8F87-E7E010686E67}">
      <dgm:prSet/>
      <dgm:spPr/>
      <dgm:t>
        <a:bodyPr/>
        <a:lstStyle/>
        <a:p>
          <a:endParaRPr lang="zh-CN" altLang="en-US"/>
        </a:p>
      </dgm:t>
    </dgm:pt>
    <dgm:pt modelId="{AA288BA6-31B3-4BB9-9A45-8AE9CEBA9D29}" type="sibTrans" cxnId="{0F1143F1-AAAC-4861-8F87-E7E010686E67}">
      <dgm:prSet/>
      <dgm:spPr/>
      <dgm:t>
        <a:bodyPr/>
        <a:lstStyle/>
        <a:p>
          <a:endParaRPr lang="zh-CN" altLang="en-US"/>
        </a:p>
      </dgm:t>
    </dgm:pt>
    <dgm:pt modelId="{AFE26281-A63E-4765-B80F-8AF012567589}">
      <dgm:prSet phldrT="[文本]"/>
      <dgm:spPr/>
      <dgm:t>
        <a:bodyPr/>
        <a:lstStyle/>
        <a:p>
          <a:r>
            <a:rPr lang="zh-CN" altLang="en-US" dirty="0" smtClean="0"/>
            <a:t>六档月薪不少于</a:t>
          </a:r>
          <a:r>
            <a:rPr lang="en-US" altLang="en-US" dirty="0" smtClean="0"/>
            <a:t>1000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E700B5D4-D258-4E01-A97A-96ADC57F51BC}" type="parTrans" cxnId="{F1D6651E-8DCD-4587-90A9-7BE64AE4A393}">
      <dgm:prSet/>
      <dgm:spPr/>
      <dgm:t>
        <a:bodyPr/>
        <a:lstStyle/>
        <a:p>
          <a:endParaRPr lang="zh-CN" altLang="en-US"/>
        </a:p>
      </dgm:t>
    </dgm:pt>
    <dgm:pt modelId="{5D1062CC-9C50-4F38-9D38-C895D40503ED}" type="sibTrans" cxnId="{F1D6651E-8DCD-4587-90A9-7BE64AE4A393}">
      <dgm:prSet/>
      <dgm:spPr/>
      <dgm:t>
        <a:bodyPr/>
        <a:lstStyle/>
        <a:p>
          <a:endParaRPr lang="zh-CN" altLang="en-US"/>
        </a:p>
      </dgm:t>
    </dgm:pt>
    <dgm:pt modelId="{1DFAC81A-A494-4225-9CCD-2B58812E89AC}">
      <dgm:prSet phldrT="[文本]"/>
      <dgm:spPr/>
      <dgm:t>
        <a:bodyPr/>
        <a:lstStyle/>
        <a:p>
          <a:r>
            <a:rPr lang="zh-CN" altLang="en-US" dirty="0" smtClean="0"/>
            <a:t>七档月薪不超过</a:t>
          </a:r>
          <a:r>
            <a:rPr lang="en-US" altLang="en-US" dirty="0" smtClean="0"/>
            <a:t>1000</a:t>
          </a:r>
          <a:r>
            <a:rPr lang="zh-CN" altLang="en-US" dirty="0" smtClean="0"/>
            <a:t>元。</a:t>
          </a:r>
          <a:endParaRPr lang="zh-CN" altLang="en-US" dirty="0"/>
        </a:p>
      </dgm:t>
    </dgm:pt>
    <dgm:pt modelId="{3B53B9FB-64A2-4E50-8D35-9DE1F0052830}" type="parTrans" cxnId="{57916C93-215F-41CC-9229-61F0501E993D}">
      <dgm:prSet/>
      <dgm:spPr/>
      <dgm:t>
        <a:bodyPr/>
        <a:lstStyle/>
        <a:p>
          <a:endParaRPr lang="zh-CN" altLang="en-US"/>
        </a:p>
      </dgm:t>
    </dgm:pt>
    <dgm:pt modelId="{E9E2EE6D-DAA5-4F03-9F34-E7951A261E3D}" type="sibTrans" cxnId="{57916C93-215F-41CC-9229-61F0501E993D}">
      <dgm:prSet/>
      <dgm:spPr/>
      <dgm:t>
        <a:bodyPr/>
        <a:lstStyle/>
        <a:p>
          <a:endParaRPr lang="zh-CN" altLang="en-US"/>
        </a:p>
      </dgm:t>
    </dgm:pt>
    <dgm:pt modelId="{C4887634-AC74-433C-B975-1386191F4611}">
      <dgm:prSet phldrT="[文本]"/>
      <dgm:spPr/>
      <dgm:t>
        <a:bodyPr/>
        <a:lstStyle/>
        <a:p>
          <a:r>
            <a:rPr lang="zh-CN" altLang="en-US" smtClean="0"/>
            <a:t>一</a:t>
          </a:r>
          <a:r>
            <a:rPr lang="zh-CN" altLang="en-US" dirty="0" smtClean="0"/>
            <a:t>档月薪为香港</a:t>
          </a:r>
          <a:r>
            <a:rPr lang="en-US" altLang="en-US" dirty="0" smtClean="0"/>
            <a:t>18500</a:t>
          </a:r>
          <a:r>
            <a:rPr lang="zh-CN" altLang="en-US" dirty="0" smtClean="0"/>
            <a:t>元，澳门</a:t>
          </a:r>
          <a:r>
            <a:rPr lang="en-US" altLang="en-US" dirty="0" smtClean="0"/>
            <a:t>8900</a:t>
          </a:r>
          <a:r>
            <a:rPr lang="zh-CN" altLang="en-US" dirty="0" smtClean="0"/>
            <a:t>元；</a:t>
          </a:r>
          <a:endParaRPr lang="zh-CN" altLang="en-US" dirty="0"/>
        </a:p>
      </dgm:t>
    </dgm:pt>
    <dgm:pt modelId="{B35EBF6F-D89F-4E2F-B22B-40C85A01BA39}" type="parTrans" cxnId="{6C907F96-C579-495D-B98E-91CF4A23E2C5}">
      <dgm:prSet/>
      <dgm:spPr/>
      <dgm:t>
        <a:bodyPr/>
        <a:lstStyle/>
        <a:p>
          <a:endParaRPr lang="zh-CN" altLang="en-US"/>
        </a:p>
      </dgm:t>
    </dgm:pt>
    <dgm:pt modelId="{970DFAFC-829B-4A16-9DC1-572D2F4C8CA0}" type="sibTrans" cxnId="{6C907F96-C579-495D-B98E-91CF4A23E2C5}">
      <dgm:prSet/>
      <dgm:spPr/>
      <dgm:t>
        <a:bodyPr/>
        <a:lstStyle/>
        <a:p>
          <a:endParaRPr lang="zh-CN" altLang="en-US"/>
        </a:p>
      </dgm:t>
    </dgm:pt>
    <dgm:pt modelId="{270CDDB5-1503-40BD-AFE8-30A64A6FA6AA}" type="pres">
      <dgm:prSet presAssocID="{DBA3E50E-4A6D-4E62-917F-1F9950A5269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21B6154-7D7E-48D4-AA96-7F28712521F5}" type="pres">
      <dgm:prSet presAssocID="{9DCB9B18-3CBF-4099-AC85-51E5799F3346}" presName="compNode" presStyleCnt="0"/>
      <dgm:spPr/>
      <dgm:t>
        <a:bodyPr/>
        <a:lstStyle/>
        <a:p>
          <a:endParaRPr lang="zh-CN" altLang="en-US"/>
        </a:p>
      </dgm:t>
    </dgm:pt>
    <dgm:pt modelId="{4D0A592F-8908-4A93-9870-E51EB88FB648}" type="pres">
      <dgm:prSet presAssocID="{9DCB9B18-3CBF-4099-AC85-51E5799F3346}" presName="aNode" presStyleLbl="bgShp" presStyleIdx="0" presStyleCnt="1"/>
      <dgm:spPr/>
      <dgm:t>
        <a:bodyPr/>
        <a:lstStyle/>
        <a:p>
          <a:endParaRPr lang="zh-CN" altLang="en-US"/>
        </a:p>
      </dgm:t>
    </dgm:pt>
    <dgm:pt modelId="{BD057A7C-F57C-4B9E-8C49-9B7DBC3F1763}" type="pres">
      <dgm:prSet presAssocID="{9DCB9B18-3CBF-4099-AC85-51E5799F3346}" presName="textNode" presStyleLbl="bgShp" presStyleIdx="0" presStyleCnt="1"/>
      <dgm:spPr/>
      <dgm:t>
        <a:bodyPr/>
        <a:lstStyle/>
        <a:p>
          <a:endParaRPr lang="zh-CN" altLang="en-US"/>
        </a:p>
      </dgm:t>
    </dgm:pt>
    <dgm:pt modelId="{D69E48F5-1B3C-4667-A06A-673EF8B37AE3}" type="pres">
      <dgm:prSet presAssocID="{9DCB9B18-3CBF-4099-AC85-51E5799F3346}" presName="compChildNode" presStyleCnt="0"/>
      <dgm:spPr/>
      <dgm:t>
        <a:bodyPr/>
        <a:lstStyle/>
        <a:p>
          <a:endParaRPr lang="zh-CN" altLang="en-US"/>
        </a:p>
      </dgm:t>
    </dgm:pt>
    <dgm:pt modelId="{275EC066-E3C6-4898-BFB6-7D7C210091AB}" type="pres">
      <dgm:prSet presAssocID="{9DCB9B18-3CBF-4099-AC85-51E5799F3346}" presName="theInnerList" presStyleCnt="0"/>
      <dgm:spPr/>
      <dgm:t>
        <a:bodyPr/>
        <a:lstStyle/>
        <a:p>
          <a:endParaRPr lang="zh-CN" altLang="en-US"/>
        </a:p>
      </dgm:t>
    </dgm:pt>
    <dgm:pt modelId="{C1A1CDAF-3992-404A-BB53-1063FDC3D6F7}" type="pres">
      <dgm:prSet presAssocID="{C4887634-AC74-433C-B975-1386191F4611}" presName="child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56DB350-5234-4D40-BA23-D71D6ACCB5C6}" type="pres">
      <dgm:prSet presAssocID="{C4887634-AC74-433C-B975-1386191F4611}" presName="aSpace2" presStyleCnt="0"/>
      <dgm:spPr/>
    </dgm:pt>
    <dgm:pt modelId="{C1AE16D7-CC2E-4134-BF1B-1F50994D8070}" type="pres">
      <dgm:prSet presAssocID="{F90DAAF9-E98C-4B01-B3EE-97D4DD0AD1E0}" presName="child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A22DCE4-5EBA-4F12-B689-63FD4EB925A6}" type="pres">
      <dgm:prSet presAssocID="{F90DAAF9-E98C-4B01-B3EE-97D4DD0AD1E0}" presName="aSpace2" presStyleCnt="0"/>
      <dgm:spPr/>
    </dgm:pt>
    <dgm:pt modelId="{084AF37E-992F-4069-8229-1D54072CD681}" type="pres">
      <dgm:prSet presAssocID="{40E54D55-7918-490D-9FC7-1C570FDDB591}" presName="child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FD8C80A-A0AB-446D-8D61-3FEA2D1093EB}" type="pres">
      <dgm:prSet presAssocID="{40E54D55-7918-490D-9FC7-1C570FDDB591}" presName="aSpace2" presStyleCnt="0"/>
      <dgm:spPr/>
    </dgm:pt>
    <dgm:pt modelId="{D599F55A-D0C3-4C45-BCEF-8AD86C456DDD}" type="pres">
      <dgm:prSet presAssocID="{13F0B5A9-5FFF-4AAA-B11F-4A32D867DFC2}" presName="child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A0E2A8-CE5F-4F16-812F-17E34FC43E95}" type="pres">
      <dgm:prSet presAssocID="{13F0B5A9-5FFF-4AAA-B11F-4A32D867DFC2}" presName="aSpace2" presStyleCnt="0"/>
      <dgm:spPr/>
    </dgm:pt>
    <dgm:pt modelId="{6ADD033D-4293-44CE-BF29-3AFD62686ECE}" type="pres">
      <dgm:prSet presAssocID="{D49206FE-FA37-42A3-A8A4-2EE85CE66D7E}" presName="child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2CCDF15-121E-4C19-9B40-D4A1681CF73C}" type="pres">
      <dgm:prSet presAssocID="{D49206FE-FA37-42A3-A8A4-2EE85CE66D7E}" presName="aSpace2" presStyleCnt="0"/>
      <dgm:spPr/>
    </dgm:pt>
    <dgm:pt modelId="{13B2C6A5-293C-48F7-8608-879C2BA64D5B}" type="pres">
      <dgm:prSet presAssocID="{AFE26281-A63E-4765-B80F-8AF012567589}" presName="child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E8E846-04BB-4CF3-8943-F844D5E2CC76}" type="pres">
      <dgm:prSet presAssocID="{AFE26281-A63E-4765-B80F-8AF012567589}" presName="aSpace2" presStyleCnt="0"/>
      <dgm:spPr/>
    </dgm:pt>
    <dgm:pt modelId="{8A6024CA-772A-489C-AF11-5A4FB3C62F86}" type="pres">
      <dgm:prSet presAssocID="{1DFAC81A-A494-4225-9CCD-2B58812E89AC}" presName="child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2680189-47A1-48FF-BB4E-73B924A576B0}" type="presOf" srcId="{1DFAC81A-A494-4225-9CCD-2B58812E89AC}" destId="{8A6024CA-772A-489C-AF11-5A4FB3C62F86}" srcOrd="0" destOrd="0" presId="urn:microsoft.com/office/officeart/2005/8/layout/lProcess2"/>
    <dgm:cxn modelId="{57916C93-215F-41CC-9229-61F0501E993D}" srcId="{9DCB9B18-3CBF-4099-AC85-51E5799F3346}" destId="{1DFAC81A-A494-4225-9CCD-2B58812E89AC}" srcOrd="6" destOrd="0" parTransId="{3B53B9FB-64A2-4E50-8D35-9DE1F0052830}" sibTransId="{E9E2EE6D-DAA5-4F03-9F34-E7951A261E3D}"/>
    <dgm:cxn modelId="{E9AD1661-AC0D-476F-8388-32C16A2829E9}" type="presOf" srcId="{40E54D55-7918-490D-9FC7-1C570FDDB591}" destId="{084AF37E-992F-4069-8229-1D54072CD681}" srcOrd="0" destOrd="0" presId="urn:microsoft.com/office/officeart/2005/8/layout/lProcess2"/>
    <dgm:cxn modelId="{F1D6651E-8DCD-4587-90A9-7BE64AE4A393}" srcId="{9DCB9B18-3CBF-4099-AC85-51E5799F3346}" destId="{AFE26281-A63E-4765-B80F-8AF012567589}" srcOrd="5" destOrd="0" parTransId="{E700B5D4-D258-4E01-A97A-96ADC57F51BC}" sibTransId="{5D1062CC-9C50-4F38-9D38-C895D40503ED}"/>
    <dgm:cxn modelId="{526BA569-D35A-4268-AB92-A174AC13A7D4}" type="presOf" srcId="{9DCB9B18-3CBF-4099-AC85-51E5799F3346}" destId="{4D0A592F-8908-4A93-9870-E51EB88FB648}" srcOrd="0" destOrd="0" presId="urn:microsoft.com/office/officeart/2005/8/layout/lProcess2"/>
    <dgm:cxn modelId="{FB2F9CFD-1803-4905-A681-BDC4F3CD6484}" type="presOf" srcId="{DBA3E50E-4A6D-4E62-917F-1F9950A52691}" destId="{270CDDB5-1503-40BD-AFE8-30A64A6FA6AA}" srcOrd="0" destOrd="0" presId="urn:microsoft.com/office/officeart/2005/8/layout/lProcess2"/>
    <dgm:cxn modelId="{6024419D-7E91-43E2-B784-2AD9B8B2A8B1}" srcId="{9DCB9B18-3CBF-4099-AC85-51E5799F3346}" destId="{13F0B5A9-5FFF-4AAA-B11F-4A32D867DFC2}" srcOrd="3" destOrd="0" parTransId="{D72C9B3C-726D-4146-831C-96ECF3CAAF45}" sibTransId="{D6C5641D-F06B-47CC-A472-4858624CBC40}"/>
    <dgm:cxn modelId="{CC6FE9B3-ABA0-4508-AD73-EBC85C6D7EA4}" srcId="{DBA3E50E-4A6D-4E62-917F-1F9950A52691}" destId="{9DCB9B18-3CBF-4099-AC85-51E5799F3346}" srcOrd="0" destOrd="0" parTransId="{2542F036-9D1A-4183-BE9F-4BB2FF962D89}" sibTransId="{1268D0CD-BBC4-45B1-9370-CE281B32AC52}"/>
    <dgm:cxn modelId="{49FB90CB-3C3C-43DA-8EEF-92817D77557A}" srcId="{9DCB9B18-3CBF-4099-AC85-51E5799F3346}" destId="{F90DAAF9-E98C-4B01-B3EE-97D4DD0AD1E0}" srcOrd="1" destOrd="0" parTransId="{294A3B73-F3D6-4812-8A15-2B913C0678CA}" sibTransId="{8382A559-0BDE-494E-9310-60413DBF364E}"/>
    <dgm:cxn modelId="{F312CE6B-9A46-41B3-8DEB-85B80E193C4F}" type="presOf" srcId="{C4887634-AC74-433C-B975-1386191F4611}" destId="{C1A1CDAF-3992-404A-BB53-1063FDC3D6F7}" srcOrd="0" destOrd="0" presId="urn:microsoft.com/office/officeart/2005/8/layout/lProcess2"/>
    <dgm:cxn modelId="{535BD10D-ADC7-422C-88BA-04F59D16A44C}" type="presOf" srcId="{F90DAAF9-E98C-4B01-B3EE-97D4DD0AD1E0}" destId="{C1AE16D7-CC2E-4134-BF1B-1F50994D8070}" srcOrd="0" destOrd="0" presId="urn:microsoft.com/office/officeart/2005/8/layout/lProcess2"/>
    <dgm:cxn modelId="{0F1143F1-AAAC-4861-8F87-E7E010686E67}" srcId="{9DCB9B18-3CBF-4099-AC85-51E5799F3346}" destId="{D49206FE-FA37-42A3-A8A4-2EE85CE66D7E}" srcOrd="4" destOrd="0" parTransId="{1B045B16-2D26-4F38-A124-28F353CB425A}" sibTransId="{AA288BA6-31B3-4BB9-9A45-8AE9CEBA9D29}"/>
    <dgm:cxn modelId="{B0E5D944-E5E5-4ABD-9DD1-C2F49F62E0CD}" srcId="{9DCB9B18-3CBF-4099-AC85-51E5799F3346}" destId="{40E54D55-7918-490D-9FC7-1C570FDDB591}" srcOrd="2" destOrd="0" parTransId="{30300076-3C70-4951-93C7-EA456A0F5A10}" sibTransId="{4A4ABE3F-957E-4029-9A08-BE4FD5846852}"/>
    <dgm:cxn modelId="{76CA3F2A-B4E0-4927-A8C9-CB913D7AB316}" type="presOf" srcId="{D49206FE-FA37-42A3-A8A4-2EE85CE66D7E}" destId="{6ADD033D-4293-44CE-BF29-3AFD62686ECE}" srcOrd="0" destOrd="0" presId="urn:microsoft.com/office/officeart/2005/8/layout/lProcess2"/>
    <dgm:cxn modelId="{2A4920C3-3243-4FAD-9E1B-D2128BB9BFEF}" type="presOf" srcId="{AFE26281-A63E-4765-B80F-8AF012567589}" destId="{13B2C6A5-293C-48F7-8608-879C2BA64D5B}" srcOrd="0" destOrd="0" presId="urn:microsoft.com/office/officeart/2005/8/layout/lProcess2"/>
    <dgm:cxn modelId="{49DF02B8-FE9F-42C5-9821-8BA526951F70}" type="presOf" srcId="{9DCB9B18-3CBF-4099-AC85-51E5799F3346}" destId="{BD057A7C-F57C-4B9E-8C49-9B7DBC3F1763}" srcOrd="1" destOrd="0" presId="urn:microsoft.com/office/officeart/2005/8/layout/lProcess2"/>
    <dgm:cxn modelId="{6C907F96-C579-495D-B98E-91CF4A23E2C5}" srcId="{9DCB9B18-3CBF-4099-AC85-51E5799F3346}" destId="{C4887634-AC74-433C-B975-1386191F4611}" srcOrd="0" destOrd="0" parTransId="{B35EBF6F-D89F-4E2F-B22B-40C85A01BA39}" sibTransId="{970DFAFC-829B-4A16-9DC1-572D2F4C8CA0}"/>
    <dgm:cxn modelId="{87FA9169-D6C8-47B0-9D06-A1EDE69ABE88}" type="presOf" srcId="{13F0B5A9-5FFF-4AAA-B11F-4A32D867DFC2}" destId="{D599F55A-D0C3-4C45-BCEF-8AD86C456DDD}" srcOrd="0" destOrd="0" presId="urn:microsoft.com/office/officeart/2005/8/layout/lProcess2"/>
    <dgm:cxn modelId="{C8173932-466B-4461-9D7B-6E329C80F96F}" type="presParOf" srcId="{270CDDB5-1503-40BD-AFE8-30A64A6FA6AA}" destId="{321B6154-7D7E-48D4-AA96-7F28712521F5}" srcOrd="0" destOrd="0" presId="urn:microsoft.com/office/officeart/2005/8/layout/lProcess2"/>
    <dgm:cxn modelId="{31E7498A-6C1B-4180-83E3-889EF58A79C4}" type="presParOf" srcId="{321B6154-7D7E-48D4-AA96-7F28712521F5}" destId="{4D0A592F-8908-4A93-9870-E51EB88FB648}" srcOrd="0" destOrd="0" presId="urn:microsoft.com/office/officeart/2005/8/layout/lProcess2"/>
    <dgm:cxn modelId="{6937B4FD-21DC-49B4-8D18-D7B31A7493ED}" type="presParOf" srcId="{321B6154-7D7E-48D4-AA96-7F28712521F5}" destId="{BD057A7C-F57C-4B9E-8C49-9B7DBC3F1763}" srcOrd="1" destOrd="0" presId="urn:microsoft.com/office/officeart/2005/8/layout/lProcess2"/>
    <dgm:cxn modelId="{16EDB428-4AAB-4091-8D24-09B71499481F}" type="presParOf" srcId="{321B6154-7D7E-48D4-AA96-7F28712521F5}" destId="{D69E48F5-1B3C-4667-A06A-673EF8B37AE3}" srcOrd="2" destOrd="0" presId="urn:microsoft.com/office/officeart/2005/8/layout/lProcess2"/>
    <dgm:cxn modelId="{40EEC544-F832-40FC-BA62-1201D86902FF}" type="presParOf" srcId="{D69E48F5-1B3C-4667-A06A-673EF8B37AE3}" destId="{275EC066-E3C6-4898-BFB6-7D7C210091AB}" srcOrd="0" destOrd="0" presId="urn:microsoft.com/office/officeart/2005/8/layout/lProcess2"/>
    <dgm:cxn modelId="{EA269B06-2FFF-4A7B-88F2-5CE4B7AE3259}" type="presParOf" srcId="{275EC066-E3C6-4898-BFB6-7D7C210091AB}" destId="{C1A1CDAF-3992-404A-BB53-1063FDC3D6F7}" srcOrd="0" destOrd="0" presId="urn:microsoft.com/office/officeart/2005/8/layout/lProcess2"/>
    <dgm:cxn modelId="{3CDE5F52-E344-419E-91D7-9294806687A3}" type="presParOf" srcId="{275EC066-E3C6-4898-BFB6-7D7C210091AB}" destId="{656DB350-5234-4D40-BA23-D71D6ACCB5C6}" srcOrd="1" destOrd="0" presId="urn:microsoft.com/office/officeart/2005/8/layout/lProcess2"/>
    <dgm:cxn modelId="{6554F82F-50EE-4CA8-B2AD-F281A1FAE93C}" type="presParOf" srcId="{275EC066-E3C6-4898-BFB6-7D7C210091AB}" destId="{C1AE16D7-CC2E-4134-BF1B-1F50994D8070}" srcOrd="2" destOrd="0" presId="urn:microsoft.com/office/officeart/2005/8/layout/lProcess2"/>
    <dgm:cxn modelId="{743B83BA-67E6-40DE-A28E-CD94901B28CB}" type="presParOf" srcId="{275EC066-E3C6-4898-BFB6-7D7C210091AB}" destId="{5A22DCE4-5EBA-4F12-B689-63FD4EB925A6}" srcOrd="3" destOrd="0" presId="urn:microsoft.com/office/officeart/2005/8/layout/lProcess2"/>
    <dgm:cxn modelId="{373A8E65-4039-457F-B3E6-AE7AEE349B16}" type="presParOf" srcId="{275EC066-E3C6-4898-BFB6-7D7C210091AB}" destId="{084AF37E-992F-4069-8229-1D54072CD681}" srcOrd="4" destOrd="0" presId="urn:microsoft.com/office/officeart/2005/8/layout/lProcess2"/>
    <dgm:cxn modelId="{A796F897-615C-415E-84D1-CE3CB616B311}" type="presParOf" srcId="{275EC066-E3C6-4898-BFB6-7D7C210091AB}" destId="{AFD8C80A-A0AB-446D-8D61-3FEA2D1093EB}" srcOrd="5" destOrd="0" presId="urn:microsoft.com/office/officeart/2005/8/layout/lProcess2"/>
    <dgm:cxn modelId="{8B68F995-2EA7-406F-A79F-4E2AEDA0E776}" type="presParOf" srcId="{275EC066-E3C6-4898-BFB6-7D7C210091AB}" destId="{D599F55A-D0C3-4C45-BCEF-8AD86C456DDD}" srcOrd="6" destOrd="0" presId="urn:microsoft.com/office/officeart/2005/8/layout/lProcess2"/>
    <dgm:cxn modelId="{7CBE93F3-979E-4922-8CDC-CC2A47C60DD2}" type="presParOf" srcId="{275EC066-E3C6-4898-BFB6-7D7C210091AB}" destId="{88A0E2A8-CE5F-4F16-812F-17E34FC43E95}" srcOrd="7" destOrd="0" presId="urn:microsoft.com/office/officeart/2005/8/layout/lProcess2"/>
    <dgm:cxn modelId="{C535B374-A4F5-4317-A17F-11483451521C}" type="presParOf" srcId="{275EC066-E3C6-4898-BFB6-7D7C210091AB}" destId="{6ADD033D-4293-44CE-BF29-3AFD62686ECE}" srcOrd="8" destOrd="0" presId="urn:microsoft.com/office/officeart/2005/8/layout/lProcess2"/>
    <dgm:cxn modelId="{CEAF2C59-73FF-4A0C-B14D-47304FE8842D}" type="presParOf" srcId="{275EC066-E3C6-4898-BFB6-7D7C210091AB}" destId="{82CCDF15-121E-4C19-9B40-D4A1681CF73C}" srcOrd="9" destOrd="0" presId="urn:microsoft.com/office/officeart/2005/8/layout/lProcess2"/>
    <dgm:cxn modelId="{DF224586-5AC2-449C-9319-4E739AE39C37}" type="presParOf" srcId="{275EC066-E3C6-4898-BFB6-7D7C210091AB}" destId="{13B2C6A5-293C-48F7-8608-879C2BA64D5B}" srcOrd="10" destOrd="0" presId="urn:microsoft.com/office/officeart/2005/8/layout/lProcess2"/>
    <dgm:cxn modelId="{98223CA7-51D8-4685-9F2E-552436E5194D}" type="presParOf" srcId="{275EC066-E3C6-4898-BFB6-7D7C210091AB}" destId="{EDE8E846-04BB-4CF3-8943-F844D5E2CC76}" srcOrd="11" destOrd="0" presId="urn:microsoft.com/office/officeart/2005/8/layout/lProcess2"/>
    <dgm:cxn modelId="{33EE3B52-BFB9-4B3C-8359-1B9B2ED68D56}" type="presParOf" srcId="{275EC066-E3C6-4898-BFB6-7D7C210091AB}" destId="{8A6024CA-772A-489C-AF11-5A4FB3C62F86}" srcOrd="1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A592F-8908-4A93-9870-E51EB88FB648}">
      <dsp:nvSpPr>
        <dsp:cNvPr id="0" name=""/>
        <dsp:cNvSpPr/>
      </dsp:nvSpPr>
      <dsp:spPr>
        <a:xfrm>
          <a:off x="0" y="0"/>
          <a:ext cx="6480720" cy="34721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600" kern="1200" dirty="0" smtClean="0"/>
            <a:t>全国月薪分为七档</a:t>
          </a:r>
          <a:endParaRPr lang="zh-CN" altLang="en-US" sz="4600" kern="1200" dirty="0"/>
        </a:p>
      </dsp:txBody>
      <dsp:txXfrm>
        <a:off x="0" y="0"/>
        <a:ext cx="6480720" cy="1041648"/>
      </dsp:txXfrm>
    </dsp:sp>
    <dsp:sp modelId="{C1A1CDAF-3992-404A-BB53-1063FDC3D6F7}">
      <dsp:nvSpPr>
        <dsp:cNvPr id="0" name=""/>
        <dsp:cNvSpPr/>
      </dsp:nvSpPr>
      <dsp:spPr>
        <a:xfrm>
          <a:off x="648071" y="1043767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smtClean="0"/>
            <a:t>一</a:t>
          </a:r>
          <a:r>
            <a:rPr lang="zh-CN" altLang="en-US" sz="1400" kern="1200" dirty="0" smtClean="0"/>
            <a:t>档月薪为香港</a:t>
          </a:r>
          <a:r>
            <a:rPr lang="en-US" altLang="en-US" sz="1400" kern="1200" dirty="0" smtClean="0"/>
            <a:t>18500</a:t>
          </a:r>
          <a:r>
            <a:rPr lang="zh-CN" altLang="en-US" sz="1400" kern="1200" dirty="0" smtClean="0"/>
            <a:t>元，澳门</a:t>
          </a:r>
          <a:r>
            <a:rPr lang="en-US" altLang="en-US" sz="1400" kern="1200" dirty="0" smtClean="0"/>
            <a:t>8900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1052094"/>
        <a:ext cx="5167922" cy="267663"/>
      </dsp:txXfrm>
    </dsp:sp>
    <dsp:sp modelId="{C1AE16D7-CC2E-4134-BF1B-1F50994D8070}">
      <dsp:nvSpPr>
        <dsp:cNvPr id="0" name=""/>
        <dsp:cNvSpPr/>
      </dsp:nvSpPr>
      <dsp:spPr>
        <a:xfrm>
          <a:off x="648071" y="1371825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二档月薪不少于</a:t>
          </a:r>
          <a:r>
            <a:rPr lang="en-US" altLang="en-US" sz="1400" kern="1200" dirty="0" smtClean="0"/>
            <a:t>5000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1380152"/>
        <a:ext cx="5167922" cy="267663"/>
      </dsp:txXfrm>
    </dsp:sp>
    <dsp:sp modelId="{084AF37E-992F-4069-8229-1D54072CD681}">
      <dsp:nvSpPr>
        <dsp:cNvPr id="0" name=""/>
        <dsp:cNvSpPr/>
      </dsp:nvSpPr>
      <dsp:spPr>
        <a:xfrm>
          <a:off x="648071" y="1699883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三档月薪不少于</a:t>
          </a:r>
          <a:r>
            <a:rPr lang="en-US" altLang="en-US" sz="1400" kern="1200" dirty="0" smtClean="0"/>
            <a:t>4000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1708210"/>
        <a:ext cx="5167922" cy="267663"/>
      </dsp:txXfrm>
    </dsp:sp>
    <dsp:sp modelId="{D599F55A-D0C3-4C45-BCEF-8AD86C456DDD}">
      <dsp:nvSpPr>
        <dsp:cNvPr id="0" name=""/>
        <dsp:cNvSpPr/>
      </dsp:nvSpPr>
      <dsp:spPr>
        <a:xfrm>
          <a:off x="648071" y="2027942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四档月薪不少于</a:t>
          </a:r>
          <a:r>
            <a:rPr lang="en-US" altLang="en-US" sz="1400" kern="1200" dirty="0" smtClean="0"/>
            <a:t>3000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2036269"/>
        <a:ext cx="5167922" cy="267663"/>
      </dsp:txXfrm>
    </dsp:sp>
    <dsp:sp modelId="{6ADD033D-4293-44CE-BF29-3AFD62686ECE}">
      <dsp:nvSpPr>
        <dsp:cNvPr id="0" name=""/>
        <dsp:cNvSpPr/>
      </dsp:nvSpPr>
      <dsp:spPr>
        <a:xfrm>
          <a:off x="648071" y="2356000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五档月薪不少于</a:t>
          </a:r>
          <a:r>
            <a:rPr lang="en-US" altLang="en-US" sz="1400" kern="1200" dirty="0" smtClean="0"/>
            <a:t>2000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2364327"/>
        <a:ext cx="5167922" cy="267663"/>
      </dsp:txXfrm>
    </dsp:sp>
    <dsp:sp modelId="{13B2C6A5-293C-48F7-8608-879C2BA64D5B}">
      <dsp:nvSpPr>
        <dsp:cNvPr id="0" name=""/>
        <dsp:cNvSpPr/>
      </dsp:nvSpPr>
      <dsp:spPr>
        <a:xfrm>
          <a:off x="648071" y="2684058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六档月薪不少于</a:t>
          </a:r>
          <a:r>
            <a:rPr lang="en-US" altLang="en-US" sz="1400" kern="1200" dirty="0" smtClean="0"/>
            <a:t>1000</a:t>
          </a:r>
          <a:r>
            <a:rPr lang="zh-CN" altLang="en-US" sz="1400" kern="1200" dirty="0" smtClean="0"/>
            <a:t>元；</a:t>
          </a:r>
          <a:endParaRPr lang="zh-CN" altLang="en-US" sz="1400" kern="1200" dirty="0"/>
        </a:p>
      </dsp:txBody>
      <dsp:txXfrm>
        <a:off x="656398" y="2692385"/>
        <a:ext cx="5167922" cy="267663"/>
      </dsp:txXfrm>
    </dsp:sp>
    <dsp:sp modelId="{8A6024CA-772A-489C-AF11-5A4FB3C62F86}">
      <dsp:nvSpPr>
        <dsp:cNvPr id="0" name=""/>
        <dsp:cNvSpPr/>
      </dsp:nvSpPr>
      <dsp:spPr>
        <a:xfrm>
          <a:off x="648071" y="3012116"/>
          <a:ext cx="5184576" cy="284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七档月薪不超过</a:t>
          </a:r>
          <a:r>
            <a:rPr lang="en-US" altLang="en-US" sz="1400" kern="1200" dirty="0" smtClean="0"/>
            <a:t>1000</a:t>
          </a:r>
          <a:r>
            <a:rPr lang="zh-CN" altLang="en-US" sz="1400" kern="1200" dirty="0" smtClean="0"/>
            <a:t>元。</a:t>
          </a:r>
          <a:endParaRPr lang="zh-CN" altLang="en-US" sz="1400" kern="1200" dirty="0"/>
        </a:p>
      </dsp:txBody>
      <dsp:txXfrm>
        <a:off x="656398" y="3020443"/>
        <a:ext cx="5167922" cy="2676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pPr>
              <a:defRPr/>
            </a:pPr>
            <a:fld id="{7D9E397D-CD35-4937-848E-B178E66B1CC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16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0D4C1E-EDA3-41DC-85DC-7951500A3D6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21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>
              <a:defRPr/>
            </a:pPr>
            <a:fld id="{F889E4E3-677C-480A-B049-863A66D1019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83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>
              <a:defRPr/>
            </a:pPr>
            <a:fld id="{801EC483-5AA1-4422-BFFB-3E69101211E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56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>
              <a:defRPr/>
            </a:pPr>
            <a:fld id="{93CDE418-9DFA-4E47-850C-793790B1FC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8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4DADFB-EA8A-4797-811A-50E50A3570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06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B352F4-4EC4-4F82-9EE9-E4EC13A7AF2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364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6DA31-971A-4965-8AF4-C3B9C16B99D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95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>
              <a:defRPr/>
            </a:pPr>
            <a:fld id="{7DE66B70-B888-4E6D-889C-1E09CD7C1BC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2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92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793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93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306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433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C1FA75-A307-418D-9EE3-8F0699D658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7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36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E986FEEF-D1E1-4938-BCF2-5DCD841334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你一个月赚多少钱才饿不死？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全国城市月薪分为七档</a:t>
            </a:r>
          </a:p>
        </p:txBody>
      </p:sp>
    </p:spTree>
    <p:extLst>
      <p:ext uri="{BB962C8B-B14F-4D97-AF65-F5344CB8AC3E}">
        <p14:creationId xmlns:p14="http://schemas.microsoft.com/office/powerpoint/2010/main" val="255480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你一个月赚多少钱才饿不死？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“你一个月赚多少钱才饿不死？”面对涨薪、加班、亚健康等“职场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PM2.5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”，不少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80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后、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90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后求职者挥起了跳槽的旗帜。近日，网络流传一份全国各个省份的工资水平名单，长沙以月薪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2480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元位居第五档。这次，你还拖后腿吗？</a:t>
            </a:r>
            <a:endParaRPr lang="zh-CN" altLang="en-US" sz="23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738" y="1937360"/>
            <a:ext cx="3235325" cy="214825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:a14="http://schemas.microsoft.com/office/drawing/2010/main"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792392787"/>
              </p:ext>
            </p:extLst>
          </p:nvPr>
        </p:nvGraphicFramePr>
        <p:xfrm>
          <a:off x="1187624" y="1131590"/>
          <a:ext cx="6480720" cy="3472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63688" y="555526"/>
            <a:ext cx="576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全国月薪分为七档</a:t>
            </a:r>
          </a:p>
        </p:txBody>
      </p:sp>
    </p:spTree>
    <p:extLst>
      <p:ext uri="{BB962C8B-B14F-4D97-AF65-F5344CB8AC3E}">
        <p14:creationId xmlns:p14="http://schemas.microsoft.com/office/powerpoint/2010/main" val="251403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全国</a:t>
            </a:r>
            <a:r>
              <a:rPr lang="zh-CN" altLang="en-US" dirty="0"/>
              <a:t>城市</a:t>
            </a:r>
            <a:r>
              <a:rPr lang="zh-CN" altLang="en-US" dirty="0" smtClean="0"/>
              <a:t>月薪</a:t>
            </a:r>
            <a:r>
              <a:rPr lang="zh-CN" altLang="en-US" dirty="0"/>
              <a:t>分档情况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761389"/>
              </p:ext>
            </p:extLst>
          </p:nvPr>
        </p:nvGraphicFramePr>
        <p:xfrm>
          <a:off x="1331640" y="1563638"/>
          <a:ext cx="7560840" cy="3362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27390">
                  <a:extLst>
                    <a:ext uri="{9D8B030D-6E8A-4147-A177-3AD203B41FA5}">
                      <a16:colId xmlns:a16="http://schemas.microsoft.com/office/drawing/2014/main" val="2087796215"/>
                    </a:ext>
                  </a:extLst>
                </a:gridCol>
                <a:gridCol w="6133450">
                  <a:extLst>
                    <a:ext uri="{9D8B030D-6E8A-4147-A177-3AD203B41FA5}">
                      <a16:colId xmlns:a16="http://schemas.microsoft.com/office/drawing/2014/main" val="32003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档次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城市及月薪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一档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香港</a:t>
                      </a:r>
                      <a:r>
                        <a:rPr lang="en-US" altLang="zh-CN" dirty="0" smtClean="0"/>
                        <a:t>18500</a:t>
                      </a:r>
                      <a:r>
                        <a:rPr lang="zh-CN" altLang="en-US" dirty="0" smtClean="0"/>
                        <a:t>元，澳门</a:t>
                      </a:r>
                      <a:r>
                        <a:rPr lang="en-US" altLang="zh-CN" dirty="0" smtClean="0"/>
                        <a:t>8900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56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二档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上海</a:t>
                      </a:r>
                      <a:r>
                        <a:rPr lang="en-US" altLang="zh-CN" dirty="0" smtClean="0"/>
                        <a:t>5350</a:t>
                      </a:r>
                      <a:r>
                        <a:rPr lang="zh-CN" altLang="en-US" dirty="0" smtClean="0"/>
                        <a:t>元，深圳</a:t>
                      </a:r>
                      <a:r>
                        <a:rPr lang="en-US" altLang="zh-CN" dirty="0" smtClean="0"/>
                        <a:t>5280</a:t>
                      </a:r>
                      <a:r>
                        <a:rPr lang="zh-CN" altLang="en-US" dirty="0" smtClean="0"/>
                        <a:t>元，北京</a:t>
                      </a:r>
                      <a:r>
                        <a:rPr lang="en-US" altLang="zh-CN" dirty="0" smtClean="0"/>
                        <a:t>5000</a:t>
                      </a:r>
                      <a:r>
                        <a:rPr lang="zh-CN" altLang="en-US" dirty="0" smtClean="0"/>
                        <a:t>元，温州</a:t>
                      </a:r>
                      <a:r>
                        <a:rPr lang="en-US" altLang="zh-CN" dirty="0" smtClean="0"/>
                        <a:t>5020</a:t>
                      </a:r>
                      <a:r>
                        <a:rPr lang="zh-CN" altLang="en-US" dirty="0" smtClean="0"/>
                        <a:t>元，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4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三档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广州</a:t>
                      </a:r>
                      <a:r>
                        <a:rPr lang="en-US" altLang="zh-CN" dirty="0" smtClean="0"/>
                        <a:t>4750</a:t>
                      </a:r>
                      <a:r>
                        <a:rPr lang="zh-CN" altLang="en-US" dirty="0" smtClean="0"/>
                        <a:t>元，杭州</a:t>
                      </a:r>
                      <a:r>
                        <a:rPr lang="en-US" altLang="zh-CN" dirty="0" smtClean="0"/>
                        <a:t>4980</a:t>
                      </a:r>
                      <a:r>
                        <a:rPr lang="zh-CN" altLang="en-US" dirty="0" smtClean="0"/>
                        <a:t>元，苏州</a:t>
                      </a:r>
                      <a:r>
                        <a:rPr lang="en-US" altLang="zh-CN" dirty="0" smtClean="0"/>
                        <a:t>4300</a:t>
                      </a:r>
                      <a:r>
                        <a:rPr lang="zh-CN" altLang="en-US" dirty="0" smtClean="0"/>
                        <a:t>元，厦门</a:t>
                      </a:r>
                      <a:r>
                        <a:rPr lang="en-US" altLang="zh-CN" dirty="0" smtClean="0"/>
                        <a:t>4100</a:t>
                      </a:r>
                      <a:r>
                        <a:rPr lang="zh-CN" altLang="en-US" dirty="0" smtClean="0"/>
                        <a:t>元，青岛</a:t>
                      </a:r>
                      <a:r>
                        <a:rPr lang="en-US" altLang="zh-CN" dirty="0" smtClean="0"/>
                        <a:t>4000</a:t>
                      </a:r>
                      <a:r>
                        <a:rPr lang="zh-CN" altLang="en-US" dirty="0" smtClean="0"/>
                        <a:t>元，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34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四档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南京</a:t>
                      </a:r>
                      <a:r>
                        <a:rPr lang="en-US" altLang="zh-CN" dirty="0" smtClean="0"/>
                        <a:t>3780</a:t>
                      </a:r>
                      <a:r>
                        <a:rPr lang="zh-CN" altLang="en-US" dirty="0" smtClean="0"/>
                        <a:t>元，济南</a:t>
                      </a:r>
                      <a:r>
                        <a:rPr lang="en-US" altLang="zh-CN" dirty="0" smtClean="0"/>
                        <a:t>3120</a:t>
                      </a:r>
                      <a:r>
                        <a:rPr lang="zh-CN" altLang="en-US" dirty="0" smtClean="0"/>
                        <a:t>元，福州</a:t>
                      </a:r>
                      <a:r>
                        <a:rPr lang="en-US" altLang="zh-CN" dirty="0" smtClean="0"/>
                        <a:t>3380</a:t>
                      </a:r>
                      <a:r>
                        <a:rPr lang="zh-CN" altLang="en-US" dirty="0" smtClean="0"/>
                        <a:t>元，天津</a:t>
                      </a:r>
                      <a:r>
                        <a:rPr lang="en-US" altLang="zh-CN" dirty="0" smtClean="0"/>
                        <a:t>3150</a:t>
                      </a:r>
                      <a:r>
                        <a:rPr lang="zh-CN" altLang="en-US" dirty="0" smtClean="0"/>
                        <a:t>元，大连</a:t>
                      </a:r>
                      <a:r>
                        <a:rPr lang="en-US" altLang="zh-CN" dirty="0" smtClean="0"/>
                        <a:t>3000</a:t>
                      </a:r>
                      <a:r>
                        <a:rPr lang="zh-CN" altLang="en-US" dirty="0" smtClean="0"/>
                        <a:t>元，无锡</a:t>
                      </a:r>
                      <a:r>
                        <a:rPr lang="en-US" altLang="zh-CN" dirty="0" smtClean="0"/>
                        <a:t>3200</a:t>
                      </a:r>
                      <a:r>
                        <a:rPr lang="zh-CN" altLang="en-US" dirty="0" smtClean="0"/>
                        <a:t>元，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50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五档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昆明</a:t>
                      </a:r>
                      <a:r>
                        <a:rPr lang="en-US" altLang="zh-CN" dirty="0" smtClean="0"/>
                        <a:t>2800</a:t>
                      </a:r>
                      <a:r>
                        <a:rPr lang="zh-CN" altLang="en-US" dirty="0" smtClean="0"/>
                        <a:t>元，重庆</a:t>
                      </a:r>
                      <a:r>
                        <a:rPr lang="en-US" altLang="zh-CN" dirty="0" smtClean="0"/>
                        <a:t>2250</a:t>
                      </a:r>
                      <a:r>
                        <a:rPr lang="zh-CN" altLang="en-US" dirty="0" smtClean="0"/>
                        <a:t>元，郑州</a:t>
                      </a:r>
                      <a:r>
                        <a:rPr lang="en-US" altLang="zh-CN" dirty="0" smtClean="0"/>
                        <a:t>2880</a:t>
                      </a:r>
                      <a:r>
                        <a:rPr lang="zh-CN" altLang="en-US" dirty="0" smtClean="0"/>
                        <a:t>元，武汉</a:t>
                      </a:r>
                      <a:r>
                        <a:rPr lang="en-US" altLang="zh-CN" dirty="0" smtClean="0"/>
                        <a:t>2680</a:t>
                      </a:r>
                      <a:r>
                        <a:rPr lang="zh-CN" altLang="en-US" dirty="0" smtClean="0"/>
                        <a:t>元，海口</a:t>
                      </a:r>
                      <a:r>
                        <a:rPr lang="en-US" altLang="zh-CN" dirty="0" smtClean="0"/>
                        <a:t>2600</a:t>
                      </a:r>
                      <a:r>
                        <a:rPr lang="zh-CN" altLang="en-US" dirty="0" smtClean="0"/>
                        <a:t>元，沈阳</a:t>
                      </a:r>
                      <a:r>
                        <a:rPr lang="en-US" altLang="zh-CN" dirty="0" smtClean="0"/>
                        <a:t>2100</a:t>
                      </a:r>
                      <a:r>
                        <a:rPr lang="zh-CN" altLang="en-US" dirty="0" smtClean="0"/>
                        <a:t>元，长沙</a:t>
                      </a:r>
                      <a:r>
                        <a:rPr lang="en-US" altLang="zh-CN" dirty="0" smtClean="0"/>
                        <a:t>2480</a:t>
                      </a:r>
                      <a:r>
                        <a:rPr lang="zh-CN" altLang="en-US" dirty="0" smtClean="0"/>
                        <a:t>元，三亚</a:t>
                      </a:r>
                      <a:r>
                        <a:rPr lang="en-US" altLang="zh-CN" dirty="0" smtClean="0"/>
                        <a:t>2360</a:t>
                      </a:r>
                      <a:r>
                        <a:rPr lang="zh-CN" altLang="en-US" dirty="0" smtClean="0"/>
                        <a:t>元，乌鲁木齐</a:t>
                      </a:r>
                      <a:r>
                        <a:rPr lang="en-US" altLang="zh-CN" dirty="0" smtClean="0"/>
                        <a:t>2100</a:t>
                      </a:r>
                      <a:r>
                        <a:rPr lang="zh-CN" altLang="en-US" dirty="0" smtClean="0"/>
                        <a:t>元，西安</a:t>
                      </a:r>
                      <a:r>
                        <a:rPr lang="en-US" altLang="zh-CN" dirty="0" smtClean="0"/>
                        <a:t>2080</a:t>
                      </a:r>
                      <a:r>
                        <a:rPr lang="zh-CN" altLang="en-US" dirty="0" smtClean="0"/>
                        <a:t>元，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六档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哈尔滨</a:t>
                      </a:r>
                      <a:r>
                        <a:rPr lang="en-US" altLang="zh-CN" dirty="0" smtClean="0"/>
                        <a:t>1700</a:t>
                      </a:r>
                      <a:r>
                        <a:rPr lang="zh-CN" altLang="en-US" dirty="0" smtClean="0"/>
                        <a:t>元，银川</a:t>
                      </a:r>
                      <a:r>
                        <a:rPr lang="en-US" altLang="zh-CN" dirty="0" smtClean="0"/>
                        <a:t>1100</a:t>
                      </a:r>
                      <a:r>
                        <a:rPr lang="zh-CN" altLang="en-US" dirty="0" smtClean="0"/>
                        <a:t>元，贵州</a:t>
                      </a:r>
                      <a:r>
                        <a:rPr lang="en-US" altLang="zh-CN" dirty="0" smtClean="0"/>
                        <a:t>1600</a:t>
                      </a:r>
                      <a:r>
                        <a:rPr lang="zh-CN" altLang="en-US" dirty="0" smtClean="0"/>
                        <a:t>元，成都</a:t>
                      </a:r>
                      <a:r>
                        <a:rPr lang="en-US" altLang="zh-CN" dirty="0" smtClean="0"/>
                        <a:t>1900</a:t>
                      </a:r>
                      <a:r>
                        <a:rPr lang="zh-CN" altLang="en-US" dirty="0" smtClean="0"/>
                        <a:t>元，长春</a:t>
                      </a:r>
                      <a:r>
                        <a:rPr lang="en-US" altLang="zh-CN" dirty="0" smtClean="0"/>
                        <a:t>1500</a:t>
                      </a:r>
                      <a:r>
                        <a:rPr lang="zh-CN" altLang="en-US" dirty="0" smtClean="0"/>
                        <a:t>元，呼和浩特</a:t>
                      </a:r>
                      <a:r>
                        <a:rPr lang="en-US" altLang="zh-CN" dirty="0" smtClean="0"/>
                        <a:t>1700</a:t>
                      </a:r>
                      <a:r>
                        <a:rPr lang="zh-CN" altLang="en-US" dirty="0" smtClean="0"/>
                        <a:t>元，兰州</a:t>
                      </a:r>
                      <a:r>
                        <a:rPr lang="en-US" altLang="zh-CN" dirty="0" smtClean="0"/>
                        <a:t>1500</a:t>
                      </a:r>
                      <a:r>
                        <a:rPr lang="zh-CN" altLang="en-US" dirty="0" smtClean="0"/>
                        <a:t>元，西宁</a:t>
                      </a:r>
                      <a:r>
                        <a:rPr lang="en-US" altLang="zh-CN" dirty="0" smtClean="0"/>
                        <a:t>1000</a:t>
                      </a:r>
                      <a:r>
                        <a:rPr lang="zh-CN" altLang="en-US" dirty="0" smtClean="0"/>
                        <a:t>元，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七档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拉萨</a:t>
                      </a:r>
                      <a:r>
                        <a:rPr lang="en-US" altLang="zh-CN" dirty="0" smtClean="0"/>
                        <a:t>900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2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57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106</TotalTime>
  <Words>262</Words>
  <Application>Microsoft Office PowerPoint</Application>
  <PresentationFormat>全屏显示(16:9)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仿宋</vt:lpstr>
      <vt:lpstr>宋体</vt:lpstr>
      <vt:lpstr>幼圆</vt:lpstr>
      <vt:lpstr>Arial</vt:lpstr>
      <vt:lpstr>Century Gothic</vt:lpstr>
      <vt:lpstr>Times New Roman</vt:lpstr>
      <vt:lpstr>Wingdings 3</vt:lpstr>
      <vt:lpstr>丝状</vt:lpstr>
      <vt:lpstr>你一个月赚多少钱才饿不死？</vt:lpstr>
      <vt:lpstr>你一个月赚多少钱才饿不死？</vt:lpstr>
      <vt:lpstr>PowerPoint 演示文稿</vt:lpstr>
      <vt:lpstr>全国城市月薪分档情况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计算中心</dc:creator>
  <cp:lastModifiedBy>windows用户</cp:lastModifiedBy>
  <cp:revision>23</cp:revision>
  <dcterms:created xsi:type="dcterms:W3CDTF">2001-12-20T11:56:48Z</dcterms:created>
  <dcterms:modified xsi:type="dcterms:W3CDTF">2023-04-10T07:17:37Z</dcterms:modified>
</cp:coreProperties>
</file>