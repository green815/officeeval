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E397D-CD35-4937-848E-B178E66B1C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00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D4C1E-EDA3-41DC-85DC-7951500A3D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43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9E4E3-677C-480A-B049-863A66D101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10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EC483-5AA1-4422-BFFB-3E69101211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31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DE418-9DFA-4E47-850C-793790B1FC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93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DADFB-EA8A-4797-811A-50E50A3570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721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352F4-4EC4-4F82-9EE9-E4EC13A7A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29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6DA31-971A-4965-8AF4-C3B9C16B99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663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66B70-B888-4E6D-889C-1E09CD7C1B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34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1FA75-A307-418D-9EE3-8F0699D658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83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298CA-E08D-464F-9DFB-083A8A2F6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71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3BC5D-5EAB-4C61-9F6B-721954681B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026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E986FEEF-D1E1-4938-BCF2-5DCD841334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	</a:t>
            </a:r>
            <a:r>
              <a:rPr lang="zh-CN" altLang="zh-CN" smtClean="0"/>
              <a:t>“你一个月赚多少钱才饿不死？”面对涨薪、加班、亚健康等“职场</a:t>
            </a:r>
            <a:r>
              <a:rPr lang="en-US" altLang="zh-CN" smtClean="0"/>
              <a:t>PM2.5</a:t>
            </a:r>
            <a:r>
              <a:rPr lang="zh-CN" altLang="zh-CN" smtClean="0"/>
              <a:t>”，不少</a:t>
            </a:r>
            <a:r>
              <a:rPr lang="en-US" altLang="zh-CN" smtClean="0"/>
              <a:t>80</a:t>
            </a:r>
            <a:r>
              <a:rPr lang="zh-CN" altLang="zh-CN" smtClean="0"/>
              <a:t>后、</a:t>
            </a:r>
            <a:r>
              <a:rPr lang="en-US" altLang="zh-CN" smtClean="0"/>
              <a:t>90</a:t>
            </a:r>
            <a:r>
              <a:rPr lang="zh-CN" altLang="zh-CN" smtClean="0"/>
              <a:t>后求职者挥起了跳槽的旗帜。近日，网络流传一份全国各个省份的工资水平名单，长沙以月薪</a:t>
            </a:r>
            <a:r>
              <a:rPr lang="en-US" altLang="zh-CN" smtClean="0"/>
              <a:t>2480</a:t>
            </a:r>
            <a:r>
              <a:rPr lang="zh-CN" altLang="zh-CN" smtClean="0"/>
              <a:t>元位居第五档。这次，你还拖后腿吗？</a:t>
            </a:r>
            <a:endParaRPr lang="zh-CN" alt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宋体</vt:lpstr>
      <vt:lpstr>Times New Roman</vt:lpstr>
      <vt:lpstr>Office 主题​​</vt:lpstr>
      <vt:lpstr>PowerPoint 演示文稿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计算中心</dc:creator>
  <cp:lastModifiedBy>Windows 用户</cp:lastModifiedBy>
  <cp:revision>16</cp:revision>
  <dcterms:created xsi:type="dcterms:W3CDTF">2001-12-20T11:56:48Z</dcterms:created>
  <dcterms:modified xsi:type="dcterms:W3CDTF">2020-09-17T02:29:54Z</dcterms:modified>
</cp:coreProperties>
</file>