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766D8-3184-417C-ACD4-F839DB1C0B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100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941CA5-A4B8-4B6D-B96C-442A7CD84C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2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052CD-EFEB-409F-8F8D-74FFDD5AD4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8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76B98-A76C-4629-B940-3A1118D71F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810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38AC5-5059-49D7-9AD4-DB939F412D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601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6D663-BABB-4AF7-B679-49DFB49A8E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054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96D012-26AB-4529-8CF4-733CD669AB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3831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094A1-21E9-4612-B29A-07C9C77DD4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027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42C837-5F9F-4434-92CB-432B2E696A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795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DE54E-B7A0-4FC9-90BD-E1500E7E38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518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C6C7CC-9170-4F2D-AD6B-9EED227684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615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5771E23D-A1BF-4737-A8A6-343947C8D0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zh-CN" dirty="0" smtClean="0"/>
              <a:t>　国务院要求，着力推进</a:t>
            </a:r>
            <a:r>
              <a:rPr lang="en-US" altLang="zh-CN" dirty="0" smtClean="0"/>
              <a:t>“</a:t>
            </a:r>
            <a:r>
              <a:rPr lang="zh-CN" altLang="zh-CN" dirty="0" smtClean="0"/>
              <a:t>三公</a:t>
            </a:r>
            <a:r>
              <a:rPr lang="en-US" altLang="zh-CN" dirty="0" smtClean="0"/>
              <a:t>”</a:t>
            </a:r>
            <a:r>
              <a:rPr lang="zh-CN" altLang="zh-CN" dirty="0" smtClean="0"/>
              <a:t>经费公开，政府要全面公开省本级</a:t>
            </a:r>
            <a:r>
              <a:rPr lang="en-US" altLang="zh-CN" dirty="0" smtClean="0"/>
              <a:t>“</a:t>
            </a:r>
            <a:r>
              <a:rPr lang="zh-CN" altLang="zh-CN" dirty="0" smtClean="0"/>
              <a:t>三公</a:t>
            </a:r>
            <a:r>
              <a:rPr lang="en-US" altLang="zh-CN" dirty="0" smtClean="0"/>
              <a:t>”</a:t>
            </a:r>
            <a:r>
              <a:rPr lang="zh-CN" altLang="zh-CN" dirty="0" smtClean="0"/>
              <a:t>经费，并指导督促省级以下政府加快</a:t>
            </a:r>
            <a:r>
              <a:rPr lang="en-US" altLang="zh-CN" dirty="0" smtClean="0"/>
              <a:t>“</a:t>
            </a:r>
            <a:r>
              <a:rPr lang="zh-CN" altLang="zh-CN" dirty="0" smtClean="0"/>
              <a:t>三公</a:t>
            </a:r>
            <a:r>
              <a:rPr lang="en-US" altLang="zh-CN" dirty="0" smtClean="0"/>
              <a:t>”</a:t>
            </a:r>
            <a:r>
              <a:rPr lang="zh-CN" altLang="zh-CN" dirty="0" smtClean="0"/>
              <a:t>经费公开步伐，争取２０１５年之前实现全国市、县级政府全面公开</a:t>
            </a:r>
            <a:r>
              <a:rPr lang="en-US" altLang="zh-CN" dirty="0" smtClean="0"/>
              <a:t>“</a:t>
            </a:r>
            <a:r>
              <a:rPr lang="zh-CN" altLang="zh-CN" dirty="0" smtClean="0"/>
              <a:t>三公</a:t>
            </a:r>
            <a:r>
              <a:rPr lang="en-US" altLang="zh-CN" dirty="0" smtClean="0"/>
              <a:t>”</a:t>
            </a:r>
            <a:r>
              <a:rPr lang="zh-CN" altLang="zh-CN" dirty="0" smtClean="0"/>
              <a:t>经费。</a:t>
            </a:r>
          </a:p>
          <a:p>
            <a:pPr marL="0" indent="0" eaLnBrk="1" hangingPunct="1">
              <a:buFontTx/>
              <a:buNone/>
              <a:defRPr/>
            </a:pPr>
            <a:r>
              <a:rPr lang="zh-CN" altLang="zh-CN" dirty="0" smtClean="0"/>
              <a:t>　　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0</Words>
  <Application>Microsoft Office PowerPoint</Application>
  <PresentationFormat>全屏显示(4:3)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宋体</vt:lpstr>
      <vt:lpstr>Times New Roman</vt:lpstr>
      <vt:lpstr>Office 主题​​</vt:lpstr>
      <vt:lpstr>PowerPoint 演示文稿</vt:lpstr>
    </vt:vector>
  </TitlesOfParts>
  <Company>北航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4笑话：形象的比喻</dc:title>
  <dc:creator>计算中心</dc:creator>
  <cp:lastModifiedBy>Windows 用户</cp:lastModifiedBy>
  <cp:revision>8</cp:revision>
  <dcterms:created xsi:type="dcterms:W3CDTF">2001-12-20T11:55:14Z</dcterms:created>
  <dcterms:modified xsi:type="dcterms:W3CDTF">2020-09-16T02:10:04Z</dcterms:modified>
</cp:coreProperties>
</file>