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4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80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59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367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2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87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1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2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92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79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34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5D4A5-0C81-449E-9EE5-011E9CBD100A}" type="datetimeFigureOut">
              <a:rPr lang="zh-CN" altLang="en-US" smtClean="0"/>
              <a:t>2020/9/25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72CC6-6938-4B47-BF5C-EC68837D0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35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indent="342900" algn="l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HDT-101B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版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）型高性能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信号屏蔽器是一款我司独立研发的全新一代室内型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信号屏蔽器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。本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产品内置有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组高性能干扰信号发生器，配合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根外置内置高增益全向天线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，启动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后即可持续不间断地发射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干扰信号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，凡是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处于屏蔽范围内的市面上所有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类定位，导航，测速，跟踪类设备均无法正常工作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</a:p>
          <a:p>
            <a:pPr indent="342900" algn="l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HDT-101B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GPS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版）型屏蔽器外壳采用金属设计，一体化散热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，内部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工作温度低，可长期稳定持续开机工作，设备寿命高于同类产品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以上。</a:t>
            </a:r>
          </a:p>
          <a:p>
            <a:pPr indent="342900" algn="l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190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84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1</cp:revision>
  <dcterms:created xsi:type="dcterms:W3CDTF">2020-09-25T05:05:12Z</dcterms:created>
  <dcterms:modified xsi:type="dcterms:W3CDTF">2020-09-25T05:08:11Z</dcterms:modified>
</cp:coreProperties>
</file>