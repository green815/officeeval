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56" r:id="rId3"/>
    <p:sldId id="258" r:id="rId4"/>
    <p:sldId id="259" r:id="rId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9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A7A618-9BD0-41B0-8BEE-816F7E59B746}" type="doc">
      <dgm:prSet loTypeId="urn:microsoft.com/office/officeart/2008/layout/Lin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B72CC77-7AD6-4660-8FCD-2B63699F029D}">
      <dgm:prSet phldrT="[文本]"/>
      <dgm:spPr/>
      <dgm:t>
        <a:bodyPr/>
        <a:lstStyle/>
        <a:p>
          <a:r>
            <a:rPr lang="zh-CN" altLang="en-US" smtClean="0"/>
            <a:t>产品特色</a:t>
          </a:r>
          <a:endParaRPr lang="zh-CN" altLang="en-US"/>
        </a:p>
      </dgm:t>
    </dgm:pt>
    <dgm:pt modelId="{F09F40B9-AD35-47C5-9F88-96F962799E36}" type="parTrans" cxnId="{733835E1-D67B-44A8-BD61-D5C993DF8215}">
      <dgm:prSet/>
      <dgm:spPr/>
      <dgm:t>
        <a:bodyPr/>
        <a:lstStyle/>
        <a:p>
          <a:endParaRPr lang="zh-CN" altLang="en-US"/>
        </a:p>
      </dgm:t>
    </dgm:pt>
    <dgm:pt modelId="{AC51ECD5-0870-4544-93FB-594AEA29B2C6}" type="sibTrans" cxnId="{733835E1-D67B-44A8-BD61-D5C993DF8215}">
      <dgm:prSet/>
      <dgm:spPr/>
      <dgm:t>
        <a:bodyPr/>
        <a:lstStyle/>
        <a:p>
          <a:endParaRPr lang="zh-CN" altLang="en-US"/>
        </a:p>
      </dgm:t>
    </dgm:pt>
    <dgm:pt modelId="{0F447871-1F56-4D57-A226-EDEC72AE3D54}">
      <dgm:prSet phldrT="[文本]"/>
      <dgm:spPr/>
      <dgm:t>
        <a:bodyPr/>
        <a:lstStyle/>
        <a:p>
          <a:r>
            <a:rPr lang="zh-CN" altLang="en-US" dirty="0" smtClean="0"/>
            <a:t>内置</a:t>
          </a:r>
          <a:r>
            <a:rPr lang="en-US" altLang="en-US" dirty="0" smtClean="0"/>
            <a:t>4</a:t>
          </a:r>
          <a:r>
            <a:rPr lang="zh-CN" altLang="en-US" dirty="0" smtClean="0"/>
            <a:t>组高性能高斯白噪音发生源；</a:t>
          </a:r>
          <a:endParaRPr lang="zh-CN" altLang="en-US" dirty="0"/>
        </a:p>
      </dgm:t>
    </dgm:pt>
    <dgm:pt modelId="{3BDD9208-645F-43BA-A787-E4D8B744E993}" type="parTrans" cxnId="{9459B65B-DFA5-4380-A651-219719191E53}">
      <dgm:prSet/>
      <dgm:spPr/>
      <dgm:t>
        <a:bodyPr/>
        <a:lstStyle/>
        <a:p>
          <a:endParaRPr lang="zh-CN" altLang="en-US"/>
        </a:p>
      </dgm:t>
    </dgm:pt>
    <dgm:pt modelId="{F0D400FB-26B7-4C17-836E-AE2164FC8300}" type="sibTrans" cxnId="{9459B65B-DFA5-4380-A651-219719191E53}">
      <dgm:prSet/>
      <dgm:spPr/>
      <dgm:t>
        <a:bodyPr/>
        <a:lstStyle/>
        <a:p>
          <a:endParaRPr lang="zh-CN" altLang="en-US"/>
        </a:p>
      </dgm:t>
    </dgm:pt>
    <dgm:pt modelId="{20C40B81-A788-4C59-BB8C-F08798DF31A4}">
      <dgm:prSet phldrT="[文本]"/>
      <dgm:spPr/>
      <dgm:t>
        <a:bodyPr/>
        <a:lstStyle/>
        <a:p>
          <a:r>
            <a:rPr lang="en-US" altLang="en-US" dirty="0" smtClean="0"/>
            <a:t>4</a:t>
          </a:r>
          <a:r>
            <a:rPr lang="zh-CN" altLang="en-US" dirty="0" smtClean="0"/>
            <a:t>组高增益天线，低驻波，长距离发射；</a:t>
          </a:r>
          <a:endParaRPr lang="zh-CN" altLang="en-US" dirty="0"/>
        </a:p>
      </dgm:t>
    </dgm:pt>
    <dgm:pt modelId="{1EA001B8-E4CF-4771-9CA1-70F87B86E91E}" type="parTrans" cxnId="{CE09B9FC-0BA5-4E9B-B78D-5835193B3C5C}">
      <dgm:prSet/>
      <dgm:spPr/>
      <dgm:t>
        <a:bodyPr/>
        <a:lstStyle/>
        <a:p>
          <a:endParaRPr lang="zh-CN" altLang="en-US"/>
        </a:p>
      </dgm:t>
    </dgm:pt>
    <dgm:pt modelId="{99CF0810-08FA-480C-823F-D3ACCAF9E7F7}" type="sibTrans" cxnId="{CE09B9FC-0BA5-4E9B-B78D-5835193B3C5C}">
      <dgm:prSet/>
      <dgm:spPr/>
      <dgm:t>
        <a:bodyPr/>
        <a:lstStyle/>
        <a:p>
          <a:endParaRPr lang="zh-CN" altLang="en-US"/>
        </a:p>
      </dgm:t>
    </dgm:pt>
    <dgm:pt modelId="{E71E36EC-3703-4E1A-90E1-10E06AC8E241}">
      <dgm:prSet phldrT="[文本]"/>
      <dgm:spPr/>
      <dgm:t>
        <a:bodyPr/>
        <a:lstStyle/>
        <a:p>
          <a:r>
            <a:rPr lang="zh-CN" altLang="en-US" dirty="0" smtClean="0"/>
            <a:t>轻量化设计，便于安装与运输；</a:t>
          </a:r>
          <a:endParaRPr lang="zh-CN" altLang="en-US" dirty="0"/>
        </a:p>
      </dgm:t>
    </dgm:pt>
    <dgm:pt modelId="{49E53343-3BBE-4F05-A667-88CC1767F611}" type="parTrans" cxnId="{BBE0A311-362E-4140-A7F4-CC5C954BA787}">
      <dgm:prSet/>
      <dgm:spPr/>
      <dgm:t>
        <a:bodyPr/>
        <a:lstStyle/>
        <a:p>
          <a:endParaRPr lang="zh-CN" altLang="en-US"/>
        </a:p>
      </dgm:t>
    </dgm:pt>
    <dgm:pt modelId="{1B288434-7EB0-4F81-B8C8-36259EC4DBC6}" type="sibTrans" cxnId="{BBE0A311-362E-4140-A7F4-CC5C954BA787}">
      <dgm:prSet/>
      <dgm:spPr/>
      <dgm:t>
        <a:bodyPr/>
        <a:lstStyle/>
        <a:p>
          <a:endParaRPr lang="zh-CN" altLang="en-US"/>
        </a:p>
      </dgm:t>
    </dgm:pt>
    <dgm:pt modelId="{1832688F-172D-4CCD-A875-E79A4AF8CB4D}">
      <dgm:prSet phldrT="[文本]"/>
      <dgm:spPr/>
      <dgm:t>
        <a:bodyPr/>
        <a:lstStyle/>
        <a:p>
          <a:r>
            <a:rPr lang="zh-CN" altLang="en-US" smtClean="0"/>
            <a:t>元器件均采用国内外一线大牌，产品寿命远高于业内平均水平；</a:t>
          </a:r>
          <a:endParaRPr lang="zh-CN" altLang="en-US" dirty="0"/>
        </a:p>
      </dgm:t>
    </dgm:pt>
    <dgm:pt modelId="{91EBE8B8-5A4A-40AF-B90A-4CE3C9A7C83E}" type="parTrans" cxnId="{D0D5B247-BAE1-4797-B274-CC18BD58276C}">
      <dgm:prSet/>
      <dgm:spPr/>
      <dgm:t>
        <a:bodyPr/>
        <a:lstStyle/>
        <a:p>
          <a:endParaRPr lang="zh-CN" altLang="en-US"/>
        </a:p>
      </dgm:t>
    </dgm:pt>
    <dgm:pt modelId="{D23FB428-2438-40C2-B03C-8C478925CE78}" type="sibTrans" cxnId="{D0D5B247-BAE1-4797-B274-CC18BD58276C}">
      <dgm:prSet/>
      <dgm:spPr/>
      <dgm:t>
        <a:bodyPr/>
        <a:lstStyle/>
        <a:p>
          <a:endParaRPr lang="zh-CN" altLang="en-US"/>
        </a:p>
      </dgm:t>
    </dgm:pt>
    <dgm:pt modelId="{F9577219-FC90-4201-958B-B7C48625F415}">
      <dgm:prSet phldrT="[文本]"/>
      <dgm:spPr/>
      <dgm:t>
        <a:bodyPr/>
        <a:lstStyle/>
        <a:p>
          <a:r>
            <a:rPr lang="zh-CN" altLang="en-US" dirty="0" smtClean="0"/>
            <a:t>屏蔽频段均可按需定制；</a:t>
          </a:r>
          <a:endParaRPr lang="zh-CN" altLang="en-US" dirty="0"/>
        </a:p>
      </dgm:t>
    </dgm:pt>
    <dgm:pt modelId="{7242A454-4178-4F0B-BC50-147CCE7CD97B}" type="parTrans" cxnId="{A10B974B-5B86-420B-8AA1-9CB215934DA3}">
      <dgm:prSet/>
      <dgm:spPr/>
      <dgm:t>
        <a:bodyPr/>
        <a:lstStyle/>
        <a:p>
          <a:endParaRPr lang="zh-CN" altLang="en-US"/>
        </a:p>
      </dgm:t>
    </dgm:pt>
    <dgm:pt modelId="{DCD3EC6C-5CAE-4E03-8BA1-BCDDDBB633F4}" type="sibTrans" cxnId="{A10B974B-5B86-420B-8AA1-9CB215934DA3}">
      <dgm:prSet/>
      <dgm:spPr/>
      <dgm:t>
        <a:bodyPr/>
        <a:lstStyle/>
        <a:p>
          <a:endParaRPr lang="zh-CN" altLang="en-US"/>
        </a:p>
      </dgm:t>
    </dgm:pt>
    <dgm:pt modelId="{73460229-D06D-4A75-B57A-711D7B668A6F}">
      <dgm:prSet phldrT="[文本]"/>
      <dgm:spPr/>
      <dgm:t>
        <a:bodyPr/>
        <a:lstStyle/>
        <a:p>
          <a:r>
            <a:rPr lang="zh-CN" altLang="en-US" dirty="0" smtClean="0"/>
            <a:t>总发射功率高，屏蔽距离是同级别产品的</a:t>
          </a:r>
          <a:r>
            <a:rPr lang="en-US" altLang="en-US" dirty="0" smtClean="0"/>
            <a:t>3</a:t>
          </a:r>
          <a:r>
            <a:rPr lang="zh-CN" altLang="en-US" dirty="0" smtClean="0"/>
            <a:t>倍；</a:t>
          </a:r>
          <a:endParaRPr lang="zh-CN" altLang="en-US" dirty="0"/>
        </a:p>
      </dgm:t>
    </dgm:pt>
    <dgm:pt modelId="{C2BBA7A6-6F7D-44EC-A63C-6388D11AE295}" type="parTrans" cxnId="{F3D69892-D88C-4E4E-991E-EA77B13E01A3}">
      <dgm:prSet/>
      <dgm:spPr/>
      <dgm:t>
        <a:bodyPr/>
        <a:lstStyle/>
        <a:p>
          <a:endParaRPr lang="zh-CN" altLang="en-US"/>
        </a:p>
      </dgm:t>
    </dgm:pt>
    <dgm:pt modelId="{A762BB21-59DF-431C-91F6-C69A44C33A3C}" type="sibTrans" cxnId="{F3D69892-D88C-4E4E-991E-EA77B13E01A3}">
      <dgm:prSet/>
      <dgm:spPr/>
      <dgm:t>
        <a:bodyPr/>
        <a:lstStyle/>
        <a:p>
          <a:endParaRPr lang="zh-CN" altLang="en-US"/>
        </a:p>
      </dgm:t>
    </dgm:pt>
    <dgm:pt modelId="{57A020ED-E5EA-49AA-BA0F-0EB5E10D0574}">
      <dgm:prSet phldrT="[文本]"/>
      <dgm:spPr/>
      <dgm:t>
        <a:bodyPr/>
        <a:lstStyle/>
        <a:p>
          <a:r>
            <a:rPr lang="zh-CN" altLang="en-US" dirty="0" smtClean="0"/>
            <a:t>内部设计有有高温预警及自我保护功能；</a:t>
          </a:r>
          <a:endParaRPr lang="zh-CN" altLang="en-US" dirty="0"/>
        </a:p>
      </dgm:t>
    </dgm:pt>
    <dgm:pt modelId="{A4B6459D-86CE-4BD6-A268-9DA3ABD22C4B}" type="parTrans" cxnId="{BAC0C822-E5EA-4307-9316-BC194C56E01F}">
      <dgm:prSet/>
      <dgm:spPr/>
      <dgm:t>
        <a:bodyPr/>
        <a:lstStyle/>
        <a:p>
          <a:endParaRPr lang="zh-CN" altLang="en-US"/>
        </a:p>
      </dgm:t>
    </dgm:pt>
    <dgm:pt modelId="{4C8BB53D-6FF6-4777-BDCB-CB4886D5C0F9}" type="sibTrans" cxnId="{BAC0C822-E5EA-4307-9316-BC194C56E01F}">
      <dgm:prSet/>
      <dgm:spPr/>
      <dgm:t>
        <a:bodyPr/>
        <a:lstStyle/>
        <a:p>
          <a:endParaRPr lang="zh-CN" altLang="en-US"/>
        </a:p>
      </dgm:t>
    </dgm:pt>
    <dgm:pt modelId="{34D49BA2-9384-4ED3-8059-8252318F81A5}">
      <dgm:prSet phldrT="[文本]"/>
      <dgm:spPr/>
      <dgm:t>
        <a:bodyPr/>
        <a:lstStyle/>
        <a:p>
          <a:r>
            <a:rPr lang="zh-CN" altLang="en-US" dirty="0" smtClean="0"/>
            <a:t>进口大尺寸散热片，确保内部工作温度平稳，延长产品寿命</a:t>
          </a:r>
          <a:r>
            <a:rPr lang="en-US" altLang="en-US" dirty="0" smtClean="0"/>
            <a:t>30%</a:t>
          </a:r>
          <a:r>
            <a:rPr lang="zh-CN" altLang="en-US" dirty="0" smtClean="0"/>
            <a:t>以上。</a:t>
          </a:r>
          <a:endParaRPr lang="zh-CN" altLang="en-US" dirty="0"/>
        </a:p>
      </dgm:t>
    </dgm:pt>
    <dgm:pt modelId="{9C9F894F-8A83-4EF9-8AC2-F5DAB028E747}" type="parTrans" cxnId="{853471AC-8E38-4B3E-801E-17B05B167021}">
      <dgm:prSet/>
      <dgm:spPr/>
      <dgm:t>
        <a:bodyPr/>
        <a:lstStyle/>
        <a:p>
          <a:endParaRPr lang="zh-CN" altLang="en-US"/>
        </a:p>
      </dgm:t>
    </dgm:pt>
    <dgm:pt modelId="{9A36498E-9708-4E70-9AAD-EC97006CE1FD}" type="sibTrans" cxnId="{853471AC-8E38-4B3E-801E-17B05B167021}">
      <dgm:prSet/>
      <dgm:spPr/>
      <dgm:t>
        <a:bodyPr/>
        <a:lstStyle/>
        <a:p>
          <a:endParaRPr lang="zh-CN" altLang="en-US"/>
        </a:p>
      </dgm:t>
    </dgm:pt>
    <dgm:pt modelId="{AF811258-6193-456A-A3B3-B834C962B9F3}" type="pres">
      <dgm:prSet presAssocID="{E8A7A618-9BD0-41B0-8BEE-816F7E59B746}" presName="vert0" presStyleCnt="0">
        <dgm:presLayoutVars>
          <dgm:dir/>
          <dgm:animOne val="branch"/>
          <dgm:animLvl val="lvl"/>
        </dgm:presLayoutVars>
      </dgm:prSet>
      <dgm:spPr/>
    </dgm:pt>
    <dgm:pt modelId="{B158EB51-3216-4D8C-9DE2-37D9BA47BDFA}" type="pres">
      <dgm:prSet presAssocID="{6B72CC77-7AD6-4660-8FCD-2B63699F029D}" presName="thickLine" presStyleLbl="alignNode1" presStyleIdx="0" presStyleCnt="1"/>
      <dgm:spPr/>
    </dgm:pt>
    <dgm:pt modelId="{3950AC5D-3C99-4EE1-BE85-984F8E122239}" type="pres">
      <dgm:prSet presAssocID="{6B72CC77-7AD6-4660-8FCD-2B63699F029D}" presName="horz1" presStyleCnt="0"/>
      <dgm:spPr/>
    </dgm:pt>
    <dgm:pt modelId="{8B94240A-CD68-40BD-A6BF-CAA0237A8501}" type="pres">
      <dgm:prSet presAssocID="{6B72CC77-7AD6-4660-8FCD-2B63699F029D}" presName="tx1" presStyleLbl="revTx" presStyleIdx="0" presStyleCnt="9"/>
      <dgm:spPr/>
      <dgm:t>
        <a:bodyPr/>
        <a:lstStyle/>
        <a:p>
          <a:endParaRPr lang="zh-CN" altLang="en-US"/>
        </a:p>
      </dgm:t>
    </dgm:pt>
    <dgm:pt modelId="{0F96A378-C152-4674-8487-6A4EA9DB3FC4}" type="pres">
      <dgm:prSet presAssocID="{6B72CC77-7AD6-4660-8FCD-2B63699F029D}" presName="vert1" presStyleCnt="0"/>
      <dgm:spPr/>
    </dgm:pt>
    <dgm:pt modelId="{EDC98486-FF97-4FAB-8734-033B2B5BB19A}" type="pres">
      <dgm:prSet presAssocID="{0F447871-1F56-4D57-A226-EDEC72AE3D54}" presName="vertSpace2a" presStyleCnt="0"/>
      <dgm:spPr/>
    </dgm:pt>
    <dgm:pt modelId="{EEEDBD89-8AB6-4139-B098-CD94ECDF0C6D}" type="pres">
      <dgm:prSet presAssocID="{0F447871-1F56-4D57-A226-EDEC72AE3D54}" presName="horz2" presStyleCnt="0"/>
      <dgm:spPr/>
    </dgm:pt>
    <dgm:pt modelId="{DD867C06-E6EB-4DF7-9FAA-3F3B8F315730}" type="pres">
      <dgm:prSet presAssocID="{0F447871-1F56-4D57-A226-EDEC72AE3D54}" presName="horzSpace2" presStyleCnt="0"/>
      <dgm:spPr/>
    </dgm:pt>
    <dgm:pt modelId="{C9FD64D4-B689-4070-A409-8F164E73C0E1}" type="pres">
      <dgm:prSet presAssocID="{0F447871-1F56-4D57-A226-EDEC72AE3D54}" presName="tx2" presStyleLbl="revTx" presStyleIdx="1" presStyleCnt="9"/>
      <dgm:spPr/>
      <dgm:t>
        <a:bodyPr/>
        <a:lstStyle/>
        <a:p>
          <a:endParaRPr lang="zh-CN" altLang="en-US"/>
        </a:p>
      </dgm:t>
    </dgm:pt>
    <dgm:pt modelId="{30CE86B0-2F53-4F9F-8B31-9E0A15CFB87B}" type="pres">
      <dgm:prSet presAssocID="{0F447871-1F56-4D57-A226-EDEC72AE3D54}" presName="vert2" presStyleCnt="0"/>
      <dgm:spPr/>
    </dgm:pt>
    <dgm:pt modelId="{6B5DFF23-D19B-4CAD-BD21-03C2EA55FB57}" type="pres">
      <dgm:prSet presAssocID="{0F447871-1F56-4D57-A226-EDEC72AE3D54}" presName="thinLine2b" presStyleLbl="callout" presStyleIdx="0" presStyleCnt="8"/>
      <dgm:spPr/>
    </dgm:pt>
    <dgm:pt modelId="{5E445C9A-3153-4730-BE83-53399CE74F56}" type="pres">
      <dgm:prSet presAssocID="{0F447871-1F56-4D57-A226-EDEC72AE3D54}" presName="vertSpace2b" presStyleCnt="0"/>
      <dgm:spPr/>
    </dgm:pt>
    <dgm:pt modelId="{3AAC72C2-761D-4FF1-B896-3F55DFCF5DBC}" type="pres">
      <dgm:prSet presAssocID="{20C40B81-A788-4C59-BB8C-F08798DF31A4}" presName="horz2" presStyleCnt="0"/>
      <dgm:spPr/>
    </dgm:pt>
    <dgm:pt modelId="{FE70C0B6-8A8D-4528-92F9-8133BB371AFF}" type="pres">
      <dgm:prSet presAssocID="{20C40B81-A788-4C59-BB8C-F08798DF31A4}" presName="horzSpace2" presStyleCnt="0"/>
      <dgm:spPr/>
    </dgm:pt>
    <dgm:pt modelId="{4AACA562-380A-4A53-8E3E-3B4485150E1D}" type="pres">
      <dgm:prSet presAssocID="{20C40B81-A788-4C59-BB8C-F08798DF31A4}" presName="tx2" presStyleLbl="revTx" presStyleIdx="2" presStyleCnt="9"/>
      <dgm:spPr/>
      <dgm:t>
        <a:bodyPr/>
        <a:lstStyle/>
        <a:p>
          <a:endParaRPr lang="zh-CN" altLang="en-US"/>
        </a:p>
      </dgm:t>
    </dgm:pt>
    <dgm:pt modelId="{83F5D671-AEEC-421C-B668-033E07F0952A}" type="pres">
      <dgm:prSet presAssocID="{20C40B81-A788-4C59-BB8C-F08798DF31A4}" presName="vert2" presStyleCnt="0"/>
      <dgm:spPr/>
    </dgm:pt>
    <dgm:pt modelId="{83F641E7-9AB9-4C79-B853-5BCDCC3CCF91}" type="pres">
      <dgm:prSet presAssocID="{20C40B81-A788-4C59-BB8C-F08798DF31A4}" presName="thinLine2b" presStyleLbl="callout" presStyleIdx="1" presStyleCnt="8"/>
      <dgm:spPr/>
    </dgm:pt>
    <dgm:pt modelId="{20E7CA94-E1CB-49EB-AC0E-27B09F15A1FE}" type="pres">
      <dgm:prSet presAssocID="{20C40B81-A788-4C59-BB8C-F08798DF31A4}" presName="vertSpace2b" presStyleCnt="0"/>
      <dgm:spPr/>
    </dgm:pt>
    <dgm:pt modelId="{0CE43B99-3CB0-4DE2-AE79-2600E385BD87}" type="pres">
      <dgm:prSet presAssocID="{E71E36EC-3703-4E1A-90E1-10E06AC8E241}" presName="horz2" presStyleCnt="0"/>
      <dgm:spPr/>
    </dgm:pt>
    <dgm:pt modelId="{D495DB1C-0C28-4B87-A0A0-DDCCF89BCFDE}" type="pres">
      <dgm:prSet presAssocID="{E71E36EC-3703-4E1A-90E1-10E06AC8E241}" presName="horzSpace2" presStyleCnt="0"/>
      <dgm:spPr/>
    </dgm:pt>
    <dgm:pt modelId="{7271DF24-89D7-42EB-BD5D-6D57791E0A94}" type="pres">
      <dgm:prSet presAssocID="{E71E36EC-3703-4E1A-90E1-10E06AC8E241}" presName="tx2" presStyleLbl="revTx" presStyleIdx="3" presStyleCnt="9"/>
      <dgm:spPr/>
      <dgm:t>
        <a:bodyPr/>
        <a:lstStyle/>
        <a:p>
          <a:endParaRPr lang="zh-CN" altLang="en-US"/>
        </a:p>
      </dgm:t>
    </dgm:pt>
    <dgm:pt modelId="{7E15D41B-4C20-445C-B1DE-B4EE2F3A8658}" type="pres">
      <dgm:prSet presAssocID="{E71E36EC-3703-4E1A-90E1-10E06AC8E241}" presName="vert2" presStyleCnt="0"/>
      <dgm:spPr/>
    </dgm:pt>
    <dgm:pt modelId="{69641604-5F74-4DB4-9AB9-4BE05C29C13B}" type="pres">
      <dgm:prSet presAssocID="{E71E36EC-3703-4E1A-90E1-10E06AC8E241}" presName="thinLine2b" presStyleLbl="callout" presStyleIdx="2" presStyleCnt="8"/>
      <dgm:spPr/>
    </dgm:pt>
    <dgm:pt modelId="{93B9F1D3-ED5F-488D-91B5-122619D98E72}" type="pres">
      <dgm:prSet presAssocID="{E71E36EC-3703-4E1A-90E1-10E06AC8E241}" presName="vertSpace2b" presStyleCnt="0"/>
      <dgm:spPr/>
    </dgm:pt>
    <dgm:pt modelId="{FA380F49-94ED-407A-A054-4D6E2B3E5012}" type="pres">
      <dgm:prSet presAssocID="{1832688F-172D-4CCD-A875-E79A4AF8CB4D}" presName="horz2" presStyleCnt="0"/>
      <dgm:spPr/>
    </dgm:pt>
    <dgm:pt modelId="{A535EB11-A925-43F8-B8B1-7AE492931C58}" type="pres">
      <dgm:prSet presAssocID="{1832688F-172D-4CCD-A875-E79A4AF8CB4D}" presName="horzSpace2" presStyleCnt="0"/>
      <dgm:spPr/>
    </dgm:pt>
    <dgm:pt modelId="{0D2C83E9-1365-4A1B-AB8F-2FA1B21F69C0}" type="pres">
      <dgm:prSet presAssocID="{1832688F-172D-4CCD-A875-E79A4AF8CB4D}" presName="tx2" presStyleLbl="revTx" presStyleIdx="4" presStyleCnt="9"/>
      <dgm:spPr/>
      <dgm:t>
        <a:bodyPr/>
        <a:lstStyle/>
        <a:p>
          <a:endParaRPr lang="zh-CN" altLang="en-US"/>
        </a:p>
      </dgm:t>
    </dgm:pt>
    <dgm:pt modelId="{040EB019-E396-4813-BD3D-78CB11C2FB81}" type="pres">
      <dgm:prSet presAssocID="{1832688F-172D-4CCD-A875-E79A4AF8CB4D}" presName="vert2" presStyleCnt="0"/>
      <dgm:spPr/>
    </dgm:pt>
    <dgm:pt modelId="{00F39AC7-F233-4A94-84E8-4A7FF8999D42}" type="pres">
      <dgm:prSet presAssocID="{1832688F-172D-4CCD-A875-E79A4AF8CB4D}" presName="thinLine2b" presStyleLbl="callout" presStyleIdx="3" presStyleCnt="8"/>
      <dgm:spPr/>
    </dgm:pt>
    <dgm:pt modelId="{545C376C-E48C-474C-B1C6-B34FDED4E182}" type="pres">
      <dgm:prSet presAssocID="{1832688F-172D-4CCD-A875-E79A4AF8CB4D}" presName="vertSpace2b" presStyleCnt="0"/>
      <dgm:spPr/>
    </dgm:pt>
    <dgm:pt modelId="{40BACCDB-FD4E-48C1-9985-3CABB5019C77}" type="pres">
      <dgm:prSet presAssocID="{F9577219-FC90-4201-958B-B7C48625F415}" presName="horz2" presStyleCnt="0"/>
      <dgm:spPr/>
    </dgm:pt>
    <dgm:pt modelId="{946DE784-C45D-4BBF-AAA2-F2471E62ED94}" type="pres">
      <dgm:prSet presAssocID="{F9577219-FC90-4201-958B-B7C48625F415}" presName="horzSpace2" presStyleCnt="0"/>
      <dgm:spPr/>
    </dgm:pt>
    <dgm:pt modelId="{EF73C1E0-06FE-41F9-ACC7-89AF9556D11A}" type="pres">
      <dgm:prSet presAssocID="{F9577219-FC90-4201-958B-B7C48625F415}" presName="tx2" presStyleLbl="revTx" presStyleIdx="5" presStyleCnt="9"/>
      <dgm:spPr/>
      <dgm:t>
        <a:bodyPr/>
        <a:lstStyle/>
        <a:p>
          <a:endParaRPr lang="zh-CN" altLang="en-US"/>
        </a:p>
      </dgm:t>
    </dgm:pt>
    <dgm:pt modelId="{29795247-A219-4884-B915-3A80AAE8BDD9}" type="pres">
      <dgm:prSet presAssocID="{F9577219-FC90-4201-958B-B7C48625F415}" presName="vert2" presStyleCnt="0"/>
      <dgm:spPr/>
    </dgm:pt>
    <dgm:pt modelId="{F4D8F9E1-36F2-4B8A-87C4-63D2795DF160}" type="pres">
      <dgm:prSet presAssocID="{F9577219-FC90-4201-958B-B7C48625F415}" presName="thinLine2b" presStyleLbl="callout" presStyleIdx="4" presStyleCnt="8"/>
      <dgm:spPr/>
    </dgm:pt>
    <dgm:pt modelId="{B2EFE5B1-5D85-436A-B979-B9CE572F4D43}" type="pres">
      <dgm:prSet presAssocID="{F9577219-FC90-4201-958B-B7C48625F415}" presName="vertSpace2b" presStyleCnt="0"/>
      <dgm:spPr/>
    </dgm:pt>
    <dgm:pt modelId="{D281E86C-D83E-4A72-BD13-8F8E99D66518}" type="pres">
      <dgm:prSet presAssocID="{73460229-D06D-4A75-B57A-711D7B668A6F}" presName="horz2" presStyleCnt="0"/>
      <dgm:spPr/>
    </dgm:pt>
    <dgm:pt modelId="{89676D15-0B3C-4B45-8B59-CC68D267DDF3}" type="pres">
      <dgm:prSet presAssocID="{73460229-D06D-4A75-B57A-711D7B668A6F}" presName="horzSpace2" presStyleCnt="0"/>
      <dgm:spPr/>
    </dgm:pt>
    <dgm:pt modelId="{3B70D4F6-E9BD-430A-9AF1-9286C1A24A07}" type="pres">
      <dgm:prSet presAssocID="{73460229-D06D-4A75-B57A-711D7B668A6F}" presName="tx2" presStyleLbl="revTx" presStyleIdx="6" presStyleCnt="9"/>
      <dgm:spPr/>
      <dgm:t>
        <a:bodyPr/>
        <a:lstStyle/>
        <a:p>
          <a:endParaRPr lang="zh-CN" altLang="en-US"/>
        </a:p>
      </dgm:t>
    </dgm:pt>
    <dgm:pt modelId="{D24F6F51-9CEF-4AE0-AE97-1E2F159C88D0}" type="pres">
      <dgm:prSet presAssocID="{73460229-D06D-4A75-B57A-711D7B668A6F}" presName="vert2" presStyleCnt="0"/>
      <dgm:spPr/>
    </dgm:pt>
    <dgm:pt modelId="{F3D14882-4DDD-45E9-B1F2-0D0910E93142}" type="pres">
      <dgm:prSet presAssocID="{73460229-D06D-4A75-B57A-711D7B668A6F}" presName="thinLine2b" presStyleLbl="callout" presStyleIdx="5" presStyleCnt="8"/>
      <dgm:spPr/>
    </dgm:pt>
    <dgm:pt modelId="{BADC64F2-9C2B-480E-965A-8FC37ACD4CB4}" type="pres">
      <dgm:prSet presAssocID="{73460229-D06D-4A75-B57A-711D7B668A6F}" presName="vertSpace2b" presStyleCnt="0"/>
      <dgm:spPr/>
    </dgm:pt>
    <dgm:pt modelId="{BE452272-7E25-45E7-9222-62CE5E4A533E}" type="pres">
      <dgm:prSet presAssocID="{57A020ED-E5EA-49AA-BA0F-0EB5E10D0574}" presName="horz2" presStyleCnt="0"/>
      <dgm:spPr/>
    </dgm:pt>
    <dgm:pt modelId="{F83E20D4-887E-4019-8009-DAD308E7727D}" type="pres">
      <dgm:prSet presAssocID="{57A020ED-E5EA-49AA-BA0F-0EB5E10D0574}" presName="horzSpace2" presStyleCnt="0"/>
      <dgm:spPr/>
    </dgm:pt>
    <dgm:pt modelId="{1876B220-2384-40FE-81F4-2384DDD79213}" type="pres">
      <dgm:prSet presAssocID="{57A020ED-E5EA-49AA-BA0F-0EB5E10D0574}" presName="tx2" presStyleLbl="revTx" presStyleIdx="7" presStyleCnt="9"/>
      <dgm:spPr/>
      <dgm:t>
        <a:bodyPr/>
        <a:lstStyle/>
        <a:p>
          <a:endParaRPr lang="zh-CN" altLang="en-US"/>
        </a:p>
      </dgm:t>
    </dgm:pt>
    <dgm:pt modelId="{AAC65F11-DC42-4FB6-9FBB-C1D5637838C7}" type="pres">
      <dgm:prSet presAssocID="{57A020ED-E5EA-49AA-BA0F-0EB5E10D0574}" presName="vert2" presStyleCnt="0"/>
      <dgm:spPr/>
    </dgm:pt>
    <dgm:pt modelId="{EC40AC84-CEE4-433E-8BE4-F861711393F1}" type="pres">
      <dgm:prSet presAssocID="{57A020ED-E5EA-49AA-BA0F-0EB5E10D0574}" presName="thinLine2b" presStyleLbl="callout" presStyleIdx="6" presStyleCnt="8"/>
      <dgm:spPr/>
    </dgm:pt>
    <dgm:pt modelId="{F17EC380-69CC-4D55-B68E-5A938E77822A}" type="pres">
      <dgm:prSet presAssocID="{57A020ED-E5EA-49AA-BA0F-0EB5E10D0574}" presName="vertSpace2b" presStyleCnt="0"/>
      <dgm:spPr/>
    </dgm:pt>
    <dgm:pt modelId="{57534B80-1433-4680-BCD2-2DB04C13AAA7}" type="pres">
      <dgm:prSet presAssocID="{34D49BA2-9384-4ED3-8059-8252318F81A5}" presName="horz2" presStyleCnt="0"/>
      <dgm:spPr/>
    </dgm:pt>
    <dgm:pt modelId="{9198DE71-058F-4063-8C7C-DDB07A6A6E2A}" type="pres">
      <dgm:prSet presAssocID="{34D49BA2-9384-4ED3-8059-8252318F81A5}" presName="horzSpace2" presStyleCnt="0"/>
      <dgm:spPr/>
    </dgm:pt>
    <dgm:pt modelId="{B688025F-9311-413C-86D4-BF26694DCF7E}" type="pres">
      <dgm:prSet presAssocID="{34D49BA2-9384-4ED3-8059-8252318F81A5}" presName="tx2" presStyleLbl="revTx" presStyleIdx="8" presStyleCnt="9"/>
      <dgm:spPr/>
      <dgm:t>
        <a:bodyPr/>
        <a:lstStyle/>
        <a:p>
          <a:endParaRPr lang="zh-CN" altLang="en-US"/>
        </a:p>
      </dgm:t>
    </dgm:pt>
    <dgm:pt modelId="{A175E82B-4D7F-4A45-8896-EB36BAFBEC4E}" type="pres">
      <dgm:prSet presAssocID="{34D49BA2-9384-4ED3-8059-8252318F81A5}" presName="vert2" presStyleCnt="0"/>
      <dgm:spPr/>
    </dgm:pt>
    <dgm:pt modelId="{0D812511-4164-4D8E-8604-D0BCAAC49FA1}" type="pres">
      <dgm:prSet presAssocID="{34D49BA2-9384-4ED3-8059-8252318F81A5}" presName="thinLine2b" presStyleLbl="callout" presStyleIdx="7" presStyleCnt="8"/>
      <dgm:spPr/>
    </dgm:pt>
    <dgm:pt modelId="{4E767D53-9A06-4E62-A1ED-AC3464523C86}" type="pres">
      <dgm:prSet presAssocID="{34D49BA2-9384-4ED3-8059-8252318F81A5}" presName="vertSpace2b" presStyleCnt="0"/>
      <dgm:spPr/>
    </dgm:pt>
  </dgm:ptLst>
  <dgm:cxnLst>
    <dgm:cxn modelId="{4A7E6911-1413-4FF7-A1B6-80CCFBDE2221}" type="presOf" srcId="{20C40B81-A788-4C59-BB8C-F08798DF31A4}" destId="{4AACA562-380A-4A53-8E3E-3B4485150E1D}" srcOrd="0" destOrd="0" presId="urn:microsoft.com/office/officeart/2008/layout/LinedList"/>
    <dgm:cxn modelId="{CE09B9FC-0BA5-4E9B-B78D-5835193B3C5C}" srcId="{6B72CC77-7AD6-4660-8FCD-2B63699F029D}" destId="{20C40B81-A788-4C59-BB8C-F08798DF31A4}" srcOrd="1" destOrd="0" parTransId="{1EA001B8-E4CF-4771-9CA1-70F87B86E91E}" sibTransId="{99CF0810-08FA-480C-823F-D3ACCAF9E7F7}"/>
    <dgm:cxn modelId="{7FE7EE8A-F9E7-4656-8A10-9E86977882F8}" type="presOf" srcId="{F9577219-FC90-4201-958B-B7C48625F415}" destId="{EF73C1E0-06FE-41F9-ACC7-89AF9556D11A}" srcOrd="0" destOrd="0" presId="urn:microsoft.com/office/officeart/2008/layout/LinedList"/>
    <dgm:cxn modelId="{7F487C2C-3756-43DB-A761-AD7FB0589EF4}" type="presOf" srcId="{34D49BA2-9384-4ED3-8059-8252318F81A5}" destId="{B688025F-9311-413C-86D4-BF26694DCF7E}" srcOrd="0" destOrd="0" presId="urn:microsoft.com/office/officeart/2008/layout/LinedList"/>
    <dgm:cxn modelId="{837C925E-75CA-40AE-934A-69E68923CF1F}" type="presOf" srcId="{0F447871-1F56-4D57-A226-EDEC72AE3D54}" destId="{C9FD64D4-B689-4070-A409-8F164E73C0E1}" srcOrd="0" destOrd="0" presId="urn:microsoft.com/office/officeart/2008/layout/LinedList"/>
    <dgm:cxn modelId="{D7B1EBB1-5492-4D81-A354-32627A0EE9C6}" type="presOf" srcId="{73460229-D06D-4A75-B57A-711D7B668A6F}" destId="{3B70D4F6-E9BD-430A-9AF1-9286C1A24A07}" srcOrd="0" destOrd="0" presId="urn:microsoft.com/office/officeart/2008/layout/LinedList"/>
    <dgm:cxn modelId="{CE99F360-0650-4CF9-B4BE-3DC450064B9E}" type="presOf" srcId="{E8A7A618-9BD0-41B0-8BEE-816F7E59B746}" destId="{AF811258-6193-456A-A3B3-B834C962B9F3}" srcOrd="0" destOrd="0" presId="urn:microsoft.com/office/officeart/2008/layout/LinedList"/>
    <dgm:cxn modelId="{EC01DFFA-B9B9-4AC7-9858-1D914448DF3D}" type="presOf" srcId="{1832688F-172D-4CCD-A875-E79A4AF8CB4D}" destId="{0D2C83E9-1365-4A1B-AB8F-2FA1B21F69C0}" srcOrd="0" destOrd="0" presId="urn:microsoft.com/office/officeart/2008/layout/LinedList"/>
    <dgm:cxn modelId="{9459B65B-DFA5-4380-A651-219719191E53}" srcId="{6B72CC77-7AD6-4660-8FCD-2B63699F029D}" destId="{0F447871-1F56-4D57-A226-EDEC72AE3D54}" srcOrd="0" destOrd="0" parTransId="{3BDD9208-645F-43BA-A787-E4D8B744E993}" sibTransId="{F0D400FB-26B7-4C17-836E-AE2164FC8300}"/>
    <dgm:cxn modelId="{733835E1-D67B-44A8-BD61-D5C993DF8215}" srcId="{E8A7A618-9BD0-41B0-8BEE-816F7E59B746}" destId="{6B72CC77-7AD6-4660-8FCD-2B63699F029D}" srcOrd="0" destOrd="0" parTransId="{F09F40B9-AD35-47C5-9F88-96F962799E36}" sibTransId="{AC51ECD5-0870-4544-93FB-594AEA29B2C6}"/>
    <dgm:cxn modelId="{A10B974B-5B86-420B-8AA1-9CB215934DA3}" srcId="{6B72CC77-7AD6-4660-8FCD-2B63699F029D}" destId="{F9577219-FC90-4201-958B-B7C48625F415}" srcOrd="4" destOrd="0" parTransId="{7242A454-4178-4F0B-BC50-147CCE7CD97B}" sibTransId="{DCD3EC6C-5CAE-4E03-8BA1-BCDDDBB633F4}"/>
    <dgm:cxn modelId="{B3FE8C3C-1578-464C-A8F0-F2D7357E0D14}" type="presOf" srcId="{57A020ED-E5EA-49AA-BA0F-0EB5E10D0574}" destId="{1876B220-2384-40FE-81F4-2384DDD79213}" srcOrd="0" destOrd="0" presId="urn:microsoft.com/office/officeart/2008/layout/LinedList"/>
    <dgm:cxn modelId="{D0D5B247-BAE1-4797-B274-CC18BD58276C}" srcId="{6B72CC77-7AD6-4660-8FCD-2B63699F029D}" destId="{1832688F-172D-4CCD-A875-E79A4AF8CB4D}" srcOrd="3" destOrd="0" parTransId="{91EBE8B8-5A4A-40AF-B90A-4CE3C9A7C83E}" sibTransId="{D23FB428-2438-40C2-B03C-8C478925CE78}"/>
    <dgm:cxn modelId="{BAC0C822-E5EA-4307-9316-BC194C56E01F}" srcId="{6B72CC77-7AD6-4660-8FCD-2B63699F029D}" destId="{57A020ED-E5EA-49AA-BA0F-0EB5E10D0574}" srcOrd="6" destOrd="0" parTransId="{A4B6459D-86CE-4BD6-A268-9DA3ABD22C4B}" sibTransId="{4C8BB53D-6FF6-4777-BDCB-CB4886D5C0F9}"/>
    <dgm:cxn modelId="{770F3129-5AE5-4B82-A364-BB8F16A64921}" type="presOf" srcId="{E71E36EC-3703-4E1A-90E1-10E06AC8E241}" destId="{7271DF24-89D7-42EB-BD5D-6D57791E0A94}" srcOrd="0" destOrd="0" presId="urn:microsoft.com/office/officeart/2008/layout/LinedList"/>
    <dgm:cxn modelId="{BBE0A311-362E-4140-A7F4-CC5C954BA787}" srcId="{6B72CC77-7AD6-4660-8FCD-2B63699F029D}" destId="{E71E36EC-3703-4E1A-90E1-10E06AC8E241}" srcOrd="2" destOrd="0" parTransId="{49E53343-3BBE-4F05-A667-88CC1767F611}" sibTransId="{1B288434-7EB0-4F81-B8C8-36259EC4DBC6}"/>
    <dgm:cxn modelId="{853471AC-8E38-4B3E-801E-17B05B167021}" srcId="{6B72CC77-7AD6-4660-8FCD-2B63699F029D}" destId="{34D49BA2-9384-4ED3-8059-8252318F81A5}" srcOrd="7" destOrd="0" parTransId="{9C9F894F-8A83-4EF9-8AC2-F5DAB028E747}" sibTransId="{9A36498E-9708-4E70-9AAD-EC97006CE1FD}"/>
    <dgm:cxn modelId="{890EA42F-3A0F-4501-99DE-AD67CD7916C0}" type="presOf" srcId="{6B72CC77-7AD6-4660-8FCD-2B63699F029D}" destId="{8B94240A-CD68-40BD-A6BF-CAA0237A8501}" srcOrd="0" destOrd="0" presId="urn:microsoft.com/office/officeart/2008/layout/LinedList"/>
    <dgm:cxn modelId="{F3D69892-D88C-4E4E-991E-EA77B13E01A3}" srcId="{6B72CC77-7AD6-4660-8FCD-2B63699F029D}" destId="{73460229-D06D-4A75-B57A-711D7B668A6F}" srcOrd="5" destOrd="0" parTransId="{C2BBA7A6-6F7D-44EC-A63C-6388D11AE295}" sibTransId="{A762BB21-59DF-431C-91F6-C69A44C33A3C}"/>
    <dgm:cxn modelId="{10C53F9A-9D1C-420B-BD3F-1E7FE5637C7A}" type="presParOf" srcId="{AF811258-6193-456A-A3B3-B834C962B9F3}" destId="{B158EB51-3216-4D8C-9DE2-37D9BA47BDFA}" srcOrd="0" destOrd="0" presId="urn:microsoft.com/office/officeart/2008/layout/LinedList"/>
    <dgm:cxn modelId="{276A65DA-BEC8-4ACB-A97D-CCC669D4838C}" type="presParOf" srcId="{AF811258-6193-456A-A3B3-B834C962B9F3}" destId="{3950AC5D-3C99-4EE1-BE85-984F8E122239}" srcOrd="1" destOrd="0" presId="urn:microsoft.com/office/officeart/2008/layout/LinedList"/>
    <dgm:cxn modelId="{C4E83B27-5D34-4006-A03E-EEBFBA3E6E66}" type="presParOf" srcId="{3950AC5D-3C99-4EE1-BE85-984F8E122239}" destId="{8B94240A-CD68-40BD-A6BF-CAA0237A8501}" srcOrd="0" destOrd="0" presId="urn:microsoft.com/office/officeart/2008/layout/LinedList"/>
    <dgm:cxn modelId="{E8B89B0D-ECE0-4C21-B5CC-F8FBD8EEF13D}" type="presParOf" srcId="{3950AC5D-3C99-4EE1-BE85-984F8E122239}" destId="{0F96A378-C152-4674-8487-6A4EA9DB3FC4}" srcOrd="1" destOrd="0" presId="urn:microsoft.com/office/officeart/2008/layout/LinedList"/>
    <dgm:cxn modelId="{459C58A1-9B2A-4DAB-902E-972D79932937}" type="presParOf" srcId="{0F96A378-C152-4674-8487-6A4EA9DB3FC4}" destId="{EDC98486-FF97-4FAB-8734-033B2B5BB19A}" srcOrd="0" destOrd="0" presId="urn:microsoft.com/office/officeart/2008/layout/LinedList"/>
    <dgm:cxn modelId="{7F7CF792-057E-4361-884E-E7B21B2DE7D4}" type="presParOf" srcId="{0F96A378-C152-4674-8487-6A4EA9DB3FC4}" destId="{EEEDBD89-8AB6-4139-B098-CD94ECDF0C6D}" srcOrd="1" destOrd="0" presId="urn:microsoft.com/office/officeart/2008/layout/LinedList"/>
    <dgm:cxn modelId="{9508BCD9-9D8A-435F-9E3B-BA77B1FA6569}" type="presParOf" srcId="{EEEDBD89-8AB6-4139-B098-CD94ECDF0C6D}" destId="{DD867C06-E6EB-4DF7-9FAA-3F3B8F315730}" srcOrd="0" destOrd="0" presId="urn:microsoft.com/office/officeart/2008/layout/LinedList"/>
    <dgm:cxn modelId="{C467E91D-B420-40F8-A691-F96BC862EBF5}" type="presParOf" srcId="{EEEDBD89-8AB6-4139-B098-CD94ECDF0C6D}" destId="{C9FD64D4-B689-4070-A409-8F164E73C0E1}" srcOrd="1" destOrd="0" presId="urn:microsoft.com/office/officeart/2008/layout/LinedList"/>
    <dgm:cxn modelId="{6415C73D-3C2C-4812-B1C8-25460462B829}" type="presParOf" srcId="{EEEDBD89-8AB6-4139-B098-CD94ECDF0C6D}" destId="{30CE86B0-2F53-4F9F-8B31-9E0A15CFB87B}" srcOrd="2" destOrd="0" presId="urn:microsoft.com/office/officeart/2008/layout/LinedList"/>
    <dgm:cxn modelId="{F6AAD591-CF6E-45E8-B992-F48050086607}" type="presParOf" srcId="{0F96A378-C152-4674-8487-6A4EA9DB3FC4}" destId="{6B5DFF23-D19B-4CAD-BD21-03C2EA55FB57}" srcOrd="2" destOrd="0" presId="urn:microsoft.com/office/officeart/2008/layout/LinedList"/>
    <dgm:cxn modelId="{70A68960-B73E-441C-A24F-4A279F0A7DDA}" type="presParOf" srcId="{0F96A378-C152-4674-8487-6A4EA9DB3FC4}" destId="{5E445C9A-3153-4730-BE83-53399CE74F56}" srcOrd="3" destOrd="0" presId="urn:microsoft.com/office/officeart/2008/layout/LinedList"/>
    <dgm:cxn modelId="{DAF1494D-5B5A-4CCB-BBDE-245C6E736840}" type="presParOf" srcId="{0F96A378-C152-4674-8487-6A4EA9DB3FC4}" destId="{3AAC72C2-761D-4FF1-B896-3F55DFCF5DBC}" srcOrd="4" destOrd="0" presId="urn:microsoft.com/office/officeart/2008/layout/LinedList"/>
    <dgm:cxn modelId="{2C825390-BD17-4A00-B413-2DB2550C1AC2}" type="presParOf" srcId="{3AAC72C2-761D-4FF1-B896-3F55DFCF5DBC}" destId="{FE70C0B6-8A8D-4528-92F9-8133BB371AFF}" srcOrd="0" destOrd="0" presId="urn:microsoft.com/office/officeart/2008/layout/LinedList"/>
    <dgm:cxn modelId="{2FCB8A08-BF6C-4E9D-AFC0-C67231A41909}" type="presParOf" srcId="{3AAC72C2-761D-4FF1-B896-3F55DFCF5DBC}" destId="{4AACA562-380A-4A53-8E3E-3B4485150E1D}" srcOrd="1" destOrd="0" presId="urn:microsoft.com/office/officeart/2008/layout/LinedList"/>
    <dgm:cxn modelId="{0C5A12B2-BE54-4DDA-848E-254136182A4E}" type="presParOf" srcId="{3AAC72C2-761D-4FF1-B896-3F55DFCF5DBC}" destId="{83F5D671-AEEC-421C-B668-033E07F0952A}" srcOrd="2" destOrd="0" presId="urn:microsoft.com/office/officeart/2008/layout/LinedList"/>
    <dgm:cxn modelId="{5F2A3E0E-4A01-4272-BF65-618F771DE28B}" type="presParOf" srcId="{0F96A378-C152-4674-8487-6A4EA9DB3FC4}" destId="{83F641E7-9AB9-4C79-B853-5BCDCC3CCF91}" srcOrd="5" destOrd="0" presId="urn:microsoft.com/office/officeart/2008/layout/LinedList"/>
    <dgm:cxn modelId="{17A14313-A2AD-4A91-B29E-DB68C7470FC1}" type="presParOf" srcId="{0F96A378-C152-4674-8487-6A4EA9DB3FC4}" destId="{20E7CA94-E1CB-49EB-AC0E-27B09F15A1FE}" srcOrd="6" destOrd="0" presId="urn:microsoft.com/office/officeart/2008/layout/LinedList"/>
    <dgm:cxn modelId="{3B284F40-9A7D-4DF1-BC01-45E8ED62C3AF}" type="presParOf" srcId="{0F96A378-C152-4674-8487-6A4EA9DB3FC4}" destId="{0CE43B99-3CB0-4DE2-AE79-2600E385BD87}" srcOrd="7" destOrd="0" presId="urn:microsoft.com/office/officeart/2008/layout/LinedList"/>
    <dgm:cxn modelId="{DF56F43A-1E41-441F-A5BD-CBDB6B0A9935}" type="presParOf" srcId="{0CE43B99-3CB0-4DE2-AE79-2600E385BD87}" destId="{D495DB1C-0C28-4B87-A0A0-DDCCF89BCFDE}" srcOrd="0" destOrd="0" presId="urn:microsoft.com/office/officeart/2008/layout/LinedList"/>
    <dgm:cxn modelId="{28E00374-32DE-4BEC-8C2D-8C675FCAAA60}" type="presParOf" srcId="{0CE43B99-3CB0-4DE2-AE79-2600E385BD87}" destId="{7271DF24-89D7-42EB-BD5D-6D57791E0A94}" srcOrd="1" destOrd="0" presId="urn:microsoft.com/office/officeart/2008/layout/LinedList"/>
    <dgm:cxn modelId="{B39CCB7A-5BED-4B04-B207-A4CEA3C78213}" type="presParOf" srcId="{0CE43B99-3CB0-4DE2-AE79-2600E385BD87}" destId="{7E15D41B-4C20-445C-B1DE-B4EE2F3A8658}" srcOrd="2" destOrd="0" presId="urn:microsoft.com/office/officeart/2008/layout/LinedList"/>
    <dgm:cxn modelId="{0C38A212-F6CD-4B97-A166-3459B38903C9}" type="presParOf" srcId="{0F96A378-C152-4674-8487-6A4EA9DB3FC4}" destId="{69641604-5F74-4DB4-9AB9-4BE05C29C13B}" srcOrd="8" destOrd="0" presId="urn:microsoft.com/office/officeart/2008/layout/LinedList"/>
    <dgm:cxn modelId="{47EAECC5-ED5A-459E-B3A1-21812861B41C}" type="presParOf" srcId="{0F96A378-C152-4674-8487-6A4EA9DB3FC4}" destId="{93B9F1D3-ED5F-488D-91B5-122619D98E72}" srcOrd="9" destOrd="0" presId="urn:microsoft.com/office/officeart/2008/layout/LinedList"/>
    <dgm:cxn modelId="{0F3B3156-1430-4FB6-95BD-07035E045D51}" type="presParOf" srcId="{0F96A378-C152-4674-8487-6A4EA9DB3FC4}" destId="{FA380F49-94ED-407A-A054-4D6E2B3E5012}" srcOrd="10" destOrd="0" presId="urn:microsoft.com/office/officeart/2008/layout/LinedList"/>
    <dgm:cxn modelId="{1149F1BC-2D85-4459-948C-9A83FD85B742}" type="presParOf" srcId="{FA380F49-94ED-407A-A054-4D6E2B3E5012}" destId="{A535EB11-A925-43F8-B8B1-7AE492931C58}" srcOrd="0" destOrd="0" presId="urn:microsoft.com/office/officeart/2008/layout/LinedList"/>
    <dgm:cxn modelId="{F068F137-F020-4142-A8F3-C8DC002281E6}" type="presParOf" srcId="{FA380F49-94ED-407A-A054-4D6E2B3E5012}" destId="{0D2C83E9-1365-4A1B-AB8F-2FA1B21F69C0}" srcOrd="1" destOrd="0" presId="urn:microsoft.com/office/officeart/2008/layout/LinedList"/>
    <dgm:cxn modelId="{4A15C3B6-D96B-4348-9B77-A38E4E6413A1}" type="presParOf" srcId="{FA380F49-94ED-407A-A054-4D6E2B3E5012}" destId="{040EB019-E396-4813-BD3D-78CB11C2FB81}" srcOrd="2" destOrd="0" presId="urn:microsoft.com/office/officeart/2008/layout/LinedList"/>
    <dgm:cxn modelId="{1806C6C8-A4C1-41A9-82C8-71AAFF088499}" type="presParOf" srcId="{0F96A378-C152-4674-8487-6A4EA9DB3FC4}" destId="{00F39AC7-F233-4A94-84E8-4A7FF8999D42}" srcOrd="11" destOrd="0" presId="urn:microsoft.com/office/officeart/2008/layout/LinedList"/>
    <dgm:cxn modelId="{4F9F4BEB-D220-4424-8F2C-453917A9BD3D}" type="presParOf" srcId="{0F96A378-C152-4674-8487-6A4EA9DB3FC4}" destId="{545C376C-E48C-474C-B1C6-B34FDED4E182}" srcOrd="12" destOrd="0" presId="urn:microsoft.com/office/officeart/2008/layout/LinedList"/>
    <dgm:cxn modelId="{305DBD24-2CCD-4D75-9712-05A4780F71E0}" type="presParOf" srcId="{0F96A378-C152-4674-8487-6A4EA9DB3FC4}" destId="{40BACCDB-FD4E-48C1-9985-3CABB5019C77}" srcOrd="13" destOrd="0" presId="urn:microsoft.com/office/officeart/2008/layout/LinedList"/>
    <dgm:cxn modelId="{42C70288-829A-47F3-9146-D4FA20AC3751}" type="presParOf" srcId="{40BACCDB-FD4E-48C1-9985-3CABB5019C77}" destId="{946DE784-C45D-4BBF-AAA2-F2471E62ED94}" srcOrd="0" destOrd="0" presId="urn:microsoft.com/office/officeart/2008/layout/LinedList"/>
    <dgm:cxn modelId="{D8D21802-94C5-406B-AEA1-BE34A77AC190}" type="presParOf" srcId="{40BACCDB-FD4E-48C1-9985-3CABB5019C77}" destId="{EF73C1E0-06FE-41F9-ACC7-89AF9556D11A}" srcOrd="1" destOrd="0" presId="urn:microsoft.com/office/officeart/2008/layout/LinedList"/>
    <dgm:cxn modelId="{9DA08D92-38D5-4F0C-AC92-86F759271351}" type="presParOf" srcId="{40BACCDB-FD4E-48C1-9985-3CABB5019C77}" destId="{29795247-A219-4884-B915-3A80AAE8BDD9}" srcOrd="2" destOrd="0" presId="urn:microsoft.com/office/officeart/2008/layout/LinedList"/>
    <dgm:cxn modelId="{548D9C28-CA1A-428B-864E-E90FA1463F9A}" type="presParOf" srcId="{0F96A378-C152-4674-8487-6A4EA9DB3FC4}" destId="{F4D8F9E1-36F2-4B8A-87C4-63D2795DF160}" srcOrd="14" destOrd="0" presId="urn:microsoft.com/office/officeart/2008/layout/LinedList"/>
    <dgm:cxn modelId="{5BE26238-E727-48D8-90C7-C0824202E952}" type="presParOf" srcId="{0F96A378-C152-4674-8487-6A4EA9DB3FC4}" destId="{B2EFE5B1-5D85-436A-B979-B9CE572F4D43}" srcOrd="15" destOrd="0" presId="urn:microsoft.com/office/officeart/2008/layout/LinedList"/>
    <dgm:cxn modelId="{8A156964-373B-4AD6-9D57-39B41073185E}" type="presParOf" srcId="{0F96A378-C152-4674-8487-6A4EA9DB3FC4}" destId="{D281E86C-D83E-4A72-BD13-8F8E99D66518}" srcOrd="16" destOrd="0" presId="urn:microsoft.com/office/officeart/2008/layout/LinedList"/>
    <dgm:cxn modelId="{FA17E820-9AD8-4461-986A-1F23CF86B6B5}" type="presParOf" srcId="{D281E86C-D83E-4A72-BD13-8F8E99D66518}" destId="{89676D15-0B3C-4B45-8B59-CC68D267DDF3}" srcOrd="0" destOrd="0" presId="urn:microsoft.com/office/officeart/2008/layout/LinedList"/>
    <dgm:cxn modelId="{4FB1E208-19A6-4CBF-8F41-5243E2A0D534}" type="presParOf" srcId="{D281E86C-D83E-4A72-BD13-8F8E99D66518}" destId="{3B70D4F6-E9BD-430A-9AF1-9286C1A24A07}" srcOrd="1" destOrd="0" presId="urn:microsoft.com/office/officeart/2008/layout/LinedList"/>
    <dgm:cxn modelId="{F889978C-4062-4C34-995E-ADEC2932E956}" type="presParOf" srcId="{D281E86C-D83E-4A72-BD13-8F8E99D66518}" destId="{D24F6F51-9CEF-4AE0-AE97-1E2F159C88D0}" srcOrd="2" destOrd="0" presId="urn:microsoft.com/office/officeart/2008/layout/LinedList"/>
    <dgm:cxn modelId="{CC627EA8-026B-4B1D-ACFE-E1A84062272A}" type="presParOf" srcId="{0F96A378-C152-4674-8487-6A4EA9DB3FC4}" destId="{F3D14882-4DDD-45E9-B1F2-0D0910E93142}" srcOrd="17" destOrd="0" presId="urn:microsoft.com/office/officeart/2008/layout/LinedList"/>
    <dgm:cxn modelId="{4E8DB026-6110-42DE-9808-EC18EC9569F1}" type="presParOf" srcId="{0F96A378-C152-4674-8487-6A4EA9DB3FC4}" destId="{BADC64F2-9C2B-480E-965A-8FC37ACD4CB4}" srcOrd="18" destOrd="0" presId="urn:microsoft.com/office/officeart/2008/layout/LinedList"/>
    <dgm:cxn modelId="{9249BB53-5DD1-4E91-82B7-807D25AF935F}" type="presParOf" srcId="{0F96A378-C152-4674-8487-6A4EA9DB3FC4}" destId="{BE452272-7E25-45E7-9222-62CE5E4A533E}" srcOrd="19" destOrd="0" presId="urn:microsoft.com/office/officeart/2008/layout/LinedList"/>
    <dgm:cxn modelId="{3C92B854-E910-418B-A7EF-116761CBB7A0}" type="presParOf" srcId="{BE452272-7E25-45E7-9222-62CE5E4A533E}" destId="{F83E20D4-887E-4019-8009-DAD308E7727D}" srcOrd="0" destOrd="0" presId="urn:microsoft.com/office/officeart/2008/layout/LinedList"/>
    <dgm:cxn modelId="{86F25780-4F6A-4ECA-AFAF-728EA541FB40}" type="presParOf" srcId="{BE452272-7E25-45E7-9222-62CE5E4A533E}" destId="{1876B220-2384-40FE-81F4-2384DDD79213}" srcOrd="1" destOrd="0" presId="urn:microsoft.com/office/officeart/2008/layout/LinedList"/>
    <dgm:cxn modelId="{AC058CC3-FCBD-4937-81FF-175BB74BC793}" type="presParOf" srcId="{BE452272-7E25-45E7-9222-62CE5E4A533E}" destId="{AAC65F11-DC42-4FB6-9FBB-C1D5637838C7}" srcOrd="2" destOrd="0" presId="urn:microsoft.com/office/officeart/2008/layout/LinedList"/>
    <dgm:cxn modelId="{75866E7C-DF1D-490D-B153-F25E1314A512}" type="presParOf" srcId="{0F96A378-C152-4674-8487-6A4EA9DB3FC4}" destId="{EC40AC84-CEE4-433E-8BE4-F861711393F1}" srcOrd="20" destOrd="0" presId="urn:microsoft.com/office/officeart/2008/layout/LinedList"/>
    <dgm:cxn modelId="{CF778B0A-D54F-4D03-BA1C-68163A3EC897}" type="presParOf" srcId="{0F96A378-C152-4674-8487-6A4EA9DB3FC4}" destId="{F17EC380-69CC-4D55-B68E-5A938E77822A}" srcOrd="21" destOrd="0" presId="urn:microsoft.com/office/officeart/2008/layout/LinedList"/>
    <dgm:cxn modelId="{4016612D-07DA-49BA-9F44-028E3308980C}" type="presParOf" srcId="{0F96A378-C152-4674-8487-6A4EA9DB3FC4}" destId="{57534B80-1433-4680-BCD2-2DB04C13AAA7}" srcOrd="22" destOrd="0" presId="urn:microsoft.com/office/officeart/2008/layout/LinedList"/>
    <dgm:cxn modelId="{A7A0861D-D4EA-4B2C-B20D-994986FD15B6}" type="presParOf" srcId="{57534B80-1433-4680-BCD2-2DB04C13AAA7}" destId="{9198DE71-058F-4063-8C7C-DDB07A6A6E2A}" srcOrd="0" destOrd="0" presId="urn:microsoft.com/office/officeart/2008/layout/LinedList"/>
    <dgm:cxn modelId="{DB5ABD7E-F667-4988-9D8A-B2AE89FB2D97}" type="presParOf" srcId="{57534B80-1433-4680-BCD2-2DB04C13AAA7}" destId="{B688025F-9311-413C-86D4-BF26694DCF7E}" srcOrd="1" destOrd="0" presId="urn:microsoft.com/office/officeart/2008/layout/LinedList"/>
    <dgm:cxn modelId="{34824FAD-DFFC-4F09-A203-BF97B7E49D01}" type="presParOf" srcId="{57534B80-1433-4680-BCD2-2DB04C13AAA7}" destId="{A175E82B-4D7F-4A45-8896-EB36BAFBEC4E}" srcOrd="2" destOrd="0" presId="urn:microsoft.com/office/officeart/2008/layout/LinedList"/>
    <dgm:cxn modelId="{1A283CD4-19ED-4CC0-B8ED-B3BB25A0C53D}" type="presParOf" srcId="{0F96A378-C152-4674-8487-6A4EA9DB3FC4}" destId="{0D812511-4164-4D8E-8604-D0BCAAC49FA1}" srcOrd="23" destOrd="0" presId="urn:microsoft.com/office/officeart/2008/layout/LinedList"/>
    <dgm:cxn modelId="{D5FF68BD-0080-4105-B2CB-036F1C4ACA70}" type="presParOf" srcId="{0F96A378-C152-4674-8487-6A4EA9DB3FC4}" destId="{4E767D53-9A06-4E62-A1ED-AC3464523C86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58EB51-3216-4D8C-9DE2-37D9BA47BDFA}">
      <dsp:nvSpPr>
        <dsp:cNvPr id="0" name=""/>
        <dsp:cNvSpPr/>
      </dsp:nvSpPr>
      <dsp:spPr>
        <a:xfrm>
          <a:off x="0" y="0"/>
          <a:ext cx="60960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94240A-CD68-40BD-A6BF-CAA0237A8501}">
      <dsp:nvSpPr>
        <dsp:cNvPr id="0" name=""/>
        <dsp:cNvSpPr/>
      </dsp:nvSpPr>
      <dsp:spPr>
        <a:xfrm>
          <a:off x="0" y="0"/>
          <a:ext cx="1219200" cy="406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lvl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6000" kern="1200" smtClean="0"/>
            <a:t>产品特色</a:t>
          </a:r>
          <a:endParaRPr lang="zh-CN" altLang="en-US" sz="6000" kern="1200"/>
        </a:p>
      </dsp:txBody>
      <dsp:txXfrm>
        <a:off x="0" y="0"/>
        <a:ext cx="1219200" cy="4064000"/>
      </dsp:txXfrm>
    </dsp:sp>
    <dsp:sp modelId="{C9FD64D4-B689-4070-A409-8F164E73C0E1}">
      <dsp:nvSpPr>
        <dsp:cNvPr id="0" name=""/>
        <dsp:cNvSpPr/>
      </dsp:nvSpPr>
      <dsp:spPr>
        <a:xfrm>
          <a:off x="1310640" y="24035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内置</a:t>
          </a:r>
          <a:r>
            <a:rPr lang="en-US" altLang="en-US" sz="1200" kern="1200" dirty="0" smtClean="0"/>
            <a:t>4</a:t>
          </a:r>
          <a:r>
            <a:rPr lang="zh-CN" altLang="en-US" sz="1200" kern="1200" dirty="0" smtClean="0"/>
            <a:t>组高性能高斯白噪音发生源；</a:t>
          </a:r>
          <a:endParaRPr lang="zh-CN" altLang="en-US" sz="1200" kern="1200" dirty="0"/>
        </a:p>
      </dsp:txBody>
      <dsp:txXfrm>
        <a:off x="1310640" y="24035"/>
        <a:ext cx="4785360" cy="480714"/>
      </dsp:txXfrm>
    </dsp:sp>
    <dsp:sp modelId="{6B5DFF23-D19B-4CAD-BD21-03C2EA55FB57}">
      <dsp:nvSpPr>
        <dsp:cNvPr id="0" name=""/>
        <dsp:cNvSpPr/>
      </dsp:nvSpPr>
      <dsp:spPr>
        <a:xfrm>
          <a:off x="1219200" y="504750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ACA562-380A-4A53-8E3E-3B4485150E1D}">
      <dsp:nvSpPr>
        <dsp:cNvPr id="0" name=""/>
        <dsp:cNvSpPr/>
      </dsp:nvSpPr>
      <dsp:spPr>
        <a:xfrm>
          <a:off x="1310640" y="528786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200" kern="1200" dirty="0" smtClean="0"/>
            <a:t>4</a:t>
          </a:r>
          <a:r>
            <a:rPr lang="zh-CN" altLang="en-US" sz="1200" kern="1200" dirty="0" smtClean="0"/>
            <a:t>组高增益天线，低驻波，长距离发射；</a:t>
          </a:r>
          <a:endParaRPr lang="zh-CN" altLang="en-US" sz="1200" kern="1200" dirty="0"/>
        </a:p>
      </dsp:txBody>
      <dsp:txXfrm>
        <a:off x="1310640" y="528786"/>
        <a:ext cx="4785360" cy="480714"/>
      </dsp:txXfrm>
    </dsp:sp>
    <dsp:sp modelId="{83F641E7-9AB9-4C79-B853-5BCDCC3CCF91}">
      <dsp:nvSpPr>
        <dsp:cNvPr id="0" name=""/>
        <dsp:cNvSpPr/>
      </dsp:nvSpPr>
      <dsp:spPr>
        <a:xfrm>
          <a:off x="1219200" y="1009501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1DF24-89D7-42EB-BD5D-6D57791E0A94}">
      <dsp:nvSpPr>
        <dsp:cNvPr id="0" name=""/>
        <dsp:cNvSpPr/>
      </dsp:nvSpPr>
      <dsp:spPr>
        <a:xfrm>
          <a:off x="1310640" y="1033536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轻量化设计，便于安装与运输；</a:t>
          </a:r>
          <a:endParaRPr lang="zh-CN" altLang="en-US" sz="1200" kern="1200" dirty="0"/>
        </a:p>
      </dsp:txBody>
      <dsp:txXfrm>
        <a:off x="1310640" y="1033536"/>
        <a:ext cx="4785360" cy="480714"/>
      </dsp:txXfrm>
    </dsp:sp>
    <dsp:sp modelId="{69641604-5F74-4DB4-9AB9-4BE05C29C13B}">
      <dsp:nvSpPr>
        <dsp:cNvPr id="0" name=""/>
        <dsp:cNvSpPr/>
      </dsp:nvSpPr>
      <dsp:spPr>
        <a:xfrm>
          <a:off x="1219200" y="1514251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C83E9-1365-4A1B-AB8F-2FA1B21F69C0}">
      <dsp:nvSpPr>
        <dsp:cNvPr id="0" name=""/>
        <dsp:cNvSpPr/>
      </dsp:nvSpPr>
      <dsp:spPr>
        <a:xfrm>
          <a:off x="1310640" y="1538287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smtClean="0"/>
            <a:t>元器件均采用国内外一线大牌，产品寿命远高于业内平均水平；</a:t>
          </a:r>
          <a:endParaRPr lang="zh-CN" altLang="en-US" sz="1200" kern="1200" dirty="0"/>
        </a:p>
      </dsp:txBody>
      <dsp:txXfrm>
        <a:off x="1310640" y="1538287"/>
        <a:ext cx="4785360" cy="480714"/>
      </dsp:txXfrm>
    </dsp:sp>
    <dsp:sp modelId="{00F39AC7-F233-4A94-84E8-4A7FF8999D42}">
      <dsp:nvSpPr>
        <dsp:cNvPr id="0" name=""/>
        <dsp:cNvSpPr/>
      </dsp:nvSpPr>
      <dsp:spPr>
        <a:xfrm>
          <a:off x="1219200" y="2019002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3C1E0-06FE-41F9-ACC7-89AF9556D11A}">
      <dsp:nvSpPr>
        <dsp:cNvPr id="0" name=""/>
        <dsp:cNvSpPr/>
      </dsp:nvSpPr>
      <dsp:spPr>
        <a:xfrm>
          <a:off x="1310640" y="2043038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屏蔽频段均可按需定制；</a:t>
          </a:r>
          <a:endParaRPr lang="zh-CN" altLang="en-US" sz="1200" kern="1200" dirty="0"/>
        </a:p>
      </dsp:txBody>
      <dsp:txXfrm>
        <a:off x="1310640" y="2043038"/>
        <a:ext cx="4785360" cy="480714"/>
      </dsp:txXfrm>
    </dsp:sp>
    <dsp:sp modelId="{F4D8F9E1-36F2-4B8A-87C4-63D2795DF160}">
      <dsp:nvSpPr>
        <dsp:cNvPr id="0" name=""/>
        <dsp:cNvSpPr/>
      </dsp:nvSpPr>
      <dsp:spPr>
        <a:xfrm>
          <a:off x="1219200" y="2523752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70D4F6-E9BD-430A-9AF1-9286C1A24A07}">
      <dsp:nvSpPr>
        <dsp:cNvPr id="0" name=""/>
        <dsp:cNvSpPr/>
      </dsp:nvSpPr>
      <dsp:spPr>
        <a:xfrm>
          <a:off x="1310640" y="2547788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总发射功率高，屏蔽距离是同级别产品的</a:t>
          </a:r>
          <a:r>
            <a:rPr lang="en-US" altLang="en-US" sz="1200" kern="1200" dirty="0" smtClean="0"/>
            <a:t>3</a:t>
          </a:r>
          <a:r>
            <a:rPr lang="zh-CN" altLang="en-US" sz="1200" kern="1200" dirty="0" smtClean="0"/>
            <a:t>倍；</a:t>
          </a:r>
          <a:endParaRPr lang="zh-CN" altLang="en-US" sz="1200" kern="1200" dirty="0"/>
        </a:p>
      </dsp:txBody>
      <dsp:txXfrm>
        <a:off x="1310640" y="2547788"/>
        <a:ext cx="4785360" cy="480714"/>
      </dsp:txXfrm>
    </dsp:sp>
    <dsp:sp modelId="{F3D14882-4DDD-45E9-B1F2-0D0910E93142}">
      <dsp:nvSpPr>
        <dsp:cNvPr id="0" name=""/>
        <dsp:cNvSpPr/>
      </dsp:nvSpPr>
      <dsp:spPr>
        <a:xfrm>
          <a:off x="1219200" y="3028503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6B220-2384-40FE-81F4-2384DDD79213}">
      <dsp:nvSpPr>
        <dsp:cNvPr id="0" name=""/>
        <dsp:cNvSpPr/>
      </dsp:nvSpPr>
      <dsp:spPr>
        <a:xfrm>
          <a:off x="1310640" y="3052539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内部设计有有高温预警及自我保护功能；</a:t>
          </a:r>
          <a:endParaRPr lang="zh-CN" altLang="en-US" sz="1200" kern="1200" dirty="0"/>
        </a:p>
      </dsp:txBody>
      <dsp:txXfrm>
        <a:off x="1310640" y="3052539"/>
        <a:ext cx="4785360" cy="480714"/>
      </dsp:txXfrm>
    </dsp:sp>
    <dsp:sp modelId="{EC40AC84-CEE4-433E-8BE4-F861711393F1}">
      <dsp:nvSpPr>
        <dsp:cNvPr id="0" name=""/>
        <dsp:cNvSpPr/>
      </dsp:nvSpPr>
      <dsp:spPr>
        <a:xfrm>
          <a:off x="1219200" y="3533254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8025F-9311-413C-86D4-BF26694DCF7E}">
      <dsp:nvSpPr>
        <dsp:cNvPr id="0" name=""/>
        <dsp:cNvSpPr/>
      </dsp:nvSpPr>
      <dsp:spPr>
        <a:xfrm>
          <a:off x="1310640" y="3557289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进口大尺寸散热片，确保内部工作温度平稳，延长产品寿命</a:t>
          </a:r>
          <a:r>
            <a:rPr lang="en-US" altLang="en-US" sz="1200" kern="1200" dirty="0" smtClean="0"/>
            <a:t>30%</a:t>
          </a:r>
          <a:r>
            <a:rPr lang="zh-CN" altLang="en-US" sz="1200" kern="1200" dirty="0" smtClean="0"/>
            <a:t>以上。</a:t>
          </a:r>
          <a:endParaRPr lang="zh-CN" altLang="en-US" sz="1200" kern="1200" dirty="0"/>
        </a:p>
      </dsp:txBody>
      <dsp:txXfrm>
        <a:off x="1310640" y="3557289"/>
        <a:ext cx="4785360" cy="480714"/>
      </dsp:txXfrm>
    </dsp:sp>
    <dsp:sp modelId="{0D812511-4164-4D8E-8604-D0BCAAC49FA1}">
      <dsp:nvSpPr>
        <dsp:cNvPr id="0" name=""/>
        <dsp:cNvSpPr/>
      </dsp:nvSpPr>
      <dsp:spPr>
        <a:xfrm>
          <a:off x="1219200" y="4038004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252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031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840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412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600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380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345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713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230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434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037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772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107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370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00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984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916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F435D4A5-0C81-449E-9EE5-011E9CBD100A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5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778982" y="2110085"/>
            <a:ext cx="1070196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50" endPos="85000" dist="29997" dir="5400000" sy="-100000" algn="bl" rotWithShape="0"/>
                </a:effectLst>
              </a:rPr>
              <a:t>HDT-101B</a:t>
            </a:r>
            <a:r>
              <a:rPr lang="zh-CN" altLang="en-US" sz="6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50" endPos="85000" dist="29997" dir="5400000" sy="-100000" algn="bl" rotWithShape="0"/>
                </a:effectLst>
              </a:rPr>
              <a:t>型</a:t>
            </a:r>
            <a:r>
              <a:rPr lang="en-US" altLang="zh-CN" sz="6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50" endPos="85000" dist="29997" dir="5400000" sy="-100000" algn="bl" rotWithShape="0"/>
                </a:effectLst>
              </a:rPr>
              <a:t>GPS</a:t>
            </a:r>
            <a:r>
              <a:rPr lang="zh-CN" altLang="en-US" sz="6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50" endPos="85000" dist="29997" dir="5400000" sy="-100000" algn="bl" rotWithShape="0"/>
                </a:effectLst>
              </a:rPr>
              <a:t>信号屏蔽器</a:t>
            </a:r>
            <a:endParaRPr lang="zh-CN" alt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  <a:reflection blurRad="6350" stA="55000" endA="50" endPos="85000" dist="2999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8937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产品介绍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542925" indent="-2857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HDT-101B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版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）型高性能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信号屏蔽器是一款我司独立研发的全新一代室内型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信号屏蔽器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。本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产品内置有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组高性能干扰信号发生器，配合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根外置内置高增益全向天线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，启动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后即可持续不间断地发射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干扰信号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，凡是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处于屏蔽范围内的市面上所有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类定位，导航，测速，跟踪类设备均无法正常工作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</a:p>
          <a:p>
            <a:pPr marL="542925" indent="-2857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HDT-101B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版）型屏蔽器外壳采用金属设计，一体化散热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，内部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工作温度低，可长期稳定持续开机工作，设备寿命高于同类产品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以上。</a:t>
            </a:r>
          </a:p>
          <a:p>
            <a:pPr marL="542925" indent="-28575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663" y="1952625"/>
            <a:ext cx="3388449" cy="2562225"/>
          </a:xfrm>
        </p:spPr>
      </p:pic>
    </p:spTree>
    <p:extLst>
      <p:ext uri="{BB962C8B-B14F-4D97-AF65-F5344CB8AC3E}">
        <p14:creationId xmlns:p14="http://schemas.microsoft.com/office/powerpoint/2010/main" val="1761908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产品信息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771038"/>
              </p:ext>
            </p:extLst>
          </p:nvPr>
        </p:nvGraphicFramePr>
        <p:xfrm>
          <a:off x="866775" y="1952625"/>
          <a:ext cx="661828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144">
                  <a:extLst>
                    <a:ext uri="{9D8B030D-6E8A-4147-A177-3AD203B41FA5}">
                      <a16:colId xmlns:a16="http://schemas.microsoft.com/office/drawing/2014/main" val="275698653"/>
                    </a:ext>
                  </a:extLst>
                </a:gridCol>
                <a:gridCol w="3309144">
                  <a:extLst>
                    <a:ext uri="{9D8B030D-6E8A-4147-A177-3AD203B41FA5}">
                      <a16:colId xmlns:a16="http://schemas.microsoft.com/office/drawing/2014/main" val="4294525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产品型号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HDT-101B (GPS</a:t>
                      </a:r>
                      <a:r>
                        <a:rPr lang="zh-CN" altLang="en-US" dirty="0" smtClean="0"/>
                        <a:t>标准版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241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产品名称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室内型无线信号屏蔽器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72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屏蔽频段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GPS</a:t>
                      </a:r>
                      <a:r>
                        <a:rPr lang="zh-CN" altLang="en-US" dirty="0" smtClean="0"/>
                        <a:t>卫星定位信号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3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理论屏蔽距离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1-60</a:t>
                      </a:r>
                      <a:r>
                        <a:rPr lang="zh-CN" altLang="en-US" dirty="0" smtClean="0"/>
                        <a:t>米 </a:t>
                      </a:r>
                      <a:r>
                        <a:rPr lang="en-US" altLang="zh-CN" dirty="0" smtClean="0"/>
                        <a:t>(10-400</a:t>
                      </a:r>
                      <a:r>
                        <a:rPr lang="zh-CN" altLang="en-US" dirty="0" smtClean="0"/>
                        <a:t>平方米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56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屏蔽设备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各类</a:t>
                      </a:r>
                      <a:r>
                        <a:rPr lang="en-US" altLang="zh-CN" dirty="0" smtClean="0"/>
                        <a:t>GPS</a:t>
                      </a:r>
                      <a:r>
                        <a:rPr lang="zh-CN" altLang="en-US" dirty="0" smtClean="0"/>
                        <a:t>定位、测速、追踪设备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15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供电方式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220V</a:t>
                      </a:r>
                      <a:r>
                        <a:rPr lang="zh-CN" altLang="en-US" dirty="0" smtClean="0"/>
                        <a:t>市电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315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适用环境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停车场，仓库，厂房等各类环境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284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617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2300553886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354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</TotalTime>
  <Words>250</Words>
  <Application>Microsoft Office PowerPoint</Application>
  <PresentationFormat>全屏显示(16:9)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宋体</vt:lpstr>
      <vt:lpstr>Arial</vt:lpstr>
      <vt:lpstr>Century Gothic</vt:lpstr>
      <vt:lpstr>Wingdings</vt:lpstr>
      <vt:lpstr>Wingdings 3</vt:lpstr>
      <vt:lpstr>离子会议室</vt:lpstr>
      <vt:lpstr>PowerPoint 演示文稿</vt:lpstr>
      <vt:lpstr>产品介绍</vt:lpstr>
      <vt:lpstr>产品信息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用户11</cp:lastModifiedBy>
  <cp:revision>5</cp:revision>
  <dcterms:created xsi:type="dcterms:W3CDTF">2020-09-25T05:05:12Z</dcterms:created>
  <dcterms:modified xsi:type="dcterms:W3CDTF">2022-04-07T06:06:53Z</dcterms:modified>
</cp:coreProperties>
</file>