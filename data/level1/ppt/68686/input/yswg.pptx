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2" d="100"/>
          <a:sy n="32" d="100"/>
        </p:scale>
        <p:origin x="78" y="6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760423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83508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41529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77376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575567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199410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526441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187123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287108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449854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3260999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ABC3AA-30A3-4E95-9CE2-26EC6892AFA3}" type="datetimeFigureOut">
              <a:rPr lang="zh-CN" altLang="en-US" smtClean="0"/>
              <a:t>2020-09-10</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84F49C-1A96-43B0-B05F-CC342D9CCD4E}" type="slidenum">
              <a:rPr lang="zh-CN" altLang="en-US" smtClean="0"/>
              <a:t>‹#›</a:t>
            </a:fld>
            <a:endParaRPr lang="zh-CN" altLang="en-US"/>
          </a:p>
        </p:txBody>
      </p:sp>
    </p:spTree>
    <p:extLst>
      <p:ext uri="{BB962C8B-B14F-4D97-AF65-F5344CB8AC3E}">
        <p14:creationId xmlns:p14="http://schemas.microsoft.com/office/powerpoint/2010/main" val="1383272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市场需求</a:t>
            </a:r>
            <a:endParaRPr lang="zh-CN" altLang="en-US" dirty="0"/>
          </a:p>
        </p:txBody>
      </p:sp>
      <p:sp>
        <p:nvSpPr>
          <p:cNvPr id="3" name="内容占位符 2"/>
          <p:cNvSpPr>
            <a:spLocks noGrp="1"/>
          </p:cNvSpPr>
          <p:nvPr>
            <p:ph idx="1"/>
          </p:nvPr>
        </p:nvSpPr>
        <p:spPr/>
        <p:txBody>
          <a:bodyPr/>
          <a:lstStyle/>
          <a:p>
            <a:r>
              <a:rPr lang="zh-CN" altLang="en-US" dirty="0" smtClean="0"/>
              <a:t>水晶既有清澈透明的特点，它在市场上的一般产品又能够被大众接受，所以其相关产品在饰品行业有着无可替代的位置。</a:t>
            </a:r>
            <a:endParaRPr lang="en-US" altLang="zh-CN" dirty="0" smtClean="0"/>
          </a:p>
          <a:p>
            <a:r>
              <a:rPr lang="zh-CN" altLang="en-US" dirty="0" smtClean="0"/>
              <a:t>水晶从不同角度观赏，可显示出不同的色调，这种独特的观赏价值以及它对人体的好处使得它深受大众特别是时尚女性的喜爱。</a:t>
            </a:r>
          </a:p>
        </p:txBody>
      </p:sp>
    </p:spTree>
    <p:extLst>
      <p:ext uri="{BB962C8B-B14F-4D97-AF65-F5344CB8AC3E}">
        <p14:creationId xmlns:p14="http://schemas.microsoft.com/office/powerpoint/2010/main" val="20429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市场潜力</a:t>
            </a:r>
            <a:endParaRPr lang="zh-CN" altLang="en-US" dirty="0"/>
          </a:p>
        </p:txBody>
      </p:sp>
      <p:sp>
        <p:nvSpPr>
          <p:cNvPr id="3" name="内容占位符 2"/>
          <p:cNvSpPr>
            <a:spLocks noGrp="1"/>
          </p:cNvSpPr>
          <p:nvPr>
            <p:ph idx="1"/>
          </p:nvPr>
        </p:nvSpPr>
        <p:spPr/>
        <p:txBody>
          <a:bodyPr/>
          <a:lstStyle/>
          <a:p>
            <a:r>
              <a:rPr lang="zh-CN" altLang="en-US" dirty="0" smtClean="0"/>
              <a:t>就目前饰品行业的市场状况来看，追求时尚的女性越来越向往高品质的饰品消费，而水晶饰品恰恰符合她们日益增长的这种需求。</a:t>
            </a:r>
            <a:endParaRPr lang="en-US" altLang="zh-CN" dirty="0" smtClean="0"/>
          </a:p>
          <a:p>
            <a:r>
              <a:rPr lang="zh-CN" altLang="en-US" dirty="0" smtClean="0"/>
              <a:t>水晶爱好者也会偏好这种特别产品的收藏。所以，水晶吊坠在市场上的潜力是无法估量的。</a:t>
            </a:r>
          </a:p>
        </p:txBody>
      </p:sp>
    </p:spTree>
    <p:extLst>
      <p:ext uri="{BB962C8B-B14F-4D97-AF65-F5344CB8AC3E}">
        <p14:creationId xmlns:p14="http://schemas.microsoft.com/office/powerpoint/2010/main" val="1487760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产品工艺</a:t>
            </a:r>
            <a:endParaRPr lang="zh-CN" altLang="en-US" dirty="0"/>
          </a:p>
        </p:txBody>
      </p:sp>
      <p:sp>
        <p:nvSpPr>
          <p:cNvPr id="3" name="内容占位符 2"/>
          <p:cNvSpPr>
            <a:spLocks noGrp="1"/>
          </p:cNvSpPr>
          <p:nvPr>
            <p:ph idx="1"/>
          </p:nvPr>
        </p:nvSpPr>
        <p:spPr/>
        <p:txBody>
          <a:bodyPr/>
          <a:lstStyle/>
          <a:p>
            <a:r>
              <a:rPr lang="zh-CN" altLang="en-US" dirty="0" smtClean="0"/>
              <a:t>采用巴西天然紫水晶，凸显贵气。</a:t>
            </a:r>
          </a:p>
          <a:p>
            <a:r>
              <a:rPr lang="zh-CN" altLang="en-US" dirty="0" smtClean="0"/>
              <a:t>经过多层严格检验，选取质量上乘的原材料，引进世界领先的切割技术。</a:t>
            </a:r>
          </a:p>
          <a:p>
            <a:pPr marL="0" indent="0">
              <a:buNone/>
            </a:pPr>
            <a:endParaRPr lang="zh-CN" altLang="en-US" dirty="0"/>
          </a:p>
        </p:txBody>
      </p:sp>
    </p:spTree>
    <p:extLst>
      <p:ext uri="{BB962C8B-B14F-4D97-AF65-F5344CB8AC3E}">
        <p14:creationId xmlns:p14="http://schemas.microsoft.com/office/powerpoint/2010/main" val="922155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产品的市场推广</a:t>
            </a:r>
          </a:p>
        </p:txBody>
      </p:sp>
      <p:sp>
        <p:nvSpPr>
          <p:cNvPr id="3" name="内容占位符 2"/>
          <p:cNvSpPr>
            <a:spLocks noGrp="1"/>
          </p:cNvSpPr>
          <p:nvPr>
            <p:ph idx="1"/>
          </p:nvPr>
        </p:nvSpPr>
        <p:spPr/>
        <p:txBody>
          <a:bodyPr>
            <a:normAutofit/>
          </a:bodyPr>
          <a:lstStyle/>
          <a:p>
            <a:r>
              <a:rPr lang="zh-CN" altLang="en-US" dirty="0" smtClean="0"/>
              <a:t>第一阶段：打响产品知名度</a:t>
            </a:r>
          </a:p>
          <a:p>
            <a:r>
              <a:rPr lang="zh-CN" altLang="en-US" dirty="0" smtClean="0"/>
              <a:t>第二阶段：增强产品的影响力</a:t>
            </a:r>
          </a:p>
          <a:p>
            <a:r>
              <a:rPr lang="zh-CN" altLang="en-US" dirty="0" smtClean="0"/>
              <a:t>第三阶段：抓住时机打开国际市场</a:t>
            </a:r>
          </a:p>
          <a:p>
            <a:pPr marL="0" indent="0">
              <a:buNone/>
            </a:pPr>
            <a:endParaRPr lang="zh-CN" altLang="en-US" dirty="0"/>
          </a:p>
        </p:txBody>
      </p:sp>
    </p:spTree>
    <p:extLst>
      <p:ext uri="{BB962C8B-B14F-4D97-AF65-F5344CB8AC3E}">
        <p14:creationId xmlns:p14="http://schemas.microsoft.com/office/powerpoint/2010/main" val="2884487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183</Words>
  <Application>Microsoft Office PowerPoint</Application>
  <PresentationFormat>宽屏</PresentationFormat>
  <Paragraphs>13</Paragraphs>
  <Slides>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宋体</vt:lpstr>
      <vt:lpstr>Arial</vt:lpstr>
      <vt:lpstr>Calibri</vt:lpstr>
      <vt:lpstr>Office 主题​​</vt:lpstr>
      <vt:lpstr>市场需求</vt:lpstr>
      <vt:lpstr>市场潜力</vt:lpstr>
      <vt:lpstr>产品工艺</vt:lpstr>
      <vt:lpstr>产品的市场推广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产品策划书</dc:title>
  <dc:creator>wangming</dc:creator>
  <cp:lastModifiedBy>NTKO</cp:lastModifiedBy>
  <cp:revision>9</cp:revision>
  <dcterms:created xsi:type="dcterms:W3CDTF">2016-03-30T07:09:00Z</dcterms:created>
  <dcterms:modified xsi:type="dcterms:W3CDTF">2020-09-10T08:28:39Z</dcterms:modified>
</cp:coreProperties>
</file>