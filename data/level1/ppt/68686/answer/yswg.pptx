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7"/>
  </p:notesMasterIdLst>
  <p:sldIdLst>
    <p:sldId id="262" r:id="rId2"/>
    <p:sldId id="258" r:id="rId3"/>
    <p:sldId id="259" r:id="rId4"/>
    <p:sldId id="260" r:id="rId5"/>
    <p:sldId id="261" r:id="rId6"/>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78" y="89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C82DC5-DE66-48C6-9C66-CA17E463A73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zh-CN" altLang="en-US"/>
        </a:p>
      </dgm:t>
    </dgm:pt>
    <dgm:pt modelId="{48BD6DB2-CE1E-41D4-8825-D2C23B91D2DB}">
      <dgm:prSet/>
      <dgm:spPr/>
      <dgm:t>
        <a:bodyPr/>
        <a:lstStyle/>
        <a:p>
          <a:pPr rtl="0"/>
          <a:r>
            <a:rPr lang="zh-CN" b="0" i="0" smtClean="0"/>
            <a:t>就目前饰品行业的市场状况来看，追求时尚的女性越来越向往高品质的饰品消费，而水晶饰品恰恰符合她们日益增长的这种需求。</a:t>
          </a:r>
          <a:endParaRPr lang="zh-CN"/>
        </a:p>
      </dgm:t>
    </dgm:pt>
    <dgm:pt modelId="{EA088B89-1BA1-420E-9BC6-6CD32E19876E}" type="parTrans" cxnId="{F39D9D6C-727C-4098-A349-6A2D46CCC2B6}">
      <dgm:prSet/>
      <dgm:spPr/>
      <dgm:t>
        <a:bodyPr/>
        <a:lstStyle/>
        <a:p>
          <a:endParaRPr lang="zh-CN" altLang="en-US"/>
        </a:p>
      </dgm:t>
    </dgm:pt>
    <dgm:pt modelId="{4DA80E22-CE88-4351-8C85-CDD6C40CF89E}" type="sibTrans" cxnId="{F39D9D6C-727C-4098-A349-6A2D46CCC2B6}">
      <dgm:prSet/>
      <dgm:spPr/>
      <dgm:t>
        <a:bodyPr/>
        <a:lstStyle/>
        <a:p>
          <a:endParaRPr lang="zh-CN" altLang="en-US"/>
        </a:p>
      </dgm:t>
    </dgm:pt>
    <dgm:pt modelId="{CB11A691-B80F-476B-B228-3BA69185D2AE}">
      <dgm:prSet/>
      <dgm:spPr/>
      <dgm:t>
        <a:bodyPr/>
        <a:lstStyle/>
        <a:p>
          <a:pPr rtl="0"/>
          <a:r>
            <a:rPr lang="zh-CN" b="0" i="0" smtClean="0"/>
            <a:t>水晶爱好者也会偏好这种特别产品的收藏。所以，水晶吊坠在市场上的潜力是无法估量的。</a:t>
          </a:r>
          <a:endParaRPr lang="zh-CN"/>
        </a:p>
      </dgm:t>
    </dgm:pt>
    <dgm:pt modelId="{AD9E4CAB-ED27-4581-9A7A-7F4673824CFD}" type="parTrans" cxnId="{DB3FF591-0976-4392-B3CB-0A8E5343834A}">
      <dgm:prSet/>
      <dgm:spPr/>
      <dgm:t>
        <a:bodyPr/>
        <a:lstStyle/>
        <a:p>
          <a:endParaRPr lang="zh-CN" altLang="en-US"/>
        </a:p>
      </dgm:t>
    </dgm:pt>
    <dgm:pt modelId="{0E81B0C2-A6A1-41AF-A665-9A6FABC3F3C2}" type="sibTrans" cxnId="{DB3FF591-0976-4392-B3CB-0A8E5343834A}">
      <dgm:prSet/>
      <dgm:spPr/>
      <dgm:t>
        <a:bodyPr/>
        <a:lstStyle/>
        <a:p>
          <a:endParaRPr lang="zh-CN" altLang="en-US"/>
        </a:p>
      </dgm:t>
    </dgm:pt>
    <dgm:pt modelId="{C305329B-D75D-4B6F-8A69-475858279EF8}" type="pres">
      <dgm:prSet presAssocID="{D1C82DC5-DE66-48C6-9C66-CA17E463A731}" presName="linear" presStyleCnt="0">
        <dgm:presLayoutVars>
          <dgm:animLvl val="lvl"/>
          <dgm:resizeHandles val="exact"/>
        </dgm:presLayoutVars>
      </dgm:prSet>
      <dgm:spPr/>
    </dgm:pt>
    <dgm:pt modelId="{9FFDCF8F-7C50-43BF-A0ED-EE461D422F04}" type="pres">
      <dgm:prSet presAssocID="{48BD6DB2-CE1E-41D4-8825-D2C23B91D2DB}" presName="parentText" presStyleLbl="node1" presStyleIdx="0" presStyleCnt="2">
        <dgm:presLayoutVars>
          <dgm:chMax val="0"/>
          <dgm:bulletEnabled val="1"/>
        </dgm:presLayoutVars>
      </dgm:prSet>
      <dgm:spPr/>
    </dgm:pt>
    <dgm:pt modelId="{CD45D2E8-511F-4084-849F-3FCC1E1C2E9D}" type="pres">
      <dgm:prSet presAssocID="{4DA80E22-CE88-4351-8C85-CDD6C40CF89E}" presName="spacer" presStyleCnt="0"/>
      <dgm:spPr/>
    </dgm:pt>
    <dgm:pt modelId="{AD38B029-40AA-4394-91FA-BAE5AC36DB6B}" type="pres">
      <dgm:prSet presAssocID="{CB11A691-B80F-476B-B228-3BA69185D2AE}" presName="parentText" presStyleLbl="node1" presStyleIdx="1" presStyleCnt="2">
        <dgm:presLayoutVars>
          <dgm:chMax val="0"/>
          <dgm:bulletEnabled val="1"/>
        </dgm:presLayoutVars>
      </dgm:prSet>
      <dgm:spPr/>
    </dgm:pt>
  </dgm:ptLst>
  <dgm:cxnLst>
    <dgm:cxn modelId="{DB3FF591-0976-4392-B3CB-0A8E5343834A}" srcId="{D1C82DC5-DE66-48C6-9C66-CA17E463A731}" destId="{CB11A691-B80F-476B-B228-3BA69185D2AE}" srcOrd="1" destOrd="0" parTransId="{AD9E4CAB-ED27-4581-9A7A-7F4673824CFD}" sibTransId="{0E81B0C2-A6A1-41AF-A665-9A6FABC3F3C2}"/>
    <dgm:cxn modelId="{41C846C2-F797-4428-93A6-9BAB647FD5D5}" type="presOf" srcId="{48BD6DB2-CE1E-41D4-8825-D2C23B91D2DB}" destId="{9FFDCF8F-7C50-43BF-A0ED-EE461D422F04}" srcOrd="0" destOrd="0" presId="urn:microsoft.com/office/officeart/2005/8/layout/vList2"/>
    <dgm:cxn modelId="{E5FF27FE-7427-402C-BD59-B9AE2BAA3FDA}" type="presOf" srcId="{D1C82DC5-DE66-48C6-9C66-CA17E463A731}" destId="{C305329B-D75D-4B6F-8A69-475858279EF8}" srcOrd="0" destOrd="0" presId="urn:microsoft.com/office/officeart/2005/8/layout/vList2"/>
    <dgm:cxn modelId="{8CB05D21-345D-476A-BEC8-E69AB55F2858}" type="presOf" srcId="{CB11A691-B80F-476B-B228-3BA69185D2AE}" destId="{AD38B029-40AA-4394-91FA-BAE5AC36DB6B}" srcOrd="0" destOrd="0" presId="urn:microsoft.com/office/officeart/2005/8/layout/vList2"/>
    <dgm:cxn modelId="{F39D9D6C-727C-4098-A349-6A2D46CCC2B6}" srcId="{D1C82DC5-DE66-48C6-9C66-CA17E463A731}" destId="{48BD6DB2-CE1E-41D4-8825-D2C23B91D2DB}" srcOrd="0" destOrd="0" parTransId="{EA088B89-1BA1-420E-9BC6-6CD32E19876E}" sibTransId="{4DA80E22-CE88-4351-8C85-CDD6C40CF89E}"/>
    <dgm:cxn modelId="{49FE2EC7-ED13-4A2D-801C-8C5B2F7B8AE4}" type="presParOf" srcId="{C305329B-D75D-4B6F-8A69-475858279EF8}" destId="{9FFDCF8F-7C50-43BF-A0ED-EE461D422F04}" srcOrd="0" destOrd="0" presId="urn:microsoft.com/office/officeart/2005/8/layout/vList2"/>
    <dgm:cxn modelId="{0FFC4BD8-0278-48E4-A26B-99E1BC398D58}" type="presParOf" srcId="{C305329B-D75D-4B6F-8A69-475858279EF8}" destId="{CD45D2E8-511F-4084-849F-3FCC1E1C2E9D}" srcOrd="1" destOrd="0" presId="urn:microsoft.com/office/officeart/2005/8/layout/vList2"/>
    <dgm:cxn modelId="{3A70846B-A23C-4E79-9234-28B90659E0C9}" type="presParOf" srcId="{C305329B-D75D-4B6F-8A69-475858279EF8}" destId="{AD38B029-40AA-4394-91FA-BAE5AC36DB6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874F81-6A1C-4C68-BC0E-273E28C6A0EF}" type="doc">
      <dgm:prSet loTypeId="urn:microsoft.com/office/officeart/2005/8/layout/hProcess11" loCatId="process" qsTypeId="urn:microsoft.com/office/officeart/2005/8/quickstyle/3d1" qsCatId="3D" csTypeId="urn:microsoft.com/office/officeart/2005/8/colors/accent1_2" csCatId="accent1"/>
      <dgm:spPr/>
      <dgm:t>
        <a:bodyPr/>
        <a:lstStyle/>
        <a:p>
          <a:endParaRPr lang="zh-CN" altLang="en-US"/>
        </a:p>
      </dgm:t>
    </dgm:pt>
    <dgm:pt modelId="{B9225557-0C6F-402C-A88E-6E1C9C89DB52}">
      <dgm:prSet/>
      <dgm:spPr/>
      <dgm:t>
        <a:bodyPr/>
        <a:lstStyle/>
        <a:p>
          <a:pPr rtl="0"/>
          <a:r>
            <a:rPr lang="zh-CN" b="0" i="0" smtClean="0"/>
            <a:t>第一阶段：打响产品知名度</a:t>
          </a:r>
          <a:endParaRPr lang="zh-CN"/>
        </a:p>
      </dgm:t>
    </dgm:pt>
    <dgm:pt modelId="{B34AD1EF-D53D-41D5-8B8F-96C456576718}" type="parTrans" cxnId="{99B466DF-9983-49CA-95B1-04706694AED5}">
      <dgm:prSet/>
      <dgm:spPr/>
      <dgm:t>
        <a:bodyPr/>
        <a:lstStyle/>
        <a:p>
          <a:endParaRPr lang="zh-CN" altLang="en-US"/>
        </a:p>
      </dgm:t>
    </dgm:pt>
    <dgm:pt modelId="{4C0C09DA-85D5-4780-BE44-11C843D9A28D}" type="sibTrans" cxnId="{99B466DF-9983-49CA-95B1-04706694AED5}">
      <dgm:prSet/>
      <dgm:spPr/>
      <dgm:t>
        <a:bodyPr/>
        <a:lstStyle/>
        <a:p>
          <a:endParaRPr lang="zh-CN" altLang="en-US"/>
        </a:p>
      </dgm:t>
    </dgm:pt>
    <dgm:pt modelId="{603638C6-A7DD-41C0-BE60-55D7DD6F97F4}">
      <dgm:prSet/>
      <dgm:spPr/>
      <dgm:t>
        <a:bodyPr/>
        <a:lstStyle/>
        <a:p>
          <a:pPr rtl="0"/>
          <a:r>
            <a:rPr lang="zh-CN" b="0" i="0" smtClean="0"/>
            <a:t>第二阶段：增强产品的影响力</a:t>
          </a:r>
          <a:endParaRPr lang="zh-CN"/>
        </a:p>
      </dgm:t>
    </dgm:pt>
    <dgm:pt modelId="{F73CE71E-46D6-42AA-8FAD-A2D3C7FC568D}" type="parTrans" cxnId="{401C07C5-B6CF-4DB1-91ED-7F8E67DAAF92}">
      <dgm:prSet/>
      <dgm:spPr/>
      <dgm:t>
        <a:bodyPr/>
        <a:lstStyle/>
        <a:p>
          <a:endParaRPr lang="zh-CN" altLang="en-US"/>
        </a:p>
      </dgm:t>
    </dgm:pt>
    <dgm:pt modelId="{0B90A517-9EA3-46B2-B70C-1A109A33CBCB}" type="sibTrans" cxnId="{401C07C5-B6CF-4DB1-91ED-7F8E67DAAF92}">
      <dgm:prSet/>
      <dgm:spPr/>
      <dgm:t>
        <a:bodyPr/>
        <a:lstStyle/>
        <a:p>
          <a:endParaRPr lang="zh-CN" altLang="en-US"/>
        </a:p>
      </dgm:t>
    </dgm:pt>
    <dgm:pt modelId="{468326F9-1C4A-4CDF-8210-6F1EFC12EB60}">
      <dgm:prSet/>
      <dgm:spPr/>
      <dgm:t>
        <a:bodyPr/>
        <a:lstStyle/>
        <a:p>
          <a:pPr rtl="0"/>
          <a:r>
            <a:rPr lang="zh-CN" b="0" i="0" smtClean="0"/>
            <a:t>第三阶段：抓住时机打开国际市场</a:t>
          </a:r>
          <a:endParaRPr lang="zh-CN"/>
        </a:p>
      </dgm:t>
    </dgm:pt>
    <dgm:pt modelId="{8BED85A6-B220-45BD-A617-6A9E46F6F61F}" type="parTrans" cxnId="{5F9747DC-D266-4812-BB25-D07095C52E35}">
      <dgm:prSet/>
      <dgm:spPr/>
      <dgm:t>
        <a:bodyPr/>
        <a:lstStyle/>
        <a:p>
          <a:endParaRPr lang="zh-CN" altLang="en-US"/>
        </a:p>
      </dgm:t>
    </dgm:pt>
    <dgm:pt modelId="{BE936CB2-6E3B-4DB1-AE07-EECA5EECD71F}" type="sibTrans" cxnId="{5F9747DC-D266-4812-BB25-D07095C52E35}">
      <dgm:prSet/>
      <dgm:spPr/>
      <dgm:t>
        <a:bodyPr/>
        <a:lstStyle/>
        <a:p>
          <a:endParaRPr lang="zh-CN" altLang="en-US"/>
        </a:p>
      </dgm:t>
    </dgm:pt>
    <dgm:pt modelId="{8727AAC3-11A8-42D2-9B11-BC90F5F127CA}" type="pres">
      <dgm:prSet presAssocID="{C6874F81-6A1C-4C68-BC0E-273E28C6A0EF}" presName="Name0" presStyleCnt="0">
        <dgm:presLayoutVars>
          <dgm:dir/>
          <dgm:resizeHandles val="exact"/>
        </dgm:presLayoutVars>
      </dgm:prSet>
      <dgm:spPr/>
    </dgm:pt>
    <dgm:pt modelId="{C84EEF42-B36D-4829-B0F6-4FE19C80C5FD}" type="pres">
      <dgm:prSet presAssocID="{C6874F81-6A1C-4C68-BC0E-273E28C6A0EF}" presName="arrow" presStyleLbl="bgShp" presStyleIdx="0" presStyleCnt="1"/>
      <dgm:spPr/>
    </dgm:pt>
    <dgm:pt modelId="{2C2C55AE-EE45-401D-8EEC-FAF7A7CE8B39}" type="pres">
      <dgm:prSet presAssocID="{C6874F81-6A1C-4C68-BC0E-273E28C6A0EF}" presName="points" presStyleCnt="0"/>
      <dgm:spPr/>
    </dgm:pt>
    <dgm:pt modelId="{908FADAB-FD2E-45A8-8131-9318EE968559}" type="pres">
      <dgm:prSet presAssocID="{B9225557-0C6F-402C-A88E-6E1C9C89DB52}" presName="compositeA" presStyleCnt="0"/>
      <dgm:spPr/>
    </dgm:pt>
    <dgm:pt modelId="{9EA74A85-03EF-420D-850D-DFFF1BB43A52}" type="pres">
      <dgm:prSet presAssocID="{B9225557-0C6F-402C-A88E-6E1C9C89DB52}" presName="textA" presStyleLbl="revTx" presStyleIdx="0" presStyleCnt="3">
        <dgm:presLayoutVars>
          <dgm:bulletEnabled val="1"/>
        </dgm:presLayoutVars>
      </dgm:prSet>
      <dgm:spPr/>
    </dgm:pt>
    <dgm:pt modelId="{0FA97673-B80E-41AE-B6B2-A4A6A2637F9C}" type="pres">
      <dgm:prSet presAssocID="{B9225557-0C6F-402C-A88E-6E1C9C89DB52}" presName="circleA" presStyleLbl="node1" presStyleIdx="0" presStyleCnt="3"/>
      <dgm:spPr/>
    </dgm:pt>
    <dgm:pt modelId="{BD37ABD3-24B0-4EE8-8CA2-3760860DA760}" type="pres">
      <dgm:prSet presAssocID="{B9225557-0C6F-402C-A88E-6E1C9C89DB52}" presName="spaceA" presStyleCnt="0"/>
      <dgm:spPr/>
    </dgm:pt>
    <dgm:pt modelId="{B1D88BF2-2D27-400F-8736-F61C0B5D21AB}" type="pres">
      <dgm:prSet presAssocID="{4C0C09DA-85D5-4780-BE44-11C843D9A28D}" presName="space" presStyleCnt="0"/>
      <dgm:spPr/>
    </dgm:pt>
    <dgm:pt modelId="{59B74BCC-A87B-401A-8B49-EE4B17403BEF}" type="pres">
      <dgm:prSet presAssocID="{603638C6-A7DD-41C0-BE60-55D7DD6F97F4}" presName="compositeB" presStyleCnt="0"/>
      <dgm:spPr/>
    </dgm:pt>
    <dgm:pt modelId="{64D5D073-5BF6-4925-A81B-59757B1E2743}" type="pres">
      <dgm:prSet presAssocID="{603638C6-A7DD-41C0-BE60-55D7DD6F97F4}" presName="textB" presStyleLbl="revTx" presStyleIdx="1" presStyleCnt="3">
        <dgm:presLayoutVars>
          <dgm:bulletEnabled val="1"/>
        </dgm:presLayoutVars>
      </dgm:prSet>
      <dgm:spPr/>
    </dgm:pt>
    <dgm:pt modelId="{0A558849-1E11-449A-9892-4A31BB49EEF2}" type="pres">
      <dgm:prSet presAssocID="{603638C6-A7DD-41C0-BE60-55D7DD6F97F4}" presName="circleB" presStyleLbl="node1" presStyleIdx="1" presStyleCnt="3"/>
      <dgm:spPr/>
    </dgm:pt>
    <dgm:pt modelId="{5585EC31-13BB-4E44-84BD-E1F59CBB2AD0}" type="pres">
      <dgm:prSet presAssocID="{603638C6-A7DD-41C0-BE60-55D7DD6F97F4}" presName="spaceB" presStyleCnt="0"/>
      <dgm:spPr/>
    </dgm:pt>
    <dgm:pt modelId="{11DCAC5C-756B-4C65-B6DB-942FCC6346C3}" type="pres">
      <dgm:prSet presAssocID="{0B90A517-9EA3-46B2-B70C-1A109A33CBCB}" presName="space" presStyleCnt="0"/>
      <dgm:spPr/>
    </dgm:pt>
    <dgm:pt modelId="{03911F89-C858-4994-81F8-1DE8F70583E7}" type="pres">
      <dgm:prSet presAssocID="{468326F9-1C4A-4CDF-8210-6F1EFC12EB60}" presName="compositeA" presStyleCnt="0"/>
      <dgm:spPr/>
    </dgm:pt>
    <dgm:pt modelId="{DF2F4941-8C3A-4FD1-A4B4-9D86C6705E86}" type="pres">
      <dgm:prSet presAssocID="{468326F9-1C4A-4CDF-8210-6F1EFC12EB60}" presName="textA" presStyleLbl="revTx" presStyleIdx="2" presStyleCnt="3">
        <dgm:presLayoutVars>
          <dgm:bulletEnabled val="1"/>
        </dgm:presLayoutVars>
      </dgm:prSet>
      <dgm:spPr/>
    </dgm:pt>
    <dgm:pt modelId="{D210BB49-2869-4550-9A72-FA08512C53A1}" type="pres">
      <dgm:prSet presAssocID="{468326F9-1C4A-4CDF-8210-6F1EFC12EB60}" presName="circleA" presStyleLbl="node1" presStyleIdx="2" presStyleCnt="3"/>
      <dgm:spPr/>
    </dgm:pt>
    <dgm:pt modelId="{D8FAAA55-B201-4DF2-8A96-E60F908BF634}" type="pres">
      <dgm:prSet presAssocID="{468326F9-1C4A-4CDF-8210-6F1EFC12EB60}" presName="spaceA" presStyleCnt="0"/>
      <dgm:spPr/>
    </dgm:pt>
  </dgm:ptLst>
  <dgm:cxnLst>
    <dgm:cxn modelId="{5F9747DC-D266-4812-BB25-D07095C52E35}" srcId="{C6874F81-6A1C-4C68-BC0E-273E28C6A0EF}" destId="{468326F9-1C4A-4CDF-8210-6F1EFC12EB60}" srcOrd="2" destOrd="0" parTransId="{8BED85A6-B220-45BD-A617-6A9E46F6F61F}" sibTransId="{BE936CB2-6E3B-4DB1-AE07-EECA5EECD71F}"/>
    <dgm:cxn modelId="{F151D694-7505-469E-8A78-4A710326DCE1}" type="presOf" srcId="{C6874F81-6A1C-4C68-BC0E-273E28C6A0EF}" destId="{8727AAC3-11A8-42D2-9B11-BC90F5F127CA}" srcOrd="0" destOrd="0" presId="urn:microsoft.com/office/officeart/2005/8/layout/hProcess11"/>
    <dgm:cxn modelId="{135BF7A4-4291-4E8B-AF13-33B7192D1463}" type="presOf" srcId="{603638C6-A7DD-41C0-BE60-55D7DD6F97F4}" destId="{64D5D073-5BF6-4925-A81B-59757B1E2743}" srcOrd="0" destOrd="0" presId="urn:microsoft.com/office/officeart/2005/8/layout/hProcess11"/>
    <dgm:cxn modelId="{FA4F6E19-FB95-40D1-A816-B431E1D0A6DA}" type="presOf" srcId="{468326F9-1C4A-4CDF-8210-6F1EFC12EB60}" destId="{DF2F4941-8C3A-4FD1-A4B4-9D86C6705E86}" srcOrd="0" destOrd="0" presId="urn:microsoft.com/office/officeart/2005/8/layout/hProcess11"/>
    <dgm:cxn modelId="{99B466DF-9983-49CA-95B1-04706694AED5}" srcId="{C6874F81-6A1C-4C68-BC0E-273E28C6A0EF}" destId="{B9225557-0C6F-402C-A88E-6E1C9C89DB52}" srcOrd="0" destOrd="0" parTransId="{B34AD1EF-D53D-41D5-8B8F-96C456576718}" sibTransId="{4C0C09DA-85D5-4780-BE44-11C843D9A28D}"/>
    <dgm:cxn modelId="{89D05074-9F1C-4EC7-9D4C-AE0A1084A684}" type="presOf" srcId="{B9225557-0C6F-402C-A88E-6E1C9C89DB52}" destId="{9EA74A85-03EF-420D-850D-DFFF1BB43A52}" srcOrd="0" destOrd="0" presId="urn:microsoft.com/office/officeart/2005/8/layout/hProcess11"/>
    <dgm:cxn modelId="{401C07C5-B6CF-4DB1-91ED-7F8E67DAAF92}" srcId="{C6874F81-6A1C-4C68-BC0E-273E28C6A0EF}" destId="{603638C6-A7DD-41C0-BE60-55D7DD6F97F4}" srcOrd="1" destOrd="0" parTransId="{F73CE71E-46D6-42AA-8FAD-A2D3C7FC568D}" sibTransId="{0B90A517-9EA3-46B2-B70C-1A109A33CBCB}"/>
    <dgm:cxn modelId="{11EB42C7-C997-4AC6-8FA4-6A5EBE7D802F}" type="presParOf" srcId="{8727AAC3-11A8-42D2-9B11-BC90F5F127CA}" destId="{C84EEF42-B36D-4829-B0F6-4FE19C80C5FD}" srcOrd="0" destOrd="0" presId="urn:microsoft.com/office/officeart/2005/8/layout/hProcess11"/>
    <dgm:cxn modelId="{31B7C93E-5572-4113-8778-A76157B1CF5F}" type="presParOf" srcId="{8727AAC3-11A8-42D2-9B11-BC90F5F127CA}" destId="{2C2C55AE-EE45-401D-8EEC-FAF7A7CE8B39}" srcOrd="1" destOrd="0" presId="urn:microsoft.com/office/officeart/2005/8/layout/hProcess11"/>
    <dgm:cxn modelId="{C6547A4F-6CAF-424D-A20C-09EA49E59AE1}" type="presParOf" srcId="{2C2C55AE-EE45-401D-8EEC-FAF7A7CE8B39}" destId="{908FADAB-FD2E-45A8-8131-9318EE968559}" srcOrd="0" destOrd="0" presId="urn:microsoft.com/office/officeart/2005/8/layout/hProcess11"/>
    <dgm:cxn modelId="{7D3D7847-C14B-4AE8-B55E-73D1B48FB3A9}" type="presParOf" srcId="{908FADAB-FD2E-45A8-8131-9318EE968559}" destId="{9EA74A85-03EF-420D-850D-DFFF1BB43A52}" srcOrd="0" destOrd="0" presId="urn:microsoft.com/office/officeart/2005/8/layout/hProcess11"/>
    <dgm:cxn modelId="{062207CD-748C-431F-BCDB-EF2AE4CE16BE}" type="presParOf" srcId="{908FADAB-FD2E-45A8-8131-9318EE968559}" destId="{0FA97673-B80E-41AE-B6B2-A4A6A2637F9C}" srcOrd="1" destOrd="0" presId="urn:microsoft.com/office/officeart/2005/8/layout/hProcess11"/>
    <dgm:cxn modelId="{177645A6-C226-4A86-8786-59CD17AAE0EC}" type="presParOf" srcId="{908FADAB-FD2E-45A8-8131-9318EE968559}" destId="{BD37ABD3-24B0-4EE8-8CA2-3760860DA760}" srcOrd="2" destOrd="0" presId="urn:microsoft.com/office/officeart/2005/8/layout/hProcess11"/>
    <dgm:cxn modelId="{E5A7C6DD-E25A-453F-8969-D51514E0294C}" type="presParOf" srcId="{2C2C55AE-EE45-401D-8EEC-FAF7A7CE8B39}" destId="{B1D88BF2-2D27-400F-8736-F61C0B5D21AB}" srcOrd="1" destOrd="0" presId="urn:microsoft.com/office/officeart/2005/8/layout/hProcess11"/>
    <dgm:cxn modelId="{ACE37BF6-DE0F-4142-BF25-B40F99C0FA7F}" type="presParOf" srcId="{2C2C55AE-EE45-401D-8EEC-FAF7A7CE8B39}" destId="{59B74BCC-A87B-401A-8B49-EE4B17403BEF}" srcOrd="2" destOrd="0" presId="urn:microsoft.com/office/officeart/2005/8/layout/hProcess11"/>
    <dgm:cxn modelId="{06B7EE36-C71D-40DC-B36C-D1B40073285B}" type="presParOf" srcId="{59B74BCC-A87B-401A-8B49-EE4B17403BEF}" destId="{64D5D073-5BF6-4925-A81B-59757B1E2743}" srcOrd="0" destOrd="0" presId="urn:microsoft.com/office/officeart/2005/8/layout/hProcess11"/>
    <dgm:cxn modelId="{143BA902-F25A-48CB-AD2F-795148B33F81}" type="presParOf" srcId="{59B74BCC-A87B-401A-8B49-EE4B17403BEF}" destId="{0A558849-1E11-449A-9892-4A31BB49EEF2}" srcOrd="1" destOrd="0" presId="urn:microsoft.com/office/officeart/2005/8/layout/hProcess11"/>
    <dgm:cxn modelId="{70F459BF-CBE9-4BC5-91A8-F09813C06D65}" type="presParOf" srcId="{59B74BCC-A87B-401A-8B49-EE4B17403BEF}" destId="{5585EC31-13BB-4E44-84BD-E1F59CBB2AD0}" srcOrd="2" destOrd="0" presId="urn:microsoft.com/office/officeart/2005/8/layout/hProcess11"/>
    <dgm:cxn modelId="{1463404E-88AE-4329-A0D8-402EB10A26F5}" type="presParOf" srcId="{2C2C55AE-EE45-401D-8EEC-FAF7A7CE8B39}" destId="{11DCAC5C-756B-4C65-B6DB-942FCC6346C3}" srcOrd="3" destOrd="0" presId="urn:microsoft.com/office/officeart/2005/8/layout/hProcess11"/>
    <dgm:cxn modelId="{AD11C4CF-43A6-469A-B243-A2F151F7C006}" type="presParOf" srcId="{2C2C55AE-EE45-401D-8EEC-FAF7A7CE8B39}" destId="{03911F89-C858-4994-81F8-1DE8F70583E7}" srcOrd="4" destOrd="0" presId="urn:microsoft.com/office/officeart/2005/8/layout/hProcess11"/>
    <dgm:cxn modelId="{7743B4FE-0309-4ACC-9002-77BC692EAC8F}" type="presParOf" srcId="{03911F89-C858-4994-81F8-1DE8F70583E7}" destId="{DF2F4941-8C3A-4FD1-A4B4-9D86C6705E86}" srcOrd="0" destOrd="0" presId="urn:microsoft.com/office/officeart/2005/8/layout/hProcess11"/>
    <dgm:cxn modelId="{29953A30-A7CD-4EF5-8C92-3CEEFD9D0753}" type="presParOf" srcId="{03911F89-C858-4994-81F8-1DE8F70583E7}" destId="{D210BB49-2869-4550-9A72-FA08512C53A1}" srcOrd="1" destOrd="0" presId="urn:microsoft.com/office/officeart/2005/8/layout/hProcess11"/>
    <dgm:cxn modelId="{45868DA2-4128-4F49-A278-6B919F8090BF}" type="presParOf" srcId="{03911F89-C858-4994-81F8-1DE8F70583E7}" destId="{D8FAAA55-B201-4DF2-8A96-E60F908BF634}"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DCF8F-7C50-43BF-A0ED-EE461D422F04}">
      <dsp:nvSpPr>
        <dsp:cNvPr id="0" name=""/>
        <dsp:cNvSpPr/>
      </dsp:nvSpPr>
      <dsp:spPr>
        <a:xfrm>
          <a:off x="0" y="188099"/>
          <a:ext cx="3892550" cy="1497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CN" sz="2000" b="0" i="0" kern="1200" smtClean="0"/>
            <a:t>就目前饰品行业的市场状况来看，追求时尚的女性越来越向往高品质的饰品消费，而水晶饰品恰恰符合她们日益增长的这种需求。</a:t>
          </a:r>
          <a:endParaRPr lang="zh-CN" sz="2000" kern="1200"/>
        </a:p>
      </dsp:txBody>
      <dsp:txXfrm>
        <a:off x="73107" y="261206"/>
        <a:ext cx="3746336" cy="1351386"/>
      </dsp:txXfrm>
    </dsp:sp>
    <dsp:sp modelId="{AD38B029-40AA-4394-91FA-BAE5AC36DB6B}">
      <dsp:nvSpPr>
        <dsp:cNvPr id="0" name=""/>
        <dsp:cNvSpPr/>
      </dsp:nvSpPr>
      <dsp:spPr>
        <a:xfrm>
          <a:off x="0" y="1743300"/>
          <a:ext cx="3892550" cy="1497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CN" sz="2000" b="0" i="0" kern="1200" smtClean="0"/>
            <a:t>水晶爱好者也会偏好这种特别产品的收藏。所以，水晶吊坠在市场上的潜力是无法估量的。</a:t>
          </a:r>
          <a:endParaRPr lang="zh-CN" sz="2000" kern="1200"/>
        </a:p>
      </dsp:txBody>
      <dsp:txXfrm>
        <a:off x="73107" y="1816407"/>
        <a:ext cx="3746336" cy="13513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EEF42-B36D-4829-B0F6-4FE19C80C5FD}">
      <dsp:nvSpPr>
        <dsp:cNvPr id="0" name=""/>
        <dsp:cNvSpPr/>
      </dsp:nvSpPr>
      <dsp:spPr>
        <a:xfrm>
          <a:off x="0" y="768667"/>
          <a:ext cx="6619244" cy="1024890"/>
        </a:xfrm>
        <a:prstGeom prst="notchedRightArrow">
          <a:avLst/>
        </a:prstGeom>
        <a:gradFill rotWithShape="0">
          <a:gsLst>
            <a:gs pos="0">
              <a:schemeClr val="accent1">
                <a:tint val="40000"/>
                <a:hueOff val="0"/>
                <a:satOff val="0"/>
                <a:lumOff val="0"/>
                <a:alphaOff val="0"/>
                <a:tint val="98000"/>
                <a:lumMod val="114000"/>
              </a:schemeClr>
            </a:gs>
            <a:gs pos="100000">
              <a:schemeClr val="accent1">
                <a:tint val="40000"/>
                <a:hueOff val="0"/>
                <a:satOff val="0"/>
                <a:lumOff val="0"/>
                <a:alphaOff val="0"/>
                <a:shade val="90000"/>
                <a:lumMod val="84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9EA74A85-03EF-420D-850D-DFFF1BB43A52}">
      <dsp:nvSpPr>
        <dsp:cNvPr id="0" name=""/>
        <dsp:cNvSpPr/>
      </dsp:nvSpPr>
      <dsp:spPr>
        <a:xfrm>
          <a:off x="2908" y="0"/>
          <a:ext cx="1919839" cy="1024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b" anchorCtr="0">
          <a:noAutofit/>
        </a:bodyPr>
        <a:lstStyle/>
        <a:p>
          <a:pPr lvl="0" algn="ctr" defTabSz="755650" rtl="0">
            <a:lnSpc>
              <a:spcPct val="90000"/>
            </a:lnSpc>
            <a:spcBef>
              <a:spcPct val="0"/>
            </a:spcBef>
            <a:spcAft>
              <a:spcPct val="35000"/>
            </a:spcAft>
          </a:pPr>
          <a:r>
            <a:rPr lang="zh-CN" sz="1700" b="0" i="0" kern="1200" smtClean="0"/>
            <a:t>第一阶段：打响产品知名度</a:t>
          </a:r>
          <a:endParaRPr lang="zh-CN" sz="1700" kern="1200"/>
        </a:p>
      </dsp:txBody>
      <dsp:txXfrm>
        <a:off x="2908" y="0"/>
        <a:ext cx="1919839" cy="1024890"/>
      </dsp:txXfrm>
    </dsp:sp>
    <dsp:sp modelId="{0FA97673-B80E-41AE-B6B2-A4A6A2637F9C}">
      <dsp:nvSpPr>
        <dsp:cNvPr id="0" name=""/>
        <dsp:cNvSpPr/>
      </dsp:nvSpPr>
      <dsp:spPr>
        <a:xfrm>
          <a:off x="834717" y="1153001"/>
          <a:ext cx="256222" cy="256222"/>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64D5D073-5BF6-4925-A81B-59757B1E2743}">
      <dsp:nvSpPr>
        <dsp:cNvPr id="0" name=""/>
        <dsp:cNvSpPr/>
      </dsp:nvSpPr>
      <dsp:spPr>
        <a:xfrm>
          <a:off x="2018740" y="1537335"/>
          <a:ext cx="1919839" cy="1024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t" anchorCtr="0">
          <a:noAutofit/>
        </a:bodyPr>
        <a:lstStyle/>
        <a:p>
          <a:pPr lvl="0" algn="ctr" defTabSz="755650" rtl="0">
            <a:lnSpc>
              <a:spcPct val="90000"/>
            </a:lnSpc>
            <a:spcBef>
              <a:spcPct val="0"/>
            </a:spcBef>
            <a:spcAft>
              <a:spcPct val="35000"/>
            </a:spcAft>
          </a:pPr>
          <a:r>
            <a:rPr lang="zh-CN" sz="1700" b="0" i="0" kern="1200" smtClean="0"/>
            <a:t>第二阶段：增强产品的影响力</a:t>
          </a:r>
          <a:endParaRPr lang="zh-CN" sz="1700" kern="1200"/>
        </a:p>
      </dsp:txBody>
      <dsp:txXfrm>
        <a:off x="2018740" y="1537335"/>
        <a:ext cx="1919839" cy="1024890"/>
      </dsp:txXfrm>
    </dsp:sp>
    <dsp:sp modelId="{0A558849-1E11-449A-9892-4A31BB49EEF2}">
      <dsp:nvSpPr>
        <dsp:cNvPr id="0" name=""/>
        <dsp:cNvSpPr/>
      </dsp:nvSpPr>
      <dsp:spPr>
        <a:xfrm>
          <a:off x="2850548" y="1153001"/>
          <a:ext cx="256222" cy="256222"/>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F2F4941-8C3A-4FD1-A4B4-9D86C6705E86}">
      <dsp:nvSpPr>
        <dsp:cNvPr id="0" name=""/>
        <dsp:cNvSpPr/>
      </dsp:nvSpPr>
      <dsp:spPr>
        <a:xfrm>
          <a:off x="4034571" y="0"/>
          <a:ext cx="1919839" cy="1024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b" anchorCtr="0">
          <a:noAutofit/>
        </a:bodyPr>
        <a:lstStyle/>
        <a:p>
          <a:pPr lvl="0" algn="ctr" defTabSz="755650" rtl="0">
            <a:lnSpc>
              <a:spcPct val="90000"/>
            </a:lnSpc>
            <a:spcBef>
              <a:spcPct val="0"/>
            </a:spcBef>
            <a:spcAft>
              <a:spcPct val="35000"/>
            </a:spcAft>
          </a:pPr>
          <a:r>
            <a:rPr lang="zh-CN" sz="1700" b="0" i="0" kern="1200" smtClean="0"/>
            <a:t>第三阶段：抓住时机打开国际市场</a:t>
          </a:r>
          <a:endParaRPr lang="zh-CN" sz="1700" kern="1200"/>
        </a:p>
      </dsp:txBody>
      <dsp:txXfrm>
        <a:off x="4034571" y="0"/>
        <a:ext cx="1919839" cy="1024890"/>
      </dsp:txXfrm>
    </dsp:sp>
    <dsp:sp modelId="{D210BB49-2869-4550-9A72-FA08512C53A1}">
      <dsp:nvSpPr>
        <dsp:cNvPr id="0" name=""/>
        <dsp:cNvSpPr/>
      </dsp:nvSpPr>
      <dsp:spPr>
        <a:xfrm>
          <a:off x="4866379" y="1153001"/>
          <a:ext cx="256222" cy="256222"/>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E899BB-0F22-45BB-91C4-A05C9D3CB8CF}" type="datetimeFigureOut">
              <a:rPr lang="zh-CN" altLang="en-US" smtClean="0"/>
              <a:t>2021/4/15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AFA9EB-2DD5-458B-AB8F-7FE90BE1C517}" type="slidenum">
              <a:rPr lang="zh-CN" altLang="en-US" smtClean="0"/>
              <a:t>‹#›</a:t>
            </a:fld>
            <a:endParaRPr lang="zh-CN" altLang="en-US"/>
          </a:p>
        </p:txBody>
      </p:sp>
    </p:spTree>
    <p:extLst>
      <p:ext uri="{BB962C8B-B14F-4D97-AF65-F5344CB8AC3E}">
        <p14:creationId xmlns:p14="http://schemas.microsoft.com/office/powerpoint/2010/main" val="1318735877"/>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866216" y="1574800"/>
            <a:ext cx="6619244" cy="2008236"/>
          </a:xfrm>
        </p:spPr>
        <p:txBody>
          <a:bodyPr anchor="b"/>
          <a:lstStyle>
            <a:lvl1pPr>
              <a:defRPr sz="4050"/>
            </a:lvl1pPr>
          </a:lstStyle>
          <a:p>
            <a:r>
              <a:rPr lang="zh-CN" altLang="en-US" smtClean="0"/>
              <a:t>单击此处编辑母版标题样式</a:t>
            </a:r>
            <a:endParaRPr lang="en-US" dirty="0"/>
          </a:p>
        </p:txBody>
      </p:sp>
      <p:sp>
        <p:nvSpPr>
          <p:cNvPr id="3" name="Subtitle 2"/>
          <p:cNvSpPr>
            <a:spLocks noGrp="1"/>
          </p:cNvSpPr>
          <p:nvPr>
            <p:ph type="subTitle" idx="1"/>
          </p:nvPr>
        </p:nvSpPr>
        <p:spPr bwMode="gray">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bwMode="gray">
          <a:xfrm rot="5400000">
            <a:off x="7619239" y="1344169"/>
            <a:ext cx="742949" cy="228599"/>
          </a:xfrm>
        </p:spPr>
        <p:txBody>
          <a:bodyPr anchor="t"/>
          <a:lstStyle>
            <a:lvl1pPr algn="l">
              <a:defRPr b="0" i="0">
                <a:solidFill>
                  <a:schemeClr val="bg1">
                    <a:alpha val="60000"/>
                  </a:schemeClr>
                </a:solidFill>
              </a:defRPr>
            </a:lvl1pPr>
          </a:lstStyle>
          <a:p>
            <a:fld id="{7BD4B7DB-9B30-4AA4-9541-AE66D98384F5}" type="datetime1">
              <a:rPr lang="zh-CN" altLang="en-US" smtClean="0"/>
              <a:t>2021/4/15</a:t>
            </a:fld>
            <a:endParaRPr lang="zh-CN" altLang="en-US"/>
          </a:p>
        </p:txBody>
      </p:sp>
      <p:sp>
        <p:nvSpPr>
          <p:cNvPr id="5" name="Footer Placeholder 4"/>
          <p:cNvSpPr>
            <a:spLocks noGrp="1"/>
          </p:cNvSpPr>
          <p:nvPr>
            <p:ph type="ftr" sz="quarter" idx="11"/>
          </p:nvPr>
        </p:nvSpPr>
        <p:spPr bwMode="gray">
          <a:xfrm rot="5400000">
            <a:off x="6713982" y="2420874"/>
            <a:ext cx="2894846" cy="228601"/>
          </a:xfrm>
        </p:spPr>
        <p:txBody>
          <a:bodyPr/>
          <a:lstStyle>
            <a:lvl1pPr>
              <a:defRPr b="0" i="0">
                <a:solidFill>
                  <a:schemeClr val="bg1">
                    <a:alpha val="60000"/>
                  </a:schemeClr>
                </a:solidFill>
              </a:defRPr>
            </a:lvl1pPr>
          </a:lstStyle>
          <a:p>
            <a:r>
              <a:rPr lang="zh-CN" altLang="en-US" smtClean="0"/>
              <a:t>晶泰来水晶吊坠</a:t>
            </a:r>
            <a:endParaRPr lang="zh-CN" altLang="en-US"/>
          </a:p>
        </p:txBody>
      </p:sp>
      <p:sp>
        <p:nvSpPr>
          <p:cNvPr id="11" name="Rectangle 1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764406" y="221797"/>
            <a:ext cx="628649" cy="575765"/>
          </a:xfrm>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94769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66216" y="1952625"/>
            <a:ext cx="6619244" cy="25622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D04A27E-3E54-448A-A302-A6AD3BD12F70}"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76311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008234"/>
            <a:ext cx="3263269" cy="1712868"/>
          </a:xfrm>
        </p:spPr>
        <p:txBody>
          <a:bodyPr anchor="ctr"/>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5171670" y="2008233"/>
            <a:ext cx="2818159" cy="1712868"/>
          </a:xfrm>
        </p:spPr>
        <p:txBody>
          <a:bodyPr anchor="ctr"/>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6FFCC566-93F0-426F-9053-00871243CB1B}"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12570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66215" y="1952625"/>
            <a:ext cx="3618869" cy="2562226"/>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56535" y="1952625"/>
            <a:ext cx="3618869" cy="2562225"/>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BAD2310D-E74D-40D6-AD3A-216557901CAB}" type="datetime1">
              <a:rPr lang="zh-CN" altLang="en-US" smtClean="0"/>
              <a:t>2021/4/15</a:t>
            </a:fld>
            <a:endParaRPr lang="zh-CN" altLang="en-US"/>
          </a:p>
        </p:txBody>
      </p:sp>
      <p:sp>
        <p:nvSpPr>
          <p:cNvPr id="6" name="Footer Placeholder 5"/>
          <p:cNvSpPr>
            <a:spLocks noGrp="1"/>
          </p:cNvSpPr>
          <p:nvPr>
            <p:ph type="ftr" sz="quarter" idx="11"/>
          </p:nvPr>
        </p:nvSpPr>
        <p:spPr/>
        <p:txBody>
          <a:bodyPr/>
          <a:lstStyle/>
          <a:p>
            <a:r>
              <a:rPr lang="zh-CN" altLang="en-US" smtClean="0"/>
              <a:t>晶泰来水晶吊坠</a:t>
            </a:r>
            <a:endParaRPr lang="zh-CN" altLang="en-US"/>
          </a:p>
        </p:txBody>
      </p:sp>
      <p:sp>
        <p:nvSpPr>
          <p:cNvPr id="7" name="Slide Number Placeholder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454806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1952625"/>
            <a:ext cx="361886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866215" y="2384822"/>
            <a:ext cx="3618869" cy="2130029"/>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56535" y="1952625"/>
            <a:ext cx="3618869"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p:nvPr>
        </p:nvSpPr>
        <p:spPr>
          <a:xfrm>
            <a:off x="4656535" y="2384822"/>
            <a:ext cx="3618869" cy="2130029"/>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08CFF14-3C30-40BA-A2BF-066F2A5ED6CB}" type="datetime1">
              <a:rPr lang="zh-CN" altLang="en-US" smtClean="0"/>
              <a:t>2021/4/15</a:t>
            </a:fld>
            <a:endParaRPr lang="zh-CN" altLang="en-US"/>
          </a:p>
        </p:txBody>
      </p:sp>
      <p:sp>
        <p:nvSpPr>
          <p:cNvPr id="8" name="Footer Placeholder 7"/>
          <p:cNvSpPr>
            <a:spLocks noGrp="1"/>
          </p:cNvSpPr>
          <p:nvPr>
            <p:ph type="ftr" sz="quarter" idx="11"/>
          </p:nvPr>
        </p:nvSpPr>
        <p:spPr/>
        <p:txBody>
          <a:bodyPr/>
          <a:lstStyle/>
          <a:p>
            <a:r>
              <a:rPr lang="zh-CN" altLang="en-US" smtClean="0"/>
              <a:t>晶泰来水晶吊坠</a:t>
            </a:r>
            <a:endParaRPr lang="zh-CN" altLang="en-US"/>
          </a:p>
        </p:txBody>
      </p:sp>
      <p:sp>
        <p:nvSpPr>
          <p:cNvPr id="9" name="Slide Number Placeholder 8"/>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48667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Title 1"/>
          <p:cNvSpPr>
            <a:spLocks noGrp="1"/>
          </p:cNvSpPr>
          <p:nvPr>
            <p:ph type="title"/>
          </p:nvPr>
        </p:nvSpPr>
        <p:spPr>
          <a:xfrm>
            <a:off x="866216" y="730251"/>
            <a:ext cx="6571060" cy="530223"/>
          </a:xfrm>
        </p:spPr>
        <p:txBody>
          <a:bodyPr/>
          <a:lstStyle>
            <a:lvl1pPr>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5075478-C3AC-4367-889F-4DF485E3DBD8}" type="datetime1">
              <a:rPr lang="zh-CN" altLang="en-US" smtClean="0"/>
              <a:t>2021/4/15</a:t>
            </a:fld>
            <a:endParaRPr lang="zh-CN" altLang="en-US"/>
          </a:p>
        </p:txBody>
      </p:sp>
      <p:sp>
        <p:nvSpPr>
          <p:cNvPr id="4" name="Footer Placeholder 3"/>
          <p:cNvSpPr>
            <a:spLocks noGrp="1"/>
          </p:cNvSpPr>
          <p:nvPr>
            <p:ph type="ftr" sz="quarter" idx="11"/>
          </p:nvPr>
        </p:nvSpPr>
        <p:spPr/>
        <p:txBody>
          <a:bodyPr/>
          <a:lstStyle/>
          <a:p>
            <a:r>
              <a:rPr lang="zh-CN" altLang="en-US" smtClean="0"/>
              <a:t>晶泰来水晶吊坠</a:t>
            </a:r>
            <a:endParaRPr lang="zh-CN" altLang="en-US"/>
          </a:p>
        </p:txBody>
      </p:sp>
      <p:sp>
        <p:nvSpPr>
          <p:cNvPr id="5" name="Slide Number Placeholder 4"/>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32613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3A605B-C77D-4CB8-A739-E84C7C7C609E}" type="datetime1">
              <a:rPr lang="zh-CN" altLang="en-US" smtClean="0"/>
              <a:t>2021/4/15</a:t>
            </a:fld>
            <a:endParaRPr lang="zh-CN" altLang="en-US"/>
          </a:p>
        </p:txBody>
      </p:sp>
      <p:sp>
        <p:nvSpPr>
          <p:cNvPr id="3" name="Footer Placeholder 2"/>
          <p:cNvSpPr>
            <a:spLocks noGrp="1"/>
          </p:cNvSpPr>
          <p:nvPr>
            <p:ph type="ftr" sz="quarter" idx="11"/>
          </p:nvPr>
        </p:nvSpPr>
        <p:spPr/>
        <p:txBody>
          <a:bodyPr/>
          <a:lstStyle/>
          <a:p>
            <a:r>
              <a:rPr lang="zh-CN" altLang="en-US" smtClean="0"/>
              <a:t>晶泰来水晶吊坠</a:t>
            </a:r>
            <a:endParaRPr lang="zh-CN" altLang="en-US"/>
          </a:p>
        </p:txBody>
      </p:sp>
      <p:sp>
        <p:nvSpPr>
          <p:cNvPr id="7" name="Rectangle 6"/>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4136748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971550"/>
            <a:ext cx="2094869" cy="1200150"/>
          </a:xfrm>
        </p:spPr>
        <p:txBody>
          <a:bodyPr anchor="b"/>
          <a:lstStyle>
            <a:lvl1pPr algn="l">
              <a:defRPr sz="18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335859" y="1085850"/>
            <a:ext cx="3892550" cy="3429000"/>
          </a:xfrm>
        </p:spPr>
        <p:txBody>
          <a:bodyPr anchor="ct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bwMode="gray">
          <a:xfrm>
            <a:off x="866215" y="2346961"/>
            <a:ext cx="2094869" cy="2171699"/>
          </a:xfrm>
        </p:spPr>
        <p:txBody>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AD21CFB-F144-45CB-8678-B5C3C40025E5}" type="datetime1">
              <a:rPr lang="zh-CN" altLang="en-US" smtClean="0"/>
              <a:t>2021/4/15</a:t>
            </a:fld>
            <a:endParaRPr lang="zh-CN" altLang="en-US"/>
          </a:p>
        </p:txBody>
      </p:sp>
      <p:sp>
        <p:nvSpPr>
          <p:cNvPr id="6" name="Footer Placeholder 5"/>
          <p:cNvSpPr>
            <a:spLocks noGrp="1"/>
          </p:cNvSpPr>
          <p:nvPr>
            <p:ph type="ftr" sz="quarter" idx="11"/>
          </p:nvPr>
        </p:nvSpPr>
        <p:spPr/>
        <p:txBody>
          <a:bodyPr/>
          <a:lstStyle/>
          <a:p>
            <a:r>
              <a:rPr lang="zh-CN" altLang="en-US" smtClean="0"/>
              <a:t>晶泰来水晶吊坠</a:t>
            </a:r>
            <a:endParaRPr lang="zh-CN" alt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367421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270000"/>
            <a:ext cx="2898851" cy="1301750"/>
          </a:xfrm>
        </p:spPr>
        <p:txBody>
          <a:bodyPr anchor="b">
            <a:normAutofit/>
          </a:bodyPr>
          <a:lstStyle>
            <a:lvl1pPr algn="l">
              <a:defRPr sz="27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4910903" y="857250"/>
            <a:ext cx="2420395"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marL="0" lvl="0" indent="0" algn="ctr">
              <a:buNone/>
            </a:pPr>
            <a:r>
              <a:rPr lang="zh-CN" altLang="en-US" smtClean="0"/>
              <a:t>单击图标添加图片</a:t>
            </a:r>
            <a:endParaRPr lang="en-US" dirty="0"/>
          </a:p>
        </p:txBody>
      </p:sp>
      <p:sp>
        <p:nvSpPr>
          <p:cNvPr id="4" name="Text Placeholder 3"/>
          <p:cNvSpPr>
            <a:spLocks noGrp="1"/>
          </p:cNvSpPr>
          <p:nvPr>
            <p:ph type="body" sz="half" idx="2"/>
          </p:nvPr>
        </p:nvSpPr>
        <p:spPr bwMode="gray">
          <a:xfrm>
            <a:off x="866216" y="2743200"/>
            <a:ext cx="2894409" cy="1028700"/>
          </a:xfrm>
        </p:spPr>
        <p:txBody>
          <a:bodyPr>
            <a:normAutofit/>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A0AB962-3D84-445C-A25E-5C140A3763C2}" type="datetime1">
              <a:rPr lang="zh-CN" altLang="en-US" smtClean="0"/>
              <a:t>2021/4/15</a:t>
            </a:fld>
            <a:endParaRPr lang="zh-CN" altLang="en-US"/>
          </a:p>
        </p:txBody>
      </p:sp>
      <p:sp>
        <p:nvSpPr>
          <p:cNvPr id="6" name="Footer Placeholder 5"/>
          <p:cNvSpPr>
            <a:spLocks noGrp="1"/>
          </p:cNvSpPr>
          <p:nvPr>
            <p:ph type="ftr" sz="quarter" idx="11"/>
          </p:nvPr>
        </p:nvSpPr>
        <p:spPr/>
        <p:txBody>
          <a:bodyPr/>
          <a:lstStyle/>
          <a:p>
            <a:r>
              <a:rPr lang="zh-CN" altLang="en-US" smtClean="0"/>
              <a:t>晶泰来水晶吊坠</a:t>
            </a:r>
            <a:endParaRPr lang="zh-CN" alt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61958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3727445"/>
            <a:ext cx="6619244" cy="425054"/>
          </a:xfrm>
        </p:spPr>
        <p:txBody>
          <a:bodyPr anchor="b">
            <a:normAutofit/>
          </a:bodyPr>
          <a:lstStyle>
            <a:lvl1pPr algn="l">
              <a:defRPr sz="18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866216" y="514350"/>
            <a:ext cx="6619244" cy="257175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6215" y="4152499"/>
            <a:ext cx="6619244" cy="370284"/>
          </a:xfrm>
        </p:spPr>
        <p:txBody>
          <a:bodyPr>
            <a:normAutofit/>
          </a:bodyPr>
          <a:lstStyle>
            <a:lvl1pPr marL="0" indent="0">
              <a:buNone/>
              <a:defRPr sz="90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F384CCDC-8617-4BCF-89D5-59A8578F4DD1}" type="datetime1">
              <a:rPr lang="zh-CN" altLang="en-US" smtClean="0"/>
              <a:t>2021/4/15</a:t>
            </a:fld>
            <a:endParaRPr lang="zh-CN" altLang="en-US"/>
          </a:p>
        </p:txBody>
      </p:sp>
      <p:sp>
        <p:nvSpPr>
          <p:cNvPr id="6" name="Footer Placeholder 5"/>
          <p:cNvSpPr>
            <a:spLocks noGrp="1"/>
          </p:cNvSpPr>
          <p:nvPr>
            <p:ph type="ftr" sz="quarter" idx="11"/>
          </p:nvPr>
        </p:nvSpPr>
        <p:spPr/>
        <p:txBody>
          <a:bodyPr/>
          <a:lstStyle/>
          <a:p>
            <a:r>
              <a:rPr lang="zh-CN" altLang="en-US" smtClean="0"/>
              <a:t>晶泰来水晶吊坠</a:t>
            </a:r>
            <a:endParaRPr lang="zh-CN" alt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1470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标题和描述">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1598" y="797563"/>
            <a:ext cx="6623862" cy="1029740"/>
          </a:xfrm>
        </p:spPr>
        <p:txBody>
          <a:bodyPr/>
          <a:lstStyle>
            <a:lvl1pPr>
              <a:defRPr sz="30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866216" y="2657475"/>
            <a:ext cx="6619244" cy="1857375"/>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2EC47F42-9FFC-4DED-829A-E46A33B413E1}"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13" name="Rectangle 12"/>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316315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带描述的引言">
    <p:spTree>
      <p:nvGrpSpPr>
        <p:cNvPr id="1" name=""/>
        <p:cNvGrpSpPr/>
        <p:nvPr/>
      </p:nvGrpSpPr>
      <p:grpSpPr>
        <a:xfrm>
          <a:off x="0" y="0"/>
          <a:ext cx="0" cy="0"/>
          <a:chOff x="0" y="0"/>
          <a:chExt cx="0" cy="0"/>
        </a:xfrm>
      </p:grpSpPr>
      <p:grpSp>
        <p:nvGrpSpPr>
          <p:cNvPr id="3" name="Group 2"/>
          <p:cNvGrpSpPr/>
          <p:nvPr/>
        </p:nvGrpSpPr>
        <p:grpSpPr>
          <a:xfrm>
            <a:off x="0" y="0"/>
            <a:ext cx="9144000" cy="51435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661175" y="455502"/>
            <a:ext cx="601434"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13" name="TextBox 12"/>
          <p:cNvSpPr txBox="1"/>
          <p:nvPr/>
        </p:nvSpPr>
        <p:spPr bwMode="gray">
          <a:xfrm>
            <a:off x="7413344" y="1960341"/>
            <a:ext cx="489572"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86408" y="736600"/>
            <a:ext cx="6340430" cy="2022474"/>
          </a:xfrm>
        </p:spPr>
        <p:txBody>
          <a:bodyPr/>
          <a:lstStyle>
            <a:lvl1pPr>
              <a:defRPr sz="3000"/>
            </a:lvl1pPr>
          </a:lstStyle>
          <a:p>
            <a:r>
              <a:rPr lang="zh-CN" altLang="en-US" smtClean="0"/>
              <a:t>单击此处编辑母版标题样式</a:t>
            </a:r>
            <a:endParaRPr lang="en-US" dirty="0"/>
          </a:p>
        </p:txBody>
      </p:sp>
      <p:sp>
        <p:nvSpPr>
          <p:cNvPr id="14" name="Text Placeholder 3"/>
          <p:cNvSpPr>
            <a:spLocks noGrp="1"/>
          </p:cNvSpPr>
          <p:nvPr>
            <p:ph type="body" sz="half" idx="13"/>
          </p:nvPr>
        </p:nvSpPr>
        <p:spPr bwMode="gray">
          <a:xfrm>
            <a:off x="1459459" y="2759074"/>
            <a:ext cx="5798414" cy="256631"/>
          </a:xfrm>
        </p:spPr>
        <p:txBody>
          <a:bodyPr anchor="t">
            <a:normAutofit/>
          </a:bodyPr>
          <a:lstStyle>
            <a:lvl1pPr marL="0" indent="0">
              <a:buNone/>
              <a:defRPr lang="en-US" sz="1050" b="0" i="0" kern="1200" cap="small" dirty="0">
                <a:solidFill>
                  <a:schemeClr val="accent1">
                    <a:lumMod val="60000"/>
                    <a:lumOff val="40000"/>
                  </a:schemeClr>
                </a:solidFill>
                <a:latin typeface="+mn-lt"/>
                <a:ea typeface="+mn-ea"/>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0" name="Text Placeholder 3"/>
          <p:cNvSpPr>
            <a:spLocks noGrp="1"/>
          </p:cNvSpPr>
          <p:nvPr>
            <p:ph type="body" sz="half" idx="2"/>
          </p:nvPr>
        </p:nvSpPr>
        <p:spPr>
          <a:xfrm>
            <a:off x="866216" y="3771899"/>
            <a:ext cx="6933673" cy="748393"/>
          </a:xfrm>
        </p:spPr>
        <p:txBody>
          <a:bodyPr anchor="ct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56F1F02F-0ABF-489A-938F-C231366BA1F5}"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19" name="Rectangle 18"/>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496709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片">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778000"/>
            <a:ext cx="6619245" cy="1366886"/>
          </a:xfrm>
        </p:spPr>
        <p:txBody>
          <a:bodyPr anchor="b"/>
          <a:lstStyle>
            <a:lvl1pPr algn="l">
              <a:defRPr sz="3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3768725"/>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980010E-E726-47CC-91F7-89FC1EA5E8F6}"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79702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5" y="1952626"/>
            <a:ext cx="235640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6" name="Text Placeholder 3"/>
          <p:cNvSpPr>
            <a:spLocks noGrp="1"/>
          </p:cNvSpPr>
          <p:nvPr>
            <p:ph type="body" sz="half" idx="15"/>
          </p:nvPr>
        </p:nvSpPr>
        <p:spPr>
          <a:xfrm>
            <a:off x="866215" y="2384823"/>
            <a:ext cx="2356409"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3384541" y="1952625"/>
            <a:ext cx="2360257"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9" name="Text Placeholder 3"/>
          <p:cNvSpPr>
            <a:spLocks noGrp="1"/>
          </p:cNvSpPr>
          <p:nvPr>
            <p:ph type="body" sz="half" idx="16"/>
          </p:nvPr>
        </p:nvSpPr>
        <p:spPr>
          <a:xfrm>
            <a:off x="3384541" y="2384823"/>
            <a:ext cx="2360257"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916101" y="1952626"/>
            <a:ext cx="2359298"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20" name="Text Placeholder 3"/>
          <p:cNvSpPr>
            <a:spLocks noGrp="1"/>
          </p:cNvSpPr>
          <p:nvPr>
            <p:ph type="body" sz="half" idx="17"/>
          </p:nvPr>
        </p:nvSpPr>
        <p:spPr>
          <a:xfrm>
            <a:off x="5916247" y="2384822"/>
            <a:ext cx="2359152"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17" name="Straight Connector 16"/>
          <p:cNvCxnSpPr/>
          <p:nvPr/>
        </p:nvCxnSpPr>
        <p:spPr>
          <a:xfrm>
            <a:off x="3302978"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29301"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462F47E-C4C8-470A-8809-9113D99E91A9}" type="datetime1">
              <a:rPr lang="zh-CN" altLang="en-US" smtClean="0"/>
              <a:t>2021/4/15</a:t>
            </a:fld>
            <a:endParaRPr lang="zh-CN" altLang="en-US"/>
          </a:p>
        </p:txBody>
      </p:sp>
      <p:sp>
        <p:nvSpPr>
          <p:cNvPr id="8" name="Footer Placeholder 7"/>
          <p:cNvSpPr>
            <a:spLocks noGrp="1"/>
          </p:cNvSpPr>
          <p:nvPr>
            <p:ph type="ftr" sz="quarter" idx="11"/>
          </p:nvPr>
        </p:nvSpPr>
        <p:spPr/>
        <p:txBody>
          <a:bodyPr/>
          <a:lstStyle/>
          <a:p>
            <a:r>
              <a:rPr lang="zh-CN" altLang="en-US" smtClean="0"/>
              <a:t>晶泰来水晶吊坠</a:t>
            </a:r>
            <a:endParaRPr lang="zh-CN" altLang="en-US"/>
          </a:p>
        </p:txBody>
      </p:sp>
      <p:sp>
        <p:nvSpPr>
          <p:cNvPr id="9" name="Slide Number Placeholder 8"/>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7291024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5" y="3399633"/>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19" name="Picture Placeholder 2"/>
          <p:cNvSpPr>
            <a:spLocks noGrp="1" noChangeAspect="1"/>
          </p:cNvSpPr>
          <p:nvPr>
            <p:ph type="pic" idx="15"/>
          </p:nvPr>
        </p:nvSpPr>
        <p:spPr>
          <a:xfrm>
            <a:off x="1000915"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866215" y="3831830"/>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Text Placeholder 4"/>
          <p:cNvSpPr>
            <a:spLocks noGrp="1"/>
          </p:cNvSpPr>
          <p:nvPr>
            <p:ph type="body" sz="quarter" idx="3"/>
          </p:nvPr>
        </p:nvSpPr>
        <p:spPr>
          <a:xfrm>
            <a:off x="3426649" y="3399634"/>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1" name="Picture Placeholder 2"/>
          <p:cNvSpPr>
            <a:spLocks noGrp="1" noChangeAspect="1"/>
          </p:cNvSpPr>
          <p:nvPr>
            <p:ph type="pic" idx="21"/>
          </p:nvPr>
        </p:nvSpPr>
        <p:spPr>
          <a:xfrm>
            <a:off x="3561347"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3427629" y="3831829"/>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14" name="Text Placeholder 4"/>
          <p:cNvSpPr>
            <a:spLocks noGrp="1"/>
          </p:cNvSpPr>
          <p:nvPr>
            <p:ph type="body" sz="quarter" idx="13"/>
          </p:nvPr>
        </p:nvSpPr>
        <p:spPr>
          <a:xfrm>
            <a:off x="5987082" y="3399634"/>
            <a:ext cx="228832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2" name="Picture Placeholder 2"/>
          <p:cNvSpPr>
            <a:spLocks noGrp="1" noChangeAspect="1"/>
          </p:cNvSpPr>
          <p:nvPr>
            <p:ph type="pic" idx="22"/>
          </p:nvPr>
        </p:nvSpPr>
        <p:spPr>
          <a:xfrm>
            <a:off x="6122273"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5987081" y="3831828"/>
            <a:ext cx="2288322"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cxnSp>
        <p:nvCxnSpPr>
          <p:cNvPr id="43" name="Straight Connector 42"/>
          <p:cNvCxnSpPr/>
          <p:nvPr/>
        </p:nvCxnSpPr>
        <p:spPr>
          <a:xfrm>
            <a:off x="3304373"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848352"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15E1887-2D98-4109-B52C-06F9B8AB036A}" type="datetime1">
              <a:rPr lang="zh-CN" altLang="en-US" smtClean="0"/>
              <a:t>2021/4/15</a:t>
            </a:fld>
            <a:endParaRPr lang="zh-CN" altLang="en-US"/>
          </a:p>
        </p:txBody>
      </p:sp>
      <p:sp>
        <p:nvSpPr>
          <p:cNvPr id="8" name="Footer Placeholder 7"/>
          <p:cNvSpPr>
            <a:spLocks noGrp="1"/>
          </p:cNvSpPr>
          <p:nvPr>
            <p:ph type="ftr" sz="quarter" idx="11"/>
          </p:nvPr>
        </p:nvSpPr>
        <p:spPr>
          <a:xfrm>
            <a:off x="420833" y="4793879"/>
            <a:ext cx="2733212" cy="228601"/>
          </a:xfrm>
        </p:spPr>
        <p:txBody>
          <a:bodyPr/>
          <a:lstStyle/>
          <a:p>
            <a:r>
              <a:rPr lang="zh-CN" altLang="en-US" smtClean="0"/>
              <a:t>晶泰来水晶吊坠</a:t>
            </a:r>
            <a:endParaRPr lang="zh-CN" altLang="en-US"/>
          </a:p>
        </p:txBody>
      </p:sp>
      <p:sp>
        <p:nvSpPr>
          <p:cNvPr id="9" name="Slide Number Placeholder 8"/>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882510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66216" y="1952625"/>
            <a:ext cx="6619244" cy="2562225"/>
          </a:xfrm>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a:xfrm>
            <a:off x="8021580" y="4793879"/>
            <a:ext cx="742949" cy="228599"/>
          </a:xfrm>
        </p:spPr>
        <p:txBody>
          <a:bodyPr/>
          <a:lstStyle/>
          <a:p>
            <a:fld id="{D7A832D2-E87B-441B-9C0E-C43333466FAF}"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667929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6438927" y="958850"/>
            <a:ext cx="1057474" cy="3561443"/>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66216" y="958850"/>
            <a:ext cx="4692019" cy="3561443"/>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a:xfrm>
            <a:off x="7989829" y="4793879"/>
            <a:ext cx="744101" cy="228599"/>
          </a:xfrm>
        </p:spPr>
        <p:txBody>
          <a:bodyPr/>
          <a:lstStyle/>
          <a:p>
            <a:fld id="{22DA98FA-3963-4776-A3EF-87F5664ECB03}" type="datetime1">
              <a:rPr lang="zh-CN" altLang="en-US" smtClean="0"/>
              <a:t>2021/4/15</a:t>
            </a:fld>
            <a:endParaRPr lang="zh-CN" altLang="en-US"/>
          </a:p>
        </p:txBody>
      </p:sp>
      <p:sp>
        <p:nvSpPr>
          <p:cNvPr id="5" name="Footer Placeholder 4"/>
          <p:cNvSpPr>
            <a:spLocks noGrp="1"/>
          </p:cNvSpPr>
          <p:nvPr>
            <p:ph type="ftr" sz="quarter" idx="11"/>
          </p:nvPr>
        </p:nvSpPr>
        <p:spPr/>
        <p:txBody>
          <a:bodyPr/>
          <a:lstStyle/>
          <a:p>
            <a:r>
              <a:rPr lang="zh-CN" altLang="en-US" smtClean="0"/>
              <a:t>晶泰来水晶吊坠</a:t>
            </a:r>
            <a:endParaRPr lang="zh-CN" altLang="en-US"/>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416758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866216" y="730251"/>
            <a:ext cx="6571060" cy="530223"/>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6216" y="1952625"/>
            <a:ext cx="6571060" cy="2562225"/>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989829" y="4793879"/>
            <a:ext cx="742949" cy="228599"/>
          </a:xfrm>
          <a:prstGeom prst="rect">
            <a:avLst/>
          </a:prstGeom>
        </p:spPr>
        <p:txBody>
          <a:bodyPr vert="horz" lIns="91440" tIns="45720" rIns="91440" bIns="45720" rtlCol="0" anchor="ctr"/>
          <a:lstStyle>
            <a:lvl1pPr algn="r">
              <a:defRPr sz="750" b="1" i="0">
                <a:solidFill>
                  <a:schemeClr val="accent1"/>
                </a:solidFill>
              </a:defRPr>
            </a:lvl1pPr>
          </a:lstStyle>
          <a:p>
            <a:fld id="{08915C0A-473E-4602-B0BD-915BF9FB5BB6}" type="datetime1">
              <a:rPr lang="zh-CN" altLang="en-US" smtClean="0"/>
              <a:t>2021/4/15</a:t>
            </a:fld>
            <a:endParaRPr lang="zh-CN" altLang="en-US"/>
          </a:p>
        </p:txBody>
      </p:sp>
      <p:sp>
        <p:nvSpPr>
          <p:cNvPr id="5" name="Footer Placeholder 4"/>
          <p:cNvSpPr>
            <a:spLocks noGrp="1"/>
          </p:cNvSpPr>
          <p:nvPr>
            <p:ph type="ftr" sz="quarter" idx="3"/>
          </p:nvPr>
        </p:nvSpPr>
        <p:spPr>
          <a:xfrm>
            <a:off x="420833" y="4793879"/>
            <a:ext cx="2894846" cy="228601"/>
          </a:xfrm>
          <a:prstGeom prst="rect">
            <a:avLst/>
          </a:prstGeom>
        </p:spPr>
        <p:txBody>
          <a:bodyPr vert="horz" lIns="91440" tIns="45720" rIns="91440" bIns="45720" rtlCol="0" anchor="ctr"/>
          <a:lstStyle>
            <a:lvl1pPr algn="l">
              <a:defRPr sz="750" b="1" i="0">
                <a:solidFill>
                  <a:schemeClr val="accent1"/>
                </a:solidFill>
              </a:defRPr>
            </a:lvl1pPr>
          </a:lstStyle>
          <a:p>
            <a:r>
              <a:rPr lang="zh-CN" altLang="en-US" smtClean="0"/>
              <a:t>晶泰来水晶吊坠</a:t>
            </a:r>
            <a:endParaRPr lang="zh-CN" altLang="en-US"/>
          </a:p>
        </p:txBody>
      </p:sp>
      <p:sp>
        <p:nvSpPr>
          <p:cNvPr id="21" name="Rectangle 2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bg1"/>
                </a:solidFill>
              </a:defRPr>
            </a:lvl1p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58229053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dt="0"/>
  <p:txStyles>
    <p:titleStyle>
      <a:lvl1pPr algn="l" defTabSz="342900" rtl="0" eaLnBrk="1" latinLnBrk="0" hangingPunct="1">
        <a:spcBef>
          <a:spcPct val="0"/>
        </a:spcBef>
        <a:buNone/>
        <a:defRPr sz="27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sz="8000" dirty="0" smtClean="0">
                <a:latin typeface="华文行楷" panose="02010800040101010101" pitchFamily="2" charset="-122"/>
                <a:ea typeface="华文行楷" panose="02010800040101010101" pitchFamily="2" charset="-122"/>
              </a:rPr>
              <a:t>产品策划书</a:t>
            </a:r>
            <a:endParaRPr lang="zh-CN" altLang="en-US" sz="8000" dirty="0">
              <a:latin typeface="华文行楷" panose="02010800040101010101" pitchFamily="2" charset="-122"/>
              <a:ea typeface="华文行楷" panose="02010800040101010101" pitchFamily="2" charset="-122"/>
            </a:endParaRPr>
          </a:p>
        </p:txBody>
      </p:sp>
      <p:sp>
        <p:nvSpPr>
          <p:cNvPr id="6" name="副标题 5"/>
          <p:cNvSpPr>
            <a:spLocks noGrp="1"/>
          </p:cNvSpPr>
          <p:nvPr>
            <p:ph type="subTitle" idx="1"/>
          </p:nvPr>
        </p:nvSpPr>
        <p:spPr/>
        <p:txBody>
          <a:bodyPr>
            <a:normAutofit/>
          </a:bodyPr>
          <a:lstStyle/>
          <a:p>
            <a:r>
              <a:rPr lang="zh-CN" altLang="en-US" sz="3400" b="1" dirty="0">
                <a:latin typeface="楷体" panose="02010609060101010101" pitchFamily="49" charset="-122"/>
                <a:ea typeface="楷体" panose="02010609060101010101" pitchFamily="49" charset="-122"/>
              </a:rPr>
              <a:t>晶泰来水晶吊坠</a:t>
            </a:r>
          </a:p>
        </p:txBody>
      </p:sp>
    </p:spTree>
    <p:extLst>
      <p:ext uri="{BB962C8B-B14F-4D97-AF65-F5344CB8AC3E}">
        <p14:creationId xmlns:p14="http://schemas.microsoft.com/office/powerpoint/2010/main" val="291334423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市场需求</a:t>
            </a:r>
            <a:endParaRPr lang="zh-CN" altLang="en-US" dirty="0"/>
          </a:p>
        </p:txBody>
      </p:sp>
      <p:sp>
        <p:nvSpPr>
          <p:cNvPr id="3" name="内容占位符 2"/>
          <p:cNvSpPr>
            <a:spLocks noGrp="1"/>
          </p:cNvSpPr>
          <p:nvPr>
            <p:ph sz="half" idx="1"/>
          </p:nvPr>
        </p:nvSpPr>
        <p:spPr/>
        <p:txBody>
          <a:bodyPr/>
          <a:lstStyle/>
          <a:p>
            <a:r>
              <a:rPr lang="zh-CN" altLang="en-US" dirty="0" smtClean="0"/>
              <a:t>水晶既有清澈透明的特点，它在市场上的一般产品又能够被大众接受，所以其相关产品在饰品行业有着无可替代的位置。</a:t>
            </a:r>
            <a:endParaRPr lang="en-US" altLang="zh-CN" dirty="0" smtClean="0"/>
          </a:p>
          <a:p>
            <a:r>
              <a:rPr lang="zh-CN" altLang="en-US" dirty="0" smtClean="0"/>
              <a:t>水晶从不同角度观赏，可显示出不同的色调，这种独特的观赏价值以及它对人体的好处使得它深受大众特别是时尚女性的喜爱。</a:t>
            </a:r>
          </a:p>
        </p:txBody>
      </p:sp>
      <p:pic>
        <p:nvPicPr>
          <p:cNvPr id="7" name="内容占位符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4775" y="1952625"/>
            <a:ext cx="2562225" cy="2562225"/>
          </a:xfrm>
          <a:prstGeom prst="rect">
            <a:avLst/>
          </a:prstGeom>
          <a:ln w="190500" cap="sq">
            <a:solidFill>
              <a:srgbClr val="C8C6BD"/>
            </a:solidFill>
            <a:prstDash val="solid"/>
            <a:miter lim="800000"/>
          </a:ln>
          <a:effectLst>
            <a:glow rad="101600">
              <a:schemeClr val="accent6">
                <a:satMod val="175000"/>
                <a:alpha val="40000"/>
              </a:schemeClr>
            </a:glow>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5" name="页脚占位符 4"/>
          <p:cNvSpPr>
            <a:spLocks noGrp="1"/>
          </p:cNvSpPr>
          <p:nvPr>
            <p:ph type="ftr" sz="quarter" idx="11"/>
          </p:nvPr>
        </p:nvSpPr>
        <p:spPr/>
        <p:txBody>
          <a:bodyPr/>
          <a:lstStyle/>
          <a:p>
            <a:r>
              <a:rPr lang="zh-CN" altLang="en-US" smtClean="0"/>
              <a:t>晶泰来水晶吊坠</a:t>
            </a:r>
            <a:endParaRPr lang="zh-CN" altLang="en-US"/>
          </a:p>
        </p:txBody>
      </p:sp>
    </p:spTree>
    <p:extLst>
      <p:ext uri="{BB962C8B-B14F-4D97-AF65-F5344CB8AC3E}">
        <p14:creationId xmlns:p14="http://schemas.microsoft.com/office/powerpoint/2010/main" val="204292718"/>
      </p:ext>
    </p:extLst>
  </p:cSld>
  <p:clrMapOvr>
    <a:masterClrMapping/>
  </p:clrMapOvr>
  <p:transition spd="slow">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fltVal val="0.5"/>
                                          </p:val>
                                        </p:tav>
                                        <p:tav tm="100000">
                                          <p:val>
                                            <p:strVal val="#ppt_y"/>
                                          </p:val>
                                        </p:tav>
                                      </p:tavLst>
                                    </p:anim>
                                  </p:childTnLst>
                                </p:cTn>
                              </p:par>
                            </p:childTnLst>
                          </p:cTn>
                        </p:par>
                        <p:par>
                          <p:cTn id="11" fill="hold">
                            <p:stCondLst>
                              <p:cond delay="2500"/>
                            </p:stCondLst>
                            <p:childTnLst>
                              <p:par>
                                <p:cTn id="12" presetID="32" presetClass="emph" presetSubtype="0" fill="hold" grpId="0" nodeType="afterEffect">
                                  <p:stCondLst>
                                    <p:cond delay="0"/>
                                  </p:stCondLst>
                                  <p:childTnLst>
                                    <p:animRot by="120000">
                                      <p:cBhvr>
                                        <p:cTn id="13" dur="100" fill="hold">
                                          <p:stCondLst>
                                            <p:cond delay="0"/>
                                          </p:stCondLst>
                                        </p:cTn>
                                        <p:tgtEl>
                                          <p:spTgt spid="3">
                                            <p:txEl>
                                              <p:pRg st="0" end="0"/>
                                            </p:txEl>
                                          </p:spTgt>
                                        </p:tgtEl>
                                        <p:attrNameLst>
                                          <p:attrName>r</p:attrName>
                                        </p:attrNameLst>
                                      </p:cBhvr>
                                    </p:animRot>
                                    <p:animRot by="-240000">
                                      <p:cBhvr>
                                        <p:cTn id="14" dur="200" fill="hold">
                                          <p:stCondLst>
                                            <p:cond delay="200"/>
                                          </p:stCondLst>
                                        </p:cTn>
                                        <p:tgtEl>
                                          <p:spTgt spid="3">
                                            <p:txEl>
                                              <p:pRg st="0" end="0"/>
                                            </p:txEl>
                                          </p:spTgt>
                                        </p:tgtEl>
                                        <p:attrNameLst>
                                          <p:attrName>r</p:attrName>
                                        </p:attrNameLst>
                                      </p:cBhvr>
                                    </p:animRot>
                                    <p:animRot by="240000">
                                      <p:cBhvr>
                                        <p:cTn id="15" dur="200" fill="hold">
                                          <p:stCondLst>
                                            <p:cond delay="400"/>
                                          </p:stCondLst>
                                        </p:cTn>
                                        <p:tgtEl>
                                          <p:spTgt spid="3">
                                            <p:txEl>
                                              <p:pRg st="0" end="0"/>
                                            </p:txEl>
                                          </p:spTgt>
                                        </p:tgtEl>
                                        <p:attrNameLst>
                                          <p:attrName>r</p:attrName>
                                        </p:attrNameLst>
                                      </p:cBhvr>
                                    </p:animRot>
                                    <p:animRot by="-240000">
                                      <p:cBhvr>
                                        <p:cTn id="16" dur="200" fill="hold">
                                          <p:stCondLst>
                                            <p:cond delay="600"/>
                                          </p:stCondLst>
                                        </p:cTn>
                                        <p:tgtEl>
                                          <p:spTgt spid="3">
                                            <p:txEl>
                                              <p:pRg st="0" end="0"/>
                                            </p:txEl>
                                          </p:spTgt>
                                        </p:tgtEl>
                                        <p:attrNameLst>
                                          <p:attrName>r</p:attrName>
                                        </p:attrNameLst>
                                      </p:cBhvr>
                                    </p:animRot>
                                    <p:animRot by="120000">
                                      <p:cBhvr>
                                        <p:cTn id="17" dur="200" fill="hold">
                                          <p:stCondLst>
                                            <p:cond delay="800"/>
                                          </p:stCondLst>
                                        </p:cTn>
                                        <p:tgtEl>
                                          <p:spTgt spid="3">
                                            <p:txEl>
                                              <p:pRg st="0" end="0"/>
                                            </p:txEl>
                                          </p:spTgt>
                                        </p:tgtEl>
                                        <p:attrNameLst>
                                          <p:attrName>r</p:attrName>
                                        </p:attrNameLst>
                                      </p:cBhvr>
                                    </p:animRot>
                                  </p:childTnLst>
                                </p:cTn>
                              </p:par>
                            </p:childTnLst>
                          </p:cTn>
                        </p:par>
                        <p:par>
                          <p:cTn id="18" fill="hold">
                            <p:stCondLst>
                              <p:cond delay="3500"/>
                            </p:stCondLst>
                            <p:childTnLst>
                              <p:par>
                                <p:cTn id="19" presetID="32" presetClass="emph" presetSubtype="0" fill="hold" grpId="0" nodeType="afterEffect">
                                  <p:stCondLst>
                                    <p:cond delay="0"/>
                                  </p:stCondLst>
                                  <p:childTnLst>
                                    <p:animRot by="120000">
                                      <p:cBhvr>
                                        <p:cTn id="20" dur="100" fill="hold">
                                          <p:stCondLst>
                                            <p:cond delay="0"/>
                                          </p:stCondLst>
                                        </p:cTn>
                                        <p:tgtEl>
                                          <p:spTgt spid="3">
                                            <p:txEl>
                                              <p:pRg st="1" end="1"/>
                                            </p:txEl>
                                          </p:spTgt>
                                        </p:tgtEl>
                                        <p:attrNameLst>
                                          <p:attrName>r</p:attrName>
                                        </p:attrNameLst>
                                      </p:cBhvr>
                                    </p:animRot>
                                    <p:animRot by="-240000">
                                      <p:cBhvr>
                                        <p:cTn id="21" dur="200" fill="hold">
                                          <p:stCondLst>
                                            <p:cond delay="200"/>
                                          </p:stCondLst>
                                        </p:cTn>
                                        <p:tgtEl>
                                          <p:spTgt spid="3">
                                            <p:txEl>
                                              <p:pRg st="1" end="1"/>
                                            </p:txEl>
                                          </p:spTgt>
                                        </p:tgtEl>
                                        <p:attrNameLst>
                                          <p:attrName>r</p:attrName>
                                        </p:attrNameLst>
                                      </p:cBhvr>
                                    </p:animRot>
                                    <p:animRot by="240000">
                                      <p:cBhvr>
                                        <p:cTn id="22" dur="200" fill="hold">
                                          <p:stCondLst>
                                            <p:cond delay="400"/>
                                          </p:stCondLst>
                                        </p:cTn>
                                        <p:tgtEl>
                                          <p:spTgt spid="3">
                                            <p:txEl>
                                              <p:pRg st="1" end="1"/>
                                            </p:txEl>
                                          </p:spTgt>
                                        </p:tgtEl>
                                        <p:attrNameLst>
                                          <p:attrName>r</p:attrName>
                                        </p:attrNameLst>
                                      </p:cBhvr>
                                    </p:animRot>
                                    <p:animRot by="-240000">
                                      <p:cBhvr>
                                        <p:cTn id="23" dur="200" fill="hold">
                                          <p:stCondLst>
                                            <p:cond delay="600"/>
                                          </p:stCondLst>
                                        </p:cTn>
                                        <p:tgtEl>
                                          <p:spTgt spid="3">
                                            <p:txEl>
                                              <p:pRg st="1" end="1"/>
                                            </p:txEl>
                                          </p:spTgt>
                                        </p:tgtEl>
                                        <p:attrNameLst>
                                          <p:attrName>r</p:attrName>
                                        </p:attrNameLst>
                                      </p:cBhvr>
                                    </p:animRot>
                                    <p:animRot by="120000">
                                      <p:cBhvr>
                                        <p:cTn id="24" dur="200" fill="hold">
                                          <p:stCondLst>
                                            <p:cond delay="800"/>
                                          </p:stCondLst>
                                        </p:cTn>
                                        <p:tgtEl>
                                          <p:spTgt spid="3">
                                            <p:txEl>
                                              <p:pRg st="1" end="1"/>
                                            </p:txEl>
                                          </p:spTgt>
                                        </p:tgtEl>
                                        <p:attrNameLst>
                                          <p:attrName>r</p:attrName>
                                        </p:attrNameLst>
                                      </p:cBhvr>
                                    </p:animRot>
                                  </p:childTnLst>
                                </p:cTn>
                              </p:par>
                            </p:childTnLst>
                          </p:cTn>
                        </p:par>
                        <p:par>
                          <p:cTn id="25" fill="hold">
                            <p:stCondLst>
                              <p:cond delay="4500"/>
                            </p:stCondLst>
                            <p:childTnLst>
                              <p:par>
                                <p:cTn id="26" presetID="13" presetClass="entr" presetSubtype="32"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plus(out)">
                                      <p:cBhvr>
                                        <p:cTn id="2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市场潜力</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2590321242"/>
              </p:ext>
            </p:extLst>
          </p:nvPr>
        </p:nvGraphicFramePr>
        <p:xfrm>
          <a:off x="4335859" y="1085850"/>
          <a:ext cx="389255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文本占位符 5"/>
          <p:cNvSpPr>
            <a:spLocks noGrp="1"/>
          </p:cNvSpPr>
          <p:nvPr>
            <p:ph type="body" sz="half" idx="2"/>
          </p:nvPr>
        </p:nvSpPr>
        <p:spPr/>
        <p:txBody>
          <a:bodyPr>
            <a:normAutofit/>
          </a:bodyPr>
          <a:lstStyle/>
          <a:p>
            <a:r>
              <a:rPr lang="zh-CN" altLang="en-US" sz="1600" dirty="0" smtClean="0">
                <a:latin typeface="微软雅黑" panose="020B0503020204020204" pitchFamily="34" charset="-122"/>
                <a:ea typeface="微软雅黑" panose="020B0503020204020204" pitchFamily="34" charset="-122"/>
              </a:rPr>
              <a:t>水晶饰品越来越受到人们的喜爱</a:t>
            </a:r>
            <a:endParaRPr lang="zh-CN" altLang="en-US" sz="1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晶泰来水晶吊坠</a:t>
            </a:r>
            <a:endParaRPr lang="zh-CN" altLang="en-US"/>
          </a:p>
        </p:txBody>
      </p:sp>
    </p:spTree>
    <p:extLst>
      <p:ext uri="{BB962C8B-B14F-4D97-AF65-F5344CB8AC3E}">
        <p14:creationId xmlns:p14="http://schemas.microsoft.com/office/powerpoint/2010/main" val="148776018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graphicEl>
                                              <a:dgm id="{9FFDCF8F-7C50-43BF-A0ED-EE461D422F04}"/>
                                            </p:graphicEl>
                                          </p:spTgt>
                                        </p:tgtEl>
                                        <p:attrNameLst>
                                          <p:attrName>style.visibility</p:attrName>
                                        </p:attrNameLst>
                                      </p:cBhvr>
                                      <p:to>
                                        <p:strVal val="visible"/>
                                      </p:to>
                                    </p:set>
                                    <p:anim calcmode="lin" valueType="num">
                                      <p:cBhvr additive="base">
                                        <p:cTn id="7" dur="500" fill="hold"/>
                                        <p:tgtEl>
                                          <p:spTgt spid="7">
                                            <p:graphicEl>
                                              <a:dgm id="{9FFDCF8F-7C50-43BF-A0ED-EE461D422F04}"/>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
                                            <p:graphicEl>
                                              <a:dgm id="{9FFDCF8F-7C50-43BF-A0ED-EE461D422F04}"/>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graphicEl>
                                              <a:dgm id="{AD38B029-40AA-4394-91FA-BAE5AC36DB6B}"/>
                                            </p:graphicEl>
                                          </p:spTgt>
                                        </p:tgtEl>
                                        <p:attrNameLst>
                                          <p:attrName>style.visibility</p:attrName>
                                        </p:attrNameLst>
                                      </p:cBhvr>
                                      <p:to>
                                        <p:strVal val="visible"/>
                                      </p:to>
                                    </p:set>
                                    <p:anim calcmode="lin" valueType="num">
                                      <p:cBhvr additive="base">
                                        <p:cTn id="13" dur="500" fill="hold"/>
                                        <p:tgtEl>
                                          <p:spTgt spid="7">
                                            <p:graphicEl>
                                              <a:dgm id="{AD38B029-40AA-4394-91FA-BAE5AC36DB6B}"/>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
                                            <p:graphicEl>
                                              <a:dgm id="{AD38B029-40AA-4394-91FA-BAE5AC36DB6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产品工艺</a:t>
            </a:r>
            <a:endParaRPr lang="zh-CN" altLang="en-US" dirty="0"/>
          </a:p>
        </p:txBody>
      </p:sp>
      <p:sp>
        <p:nvSpPr>
          <p:cNvPr id="3" name="内容占位符 2"/>
          <p:cNvSpPr>
            <a:spLocks noGrp="1"/>
          </p:cNvSpPr>
          <p:nvPr>
            <p:ph sz="half" idx="1"/>
          </p:nvPr>
        </p:nvSpPr>
        <p:spPr/>
        <p:txBody>
          <a:bodyPr/>
          <a:lstStyle/>
          <a:p>
            <a:r>
              <a:rPr lang="zh-CN" altLang="en-US" dirty="0" smtClean="0"/>
              <a:t>采用巴西天然紫水晶，凸显贵气。</a:t>
            </a:r>
          </a:p>
          <a:p>
            <a:r>
              <a:rPr lang="zh-CN" altLang="en-US" dirty="0" smtClean="0"/>
              <a:t>经过多层严格检验，选取质量上乘的原材料，引进世界领先的切割技术。</a:t>
            </a:r>
          </a:p>
          <a:p>
            <a:pPr marL="0" indent="0">
              <a:buNone/>
            </a:pPr>
            <a:endParaRPr lang="zh-CN" altLang="en-US" dirty="0"/>
          </a:p>
        </p:txBody>
      </p:sp>
      <p:pic>
        <p:nvPicPr>
          <p:cNvPr id="7" name="内容占位符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80000" y="1800000"/>
            <a:ext cx="2880000" cy="2880000"/>
          </a:xfrm>
        </p:spPr>
      </p:pic>
      <p:sp>
        <p:nvSpPr>
          <p:cNvPr id="5" name="页脚占位符 4"/>
          <p:cNvSpPr>
            <a:spLocks noGrp="1"/>
          </p:cNvSpPr>
          <p:nvPr>
            <p:ph type="ftr" sz="quarter" idx="11"/>
          </p:nvPr>
        </p:nvSpPr>
        <p:spPr/>
        <p:txBody>
          <a:bodyPr/>
          <a:lstStyle/>
          <a:p>
            <a:r>
              <a:rPr lang="zh-CN" altLang="en-US" smtClean="0"/>
              <a:t>晶泰来水晶吊坠</a:t>
            </a:r>
            <a:endParaRPr lang="zh-CN" altLang="en-US"/>
          </a:p>
        </p:txBody>
      </p:sp>
    </p:spTree>
    <p:extLst>
      <p:ext uri="{BB962C8B-B14F-4D97-AF65-F5344CB8AC3E}">
        <p14:creationId xmlns:p14="http://schemas.microsoft.com/office/powerpoint/2010/main" val="922155275"/>
      </p:ext>
    </p:extLst>
  </p:cSld>
  <p:clrMapOvr>
    <a:masterClrMapping/>
  </p:clrMapOvr>
  <p:transition spd="slow">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产品的市场推广</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1926968362"/>
              </p:ext>
            </p:extLst>
          </p:nvPr>
        </p:nvGraphicFramePr>
        <p:xfrm>
          <a:off x="866216" y="1952625"/>
          <a:ext cx="6619244" cy="2562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页脚占位符 4"/>
          <p:cNvSpPr>
            <a:spLocks noGrp="1"/>
          </p:cNvSpPr>
          <p:nvPr>
            <p:ph type="ftr" sz="quarter" idx="11"/>
          </p:nvPr>
        </p:nvSpPr>
        <p:spPr/>
        <p:txBody>
          <a:bodyPr/>
          <a:lstStyle/>
          <a:p>
            <a:r>
              <a:rPr lang="zh-CN" altLang="en-US" smtClean="0"/>
              <a:t>晶泰来水晶吊坠</a:t>
            </a:r>
            <a:endParaRPr lang="zh-CN" altLang="en-US"/>
          </a:p>
        </p:txBody>
      </p:sp>
    </p:spTree>
    <p:extLst>
      <p:ext uri="{BB962C8B-B14F-4D97-AF65-F5344CB8AC3E}">
        <p14:creationId xmlns:p14="http://schemas.microsoft.com/office/powerpoint/2010/main" val="288448754"/>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6">
                                            <p:graphicEl>
                                              <a:dgm id="{C84EEF42-B36D-4829-B0F6-4FE19C80C5FD}"/>
                                            </p:graphicEl>
                                          </p:spTgt>
                                        </p:tgtEl>
                                        <p:attrNameLst>
                                          <p:attrName>style.visibility</p:attrName>
                                        </p:attrNameLst>
                                      </p:cBhvr>
                                      <p:to>
                                        <p:strVal val="visible"/>
                                      </p:to>
                                    </p:set>
                                    <p:animEffect transition="in" filter="wipe(down)">
                                      <p:cBhvr>
                                        <p:cTn id="12" dur="580">
                                          <p:stCondLst>
                                            <p:cond delay="0"/>
                                          </p:stCondLst>
                                        </p:cTn>
                                        <p:tgtEl>
                                          <p:spTgt spid="6">
                                            <p:graphicEl>
                                              <a:dgm id="{C84EEF42-B36D-4829-B0F6-4FE19C80C5FD}"/>
                                            </p:graphicEl>
                                          </p:spTgt>
                                        </p:tgtEl>
                                      </p:cBhvr>
                                    </p:animEffect>
                                    <p:anim calcmode="lin" valueType="num">
                                      <p:cBhvr>
                                        <p:cTn id="13" dur="1822" tmFilter="0,0; 0.14,0.36; 0.43,0.73; 0.71,0.91; 1.0,1.0">
                                          <p:stCondLst>
                                            <p:cond delay="0"/>
                                          </p:stCondLst>
                                        </p:cTn>
                                        <p:tgtEl>
                                          <p:spTgt spid="6">
                                            <p:graphicEl>
                                              <a:dgm id="{C84EEF42-B36D-4829-B0F6-4FE19C80C5FD}"/>
                                            </p:graphic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6">
                                            <p:graphicEl>
                                              <a:dgm id="{C84EEF42-B36D-4829-B0F6-4FE19C80C5FD}"/>
                                            </p:graphic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6">
                                            <p:graphicEl>
                                              <a:dgm id="{C84EEF42-B36D-4829-B0F6-4FE19C80C5FD}"/>
                                            </p:graphic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6">
                                            <p:graphicEl>
                                              <a:dgm id="{C84EEF42-B36D-4829-B0F6-4FE19C80C5FD}"/>
                                            </p:graphic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6">
                                            <p:graphicEl>
                                              <a:dgm id="{C84EEF42-B36D-4829-B0F6-4FE19C80C5FD}"/>
                                            </p:graphic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6">
                                            <p:graphicEl>
                                              <a:dgm id="{C84EEF42-B36D-4829-B0F6-4FE19C80C5FD}"/>
                                            </p:graphicEl>
                                          </p:spTgt>
                                        </p:tgtEl>
                                      </p:cBhvr>
                                      <p:to x="100000" y="60000"/>
                                    </p:animScale>
                                    <p:animScale>
                                      <p:cBhvr>
                                        <p:cTn id="19" dur="166" decel="50000">
                                          <p:stCondLst>
                                            <p:cond delay="676"/>
                                          </p:stCondLst>
                                        </p:cTn>
                                        <p:tgtEl>
                                          <p:spTgt spid="6">
                                            <p:graphicEl>
                                              <a:dgm id="{C84EEF42-B36D-4829-B0F6-4FE19C80C5FD}"/>
                                            </p:graphicEl>
                                          </p:spTgt>
                                        </p:tgtEl>
                                      </p:cBhvr>
                                      <p:to x="100000" y="100000"/>
                                    </p:animScale>
                                    <p:animScale>
                                      <p:cBhvr>
                                        <p:cTn id="20" dur="26">
                                          <p:stCondLst>
                                            <p:cond delay="1312"/>
                                          </p:stCondLst>
                                        </p:cTn>
                                        <p:tgtEl>
                                          <p:spTgt spid="6">
                                            <p:graphicEl>
                                              <a:dgm id="{C84EEF42-B36D-4829-B0F6-4FE19C80C5FD}"/>
                                            </p:graphicEl>
                                          </p:spTgt>
                                        </p:tgtEl>
                                      </p:cBhvr>
                                      <p:to x="100000" y="80000"/>
                                    </p:animScale>
                                    <p:animScale>
                                      <p:cBhvr>
                                        <p:cTn id="21" dur="166" decel="50000">
                                          <p:stCondLst>
                                            <p:cond delay="1338"/>
                                          </p:stCondLst>
                                        </p:cTn>
                                        <p:tgtEl>
                                          <p:spTgt spid="6">
                                            <p:graphicEl>
                                              <a:dgm id="{C84EEF42-B36D-4829-B0F6-4FE19C80C5FD}"/>
                                            </p:graphicEl>
                                          </p:spTgt>
                                        </p:tgtEl>
                                      </p:cBhvr>
                                      <p:to x="100000" y="100000"/>
                                    </p:animScale>
                                    <p:animScale>
                                      <p:cBhvr>
                                        <p:cTn id="22" dur="26">
                                          <p:stCondLst>
                                            <p:cond delay="1642"/>
                                          </p:stCondLst>
                                        </p:cTn>
                                        <p:tgtEl>
                                          <p:spTgt spid="6">
                                            <p:graphicEl>
                                              <a:dgm id="{C84EEF42-B36D-4829-B0F6-4FE19C80C5FD}"/>
                                            </p:graphicEl>
                                          </p:spTgt>
                                        </p:tgtEl>
                                      </p:cBhvr>
                                      <p:to x="100000" y="90000"/>
                                    </p:animScale>
                                    <p:animScale>
                                      <p:cBhvr>
                                        <p:cTn id="23" dur="166" decel="50000">
                                          <p:stCondLst>
                                            <p:cond delay="1668"/>
                                          </p:stCondLst>
                                        </p:cTn>
                                        <p:tgtEl>
                                          <p:spTgt spid="6">
                                            <p:graphicEl>
                                              <a:dgm id="{C84EEF42-B36D-4829-B0F6-4FE19C80C5FD}"/>
                                            </p:graphicEl>
                                          </p:spTgt>
                                        </p:tgtEl>
                                      </p:cBhvr>
                                      <p:to x="100000" y="100000"/>
                                    </p:animScale>
                                    <p:animScale>
                                      <p:cBhvr>
                                        <p:cTn id="24" dur="26">
                                          <p:stCondLst>
                                            <p:cond delay="1808"/>
                                          </p:stCondLst>
                                        </p:cTn>
                                        <p:tgtEl>
                                          <p:spTgt spid="6">
                                            <p:graphicEl>
                                              <a:dgm id="{C84EEF42-B36D-4829-B0F6-4FE19C80C5FD}"/>
                                            </p:graphicEl>
                                          </p:spTgt>
                                        </p:tgtEl>
                                      </p:cBhvr>
                                      <p:to x="100000" y="95000"/>
                                    </p:animScale>
                                    <p:animScale>
                                      <p:cBhvr>
                                        <p:cTn id="25" dur="166" decel="50000">
                                          <p:stCondLst>
                                            <p:cond delay="1834"/>
                                          </p:stCondLst>
                                        </p:cTn>
                                        <p:tgtEl>
                                          <p:spTgt spid="6">
                                            <p:graphicEl>
                                              <a:dgm id="{C84EEF42-B36D-4829-B0F6-4FE19C80C5FD}"/>
                                            </p:graphic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6">
                                            <p:graphicEl>
                                              <a:dgm id="{0FA97673-B80E-41AE-B6B2-A4A6A2637F9C}"/>
                                            </p:graphicEl>
                                          </p:spTgt>
                                        </p:tgtEl>
                                        <p:attrNameLst>
                                          <p:attrName>style.visibility</p:attrName>
                                        </p:attrNameLst>
                                      </p:cBhvr>
                                      <p:to>
                                        <p:strVal val="visible"/>
                                      </p:to>
                                    </p:set>
                                    <p:animEffect transition="in" filter="wipe(down)">
                                      <p:cBhvr>
                                        <p:cTn id="30" dur="580">
                                          <p:stCondLst>
                                            <p:cond delay="0"/>
                                          </p:stCondLst>
                                        </p:cTn>
                                        <p:tgtEl>
                                          <p:spTgt spid="6">
                                            <p:graphicEl>
                                              <a:dgm id="{0FA97673-B80E-41AE-B6B2-A4A6A2637F9C}"/>
                                            </p:graphicEl>
                                          </p:spTgt>
                                        </p:tgtEl>
                                      </p:cBhvr>
                                    </p:animEffect>
                                    <p:anim calcmode="lin" valueType="num">
                                      <p:cBhvr>
                                        <p:cTn id="31" dur="1822" tmFilter="0,0; 0.14,0.36; 0.43,0.73; 0.71,0.91; 1.0,1.0">
                                          <p:stCondLst>
                                            <p:cond delay="0"/>
                                          </p:stCondLst>
                                        </p:cTn>
                                        <p:tgtEl>
                                          <p:spTgt spid="6">
                                            <p:graphicEl>
                                              <a:dgm id="{0FA97673-B80E-41AE-B6B2-A4A6A2637F9C}"/>
                                            </p:graphic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6">
                                            <p:graphicEl>
                                              <a:dgm id="{0FA97673-B80E-41AE-B6B2-A4A6A2637F9C}"/>
                                            </p:graphic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6">
                                            <p:graphicEl>
                                              <a:dgm id="{0FA97673-B80E-41AE-B6B2-A4A6A2637F9C}"/>
                                            </p:graphic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6">
                                            <p:graphicEl>
                                              <a:dgm id="{0FA97673-B80E-41AE-B6B2-A4A6A2637F9C}"/>
                                            </p:graphic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6">
                                            <p:graphicEl>
                                              <a:dgm id="{0FA97673-B80E-41AE-B6B2-A4A6A2637F9C}"/>
                                            </p:graphic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6">
                                            <p:graphicEl>
                                              <a:dgm id="{0FA97673-B80E-41AE-B6B2-A4A6A2637F9C}"/>
                                            </p:graphicEl>
                                          </p:spTgt>
                                        </p:tgtEl>
                                      </p:cBhvr>
                                      <p:to x="100000" y="60000"/>
                                    </p:animScale>
                                    <p:animScale>
                                      <p:cBhvr>
                                        <p:cTn id="37" dur="166" decel="50000">
                                          <p:stCondLst>
                                            <p:cond delay="676"/>
                                          </p:stCondLst>
                                        </p:cTn>
                                        <p:tgtEl>
                                          <p:spTgt spid="6">
                                            <p:graphicEl>
                                              <a:dgm id="{0FA97673-B80E-41AE-B6B2-A4A6A2637F9C}"/>
                                            </p:graphicEl>
                                          </p:spTgt>
                                        </p:tgtEl>
                                      </p:cBhvr>
                                      <p:to x="100000" y="100000"/>
                                    </p:animScale>
                                    <p:animScale>
                                      <p:cBhvr>
                                        <p:cTn id="38" dur="26">
                                          <p:stCondLst>
                                            <p:cond delay="1312"/>
                                          </p:stCondLst>
                                        </p:cTn>
                                        <p:tgtEl>
                                          <p:spTgt spid="6">
                                            <p:graphicEl>
                                              <a:dgm id="{0FA97673-B80E-41AE-B6B2-A4A6A2637F9C}"/>
                                            </p:graphicEl>
                                          </p:spTgt>
                                        </p:tgtEl>
                                      </p:cBhvr>
                                      <p:to x="100000" y="80000"/>
                                    </p:animScale>
                                    <p:animScale>
                                      <p:cBhvr>
                                        <p:cTn id="39" dur="166" decel="50000">
                                          <p:stCondLst>
                                            <p:cond delay="1338"/>
                                          </p:stCondLst>
                                        </p:cTn>
                                        <p:tgtEl>
                                          <p:spTgt spid="6">
                                            <p:graphicEl>
                                              <a:dgm id="{0FA97673-B80E-41AE-B6B2-A4A6A2637F9C}"/>
                                            </p:graphicEl>
                                          </p:spTgt>
                                        </p:tgtEl>
                                      </p:cBhvr>
                                      <p:to x="100000" y="100000"/>
                                    </p:animScale>
                                    <p:animScale>
                                      <p:cBhvr>
                                        <p:cTn id="40" dur="26">
                                          <p:stCondLst>
                                            <p:cond delay="1642"/>
                                          </p:stCondLst>
                                        </p:cTn>
                                        <p:tgtEl>
                                          <p:spTgt spid="6">
                                            <p:graphicEl>
                                              <a:dgm id="{0FA97673-B80E-41AE-B6B2-A4A6A2637F9C}"/>
                                            </p:graphicEl>
                                          </p:spTgt>
                                        </p:tgtEl>
                                      </p:cBhvr>
                                      <p:to x="100000" y="90000"/>
                                    </p:animScale>
                                    <p:animScale>
                                      <p:cBhvr>
                                        <p:cTn id="41" dur="166" decel="50000">
                                          <p:stCondLst>
                                            <p:cond delay="1668"/>
                                          </p:stCondLst>
                                        </p:cTn>
                                        <p:tgtEl>
                                          <p:spTgt spid="6">
                                            <p:graphicEl>
                                              <a:dgm id="{0FA97673-B80E-41AE-B6B2-A4A6A2637F9C}"/>
                                            </p:graphicEl>
                                          </p:spTgt>
                                        </p:tgtEl>
                                      </p:cBhvr>
                                      <p:to x="100000" y="100000"/>
                                    </p:animScale>
                                    <p:animScale>
                                      <p:cBhvr>
                                        <p:cTn id="42" dur="26">
                                          <p:stCondLst>
                                            <p:cond delay="1808"/>
                                          </p:stCondLst>
                                        </p:cTn>
                                        <p:tgtEl>
                                          <p:spTgt spid="6">
                                            <p:graphicEl>
                                              <a:dgm id="{0FA97673-B80E-41AE-B6B2-A4A6A2637F9C}"/>
                                            </p:graphicEl>
                                          </p:spTgt>
                                        </p:tgtEl>
                                      </p:cBhvr>
                                      <p:to x="100000" y="95000"/>
                                    </p:animScale>
                                    <p:animScale>
                                      <p:cBhvr>
                                        <p:cTn id="43" dur="166" decel="50000">
                                          <p:stCondLst>
                                            <p:cond delay="1834"/>
                                          </p:stCondLst>
                                        </p:cTn>
                                        <p:tgtEl>
                                          <p:spTgt spid="6">
                                            <p:graphicEl>
                                              <a:dgm id="{0FA97673-B80E-41AE-B6B2-A4A6A2637F9C}"/>
                                            </p:graphic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6">
                                            <p:graphicEl>
                                              <a:dgm id="{9EA74A85-03EF-420D-850D-DFFF1BB43A52}"/>
                                            </p:graphicEl>
                                          </p:spTgt>
                                        </p:tgtEl>
                                        <p:attrNameLst>
                                          <p:attrName>style.visibility</p:attrName>
                                        </p:attrNameLst>
                                      </p:cBhvr>
                                      <p:to>
                                        <p:strVal val="visible"/>
                                      </p:to>
                                    </p:set>
                                    <p:animEffect transition="in" filter="wipe(down)">
                                      <p:cBhvr>
                                        <p:cTn id="46" dur="580">
                                          <p:stCondLst>
                                            <p:cond delay="0"/>
                                          </p:stCondLst>
                                        </p:cTn>
                                        <p:tgtEl>
                                          <p:spTgt spid="6">
                                            <p:graphicEl>
                                              <a:dgm id="{9EA74A85-03EF-420D-850D-DFFF1BB43A52}"/>
                                            </p:graphicEl>
                                          </p:spTgt>
                                        </p:tgtEl>
                                      </p:cBhvr>
                                    </p:animEffect>
                                    <p:anim calcmode="lin" valueType="num">
                                      <p:cBhvr>
                                        <p:cTn id="47" dur="1822" tmFilter="0,0; 0.14,0.36; 0.43,0.73; 0.71,0.91; 1.0,1.0">
                                          <p:stCondLst>
                                            <p:cond delay="0"/>
                                          </p:stCondLst>
                                        </p:cTn>
                                        <p:tgtEl>
                                          <p:spTgt spid="6">
                                            <p:graphicEl>
                                              <a:dgm id="{9EA74A85-03EF-420D-850D-DFFF1BB43A52}"/>
                                            </p:graphic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6">
                                            <p:graphicEl>
                                              <a:dgm id="{9EA74A85-03EF-420D-850D-DFFF1BB43A52}"/>
                                            </p:graphic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6">
                                            <p:graphicEl>
                                              <a:dgm id="{9EA74A85-03EF-420D-850D-DFFF1BB43A52}"/>
                                            </p:graphic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6">
                                            <p:graphicEl>
                                              <a:dgm id="{9EA74A85-03EF-420D-850D-DFFF1BB43A52}"/>
                                            </p:graphic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6">
                                            <p:graphicEl>
                                              <a:dgm id="{9EA74A85-03EF-420D-850D-DFFF1BB43A52}"/>
                                            </p:graphic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6">
                                            <p:graphicEl>
                                              <a:dgm id="{9EA74A85-03EF-420D-850D-DFFF1BB43A52}"/>
                                            </p:graphicEl>
                                          </p:spTgt>
                                        </p:tgtEl>
                                      </p:cBhvr>
                                      <p:to x="100000" y="60000"/>
                                    </p:animScale>
                                    <p:animScale>
                                      <p:cBhvr>
                                        <p:cTn id="53" dur="166" decel="50000">
                                          <p:stCondLst>
                                            <p:cond delay="676"/>
                                          </p:stCondLst>
                                        </p:cTn>
                                        <p:tgtEl>
                                          <p:spTgt spid="6">
                                            <p:graphicEl>
                                              <a:dgm id="{9EA74A85-03EF-420D-850D-DFFF1BB43A52}"/>
                                            </p:graphicEl>
                                          </p:spTgt>
                                        </p:tgtEl>
                                      </p:cBhvr>
                                      <p:to x="100000" y="100000"/>
                                    </p:animScale>
                                    <p:animScale>
                                      <p:cBhvr>
                                        <p:cTn id="54" dur="26">
                                          <p:stCondLst>
                                            <p:cond delay="1312"/>
                                          </p:stCondLst>
                                        </p:cTn>
                                        <p:tgtEl>
                                          <p:spTgt spid="6">
                                            <p:graphicEl>
                                              <a:dgm id="{9EA74A85-03EF-420D-850D-DFFF1BB43A52}"/>
                                            </p:graphicEl>
                                          </p:spTgt>
                                        </p:tgtEl>
                                      </p:cBhvr>
                                      <p:to x="100000" y="80000"/>
                                    </p:animScale>
                                    <p:animScale>
                                      <p:cBhvr>
                                        <p:cTn id="55" dur="166" decel="50000">
                                          <p:stCondLst>
                                            <p:cond delay="1338"/>
                                          </p:stCondLst>
                                        </p:cTn>
                                        <p:tgtEl>
                                          <p:spTgt spid="6">
                                            <p:graphicEl>
                                              <a:dgm id="{9EA74A85-03EF-420D-850D-DFFF1BB43A52}"/>
                                            </p:graphicEl>
                                          </p:spTgt>
                                        </p:tgtEl>
                                      </p:cBhvr>
                                      <p:to x="100000" y="100000"/>
                                    </p:animScale>
                                    <p:animScale>
                                      <p:cBhvr>
                                        <p:cTn id="56" dur="26">
                                          <p:stCondLst>
                                            <p:cond delay="1642"/>
                                          </p:stCondLst>
                                        </p:cTn>
                                        <p:tgtEl>
                                          <p:spTgt spid="6">
                                            <p:graphicEl>
                                              <a:dgm id="{9EA74A85-03EF-420D-850D-DFFF1BB43A52}"/>
                                            </p:graphicEl>
                                          </p:spTgt>
                                        </p:tgtEl>
                                      </p:cBhvr>
                                      <p:to x="100000" y="90000"/>
                                    </p:animScale>
                                    <p:animScale>
                                      <p:cBhvr>
                                        <p:cTn id="57" dur="166" decel="50000">
                                          <p:stCondLst>
                                            <p:cond delay="1668"/>
                                          </p:stCondLst>
                                        </p:cTn>
                                        <p:tgtEl>
                                          <p:spTgt spid="6">
                                            <p:graphicEl>
                                              <a:dgm id="{9EA74A85-03EF-420D-850D-DFFF1BB43A52}"/>
                                            </p:graphicEl>
                                          </p:spTgt>
                                        </p:tgtEl>
                                      </p:cBhvr>
                                      <p:to x="100000" y="100000"/>
                                    </p:animScale>
                                    <p:animScale>
                                      <p:cBhvr>
                                        <p:cTn id="58" dur="26">
                                          <p:stCondLst>
                                            <p:cond delay="1808"/>
                                          </p:stCondLst>
                                        </p:cTn>
                                        <p:tgtEl>
                                          <p:spTgt spid="6">
                                            <p:graphicEl>
                                              <a:dgm id="{9EA74A85-03EF-420D-850D-DFFF1BB43A52}"/>
                                            </p:graphicEl>
                                          </p:spTgt>
                                        </p:tgtEl>
                                      </p:cBhvr>
                                      <p:to x="100000" y="95000"/>
                                    </p:animScale>
                                    <p:animScale>
                                      <p:cBhvr>
                                        <p:cTn id="59" dur="166" decel="50000">
                                          <p:stCondLst>
                                            <p:cond delay="1834"/>
                                          </p:stCondLst>
                                        </p:cTn>
                                        <p:tgtEl>
                                          <p:spTgt spid="6">
                                            <p:graphicEl>
                                              <a:dgm id="{9EA74A85-03EF-420D-850D-DFFF1BB43A52}"/>
                                            </p:graphicEl>
                                          </p:spTgt>
                                        </p:tgtEl>
                                      </p:cBhvr>
                                      <p:to x="100000" y="100000"/>
                                    </p:animScale>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grpId="0" nodeType="clickEffect">
                                  <p:stCondLst>
                                    <p:cond delay="0"/>
                                  </p:stCondLst>
                                  <p:childTnLst>
                                    <p:set>
                                      <p:cBhvr>
                                        <p:cTn id="63" dur="1" fill="hold">
                                          <p:stCondLst>
                                            <p:cond delay="0"/>
                                          </p:stCondLst>
                                        </p:cTn>
                                        <p:tgtEl>
                                          <p:spTgt spid="6">
                                            <p:graphicEl>
                                              <a:dgm id="{0A558849-1E11-449A-9892-4A31BB49EEF2}"/>
                                            </p:graphicEl>
                                          </p:spTgt>
                                        </p:tgtEl>
                                        <p:attrNameLst>
                                          <p:attrName>style.visibility</p:attrName>
                                        </p:attrNameLst>
                                      </p:cBhvr>
                                      <p:to>
                                        <p:strVal val="visible"/>
                                      </p:to>
                                    </p:set>
                                    <p:animEffect transition="in" filter="wipe(down)">
                                      <p:cBhvr>
                                        <p:cTn id="64" dur="580">
                                          <p:stCondLst>
                                            <p:cond delay="0"/>
                                          </p:stCondLst>
                                        </p:cTn>
                                        <p:tgtEl>
                                          <p:spTgt spid="6">
                                            <p:graphicEl>
                                              <a:dgm id="{0A558849-1E11-449A-9892-4A31BB49EEF2}"/>
                                            </p:graphicEl>
                                          </p:spTgt>
                                        </p:tgtEl>
                                      </p:cBhvr>
                                    </p:animEffect>
                                    <p:anim calcmode="lin" valueType="num">
                                      <p:cBhvr>
                                        <p:cTn id="65" dur="1822" tmFilter="0,0; 0.14,0.36; 0.43,0.73; 0.71,0.91; 1.0,1.0">
                                          <p:stCondLst>
                                            <p:cond delay="0"/>
                                          </p:stCondLst>
                                        </p:cTn>
                                        <p:tgtEl>
                                          <p:spTgt spid="6">
                                            <p:graphicEl>
                                              <a:dgm id="{0A558849-1E11-449A-9892-4A31BB49EEF2}"/>
                                            </p:graphicEl>
                                          </p:spTgt>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6">
                                            <p:graphicEl>
                                              <a:dgm id="{0A558849-1E11-449A-9892-4A31BB49EEF2}"/>
                                            </p:graphicEl>
                                          </p:spTgt>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6">
                                            <p:graphicEl>
                                              <a:dgm id="{0A558849-1E11-449A-9892-4A31BB49EEF2}"/>
                                            </p:graphicEl>
                                          </p:spTgt>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6">
                                            <p:graphicEl>
                                              <a:dgm id="{0A558849-1E11-449A-9892-4A31BB49EEF2}"/>
                                            </p:graphicEl>
                                          </p:spTgt>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6">
                                            <p:graphicEl>
                                              <a:dgm id="{0A558849-1E11-449A-9892-4A31BB49EEF2}"/>
                                            </p:graphicEl>
                                          </p:spTgt>
                                        </p:tgtEl>
                                        <p:attrNameLst>
                                          <p:attrName>ppt_y</p:attrName>
                                        </p:attrNameLst>
                                      </p:cBhvr>
                                      <p:tavLst>
                                        <p:tav tm="0" fmla="#ppt_y-sin(pi*$)/81">
                                          <p:val>
                                            <p:fltVal val="0"/>
                                          </p:val>
                                        </p:tav>
                                        <p:tav tm="100000">
                                          <p:val>
                                            <p:fltVal val="1"/>
                                          </p:val>
                                        </p:tav>
                                      </p:tavLst>
                                    </p:anim>
                                    <p:animScale>
                                      <p:cBhvr>
                                        <p:cTn id="70" dur="26">
                                          <p:stCondLst>
                                            <p:cond delay="650"/>
                                          </p:stCondLst>
                                        </p:cTn>
                                        <p:tgtEl>
                                          <p:spTgt spid="6">
                                            <p:graphicEl>
                                              <a:dgm id="{0A558849-1E11-449A-9892-4A31BB49EEF2}"/>
                                            </p:graphicEl>
                                          </p:spTgt>
                                        </p:tgtEl>
                                      </p:cBhvr>
                                      <p:to x="100000" y="60000"/>
                                    </p:animScale>
                                    <p:animScale>
                                      <p:cBhvr>
                                        <p:cTn id="71" dur="166" decel="50000">
                                          <p:stCondLst>
                                            <p:cond delay="676"/>
                                          </p:stCondLst>
                                        </p:cTn>
                                        <p:tgtEl>
                                          <p:spTgt spid="6">
                                            <p:graphicEl>
                                              <a:dgm id="{0A558849-1E11-449A-9892-4A31BB49EEF2}"/>
                                            </p:graphicEl>
                                          </p:spTgt>
                                        </p:tgtEl>
                                      </p:cBhvr>
                                      <p:to x="100000" y="100000"/>
                                    </p:animScale>
                                    <p:animScale>
                                      <p:cBhvr>
                                        <p:cTn id="72" dur="26">
                                          <p:stCondLst>
                                            <p:cond delay="1312"/>
                                          </p:stCondLst>
                                        </p:cTn>
                                        <p:tgtEl>
                                          <p:spTgt spid="6">
                                            <p:graphicEl>
                                              <a:dgm id="{0A558849-1E11-449A-9892-4A31BB49EEF2}"/>
                                            </p:graphicEl>
                                          </p:spTgt>
                                        </p:tgtEl>
                                      </p:cBhvr>
                                      <p:to x="100000" y="80000"/>
                                    </p:animScale>
                                    <p:animScale>
                                      <p:cBhvr>
                                        <p:cTn id="73" dur="166" decel="50000">
                                          <p:stCondLst>
                                            <p:cond delay="1338"/>
                                          </p:stCondLst>
                                        </p:cTn>
                                        <p:tgtEl>
                                          <p:spTgt spid="6">
                                            <p:graphicEl>
                                              <a:dgm id="{0A558849-1E11-449A-9892-4A31BB49EEF2}"/>
                                            </p:graphicEl>
                                          </p:spTgt>
                                        </p:tgtEl>
                                      </p:cBhvr>
                                      <p:to x="100000" y="100000"/>
                                    </p:animScale>
                                    <p:animScale>
                                      <p:cBhvr>
                                        <p:cTn id="74" dur="26">
                                          <p:stCondLst>
                                            <p:cond delay="1642"/>
                                          </p:stCondLst>
                                        </p:cTn>
                                        <p:tgtEl>
                                          <p:spTgt spid="6">
                                            <p:graphicEl>
                                              <a:dgm id="{0A558849-1E11-449A-9892-4A31BB49EEF2}"/>
                                            </p:graphicEl>
                                          </p:spTgt>
                                        </p:tgtEl>
                                      </p:cBhvr>
                                      <p:to x="100000" y="90000"/>
                                    </p:animScale>
                                    <p:animScale>
                                      <p:cBhvr>
                                        <p:cTn id="75" dur="166" decel="50000">
                                          <p:stCondLst>
                                            <p:cond delay="1668"/>
                                          </p:stCondLst>
                                        </p:cTn>
                                        <p:tgtEl>
                                          <p:spTgt spid="6">
                                            <p:graphicEl>
                                              <a:dgm id="{0A558849-1E11-449A-9892-4A31BB49EEF2}"/>
                                            </p:graphicEl>
                                          </p:spTgt>
                                        </p:tgtEl>
                                      </p:cBhvr>
                                      <p:to x="100000" y="100000"/>
                                    </p:animScale>
                                    <p:animScale>
                                      <p:cBhvr>
                                        <p:cTn id="76" dur="26">
                                          <p:stCondLst>
                                            <p:cond delay="1808"/>
                                          </p:stCondLst>
                                        </p:cTn>
                                        <p:tgtEl>
                                          <p:spTgt spid="6">
                                            <p:graphicEl>
                                              <a:dgm id="{0A558849-1E11-449A-9892-4A31BB49EEF2}"/>
                                            </p:graphicEl>
                                          </p:spTgt>
                                        </p:tgtEl>
                                      </p:cBhvr>
                                      <p:to x="100000" y="95000"/>
                                    </p:animScale>
                                    <p:animScale>
                                      <p:cBhvr>
                                        <p:cTn id="77" dur="166" decel="50000">
                                          <p:stCondLst>
                                            <p:cond delay="1834"/>
                                          </p:stCondLst>
                                        </p:cTn>
                                        <p:tgtEl>
                                          <p:spTgt spid="6">
                                            <p:graphicEl>
                                              <a:dgm id="{0A558849-1E11-449A-9892-4A31BB49EEF2}"/>
                                            </p:graphicEl>
                                          </p:spTgt>
                                        </p:tgtEl>
                                      </p:cBhvr>
                                      <p:to x="100000" y="100000"/>
                                    </p:animScale>
                                  </p:childTnLst>
                                </p:cTn>
                              </p:par>
                              <p:par>
                                <p:cTn id="78" presetID="26" presetClass="entr" presetSubtype="0" fill="hold" grpId="0" nodeType="withEffect">
                                  <p:stCondLst>
                                    <p:cond delay="0"/>
                                  </p:stCondLst>
                                  <p:childTnLst>
                                    <p:set>
                                      <p:cBhvr>
                                        <p:cTn id="79" dur="1" fill="hold">
                                          <p:stCondLst>
                                            <p:cond delay="0"/>
                                          </p:stCondLst>
                                        </p:cTn>
                                        <p:tgtEl>
                                          <p:spTgt spid="6">
                                            <p:graphicEl>
                                              <a:dgm id="{64D5D073-5BF6-4925-A81B-59757B1E2743}"/>
                                            </p:graphicEl>
                                          </p:spTgt>
                                        </p:tgtEl>
                                        <p:attrNameLst>
                                          <p:attrName>style.visibility</p:attrName>
                                        </p:attrNameLst>
                                      </p:cBhvr>
                                      <p:to>
                                        <p:strVal val="visible"/>
                                      </p:to>
                                    </p:set>
                                    <p:animEffect transition="in" filter="wipe(down)">
                                      <p:cBhvr>
                                        <p:cTn id="80" dur="580">
                                          <p:stCondLst>
                                            <p:cond delay="0"/>
                                          </p:stCondLst>
                                        </p:cTn>
                                        <p:tgtEl>
                                          <p:spTgt spid="6">
                                            <p:graphicEl>
                                              <a:dgm id="{64D5D073-5BF6-4925-A81B-59757B1E2743}"/>
                                            </p:graphicEl>
                                          </p:spTgt>
                                        </p:tgtEl>
                                      </p:cBhvr>
                                    </p:animEffect>
                                    <p:anim calcmode="lin" valueType="num">
                                      <p:cBhvr>
                                        <p:cTn id="81" dur="1822" tmFilter="0,0; 0.14,0.36; 0.43,0.73; 0.71,0.91; 1.0,1.0">
                                          <p:stCondLst>
                                            <p:cond delay="0"/>
                                          </p:stCondLst>
                                        </p:cTn>
                                        <p:tgtEl>
                                          <p:spTgt spid="6">
                                            <p:graphicEl>
                                              <a:dgm id="{64D5D073-5BF6-4925-A81B-59757B1E2743}"/>
                                            </p:graphicEl>
                                          </p:spTgt>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6">
                                            <p:graphicEl>
                                              <a:dgm id="{64D5D073-5BF6-4925-A81B-59757B1E2743}"/>
                                            </p:graphicEl>
                                          </p:spTgt>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6">
                                            <p:graphicEl>
                                              <a:dgm id="{64D5D073-5BF6-4925-A81B-59757B1E2743}"/>
                                            </p:graphicEl>
                                          </p:spTgt>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6">
                                            <p:graphicEl>
                                              <a:dgm id="{64D5D073-5BF6-4925-A81B-59757B1E2743}"/>
                                            </p:graphicEl>
                                          </p:spTgt>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6">
                                            <p:graphicEl>
                                              <a:dgm id="{64D5D073-5BF6-4925-A81B-59757B1E2743}"/>
                                            </p:graphicEl>
                                          </p:spTgt>
                                        </p:tgtEl>
                                        <p:attrNameLst>
                                          <p:attrName>ppt_y</p:attrName>
                                        </p:attrNameLst>
                                      </p:cBhvr>
                                      <p:tavLst>
                                        <p:tav tm="0" fmla="#ppt_y-sin(pi*$)/81">
                                          <p:val>
                                            <p:fltVal val="0"/>
                                          </p:val>
                                        </p:tav>
                                        <p:tav tm="100000">
                                          <p:val>
                                            <p:fltVal val="1"/>
                                          </p:val>
                                        </p:tav>
                                      </p:tavLst>
                                    </p:anim>
                                    <p:animScale>
                                      <p:cBhvr>
                                        <p:cTn id="86" dur="26">
                                          <p:stCondLst>
                                            <p:cond delay="650"/>
                                          </p:stCondLst>
                                        </p:cTn>
                                        <p:tgtEl>
                                          <p:spTgt spid="6">
                                            <p:graphicEl>
                                              <a:dgm id="{64D5D073-5BF6-4925-A81B-59757B1E2743}"/>
                                            </p:graphicEl>
                                          </p:spTgt>
                                        </p:tgtEl>
                                      </p:cBhvr>
                                      <p:to x="100000" y="60000"/>
                                    </p:animScale>
                                    <p:animScale>
                                      <p:cBhvr>
                                        <p:cTn id="87" dur="166" decel="50000">
                                          <p:stCondLst>
                                            <p:cond delay="676"/>
                                          </p:stCondLst>
                                        </p:cTn>
                                        <p:tgtEl>
                                          <p:spTgt spid="6">
                                            <p:graphicEl>
                                              <a:dgm id="{64D5D073-5BF6-4925-A81B-59757B1E2743}"/>
                                            </p:graphicEl>
                                          </p:spTgt>
                                        </p:tgtEl>
                                      </p:cBhvr>
                                      <p:to x="100000" y="100000"/>
                                    </p:animScale>
                                    <p:animScale>
                                      <p:cBhvr>
                                        <p:cTn id="88" dur="26">
                                          <p:stCondLst>
                                            <p:cond delay="1312"/>
                                          </p:stCondLst>
                                        </p:cTn>
                                        <p:tgtEl>
                                          <p:spTgt spid="6">
                                            <p:graphicEl>
                                              <a:dgm id="{64D5D073-5BF6-4925-A81B-59757B1E2743}"/>
                                            </p:graphicEl>
                                          </p:spTgt>
                                        </p:tgtEl>
                                      </p:cBhvr>
                                      <p:to x="100000" y="80000"/>
                                    </p:animScale>
                                    <p:animScale>
                                      <p:cBhvr>
                                        <p:cTn id="89" dur="166" decel="50000">
                                          <p:stCondLst>
                                            <p:cond delay="1338"/>
                                          </p:stCondLst>
                                        </p:cTn>
                                        <p:tgtEl>
                                          <p:spTgt spid="6">
                                            <p:graphicEl>
                                              <a:dgm id="{64D5D073-5BF6-4925-A81B-59757B1E2743}"/>
                                            </p:graphicEl>
                                          </p:spTgt>
                                        </p:tgtEl>
                                      </p:cBhvr>
                                      <p:to x="100000" y="100000"/>
                                    </p:animScale>
                                    <p:animScale>
                                      <p:cBhvr>
                                        <p:cTn id="90" dur="26">
                                          <p:stCondLst>
                                            <p:cond delay="1642"/>
                                          </p:stCondLst>
                                        </p:cTn>
                                        <p:tgtEl>
                                          <p:spTgt spid="6">
                                            <p:graphicEl>
                                              <a:dgm id="{64D5D073-5BF6-4925-A81B-59757B1E2743}"/>
                                            </p:graphicEl>
                                          </p:spTgt>
                                        </p:tgtEl>
                                      </p:cBhvr>
                                      <p:to x="100000" y="90000"/>
                                    </p:animScale>
                                    <p:animScale>
                                      <p:cBhvr>
                                        <p:cTn id="91" dur="166" decel="50000">
                                          <p:stCondLst>
                                            <p:cond delay="1668"/>
                                          </p:stCondLst>
                                        </p:cTn>
                                        <p:tgtEl>
                                          <p:spTgt spid="6">
                                            <p:graphicEl>
                                              <a:dgm id="{64D5D073-5BF6-4925-A81B-59757B1E2743}"/>
                                            </p:graphicEl>
                                          </p:spTgt>
                                        </p:tgtEl>
                                      </p:cBhvr>
                                      <p:to x="100000" y="100000"/>
                                    </p:animScale>
                                    <p:animScale>
                                      <p:cBhvr>
                                        <p:cTn id="92" dur="26">
                                          <p:stCondLst>
                                            <p:cond delay="1808"/>
                                          </p:stCondLst>
                                        </p:cTn>
                                        <p:tgtEl>
                                          <p:spTgt spid="6">
                                            <p:graphicEl>
                                              <a:dgm id="{64D5D073-5BF6-4925-A81B-59757B1E2743}"/>
                                            </p:graphicEl>
                                          </p:spTgt>
                                        </p:tgtEl>
                                      </p:cBhvr>
                                      <p:to x="100000" y="95000"/>
                                    </p:animScale>
                                    <p:animScale>
                                      <p:cBhvr>
                                        <p:cTn id="93" dur="166" decel="50000">
                                          <p:stCondLst>
                                            <p:cond delay="1834"/>
                                          </p:stCondLst>
                                        </p:cTn>
                                        <p:tgtEl>
                                          <p:spTgt spid="6">
                                            <p:graphicEl>
                                              <a:dgm id="{64D5D073-5BF6-4925-A81B-59757B1E2743}"/>
                                            </p:graphicEl>
                                          </p:spTgt>
                                        </p:tgtEl>
                                      </p:cBhvr>
                                      <p:to x="100000" y="100000"/>
                                    </p:animScale>
                                  </p:childTnLst>
                                </p:cTn>
                              </p:par>
                            </p:childTnLst>
                          </p:cTn>
                        </p:par>
                      </p:childTnLst>
                    </p:cTn>
                  </p:par>
                  <p:par>
                    <p:cTn id="94" fill="hold">
                      <p:stCondLst>
                        <p:cond delay="indefinite"/>
                      </p:stCondLst>
                      <p:childTnLst>
                        <p:par>
                          <p:cTn id="95" fill="hold">
                            <p:stCondLst>
                              <p:cond delay="0"/>
                            </p:stCondLst>
                            <p:childTnLst>
                              <p:par>
                                <p:cTn id="96" presetID="26" presetClass="entr" presetSubtype="0" fill="hold" grpId="0" nodeType="clickEffect">
                                  <p:stCondLst>
                                    <p:cond delay="0"/>
                                  </p:stCondLst>
                                  <p:childTnLst>
                                    <p:set>
                                      <p:cBhvr>
                                        <p:cTn id="97" dur="1" fill="hold">
                                          <p:stCondLst>
                                            <p:cond delay="0"/>
                                          </p:stCondLst>
                                        </p:cTn>
                                        <p:tgtEl>
                                          <p:spTgt spid="6">
                                            <p:graphicEl>
                                              <a:dgm id="{D210BB49-2869-4550-9A72-FA08512C53A1}"/>
                                            </p:graphicEl>
                                          </p:spTgt>
                                        </p:tgtEl>
                                        <p:attrNameLst>
                                          <p:attrName>style.visibility</p:attrName>
                                        </p:attrNameLst>
                                      </p:cBhvr>
                                      <p:to>
                                        <p:strVal val="visible"/>
                                      </p:to>
                                    </p:set>
                                    <p:animEffect transition="in" filter="wipe(down)">
                                      <p:cBhvr>
                                        <p:cTn id="98" dur="580">
                                          <p:stCondLst>
                                            <p:cond delay="0"/>
                                          </p:stCondLst>
                                        </p:cTn>
                                        <p:tgtEl>
                                          <p:spTgt spid="6">
                                            <p:graphicEl>
                                              <a:dgm id="{D210BB49-2869-4550-9A72-FA08512C53A1}"/>
                                            </p:graphicEl>
                                          </p:spTgt>
                                        </p:tgtEl>
                                      </p:cBhvr>
                                    </p:animEffect>
                                    <p:anim calcmode="lin" valueType="num">
                                      <p:cBhvr>
                                        <p:cTn id="99" dur="1822" tmFilter="0,0; 0.14,0.36; 0.43,0.73; 0.71,0.91; 1.0,1.0">
                                          <p:stCondLst>
                                            <p:cond delay="0"/>
                                          </p:stCondLst>
                                        </p:cTn>
                                        <p:tgtEl>
                                          <p:spTgt spid="6">
                                            <p:graphicEl>
                                              <a:dgm id="{D210BB49-2869-4550-9A72-FA08512C53A1}"/>
                                            </p:graphicEl>
                                          </p:spTgt>
                                        </p:tgtEl>
                                        <p:attrNameLst>
                                          <p:attrName>ppt_x</p:attrName>
                                        </p:attrNameLst>
                                      </p:cBhvr>
                                      <p:tavLst>
                                        <p:tav tm="0">
                                          <p:val>
                                            <p:strVal val="#ppt_x-0.25"/>
                                          </p:val>
                                        </p:tav>
                                        <p:tav tm="100000">
                                          <p:val>
                                            <p:strVal val="#ppt_x"/>
                                          </p:val>
                                        </p:tav>
                                      </p:tavLst>
                                    </p:anim>
                                    <p:anim calcmode="lin" valueType="num">
                                      <p:cBhvr>
                                        <p:cTn id="100" dur="664" tmFilter="0.0,0.0; 0.25,0.07; 0.50,0.2; 0.75,0.467; 1.0,1.0">
                                          <p:stCondLst>
                                            <p:cond delay="0"/>
                                          </p:stCondLst>
                                        </p:cTn>
                                        <p:tgtEl>
                                          <p:spTgt spid="6">
                                            <p:graphicEl>
                                              <a:dgm id="{D210BB49-2869-4550-9A72-FA08512C53A1}"/>
                                            </p:graphicEl>
                                          </p:spTgt>
                                        </p:tgtEl>
                                        <p:attrNameLst>
                                          <p:attrName>ppt_y</p:attrName>
                                        </p:attrNameLst>
                                      </p:cBhvr>
                                      <p:tavLst>
                                        <p:tav tm="0" fmla="#ppt_y-sin(pi*$)/3">
                                          <p:val>
                                            <p:fltVal val="0.5"/>
                                          </p:val>
                                        </p:tav>
                                        <p:tav tm="100000">
                                          <p:val>
                                            <p:fltVal val="1"/>
                                          </p:val>
                                        </p:tav>
                                      </p:tavLst>
                                    </p:anim>
                                    <p:anim calcmode="lin" valueType="num">
                                      <p:cBhvr>
                                        <p:cTn id="101" dur="664" tmFilter="0, 0; 0.125,0.2665; 0.25,0.4; 0.375,0.465; 0.5,0.5;  0.625,0.535; 0.75,0.6; 0.875,0.7335; 1,1">
                                          <p:stCondLst>
                                            <p:cond delay="664"/>
                                          </p:stCondLst>
                                        </p:cTn>
                                        <p:tgtEl>
                                          <p:spTgt spid="6">
                                            <p:graphicEl>
                                              <a:dgm id="{D210BB49-2869-4550-9A72-FA08512C53A1}"/>
                                            </p:graphicEl>
                                          </p:spTgt>
                                        </p:tgtEl>
                                        <p:attrNameLst>
                                          <p:attrName>ppt_y</p:attrName>
                                        </p:attrNameLst>
                                      </p:cBhvr>
                                      <p:tavLst>
                                        <p:tav tm="0" fmla="#ppt_y-sin(pi*$)/9">
                                          <p:val>
                                            <p:fltVal val="0"/>
                                          </p:val>
                                        </p:tav>
                                        <p:tav tm="100000">
                                          <p:val>
                                            <p:fltVal val="1"/>
                                          </p:val>
                                        </p:tav>
                                      </p:tavLst>
                                    </p:anim>
                                    <p:anim calcmode="lin" valueType="num">
                                      <p:cBhvr>
                                        <p:cTn id="102" dur="332" tmFilter="0, 0; 0.125,0.2665; 0.25,0.4; 0.375,0.465; 0.5,0.5;  0.625,0.535; 0.75,0.6; 0.875,0.7335; 1,1">
                                          <p:stCondLst>
                                            <p:cond delay="1324"/>
                                          </p:stCondLst>
                                        </p:cTn>
                                        <p:tgtEl>
                                          <p:spTgt spid="6">
                                            <p:graphicEl>
                                              <a:dgm id="{D210BB49-2869-4550-9A72-FA08512C53A1}"/>
                                            </p:graphicEl>
                                          </p:spTgt>
                                        </p:tgtEl>
                                        <p:attrNameLst>
                                          <p:attrName>ppt_y</p:attrName>
                                        </p:attrNameLst>
                                      </p:cBhvr>
                                      <p:tavLst>
                                        <p:tav tm="0" fmla="#ppt_y-sin(pi*$)/27">
                                          <p:val>
                                            <p:fltVal val="0"/>
                                          </p:val>
                                        </p:tav>
                                        <p:tav tm="100000">
                                          <p:val>
                                            <p:fltVal val="1"/>
                                          </p:val>
                                        </p:tav>
                                      </p:tavLst>
                                    </p:anim>
                                    <p:anim calcmode="lin" valueType="num">
                                      <p:cBhvr>
                                        <p:cTn id="103" dur="164" tmFilter="0, 0; 0.125,0.2665; 0.25,0.4; 0.375,0.465; 0.5,0.5;  0.625,0.535; 0.75,0.6; 0.875,0.7335; 1,1">
                                          <p:stCondLst>
                                            <p:cond delay="1656"/>
                                          </p:stCondLst>
                                        </p:cTn>
                                        <p:tgtEl>
                                          <p:spTgt spid="6">
                                            <p:graphicEl>
                                              <a:dgm id="{D210BB49-2869-4550-9A72-FA08512C53A1}"/>
                                            </p:graphicEl>
                                          </p:spTgt>
                                        </p:tgtEl>
                                        <p:attrNameLst>
                                          <p:attrName>ppt_y</p:attrName>
                                        </p:attrNameLst>
                                      </p:cBhvr>
                                      <p:tavLst>
                                        <p:tav tm="0" fmla="#ppt_y-sin(pi*$)/81">
                                          <p:val>
                                            <p:fltVal val="0"/>
                                          </p:val>
                                        </p:tav>
                                        <p:tav tm="100000">
                                          <p:val>
                                            <p:fltVal val="1"/>
                                          </p:val>
                                        </p:tav>
                                      </p:tavLst>
                                    </p:anim>
                                    <p:animScale>
                                      <p:cBhvr>
                                        <p:cTn id="104" dur="26">
                                          <p:stCondLst>
                                            <p:cond delay="650"/>
                                          </p:stCondLst>
                                        </p:cTn>
                                        <p:tgtEl>
                                          <p:spTgt spid="6">
                                            <p:graphicEl>
                                              <a:dgm id="{D210BB49-2869-4550-9A72-FA08512C53A1}"/>
                                            </p:graphicEl>
                                          </p:spTgt>
                                        </p:tgtEl>
                                      </p:cBhvr>
                                      <p:to x="100000" y="60000"/>
                                    </p:animScale>
                                    <p:animScale>
                                      <p:cBhvr>
                                        <p:cTn id="105" dur="166" decel="50000">
                                          <p:stCondLst>
                                            <p:cond delay="676"/>
                                          </p:stCondLst>
                                        </p:cTn>
                                        <p:tgtEl>
                                          <p:spTgt spid="6">
                                            <p:graphicEl>
                                              <a:dgm id="{D210BB49-2869-4550-9A72-FA08512C53A1}"/>
                                            </p:graphicEl>
                                          </p:spTgt>
                                        </p:tgtEl>
                                      </p:cBhvr>
                                      <p:to x="100000" y="100000"/>
                                    </p:animScale>
                                    <p:animScale>
                                      <p:cBhvr>
                                        <p:cTn id="106" dur="26">
                                          <p:stCondLst>
                                            <p:cond delay="1312"/>
                                          </p:stCondLst>
                                        </p:cTn>
                                        <p:tgtEl>
                                          <p:spTgt spid="6">
                                            <p:graphicEl>
                                              <a:dgm id="{D210BB49-2869-4550-9A72-FA08512C53A1}"/>
                                            </p:graphicEl>
                                          </p:spTgt>
                                        </p:tgtEl>
                                      </p:cBhvr>
                                      <p:to x="100000" y="80000"/>
                                    </p:animScale>
                                    <p:animScale>
                                      <p:cBhvr>
                                        <p:cTn id="107" dur="166" decel="50000">
                                          <p:stCondLst>
                                            <p:cond delay="1338"/>
                                          </p:stCondLst>
                                        </p:cTn>
                                        <p:tgtEl>
                                          <p:spTgt spid="6">
                                            <p:graphicEl>
                                              <a:dgm id="{D210BB49-2869-4550-9A72-FA08512C53A1}"/>
                                            </p:graphicEl>
                                          </p:spTgt>
                                        </p:tgtEl>
                                      </p:cBhvr>
                                      <p:to x="100000" y="100000"/>
                                    </p:animScale>
                                    <p:animScale>
                                      <p:cBhvr>
                                        <p:cTn id="108" dur="26">
                                          <p:stCondLst>
                                            <p:cond delay="1642"/>
                                          </p:stCondLst>
                                        </p:cTn>
                                        <p:tgtEl>
                                          <p:spTgt spid="6">
                                            <p:graphicEl>
                                              <a:dgm id="{D210BB49-2869-4550-9A72-FA08512C53A1}"/>
                                            </p:graphicEl>
                                          </p:spTgt>
                                        </p:tgtEl>
                                      </p:cBhvr>
                                      <p:to x="100000" y="90000"/>
                                    </p:animScale>
                                    <p:animScale>
                                      <p:cBhvr>
                                        <p:cTn id="109" dur="166" decel="50000">
                                          <p:stCondLst>
                                            <p:cond delay="1668"/>
                                          </p:stCondLst>
                                        </p:cTn>
                                        <p:tgtEl>
                                          <p:spTgt spid="6">
                                            <p:graphicEl>
                                              <a:dgm id="{D210BB49-2869-4550-9A72-FA08512C53A1}"/>
                                            </p:graphicEl>
                                          </p:spTgt>
                                        </p:tgtEl>
                                      </p:cBhvr>
                                      <p:to x="100000" y="100000"/>
                                    </p:animScale>
                                    <p:animScale>
                                      <p:cBhvr>
                                        <p:cTn id="110" dur="26">
                                          <p:stCondLst>
                                            <p:cond delay="1808"/>
                                          </p:stCondLst>
                                        </p:cTn>
                                        <p:tgtEl>
                                          <p:spTgt spid="6">
                                            <p:graphicEl>
                                              <a:dgm id="{D210BB49-2869-4550-9A72-FA08512C53A1}"/>
                                            </p:graphicEl>
                                          </p:spTgt>
                                        </p:tgtEl>
                                      </p:cBhvr>
                                      <p:to x="100000" y="95000"/>
                                    </p:animScale>
                                    <p:animScale>
                                      <p:cBhvr>
                                        <p:cTn id="111" dur="166" decel="50000">
                                          <p:stCondLst>
                                            <p:cond delay="1834"/>
                                          </p:stCondLst>
                                        </p:cTn>
                                        <p:tgtEl>
                                          <p:spTgt spid="6">
                                            <p:graphicEl>
                                              <a:dgm id="{D210BB49-2869-4550-9A72-FA08512C53A1}"/>
                                            </p:graphicEl>
                                          </p:spTgt>
                                        </p:tgtEl>
                                      </p:cBhvr>
                                      <p:to x="100000" y="100000"/>
                                    </p:animScale>
                                  </p:childTnLst>
                                </p:cTn>
                              </p:par>
                              <p:par>
                                <p:cTn id="112" presetID="26" presetClass="entr" presetSubtype="0" fill="hold" grpId="0" nodeType="withEffect">
                                  <p:stCondLst>
                                    <p:cond delay="0"/>
                                  </p:stCondLst>
                                  <p:childTnLst>
                                    <p:set>
                                      <p:cBhvr>
                                        <p:cTn id="113" dur="1" fill="hold">
                                          <p:stCondLst>
                                            <p:cond delay="0"/>
                                          </p:stCondLst>
                                        </p:cTn>
                                        <p:tgtEl>
                                          <p:spTgt spid="6">
                                            <p:graphicEl>
                                              <a:dgm id="{DF2F4941-8C3A-4FD1-A4B4-9D86C6705E86}"/>
                                            </p:graphicEl>
                                          </p:spTgt>
                                        </p:tgtEl>
                                        <p:attrNameLst>
                                          <p:attrName>style.visibility</p:attrName>
                                        </p:attrNameLst>
                                      </p:cBhvr>
                                      <p:to>
                                        <p:strVal val="visible"/>
                                      </p:to>
                                    </p:set>
                                    <p:animEffect transition="in" filter="wipe(down)">
                                      <p:cBhvr>
                                        <p:cTn id="114" dur="580">
                                          <p:stCondLst>
                                            <p:cond delay="0"/>
                                          </p:stCondLst>
                                        </p:cTn>
                                        <p:tgtEl>
                                          <p:spTgt spid="6">
                                            <p:graphicEl>
                                              <a:dgm id="{DF2F4941-8C3A-4FD1-A4B4-9D86C6705E86}"/>
                                            </p:graphicEl>
                                          </p:spTgt>
                                        </p:tgtEl>
                                      </p:cBhvr>
                                    </p:animEffect>
                                    <p:anim calcmode="lin" valueType="num">
                                      <p:cBhvr>
                                        <p:cTn id="115" dur="1822" tmFilter="0,0; 0.14,0.36; 0.43,0.73; 0.71,0.91; 1.0,1.0">
                                          <p:stCondLst>
                                            <p:cond delay="0"/>
                                          </p:stCondLst>
                                        </p:cTn>
                                        <p:tgtEl>
                                          <p:spTgt spid="6">
                                            <p:graphicEl>
                                              <a:dgm id="{DF2F4941-8C3A-4FD1-A4B4-9D86C6705E86}"/>
                                            </p:graphicEl>
                                          </p:spTgt>
                                        </p:tgtEl>
                                        <p:attrNameLst>
                                          <p:attrName>ppt_x</p:attrName>
                                        </p:attrNameLst>
                                      </p:cBhvr>
                                      <p:tavLst>
                                        <p:tav tm="0">
                                          <p:val>
                                            <p:strVal val="#ppt_x-0.25"/>
                                          </p:val>
                                        </p:tav>
                                        <p:tav tm="100000">
                                          <p:val>
                                            <p:strVal val="#ppt_x"/>
                                          </p:val>
                                        </p:tav>
                                      </p:tavLst>
                                    </p:anim>
                                    <p:anim calcmode="lin" valueType="num">
                                      <p:cBhvr>
                                        <p:cTn id="116" dur="664" tmFilter="0.0,0.0; 0.25,0.07; 0.50,0.2; 0.75,0.467; 1.0,1.0">
                                          <p:stCondLst>
                                            <p:cond delay="0"/>
                                          </p:stCondLst>
                                        </p:cTn>
                                        <p:tgtEl>
                                          <p:spTgt spid="6">
                                            <p:graphicEl>
                                              <a:dgm id="{DF2F4941-8C3A-4FD1-A4B4-9D86C6705E86}"/>
                                            </p:graphicEl>
                                          </p:spTgt>
                                        </p:tgtEl>
                                        <p:attrNameLst>
                                          <p:attrName>ppt_y</p:attrName>
                                        </p:attrNameLst>
                                      </p:cBhvr>
                                      <p:tavLst>
                                        <p:tav tm="0" fmla="#ppt_y-sin(pi*$)/3">
                                          <p:val>
                                            <p:fltVal val="0.5"/>
                                          </p:val>
                                        </p:tav>
                                        <p:tav tm="100000">
                                          <p:val>
                                            <p:fltVal val="1"/>
                                          </p:val>
                                        </p:tav>
                                      </p:tavLst>
                                    </p:anim>
                                    <p:anim calcmode="lin" valueType="num">
                                      <p:cBhvr>
                                        <p:cTn id="117" dur="664" tmFilter="0, 0; 0.125,0.2665; 0.25,0.4; 0.375,0.465; 0.5,0.5;  0.625,0.535; 0.75,0.6; 0.875,0.7335; 1,1">
                                          <p:stCondLst>
                                            <p:cond delay="664"/>
                                          </p:stCondLst>
                                        </p:cTn>
                                        <p:tgtEl>
                                          <p:spTgt spid="6">
                                            <p:graphicEl>
                                              <a:dgm id="{DF2F4941-8C3A-4FD1-A4B4-9D86C6705E86}"/>
                                            </p:graphicEl>
                                          </p:spTgt>
                                        </p:tgtEl>
                                        <p:attrNameLst>
                                          <p:attrName>ppt_y</p:attrName>
                                        </p:attrNameLst>
                                      </p:cBhvr>
                                      <p:tavLst>
                                        <p:tav tm="0" fmla="#ppt_y-sin(pi*$)/9">
                                          <p:val>
                                            <p:fltVal val="0"/>
                                          </p:val>
                                        </p:tav>
                                        <p:tav tm="100000">
                                          <p:val>
                                            <p:fltVal val="1"/>
                                          </p:val>
                                        </p:tav>
                                      </p:tavLst>
                                    </p:anim>
                                    <p:anim calcmode="lin" valueType="num">
                                      <p:cBhvr>
                                        <p:cTn id="118" dur="332" tmFilter="0, 0; 0.125,0.2665; 0.25,0.4; 0.375,0.465; 0.5,0.5;  0.625,0.535; 0.75,0.6; 0.875,0.7335; 1,1">
                                          <p:stCondLst>
                                            <p:cond delay="1324"/>
                                          </p:stCondLst>
                                        </p:cTn>
                                        <p:tgtEl>
                                          <p:spTgt spid="6">
                                            <p:graphicEl>
                                              <a:dgm id="{DF2F4941-8C3A-4FD1-A4B4-9D86C6705E86}"/>
                                            </p:graphicEl>
                                          </p:spTgt>
                                        </p:tgtEl>
                                        <p:attrNameLst>
                                          <p:attrName>ppt_y</p:attrName>
                                        </p:attrNameLst>
                                      </p:cBhvr>
                                      <p:tavLst>
                                        <p:tav tm="0" fmla="#ppt_y-sin(pi*$)/27">
                                          <p:val>
                                            <p:fltVal val="0"/>
                                          </p:val>
                                        </p:tav>
                                        <p:tav tm="100000">
                                          <p:val>
                                            <p:fltVal val="1"/>
                                          </p:val>
                                        </p:tav>
                                      </p:tavLst>
                                    </p:anim>
                                    <p:anim calcmode="lin" valueType="num">
                                      <p:cBhvr>
                                        <p:cTn id="119" dur="164" tmFilter="0, 0; 0.125,0.2665; 0.25,0.4; 0.375,0.465; 0.5,0.5;  0.625,0.535; 0.75,0.6; 0.875,0.7335; 1,1">
                                          <p:stCondLst>
                                            <p:cond delay="1656"/>
                                          </p:stCondLst>
                                        </p:cTn>
                                        <p:tgtEl>
                                          <p:spTgt spid="6">
                                            <p:graphicEl>
                                              <a:dgm id="{DF2F4941-8C3A-4FD1-A4B4-9D86C6705E86}"/>
                                            </p:graphicEl>
                                          </p:spTgt>
                                        </p:tgtEl>
                                        <p:attrNameLst>
                                          <p:attrName>ppt_y</p:attrName>
                                        </p:attrNameLst>
                                      </p:cBhvr>
                                      <p:tavLst>
                                        <p:tav tm="0" fmla="#ppt_y-sin(pi*$)/81">
                                          <p:val>
                                            <p:fltVal val="0"/>
                                          </p:val>
                                        </p:tav>
                                        <p:tav tm="100000">
                                          <p:val>
                                            <p:fltVal val="1"/>
                                          </p:val>
                                        </p:tav>
                                      </p:tavLst>
                                    </p:anim>
                                    <p:animScale>
                                      <p:cBhvr>
                                        <p:cTn id="120" dur="26">
                                          <p:stCondLst>
                                            <p:cond delay="650"/>
                                          </p:stCondLst>
                                        </p:cTn>
                                        <p:tgtEl>
                                          <p:spTgt spid="6">
                                            <p:graphicEl>
                                              <a:dgm id="{DF2F4941-8C3A-4FD1-A4B4-9D86C6705E86}"/>
                                            </p:graphicEl>
                                          </p:spTgt>
                                        </p:tgtEl>
                                      </p:cBhvr>
                                      <p:to x="100000" y="60000"/>
                                    </p:animScale>
                                    <p:animScale>
                                      <p:cBhvr>
                                        <p:cTn id="121" dur="166" decel="50000">
                                          <p:stCondLst>
                                            <p:cond delay="676"/>
                                          </p:stCondLst>
                                        </p:cTn>
                                        <p:tgtEl>
                                          <p:spTgt spid="6">
                                            <p:graphicEl>
                                              <a:dgm id="{DF2F4941-8C3A-4FD1-A4B4-9D86C6705E86}"/>
                                            </p:graphicEl>
                                          </p:spTgt>
                                        </p:tgtEl>
                                      </p:cBhvr>
                                      <p:to x="100000" y="100000"/>
                                    </p:animScale>
                                    <p:animScale>
                                      <p:cBhvr>
                                        <p:cTn id="122" dur="26">
                                          <p:stCondLst>
                                            <p:cond delay="1312"/>
                                          </p:stCondLst>
                                        </p:cTn>
                                        <p:tgtEl>
                                          <p:spTgt spid="6">
                                            <p:graphicEl>
                                              <a:dgm id="{DF2F4941-8C3A-4FD1-A4B4-9D86C6705E86}"/>
                                            </p:graphicEl>
                                          </p:spTgt>
                                        </p:tgtEl>
                                      </p:cBhvr>
                                      <p:to x="100000" y="80000"/>
                                    </p:animScale>
                                    <p:animScale>
                                      <p:cBhvr>
                                        <p:cTn id="123" dur="166" decel="50000">
                                          <p:stCondLst>
                                            <p:cond delay="1338"/>
                                          </p:stCondLst>
                                        </p:cTn>
                                        <p:tgtEl>
                                          <p:spTgt spid="6">
                                            <p:graphicEl>
                                              <a:dgm id="{DF2F4941-8C3A-4FD1-A4B4-9D86C6705E86}"/>
                                            </p:graphicEl>
                                          </p:spTgt>
                                        </p:tgtEl>
                                      </p:cBhvr>
                                      <p:to x="100000" y="100000"/>
                                    </p:animScale>
                                    <p:animScale>
                                      <p:cBhvr>
                                        <p:cTn id="124" dur="26">
                                          <p:stCondLst>
                                            <p:cond delay="1642"/>
                                          </p:stCondLst>
                                        </p:cTn>
                                        <p:tgtEl>
                                          <p:spTgt spid="6">
                                            <p:graphicEl>
                                              <a:dgm id="{DF2F4941-8C3A-4FD1-A4B4-9D86C6705E86}"/>
                                            </p:graphicEl>
                                          </p:spTgt>
                                        </p:tgtEl>
                                      </p:cBhvr>
                                      <p:to x="100000" y="90000"/>
                                    </p:animScale>
                                    <p:animScale>
                                      <p:cBhvr>
                                        <p:cTn id="125" dur="166" decel="50000">
                                          <p:stCondLst>
                                            <p:cond delay="1668"/>
                                          </p:stCondLst>
                                        </p:cTn>
                                        <p:tgtEl>
                                          <p:spTgt spid="6">
                                            <p:graphicEl>
                                              <a:dgm id="{DF2F4941-8C3A-4FD1-A4B4-9D86C6705E86}"/>
                                            </p:graphicEl>
                                          </p:spTgt>
                                        </p:tgtEl>
                                      </p:cBhvr>
                                      <p:to x="100000" y="100000"/>
                                    </p:animScale>
                                    <p:animScale>
                                      <p:cBhvr>
                                        <p:cTn id="126" dur="26">
                                          <p:stCondLst>
                                            <p:cond delay="1808"/>
                                          </p:stCondLst>
                                        </p:cTn>
                                        <p:tgtEl>
                                          <p:spTgt spid="6">
                                            <p:graphicEl>
                                              <a:dgm id="{DF2F4941-8C3A-4FD1-A4B4-9D86C6705E86}"/>
                                            </p:graphicEl>
                                          </p:spTgt>
                                        </p:tgtEl>
                                      </p:cBhvr>
                                      <p:to x="100000" y="95000"/>
                                    </p:animScale>
                                    <p:animScale>
                                      <p:cBhvr>
                                        <p:cTn id="127" dur="166" decel="50000">
                                          <p:stCondLst>
                                            <p:cond delay="1834"/>
                                          </p:stCondLst>
                                        </p:cTn>
                                        <p:tgtEl>
                                          <p:spTgt spid="6">
                                            <p:graphicEl>
                                              <a:dgm id="{DF2F4941-8C3A-4FD1-A4B4-9D86C6705E86}"/>
                                            </p:graphic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6" grpId="0">
        <p:bldSub>
          <a:bldDgm bld="one"/>
        </p:bldSub>
      </p:bldGraphic>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会议室">
  <a:themeElements>
    <a:clrScheme name="离子会议室">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离子会议室">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会议室">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189</TotalTime>
  <Words>223</Words>
  <Application>Microsoft Office PowerPoint</Application>
  <PresentationFormat>全屏显示(16:9)</PresentationFormat>
  <Paragraphs>20</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等线</vt:lpstr>
      <vt:lpstr>华文行楷</vt:lpstr>
      <vt:lpstr>楷体</vt:lpstr>
      <vt:lpstr>宋体</vt:lpstr>
      <vt:lpstr>微软雅黑</vt:lpstr>
      <vt:lpstr>Arial</vt:lpstr>
      <vt:lpstr>Century Gothic</vt:lpstr>
      <vt:lpstr>Wingdings 3</vt:lpstr>
      <vt:lpstr>离子会议室</vt:lpstr>
      <vt:lpstr>产品策划书</vt:lpstr>
      <vt:lpstr>市场需求</vt:lpstr>
      <vt:lpstr>市场潜力</vt:lpstr>
      <vt:lpstr>产品工艺</vt:lpstr>
      <vt:lpstr>产品的市场推广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产品策划书</dc:title>
  <dc:creator>wangming</dc:creator>
  <cp:lastModifiedBy>Windows 用户11</cp:lastModifiedBy>
  <cp:revision>16</cp:revision>
  <dcterms:created xsi:type="dcterms:W3CDTF">2016-03-30T07:09:00Z</dcterms:created>
  <dcterms:modified xsi:type="dcterms:W3CDTF">2021-04-15T06:10:51Z</dcterms:modified>
</cp:coreProperties>
</file>