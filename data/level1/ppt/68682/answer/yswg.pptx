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9" r:id="rId2"/>
    <p:sldId id="258" r:id="rId3"/>
    <p:sldId id="260" r:id="rId4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049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893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933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141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717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923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893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149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190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38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63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03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480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670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97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943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CB39-92FA-42F3-882F-8AD56AFE6CE7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03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67000"/>
                <a:alpha val="90000"/>
              </a:schemeClr>
            </a:gs>
            <a:gs pos="48000">
              <a:schemeClr val="accent2">
                <a:lumMod val="97000"/>
                <a:lumOff val="3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11713" y="2875002"/>
            <a:ext cx="696857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热门</a:t>
            </a:r>
            <a:r>
              <a:rPr lang="zh-CN" altLang="en-US" sz="6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城市房价地图</a:t>
            </a:r>
            <a:endParaRPr lang="zh-CN" altLang="en-U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42340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5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r>
              <a:rPr lang="zh-CN" altLang="en-US" dirty="0" smtClean="0"/>
              <a:t>我们</a:t>
            </a:r>
            <a:r>
              <a:rPr lang="zh-CN" altLang="en-US" dirty="0"/>
              <a:t>整理了「中国房价行情平台」（中国房地产协会旗下）的数据，希望可以使你对中国热门城市的房价有一个基本印象。</a:t>
            </a:r>
          </a:p>
          <a:p>
            <a:r>
              <a:rPr lang="zh-CN" altLang="en-US" dirty="0" smtClean="0"/>
              <a:t>你</a:t>
            </a:r>
            <a:r>
              <a:rPr lang="zh-CN" altLang="en-US" dirty="0"/>
              <a:t>会发现一个奇特的现象，大部分城市的二手房均价都超过一手房，有些城市则是远远超过。 </a:t>
            </a:r>
          </a:p>
          <a:p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850" y="3148806"/>
            <a:ext cx="2540000" cy="1905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 prst="slope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16004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热门城市新房与房价对比表（</a:t>
            </a:r>
            <a:r>
              <a:rPr lang="en-US" altLang="zh-CN" dirty="0" smtClean="0"/>
              <a:t>2016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11</a:t>
            </a:r>
            <a:r>
              <a:rPr lang="zh-CN" altLang="en-US" dirty="0" smtClean="0"/>
              <a:t>月版）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461391"/>
              </p:ext>
            </p:extLst>
          </p:nvPr>
        </p:nvGraphicFramePr>
        <p:xfrm>
          <a:off x="677863" y="2160588"/>
          <a:ext cx="8596311" cy="452628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54712370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64427533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4116828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城市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新房房价（元</a:t>
                      </a:r>
                      <a:r>
                        <a:rPr lang="en-US" altLang="zh-CN" sz="2100" dirty="0" smtClean="0"/>
                        <a:t>/m2</a:t>
                      </a:r>
                      <a:r>
                        <a:rPr lang="zh-CN" altLang="en-US" sz="2100" dirty="0" smtClean="0"/>
                        <a:t>）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二手房房价（元</a:t>
                      </a:r>
                      <a:r>
                        <a:rPr lang="en-US" altLang="zh-CN" sz="2100" dirty="0" smtClean="0"/>
                        <a:t>/m2</a:t>
                      </a:r>
                      <a:r>
                        <a:rPr lang="zh-CN" altLang="en-US" sz="2100" dirty="0" smtClean="0"/>
                        <a:t>）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5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北京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43827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53087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32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上海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46766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47549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304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深圳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66191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43332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08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南京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21664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23989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409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天津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15433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22584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085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广州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22088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22051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19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杭州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19840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21212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03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合肥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11053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13927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27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郑州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10701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12809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478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 smtClean="0"/>
                        <a:t>重庆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7858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100" dirty="0" smtClean="0"/>
                        <a:t>7356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97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155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body" orient="vert" idx="1"/>
          </p:nvPr>
        </p:nvSpPr>
        <p:spPr/>
        <p:txBody>
          <a:bodyPr>
            <a:normAutofit/>
          </a:bodyPr>
          <a:lstStyle/>
          <a:p>
            <a:pPr marL="257175" indent="-257175"/>
            <a:r>
              <a:rPr lang="zh-CN" altLang="zh-CN" sz="3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值得一提的是，在这</a:t>
            </a:r>
            <a:r>
              <a:rPr lang="en-US" altLang="zh-CN" sz="3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zh-CN" sz="3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个城市中，</a:t>
            </a:r>
            <a:r>
              <a:rPr lang="en-US" altLang="zh-CN" sz="3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zh-CN" sz="3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月份住宅新楼盘价格环比涨幅排前三的依次是：郑州、重庆、天津。</a:t>
            </a:r>
            <a:endParaRPr lang="en-US" altLang="zh-CN" sz="3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57175" indent="-257175"/>
            <a:r>
              <a:rPr lang="zh-CN" altLang="zh-CN" sz="3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需要强调的是，这是平均房价，跟每个人的切身感受可以会有所不同。当然，不可能有完美的统计数据，这已经是我们见过的比较准确的数据了。</a:t>
            </a:r>
          </a:p>
          <a:p>
            <a:pPr algn="l"/>
            <a:endParaRPr lang="zh-CN" altLang="zh-CN" sz="3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8051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</TotalTime>
  <Words>197</Words>
  <Application>Microsoft Office PowerPoint</Application>
  <PresentationFormat>宽屏</PresentationFormat>
  <Paragraphs>39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方正姚体</vt:lpstr>
      <vt:lpstr>华文新魏</vt:lpstr>
      <vt:lpstr>宋体</vt:lpstr>
      <vt:lpstr>Arial</vt:lpstr>
      <vt:lpstr>Trebuchet MS</vt:lpstr>
      <vt:lpstr>Wingdings 3</vt:lpstr>
      <vt:lpstr>平面</vt:lpstr>
      <vt:lpstr>PowerPoint 演示文稿</vt:lpstr>
      <vt:lpstr>PowerPoint 演示文稿</vt:lpstr>
      <vt:lpstr>热门城市新房与房价对比表（2016年11月版）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 gao</dc:creator>
  <cp:lastModifiedBy>Windows 用户11</cp:lastModifiedBy>
  <cp:revision>12</cp:revision>
  <dcterms:created xsi:type="dcterms:W3CDTF">2020-08-24T06:24:08Z</dcterms:created>
  <dcterms:modified xsi:type="dcterms:W3CDTF">2021-04-15T07:24:06Z</dcterms:modified>
</cp:coreProperties>
</file>