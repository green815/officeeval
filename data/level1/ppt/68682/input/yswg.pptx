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60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4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83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83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42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3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87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35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896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536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004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32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07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CB39-92FA-42F3-882F-8AD56AFE6CE7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2C755-BD33-4975-A45C-629C3206D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20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34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r>
              <a:rPr lang="zh-CN" altLang="en-US" dirty="0" smtClean="0"/>
              <a:t>我们</a:t>
            </a:r>
            <a:r>
              <a:rPr lang="zh-CN" altLang="en-US" dirty="0"/>
              <a:t>整理了「中国房价行情平台」（中国房地产协会旗下）的数据，希望可以使你对中国热门城市的房价有一个基本印象。</a:t>
            </a:r>
          </a:p>
          <a:p>
            <a:r>
              <a:rPr lang="zh-CN" altLang="en-US" dirty="0" smtClean="0"/>
              <a:t>你</a:t>
            </a:r>
            <a:r>
              <a:rPr lang="zh-CN" altLang="en-US" dirty="0"/>
              <a:t>会发现一个奇特的现象，大部分城市的二手房均价都超过一手房，有些城市则是远远超过。 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0040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15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1116623" y="1723415"/>
            <a:ext cx="7130562" cy="2927350"/>
          </a:xfrm>
        </p:spPr>
        <p:txBody>
          <a:bodyPr/>
          <a:lstStyle/>
          <a:p>
            <a:pPr marL="257175" indent="-257175"/>
            <a:r>
              <a:rPr lang="zh-CN" altLang="zh-CN" dirty="0" smtClean="0"/>
              <a:t>值得一提的是，在这</a:t>
            </a:r>
            <a:r>
              <a:rPr lang="en-US" altLang="zh-CN" dirty="0" smtClean="0"/>
              <a:t>10</a:t>
            </a:r>
            <a:r>
              <a:rPr lang="zh-CN" altLang="zh-CN" dirty="0" smtClean="0"/>
              <a:t>个城市中，</a:t>
            </a:r>
            <a:r>
              <a:rPr lang="en-US" altLang="zh-CN" dirty="0" smtClean="0"/>
              <a:t>11</a:t>
            </a:r>
            <a:r>
              <a:rPr lang="zh-CN" altLang="zh-CN" dirty="0" smtClean="0"/>
              <a:t>月份住宅新楼盘价格环比涨幅排前三的依次是：郑州、重庆、天津。</a:t>
            </a:r>
            <a:endParaRPr lang="en-US" altLang="zh-CN" dirty="0" smtClean="0"/>
          </a:p>
          <a:p>
            <a:pPr marL="257175" indent="-257175"/>
            <a:r>
              <a:rPr lang="zh-CN" altLang="zh-CN" dirty="0" smtClean="0"/>
              <a:t>需要强调的是，这是平均房价，跟每个人的切身感受可以会有所不同。当然，不可能有完美的统计数据，这已经是我们见过的比较准确的数据了。</a:t>
            </a:r>
          </a:p>
          <a:p>
            <a:pPr algn="l"/>
            <a:endParaRPr lang="zh-CN" altLang="zh-CN" dirty="0" smtClean="0"/>
          </a:p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8051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134</Words>
  <Application>Microsoft Office PowerPoint</Application>
  <PresentationFormat>全屏显示(4:3)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 gao</dc:creator>
  <cp:lastModifiedBy>Microsoft</cp:lastModifiedBy>
  <cp:revision>7</cp:revision>
  <dcterms:created xsi:type="dcterms:W3CDTF">2020-08-24T06:24:08Z</dcterms:created>
  <dcterms:modified xsi:type="dcterms:W3CDTF">2020-12-09T07:14:09Z</dcterms:modified>
</cp:coreProperties>
</file>