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68" y="-4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27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25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5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16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76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0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0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90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58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4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23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9D355-22B5-409F-81AE-4ABC9E870306}" type="datetimeFigureOut">
              <a:rPr lang="zh-CN" altLang="en-US" smtClean="0"/>
              <a:t>2017/4/28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77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4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Lenovo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liu</cp:lastModifiedBy>
  <cp:revision>1</cp:revision>
  <dcterms:created xsi:type="dcterms:W3CDTF">2017-04-28T02:33:50Z</dcterms:created>
  <dcterms:modified xsi:type="dcterms:W3CDTF">2017-04-28T02:34:55Z</dcterms:modified>
</cp:coreProperties>
</file>