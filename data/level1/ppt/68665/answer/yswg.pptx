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7"/>
  </p:notesMasterIdLst>
  <p:sldIdLst>
    <p:sldId id="259" r:id="rId2"/>
    <p:sldId id="257" r:id="rId3"/>
    <p:sldId id="256" r:id="rId4"/>
    <p:sldId id="258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08" y="6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D1E85-B118-4054-9359-65F14DC2966D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DAC13-5EFC-4619-B6B7-49F3E7E0B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13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58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64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280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63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48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28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45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99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313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056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7968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801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8304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991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758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178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9D355-22B5-409F-81AE-4ABC9E870306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5770071-67B0-4838-8C75-733617CE5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70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豆腐海带味噌汤</a:t>
            </a:r>
            <a:endParaRPr lang="zh-CN" altLang="en-US" sz="6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长寿秘密</a:t>
            </a:r>
            <a:endParaRPr lang="zh-CN" altLang="en-US" sz="24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487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长寿秘密</a:t>
            </a:r>
            <a:r>
              <a:rPr lang="en-US" altLang="zh-CN" dirty="0" smtClean="0"/>
              <a:t>—</a:t>
            </a:r>
            <a:r>
              <a:rPr lang="zh-CN" altLang="en-US" dirty="0" smtClean="0"/>
              <a:t>豆腐海带味噌汤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zh-CN" dirty="0"/>
              <a:t>据美国合众国际社最新报道：日本冲绳岛健康的百岁老人比例一直远远高于世界上绝大部分地区。</a:t>
            </a:r>
          </a:p>
          <a:p>
            <a:r>
              <a:rPr lang="zh-CN" altLang="zh-CN" dirty="0"/>
              <a:t>经研究发现，冲绳老人的长寿秘密竟然是豆腐海带味噌汤！为什么一道看似普通还遭国人嫌弃的味噌汤能有这么大的功效</a:t>
            </a:r>
            <a:r>
              <a:rPr lang="zh-CN" altLang="zh-CN" dirty="0" smtClean="0"/>
              <a:t>？</a:t>
            </a:r>
            <a:endParaRPr lang="zh-CN" altLang="zh-CN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050" y="2697956"/>
            <a:ext cx="4165600" cy="28067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 prst="slope"/>
            <a:contourClr>
              <a:srgbClr val="969696"/>
            </a:contourClr>
          </a:sp3d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183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海带和豆腐的功效表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230347"/>
              </p:ext>
            </p:extLst>
          </p:nvPr>
        </p:nvGraphicFramePr>
        <p:xfrm>
          <a:off x="677863" y="2160588"/>
          <a:ext cx="8028000" cy="4785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607687409"/>
                    </a:ext>
                  </a:extLst>
                </a:gridCol>
                <a:gridCol w="7020000">
                  <a:extLst>
                    <a:ext uri="{9D8B030D-6E8A-4147-A177-3AD203B41FA5}">
                      <a16:colId xmlns:a16="http://schemas.microsoft.com/office/drawing/2014/main" val="1857424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食材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功效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5946035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豆腐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预防心血管疾病：</a:t>
                      </a:r>
                      <a:r>
                        <a:rPr lang="zh-CN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豆腐健脑的同时，还能抑制胆固醇的摄入。不仅可以预防结肠癌，还有助于预防心脑血管疾病。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3468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降低乳腺癌几率：大豆中含有大豆异黄酮，降低乳腺癌发生率。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66406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抗血栓：制作大豆中含有的皂苷，清除体内自由基，具有显著的抗癌活性，具有抑制肿瘤细胞的生长，聚集，抗血栓的功效。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0148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补益清热养生</a:t>
                      </a:r>
                      <a:r>
                        <a:rPr lang="en-US" altLang="zh-CN" dirty="0" smtClean="0"/>
                        <a:t>:</a:t>
                      </a:r>
                      <a:r>
                        <a:rPr lang="zh-CN" altLang="en-US" dirty="0" smtClean="0"/>
                        <a:t>豆腐具有生津润燥、清热解毒的功效。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333041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海带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利尿消肿</a:t>
                      </a:r>
                      <a:r>
                        <a:rPr lang="en-US" altLang="zh-CN" dirty="0" smtClean="0"/>
                        <a:t>: </a:t>
                      </a:r>
                      <a:r>
                        <a:rPr lang="zh-CN" altLang="en-US" dirty="0" smtClean="0"/>
                        <a:t>海带中的甘露醇可防治肾功能衰竭、老年性水肿等。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660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防治富贵病</a:t>
                      </a:r>
                      <a:r>
                        <a:rPr lang="en-US" altLang="zh-CN" dirty="0" smtClean="0"/>
                        <a:t>: </a:t>
                      </a:r>
                      <a:r>
                        <a:rPr lang="zh-CN" altLang="en-US" dirty="0" smtClean="0"/>
                        <a:t>海带中的甘露醇可防治动脉硬化、高血压等疾病。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6364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减少放射性疾病：海带胶质能促使体内的放射性物质随同大便排出体外，减少了放射性疾病的发生几率。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629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御寒：海带还有御寒的作用。可有效地提高自身的御寒能力。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9809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抗癌防癌：海带有抗癌、防癌的功效。其中对大肠癌、乳腺癌的防治作用已被肯定。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641910"/>
                  </a:ext>
                </a:extLst>
              </a:tr>
            </a:tbl>
          </a:graphicData>
        </a:graphic>
      </p:graphicFrame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42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豆腐海带味噌汤做法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 </a:t>
            </a:r>
            <a:r>
              <a:rPr lang="zh-CN" altLang="zh-CN" dirty="0"/>
              <a:t>豆腐切小块、甜椒洗净切片、姜洗净切丝、葱洗净切末、海带洗净切条；</a:t>
            </a:r>
          </a:p>
          <a:p>
            <a:r>
              <a:rPr lang="en-US" altLang="zh-CN" dirty="0"/>
              <a:t> </a:t>
            </a:r>
            <a:r>
              <a:rPr lang="zh-CN" altLang="zh-CN" dirty="0"/>
              <a:t>把淡色酱油，冷水</a:t>
            </a:r>
            <a:r>
              <a:rPr lang="en-US" altLang="zh-CN" dirty="0"/>
              <a:t>1/2</a:t>
            </a:r>
            <a:r>
              <a:rPr lang="zh-CN" altLang="zh-CN" dirty="0"/>
              <a:t>杯放入碗中调均匀，过滤备用；</a:t>
            </a:r>
          </a:p>
          <a:p>
            <a:r>
              <a:rPr lang="zh-CN" altLang="zh-CN" dirty="0"/>
              <a:t>锅中倒入肉清汤</a:t>
            </a:r>
            <a:r>
              <a:rPr lang="en-US" altLang="zh-CN" dirty="0"/>
              <a:t>3 </a:t>
            </a:r>
            <a:r>
              <a:rPr lang="zh-CN" altLang="zh-CN" dirty="0"/>
              <a:t>杯煮开，放入豆腐、甜椒及海带，加入料酒</a:t>
            </a:r>
            <a:r>
              <a:rPr lang="en-US" altLang="zh-CN" dirty="0"/>
              <a:t>1</a:t>
            </a:r>
            <a:r>
              <a:rPr lang="zh-CN" altLang="zh-CN" dirty="0"/>
              <a:t>大匙和姜丝煮滚，再加入第二步骤中调好的料煮开，熄火拌匀，最后放入</a:t>
            </a:r>
            <a:r>
              <a:rPr lang="en-US" altLang="zh-CN" dirty="0"/>
              <a:t>1</a:t>
            </a:r>
            <a:r>
              <a:rPr lang="zh-CN" altLang="zh-CN" dirty="0"/>
              <a:t>小匙白糖，再煮开，海带豆腐汤撒上葱花，即可盛入大汤碗中端上桌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892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卷形 1"/>
          <p:cNvSpPr/>
          <p:nvPr/>
        </p:nvSpPr>
        <p:spPr>
          <a:xfrm>
            <a:off x="828000" y="2160000"/>
            <a:ext cx="1116000" cy="3096000"/>
          </a:xfrm>
          <a:prstGeom prst="verticalScroll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做汤最好选用嫩豆腐</a:t>
            </a:r>
            <a:r>
              <a:rPr lang="zh-CN" altLang="zh-CN" dirty="0" smtClean="0"/>
              <a:t>；</a:t>
            </a:r>
            <a:endParaRPr lang="zh-CN" altLang="zh-CN" dirty="0"/>
          </a:p>
        </p:txBody>
      </p:sp>
      <p:sp>
        <p:nvSpPr>
          <p:cNvPr id="3" name="竖卷形 2"/>
          <p:cNvSpPr/>
          <p:nvPr/>
        </p:nvSpPr>
        <p:spPr>
          <a:xfrm>
            <a:off x="2279576" y="2184372"/>
            <a:ext cx="1116000" cy="3096000"/>
          </a:xfrm>
          <a:prstGeom prst="verticalScroll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海带一定要清洗干净；</a:t>
            </a:r>
          </a:p>
        </p:txBody>
      </p:sp>
      <p:sp>
        <p:nvSpPr>
          <p:cNvPr id="4" name="竖卷形 3"/>
          <p:cNvSpPr/>
          <p:nvPr/>
        </p:nvSpPr>
        <p:spPr>
          <a:xfrm>
            <a:off x="3863752" y="2184372"/>
            <a:ext cx="1116000" cy="3096000"/>
          </a:xfrm>
          <a:prstGeom prst="verticalScroll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浓缩鸡汁可以用熬制的高汤替换</a:t>
            </a:r>
            <a:r>
              <a:rPr lang="zh-CN" altLang="zh-CN" dirty="0" smtClean="0"/>
              <a:t>；</a:t>
            </a:r>
            <a:endParaRPr lang="zh-CN" altLang="zh-CN" dirty="0"/>
          </a:p>
        </p:txBody>
      </p:sp>
      <p:sp>
        <p:nvSpPr>
          <p:cNvPr id="5" name="竖卷形 4"/>
          <p:cNvSpPr/>
          <p:nvPr/>
        </p:nvSpPr>
        <p:spPr>
          <a:xfrm>
            <a:off x="5591944" y="2160000"/>
            <a:ext cx="1116000" cy="3096000"/>
          </a:xfrm>
          <a:prstGeom prst="verticalScroll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吃海带后不要马上</a:t>
            </a:r>
            <a:r>
              <a:rPr lang="zh-CN" altLang="zh-CN" dirty="0" smtClean="0"/>
              <a:t>喝茶；</a:t>
            </a:r>
          </a:p>
        </p:txBody>
      </p:sp>
      <p:sp>
        <p:nvSpPr>
          <p:cNvPr id="6" name="竖卷形 5"/>
          <p:cNvSpPr/>
          <p:nvPr/>
        </p:nvSpPr>
        <p:spPr>
          <a:xfrm>
            <a:off x="7042667" y="2184372"/>
            <a:ext cx="1116000" cy="3096000"/>
          </a:xfrm>
          <a:prstGeom prst="verticalScroll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甲亢患者不宜食海带</a:t>
            </a:r>
            <a:r>
              <a:rPr lang="zh-CN" altLang="zh-CN" dirty="0" smtClean="0"/>
              <a:t>；</a:t>
            </a:r>
            <a:endParaRPr lang="zh-CN" altLang="zh-CN" dirty="0"/>
          </a:p>
        </p:txBody>
      </p:sp>
      <p:sp>
        <p:nvSpPr>
          <p:cNvPr id="7" name="竖卷形 6"/>
          <p:cNvSpPr/>
          <p:nvPr/>
        </p:nvSpPr>
        <p:spPr>
          <a:xfrm>
            <a:off x="8493390" y="2184372"/>
            <a:ext cx="1116000" cy="3096000"/>
          </a:xfrm>
          <a:prstGeom prst="verticalScroll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孕妇和乳母不宜多吃海带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5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881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9000"/>
                            </p:stCondLst>
                            <p:childTnLst>
                              <p:par>
                                <p:cTn id="4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118</TotalTime>
  <Words>319</Words>
  <Application>Microsoft Office PowerPoint</Application>
  <PresentationFormat>宽屏</PresentationFormat>
  <Paragraphs>34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等线</vt:lpstr>
      <vt:lpstr>方正姚体</vt:lpstr>
      <vt:lpstr>黑体</vt:lpstr>
      <vt:lpstr>华文新魏</vt:lpstr>
      <vt:lpstr>Arial</vt:lpstr>
      <vt:lpstr>Trebuchet MS</vt:lpstr>
      <vt:lpstr>Wingdings 3</vt:lpstr>
      <vt:lpstr>平面</vt:lpstr>
      <vt:lpstr>豆腐海带味噌汤</vt:lpstr>
      <vt:lpstr>长寿秘密—豆腐海带味噌汤</vt:lpstr>
      <vt:lpstr>海带和豆腐的功效表</vt:lpstr>
      <vt:lpstr>豆腐海带味噌汤做法</vt:lpstr>
      <vt:lpstr>PowerPoint 演示文稿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Windows User</cp:lastModifiedBy>
  <cp:revision>12</cp:revision>
  <dcterms:created xsi:type="dcterms:W3CDTF">2017-04-28T02:33:50Z</dcterms:created>
  <dcterms:modified xsi:type="dcterms:W3CDTF">2023-10-16T01:48:28Z</dcterms:modified>
</cp:coreProperties>
</file>