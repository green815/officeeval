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6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52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64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06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14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80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05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35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47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62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86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9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24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84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62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77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15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1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375C1-3F6D-4F42-9899-CFC5C52CB88B}" type="datetimeFigureOut">
              <a:rPr lang="zh-CN" altLang="en-US" smtClean="0"/>
              <a:t>2022/10/13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9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2018年中国汽车产销权威数据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zh-CN" sz="3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中国汽车工业协会</a:t>
            </a:r>
            <a:endParaRPr lang="zh-CN" altLang="en-US" sz="32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0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0" y="720000"/>
            <a:ext cx="10800000" cy="180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2018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年汽车工业总体</a:t>
            </a:r>
            <a:r>
              <a:rPr lang="zh-CN" altLang="zh-CN" dirty="0" smtClean="0"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情况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2018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年汽车销量同比下降2.8</a:t>
            </a:r>
            <a:r>
              <a:rPr lang="zh-CN" altLang="zh-CN" dirty="0" smtClean="0"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%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2018年汽车工业经济运行</a:t>
            </a:r>
            <a:r>
              <a:rPr lang="zh-CN" altLang="zh-CN" dirty="0" smtClean="0"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情况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hlinkClick r:id="rId6" action="ppaction://hlinksldjump"/>
              </a:rPr>
              <a:t>2008-2018乘用车年度销量变化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11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:a14="http://schemas.microsoft.com/office/drawing/2010/main">
      <p:transition spd="slow">
        <p:blinds/>
      </p:transition>
    </mc:Fallback>
  </mc:AlternateContent>
</p:sld>
</file>

<file path=ppt/slides/slide3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2018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年汽车工业总体情况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2018年,我国汽车工业总体运行平稳，受多方因素影响产销量同比下降，行业主要经济效益指标保持增长，但增幅回落。新能源汽车快速发展，产销量保持高速增长态势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2889357"/>
            <a:ext cx="4718050" cy="26524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glow rad="139700">
              <a:schemeClr val="accent1">
                <a:satMod val="175000"/>
                <a:alpha val="40000"/>
              </a:schemeClr>
            </a:glow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4797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:a14="http://schemas.microsoft.com/office/drawing/2010/main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2018</a:t>
            </a:r>
            <a:r>
              <a:rPr lang="zh-CN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年汽车销量同比下降2.8%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6" r="28646"/>
          <a:stretch>
            <a:fillRect/>
          </a:stretch>
        </p:blipFill>
        <p:spPr>
          <a:xfrm>
            <a:off x="7740000" y="900000"/>
            <a:ext cx="3233219" cy="50400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3" name="副标题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2018年，汽车产销分别完成2780.9万辆和2808.1万辆，同比分别下降4.2%和2.8%。</a:t>
            </a:r>
          </a:p>
          <a:p>
            <a:pPr algn="l"/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2018年，中国品牌乘用车累计销售998万辆，同比下降8%，占乘用车销售总量的42.1%，占有率同比下降1.8个百分点；其中，轿车销量239.9万辆，同比增长1.9%，市场份额20.8%；SUV销量580万辆，同比下降6.7%，市场份额58%；MPV销量132.8万辆，同比下降23.1%，市场份额76.6%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993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2018年汽车工业经济运行</a:t>
            </a:r>
            <a:r>
              <a:rPr lang="zh-CN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情况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（一）乘用车销量同比下降</a:t>
            </a:r>
            <a:r>
              <a:rPr lang="en-US" altLang="zh-CN" dirty="0"/>
              <a:t>4.1</a:t>
            </a:r>
            <a:r>
              <a:rPr lang="en-US" altLang="zh-CN" dirty="0" smtClean="0"/>
              <a:t>%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2018</a:t>
            </a:r>
            <a:r>
              <a:rPr lang="zh-CN" altLang="en-US" dirty="0"/>
              <a:t>年，乘用车累计产销分别完成</a:t>
            </a:r>
            <a:r>
              <a:rPr lang="en-US" altLang="zh-CN" dirty="0"/>
              <a:t>2352.9</a:t>
            </a:r>
            <a:r>
              <a:rPr lang="zh-CN" altLang="en-US" dirty="0"/>
              <a:t>万辆和</a:t>
            </a:r>
            <a:r>
              <a:rPr lang="en-US" altLang="zh-CN" dirty="0"/>
              <a:t>2371</a:t>
            </a:r>
            <a:r>
              <a:rPr lang="zh-CN" altLang="en-US" dirty="0"/>
              <a:t>万辆，同比分别下降</a:t>
            </a:r>
            <a:r>
              <a:rPr lang="en-US" altLang="zh-CN" dirty="0"/>
              <a:t>5.2%</a:t>
            </a:r>
            <a:r>
              <a:rPr lang="zh-CN" altLang="en-US" dirty="0"/>
              <a:t>和</a:t>
            </a:r>
            <a:r>
              <a:rPr lang="en-US" altLang="zh-CN" dirty="0"/>
              <a:t>4.1%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其中，轿车产销分别完成</a:t>
            </a:r>
            <a:r>
              <a:rPr lang="en-US" altLang="zh-CN" dirty="0"/>
              <a:t>1146.6</a:t>
            </a:r>
            <a:r>
              <a:rPr lang="zh-CN" altLang="en-US" dirty="0"/>
              <a:t>万辆和</a:t>
            </a:r>
            <a:r>
              <a:rPr lang="en-US" altLang="zh-CN" dirty="0"/>
              <a:t>1152.8</a:t>
            </a:r>
            <a:r>
              <a:rPr lang="zh-CN" altLang="en-US" dirty="0"/>
              <a:t>万辆；</a:t>
            </a:r>
            <a:r>
              <a:rPr lang="en-US" altLang="zh-CN" dirty="0"/>
              <a:t>SUV</a:t>
            </a:r>
            <a:r>
              <a:rPr lang="zh-CN" altLang="en-US" dirty="0"/>
              <a:t>产销分别完成</a:t>
            </a:r>
            <a:r>
              <a:rPr lang="en-US" altLang="zh-CN" dirty="0"/>
              <a:t>995.9</a:t>
            </a:r>
            <a:r>
              <a:rPr lang="zh-CN" altLang="en-US" dirty="0"/>
              <a:t>万辆和</a:t>
            </a:r>
            <a:r>
              <a:rPr lang="en-US" altLang="zh-CN" dirty="0"/>
              <a:t>999.5</a:t>
            </a:r>
            <a:r>
              <a:rPr lang="zh-CN" altLang="en-US" dirty="0"/>
              <a:t>万辆；</a:t>
            </a:r>
            <a:r>
              <a:rPr lang="en-US" altLang="zh-CN" dirty="0"/>
              <a:t>MPV</a:t>
            </a:r>
            <a:r>
              <a:rPr lang="zh-CN" altLang="en-US" dirty="0"/>
              <a:t>产销分别完成</a:t>
            </a:r>
            <a:r>
              <a:rPr lang="en-US" altLang="zh-CN" dirty="0"/>
              <a:t>168.5</a:t>
            </a:r>
            <a:r>
              <a:rPr lang="zh-CN" altLang="en-US" dirty="0"/>
              <a:t>万辆和</a:t>
            </a:r>
            <a:r>
              <a:rPr lang="en-US" altLang="zh-CN" dirty="0"/>
              <a:t>173.5</a:t>
            </a:r>
            <a:r>
              <a:rPr lang="zh-CN" altLang="en-US" dirty="0"/>
              <a:t>万辆；交叉型乘用车产销分别完成</a:t>
            </a:r>
            <a:r>
              <a:rPr lang="en-US" altLang="zh-CN" dirty="0"/>
              <a:t>42</a:t>
            </a:r>
            <a:r>
              <a:rPr lang="zh-CN" altLang="en-US" dirty="0"/>
              <a:t>万辆和</a:t>
            </a:r>
            <a:r>
              <a:rPr lang="en-US" altLang="zh-CN" dirty="0"/>
              <a:t>45.3</a:t>
            </a:r>
            <a:r>
              <a:rPr lang="zh-CN" altLang="en-US" dirty="0"/>
              <a:t>万辆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（二）商用车销量同比增长</a:t>
            </a:r>
            <a:r>
              <a:rPr lang="en-US" altLang="zh-CN" dirty="0"/>
              <a:t>5.1</a:t>
            </a:r>
            <a:r>
              <a:rPr lang="en-US" altLang="zh-CN" dirty="0" smtClean="0"/>
              <a:t>%</a:t>
            </a:r>
            <a:endParaRPr lang="en-US" altLang="zh-CN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年，商用车累计产销分别完成</a:t>
            </a:r>
            <a:r>
              <a:rPr lang="en-US" altLang="zh-CN" dirty="0"/>
              <a:t>428</a:t>
            </a:r>
            <a:r>
              <a:rPr lang="zh-CN" altLang="en-US" dirty="0"/>
              <a:t>万辆和</a:t>
            </a:r>
            <a:r>
              <a:rPr lang="en-US" altLang="zh-CN" dirty="0"/>
              <a:t>437.1</a:t>
            </a:r>
            <a:r>
              <a:rPr lang="zh-CN" altLang="en-US" dirty="0"/>
              <a:t>万辆，同比分别增长</a:t>
            </a:r>
            <a:r>
              <a:rPr lang="en-US" altLang="zh-CN" dirty="0"/>
              <a:t>1.7%</a:t>
            </a:r>
            <a:r>
              <a:rPr lang="zh-CN" altLang="en-US" dirty="0"/>
              <a:t>和</a:t>
            </a:r>
            <a:r>
              <a:rPr lang="en-US" altLang="zh-CN" dirty="0"/>
              <a:t>5.1%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分车型产销情况看，客车产销同比分别下降</a:t>
            </a:r>
            <a:r>
              <a:rPr lang="en-US" altLang="zh-CN" dirty="0"/>
              <a:t>7%</a:t>
            </a:r>
            <a:r>
              <a:rPr lang="zh-CN" altLang="en-US" dirty="0"/>
              <a:t>和</a:t>
            </a:r>
            <a:r>
              <a:rPr lang="en-US" altLang="zh-CN" dirty="0"/>
              <a:t>8%</a:t>
            </a:r>
            <a:r>
              <a:rPr lang="zh-CN" altLang="en-US" dirty="0"/>
              <a:t>；货车产销同比分别增长</a:t>
            </a:r>
            <a:r>
              <a:rPr lang="en-US" altLang="zh-CN" dirty="0"/>
              <a:t>2.9%</a:t>
            </a:r>
            <a:r>
              <a:rPr lang="zh-CN" altLang="en-US" dirty="0"/>
              <a:t>和</a:t>
            </a:r>
            <a:r>
              <a:rPr lang="en-US" altLang="zh-CN" dirty="0"/>
              <a:t>6.9</a:t>
            </a:r>
            <a:r>
              <a:rPr lang="en-US" altLang="zh-CN" dirty="0" smtClean="0"/>
              <a:t>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80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2008-2018乘用车年度销量变化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849715"/>
              </p:ext>
            </p:extLst>
          </p:nvPr>
        </p:nvGraphicFramePr>
        <p:xfrm>
          <a:off x="1295398" y="2580640"/>
          <a:ext cx="9601200" cy="3456000"/>
        </p:xfrm>
        <a:graphic>
          <a:graphicData uri="http://schemas.openxmlformats.org/drawingml/2006/table">
            <a:tbl>
              <a:tblPr firstRow="1" firstCol="1" bandRow="1">
                <a:tableStyleId>{D113A9D2-9D6B-4929-AA2D-F23B5EE8CBE7}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3107212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646340267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74153365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年度 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销量（万）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增速（</a:t>
                      </a:r>
                      <a:r>
                        <a:rPr lang="en-US" sz="1800" kern="0">
                          <a:effectLst/>
                        </a:rPr>
                        <a:t>%)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51339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2008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936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660366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2009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1362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46.0%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46123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2010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1804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32.0%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2827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2011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1853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3.0%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69579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2012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1930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4.0%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0859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2013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2199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14.0%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162485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2014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2349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7.0%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29042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2015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2456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5.0%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1914362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2016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2794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14.0%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56517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2017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2888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3.0%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41080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2018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2808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-2.8%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3152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39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</TotalTime>
  <Words>449</Words>
  <Application>Microsoft Office PowerPoint</Application>
  <PresentationFormat>宽屏</PresentationFormat>
  <Paragraphs>55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方正舒体</vt:lpstr>
      <vt:lpstr>隶书</vt:lpstr>
      <vt:lpstr>宋体</vt:lpstr>
      <vt:lpstr>微软雅黑</vt:lpstr>
      <vt:lpstr>Arial</vt:lpstr>
      <vt:lpstr>Calibri</vt:lpstr>
      <vt:lpstr>Garamond</vt:lpstr>
      <vt:lpstr>Times New Roman</vt:lpstr>
      <vt:lpstr>环保</vt:lpstr>
      <vt:lpstr>2018年中国汽车产销权威数据</vt:lpstr>
      <vt:lpstr>目录</vt:lpstr>
      <vt:lpstr>2018年汽车工业总体情况</vt:lpstr>
      <vt:lpstr>2018年汽车销量同比下降2.8%</vt:lpstr>
      <vt:lpstr>2018年汽车工业经济运行情况</vt:lpstr>
      <vt:lpstr>2008-2018乘用车年度销量变化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2018年汽车工业总体情况</dc:title>
  <dc:creator>Windows 用户</dc:creator>
  <cp:lastModifiedBy>Windows 用户11</cp:lastModifiedBy>
  <cp:revision>10</cp:revision>
  <dcterms:created xsi:type="dcterms:W3CDTF">2021-10-19T07:11:19Z</dcterms:created>
  <dcterms:modified xsi:type="dcterms:W3CDTF">2022-10-13T06:10:44Z</dcterms:modified>
</cp:coreProperties>
</file>