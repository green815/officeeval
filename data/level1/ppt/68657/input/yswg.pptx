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13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891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4918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1057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980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96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1536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093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1025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969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07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0375C1-3F6D-4F42-9899-CFC5C52CB88B}" type="datetimeFigureOut">
              <a:rPr lang="zh-CN" altLang="en-US" smtClean="0"/>
              <a:t>2021/10/20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8C89F-676E-410C-BE28-74ACC62E0E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7080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2018</a:t>
            </a:r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年汽车工业总体情况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2018年,我国汽车工业总体运行平稳，受多方因素影响产销量同比下降，行业主要经济效益指标保持增长，但增幅回落。新能源汽车快速发展，产销量保持高速增长态势</a:t>
            </a:r>
            <a:r>
              <a:rPr lang="zh-CN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zh-CN" altLang="zh-CN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7971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2018</a:t>
            </a:r>
            <a:r>
              <a:rPr lang="zh-CN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年汽车销量同比下降2.8</a:t>
            </a:r>
            <a:r>
              <a:rPr lang="zh-CN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%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2018年，汽车产销分别完成2780.9万辆和2808.1万辆，同比分别下降4.2%和2.8%。</a:t>
            </a:r>
          </a:p>
          <a:p>
            <a:pPr algn="l"/>
            <a:r>
              <a:rPr lang="zh-CN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2018年，中国品牌乘用车累计销售998万辆，同比下降8%，占乘用车销售总量的42.1%，占有率同比下降1.8个百分点；其中，轿车销量239.9万辆，同比增长1.9%，市场份额20.8%；SUV销量580万辆，同比下降6.7%，市场份额58%；MPV销量132.8万辆，同比下降23.1%，市场份额76.6%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9937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2018年汽车工业经济运行情况</a:t>
            </a:r>
            <a:r>
              <a:rPr lang="zh-CN" altLang="zh-CN" b="1" dirty="0"/>
              <a:t/>
            </a:r>
            <a:br>
              <a:rPr lang="zh-CN" altLang="zh-CN" b="1" dirty="0"/>
            </a:br>
            <a:endParaRPr lang="zh-CN" altLang="en-US" dirty="0"/>
          </a:p>
        </p:txBody>
      </p:sp>
      <p:sp>
        <p:nvSpPr>
          <p:cNvPr id="4" name="副标题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802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2008-2018乘用车年度销量</a:t>
            </a:r>
            <a:r>
              <a:rPr lang="zh-CN" altLang="zh-CN" sz="3600" dirty="0">
                <a:latin typeface="宋体" panose="02010600030101010101" pitchFamily="2" charset="-122"/>
                <a:ea typeface="宋体" panose="02010600030101010101" pitchFamily="2" charset="-122"/>
              </a:rPr>
              <a:t>变化</a:t>
            </a:r>
            <a:endParaRPr lang="zh-CN" altLang="en-US" sz="3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13960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200</Words>
  <Application>Microsoft Office PowerPoint</Application>
  <PresentationFormat>全屏显示(4:3)</PresentationFormat>
  <Paragraphs>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等线 Light</vt:lpstr>
      <vt:lpstr>宋体</vt:lpstr>
      <vt:lpstr>Arial</vt:lpstr>
      <vt:lpstr>Calibri</vt:lpstr>
      <vt:lpstr>Calibri Light</vt:lpstr>
      <vt:lpstr>Office 主题​​</vt:lpstr>
      <vt:lpstr>2018年汽车工业总体情况</vt:lpstr>
      <vt:lpstr>2018年汽车销量同比下降2.8%</vt:lpstr>
      <vt:lpstr>2018年汽车工业经济运行情况 </vt:lpstr>
      <vt:lpstr>2008-2018乘用车年度销量变化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2018年汽车工业总体情况</dc:title>
  <dc:creator>Windows 用户</dc:creator>
  <cp:lastModifiedBy>Windows 用户</cp:lastModifiedBy>
  <cp:revision>5</cp:revision>
  <dcterms:created xsi:type="dcterms:W3CDTF">2021-10-19T07:11:19Z</dcterms:created>
  <dcterms:modified xsi:type="dcterms:W3CDTF">2021-10-20T02:10:31Z</dcterms:modified>
</cp:coreProperties>
</file>