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CBEF-8FE7-477F-B5CA-835A38A93A9F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765A6-9F73-4274-9EAB-14F61DC192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4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烹调鸡蛋的其他常见错误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765A6-9F73-4274-9EAB-14F61DC192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8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71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454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592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98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433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784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25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77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45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69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3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7B84B4-0271-4C6F-9ED7-9F09C3597BF6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29986B-071A-4B9B-B987-7E4B794F408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32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烹调鸡蛋的常见错误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zh-CN" altLang="zh-CN" dirty="0" smtClean="0"/>
              <a:t>鸡蛋是很多家常菜中的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主角</a:t>
            </a:r>
            <a:r>
              <a:rPr lang="en-US" altLang="zh-CN" dirty="0" smtClean="0"/>
              <a:t>”</a:t>
            </a:r>
            <a:r>
              <a:rPr lang="zh-CN" altLang="zh-CN" dirty="0" smtClean="0"/>
              <a:t>，然而，并不是所有人都了解其烹饪技巧。近日，美国美食网站</a:t>
            </a:r>
            <a:r>
              <a:rPr lang="en-US" altLang="zh-CN" dirty="0" smtClean="0"/>
              <a:t>“</a:t>
            </a:r>
            <a:r>
              <a:rPr lang="zh-CN" altLang="zh-CN" dirty="0" smtClean="0"/>
              <a:t>每日一餐</a:t>
            </a:r>
            <a:r>
              <a:rPr lang="en-US" altLang="zh-CN" dirty="0" smtClean="0"/>
              <a:t>”</a:t>
            </a:r>
            <a:r>
              <a:rPr lang="zh-CN" altLang="zh-CN" dirty="0" smtClean="0"/>
              <a:t>载文，可供大家参考。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012936"/>
            <a:ext cx="4937125" cy="368937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obliqueTopRight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235620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错误的鸡蛋剥壳方法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等熟鸡蛋自然冷却后剥壳。这样剥壳不但费时费力，还容易让蛋白留在蛋壳上，造成浪费。省时省力又不浪费的做法是，煮好的鸡蛋捞出来后马上放入冷水，感觉不烫手时，尽快剥壳。</a:t>
            </a:r>
            <a:endParaRPr lang="zh-CN" altLang="en-US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50" y="2190750"/>
            <a:ext cx="4762500" cy="3333750"/>
          </a:xfrm>
        </p:spPr>
      </p:pic>
    </p:spTree>
    <p:extLst>
      <p:ext uri="{BB962C8B-B14F-4D97-AF65-F5344CB8AC3E}">
        <p14:creationId xmlns:p14="http://schemas.microsoft.com/office/powerpoint/2010/main" val="1859628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错误的敲破鸡蛋方法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mtClean="0"/>
              <a:t>用碗或灶台边缘敲破鸡蛋。选择干净的灶台台面等平面（而非碗边）敲破鸡蛋，可以防止碎蛋壳落入碗中，造成污染，同时也避免了捞碎蛋壳带出蛋液造成浪费。</a:t>
            </a:r>
          </a:p>
          <a:p>
            <a:pPr algn="l"/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2333625"/>
            <a:ext cx="4292600" cy="3048000"/>
          </a:xfrm>
        </p:spPr>
      </p:pic>
    </p:spTree>
    <p:extLst>
      <p:ext uri="{BB962C8B-B14F-4D97-AF65-F5344CB8AC3E}">
        <p14:creationId xmlns:p14="http://schemas.microsoft.com/office/powerpoint/2010/main" val="1549411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卷形 3"/>
          <p:cNvSpPr/>
          <p:nvPr/>
        </p:nvSpPr>
        <p:spPr>
          <a:xfrm>
            <a:off x="82800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沸水煮鸡蛋</a:t>
            </a:r>
          </a:p>
        </p:txBody>
      </p:sp>
      <p:sp>
        <p:nvSpPr>
          <p:cNvPr id="5" name="竖卷形 4"/>
          <p:cNvSpPr/>
          <p:nvPr/>
        </p:nvSpPr>
        <p:spPr>
          <a:xfrm>
            <a:off x="231136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大火炒鸡蛋</a:t>
            </a:r>
          </a:p>
        </p:txBody>
      </p:sp>
      <p:sp>
        <p:nvSpPr>
          <p:cNvPr id="6" name="竖卷形 5"/>
          <p:cNvSpPr/>
          <p:nvPr/>
        </p:nvSpPr>
        <p:spPr>
          <a:xfrm>
            <a:off x="379472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煎蛋饼前使劲搅蛋液</a:t>
            </a:r>
          </a:p>
        </p:txBody>
      </p:sp>
      <p:sp>
        <p:nvSpPr>
          <p:cNvPr id="7" name="竖卷形 6"/>
          <p:cNvSpPr/>
          <p:nvPr/>
        </p:nvSpPr>
        <p:spPr>
          <a:xfrm>
            <a:off x="527808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煮荷包蛋时加盐</a:t>
            </a:r>
          </a:p>
        </p:txBody>
      </p:sp>
      <p:sp>
        <p:nvSpPr>
          <p:cNvPr id="8" name="竖卷形 7"/>
          <p:cNvSpPr/>
          <p:nvPr/>
        </p:nvSpPr>
        <p:spPr>
          <a:xfrm>
            <a:off x="676144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使用铁锅</a:t>
            </a:r>
          </a:p>
        </p:txBody>
      </p:sp>
      <p:sp>
        <p:nvSpPr>
          <p:cNvPr id="9" name="竖卷形 8"/>
          <p:cNvSpPr/>
          <p:nvPr/>
        </p:nvSpPr>
        <p:spPr>
          <a:xfrm>
            <a:off x="8244800" y="2160000"/>
            <a:ext cx="1080000" cy="3096000"/>
          </a:xfrm>
          <a:prstGeom prst="verticalScroll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用鸡蛋做菜时，最后才放调料</a:t>
            </a:r>
          </a:p>
        </p:txBody>
      </p:sp>
    </p:spTree>
    <p:extLst>
      <p:ext uri="{BB962C8B-B14F-4D97-AF65-F5344CB8AC3E}">
        <p14:creationId xmlns:p14="http://schemas.microsoft.com/office/powerpoint/2010/main" val="848445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</TotalTime>
  <Words>198</Words>
  <Application>Microsoft Office PowerPoint</Application>
  <PresentationFormat>宽屏</PresentationFormat>
  <Paragraphs>14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宋体</vt:lpstr>
      <vt:lpstr>Calibri</vt:lpstr>
      <vt:lpstr>Calibri Light</vt:lpstr>
      <vt:lpstr>回顾</vt:lpstr>
      <vt:lpstr>烹调鸡蛋的常见错误</vt:lpstr>
      <vt:lpstr>错误的鸡蛋剥壳方法</vt:lpstr>
      <vt:lpstr>错误的敲破鸡蛋方法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 gao</dc:creator>
  <cp:lastModifiedBy>Windows 用户11</cp:lastModifiedBy>
  <cp:revision>10</cp:revision>
  <dcterms:created xsi:type="dcterms:W3CDTF">2020-08-31T08:52:13Z</dcterms:created>
  <dcterms:modified xsi:type="dcterms:W3CDTF">2021-04-16T01:34:22Z</dcterms:modified>
</cp:coreProperties>
</file>