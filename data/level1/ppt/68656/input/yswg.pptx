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954-777F-4794-92AE-5DC8C2D25D19}" type="datetimeFigureOut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AD125-0E31-4F36-8DB2-9205C025A2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0701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954-777F-4794-92AE-5DC8C2D25D19}" type="datetimeFigureOut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AD125-0E31-4F36-8DB2-9205C025A2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5996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954-777F-4794-92AE-5DC8C2D25D19}" type="datetimeFigureOut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AD125-0E31-4F36-8DB2-9205C025A2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0823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954-777F-4794-92AE-5DC8C2D25D19}" type="datetimeFigureOut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AD125-0E31-4F36-8DB2-9205C025A2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0373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954-777F-4794-92AE-5DC8C2D25D19}" type="datetimeFigureOut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AD125-0E31-4F36-8DB2-9205C025A2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587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954-777F-4794-92AE-5DC8C2D25D19}" type="datetimeFigureOut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AD125-0E31-4F36-8DB2-9205C025A2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6474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954-777F-4794-92AE-5DC8C2D25D19}" type="datetimeFigureOut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AD125-0E31-4F36-8DB2-9205C025A2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3073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954-777F-4794-92AE-5DC8C2D25D19}" type="datetimeFigureOut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AD125-0E31-4F36-8DB2-9205C025A2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5486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954-777F-4794-92AE-5DC8C2D25D19}" type="datetimeFigureOut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AD125-0E31-4F36-8DB2-9205C025A2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1189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954-777F-4794-92AE-5DC8C2D25D19}" type="datetimeFigureOut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AD125-0E31-4F36-8DB2-9205C025A2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7509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954-777F-4794-92AE-5DC8C2D25D19}" type="datetimeFigureOut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AD125-0E31-4F36-8DB2-9205C025A2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045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BBB954-777F-4794-92AE-5DC8C2D25D19}" type="datetimeFigureOut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4AD125-0E31-4F36-8DB2-9205C025A2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397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铁观音，属于乌龙茶类。是中国十大名茶之一。目前，市场上根据加工工艺，将它分为清香型、浓香型、韵香型、炭焙型。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800339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观茶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鉴赏茶叶外形是否匀整及干茶色泽。</a:t>
            </a: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内容占位符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500" y="2959894"/>
            <a:ext cx="3175000" cy="2082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25112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温杯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沸水拂下洗净茶杯，提升杯温。</a:t>
            </a:r>
          </a:p>
          <a:p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00" y="2940844"/>
            <a:ext cx="3200400" cy="21209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504144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投茶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在盖碗中投放</a:t>
            </a:r>
            <a:r>
              <a:rPr lang="en-US" altLang="zh-CN" dirty="0" smtClean="0"/>
              <a:t>1</a:t>
            </a:r>
            <a:r>
              <a:rPr lang="zh-CN" altLang="en-US" dirty="0" smtClean="0"/>
              <a:t>小袋干茶。</a:t>
            </a:r>
          </a:p>
          <a:p>
            <a:endParaRPr lang="zh-CN" altLang="en-US" dirty="0"/>
          </a:p>
        </p:txBody>
      </p:sp>
      <p:pic>
        <p:nvPicPr>
          <p:cNvPr id="5" name="内容占位符 2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00" y="2953544"/>
            <a:ext cx="3200400" cy="20955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103213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悬壶高冲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沸水冲到</a:t>
            </a:r>
            <a:r>
              <a:rPr lang="en-US" altLang="zh-CN" dirty="0" smtClean="0"/>
              <a:t>8</a:t>
            </a:r>
            <a:r>
              <a:rPr lang="zh-CN" altLang="en-US" dirty="0" smtClean="0"/>
              <a:t>分满，温度以</a:t>
            </a:r>
            <a:r>
              <a:rPr lang="en-US" altLang="zh-CN" dirty="0" smtClean="0"/>
              <a:t>95-100</a:t>
            </a:r>
            <a:r>
              <a:rPr lang="zh-CN" altLang="en-US" dirty="0" smtClean="0"/>
              <a:t>为宜。</a:t>
            </a:r>
          </a:p>
          <a:p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500" y="2934494"/>
            <a:ext cx="3175000" cy="2133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175161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均匀茶汤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将每泡茶汤倒入公道杯，使其浓度均匀。</a:t>
            </a:r>
          </a:p>
          <a:p>
            <a:endParaRPr lang="zh-CN" altLang="en-US" dirty="0"/>
          </a:p>
        </p:txBody>
      </p:sp>
      <p:pic>
        <p:nvPicPr>
          <p:cNvPr id="7" name="内容占位符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500" y="2940844"/>
            <a:ext cx="3175000" cy="21209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360299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分茶敬客</a:t>
            </a:r>
            <a:endParaRPr lang="zh-CN" altLang="en-US" dirty="0"/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均匀倒入茶杯供饮，可冲泡</a:t>
            </a:r>
            <a:r>
              <a:rPr lang="en-US" altLang="zh-CN" dirty="0" smtClean="0"/>
              <a:t>6</a:t>
            </a:r>
            <a:r>
              <a:rPr lang="zh-CN" altLang="en-US" dirty="0" smtClean="0"/>
              <a:t>、</a:t>
            </a:r>
            <a:r>
              <a:rPr lang="en-US" altLang="zh-CN" dirty="0" smtClean="0"/>
              <a:t>7</a:t>
            </a:r>
            <a:r>
              <a:rPr lang="zh-CN" altLang="en-US" dirty="0" smtClean="0"/>
              <a:t>次。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060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122</Words>
  <Application>Microsoft Office PowerPoint</Application>
  <PresentationFormat>宽屏</PresentationFormat>
  <Paragraphs>13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等线</vt:lpstr>
      <vt:lpstr>等线 Light</vt:lpstr>
      <vt:lpstr>宋体</vt:lpstr>
      <vt:lpstr>Arial</vt:lpstr>
      <vt:lpstr>Office 主题​​</vt:lpstr>
      <vt:lpstr>铁观音，属于乌龙茶类。是中国十大名茶之一。目前，市场上根据加工工艺，将它分为清香型、浓香型、韵香型、炭焙型。</vt:lpstr>
      <vt:lpstr>观茶</vt:lpstr>
      <vt:lpstr>温杯</vt:lpstr>
      <vt:lpstr>投茶</vt:lpstr>
      <vt:lpstr>悬壶高冲</vt:lpstr>
      <vt:lpstr>均匀茶汤</vt:lpstr>
      <vt:lpstr>分茶敬客</vt:lpstr>
    </vt:vector>
  </TitlesOfParts>
  <Company>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铁观音，属于乌龙茶类。是中国十大名茶之一。目前，市场上根据加工工艺，将它分为清香型、浓香型、韵香型、炭焙型。</dc:title>
  <dc:creator>jszx</dc:creator>
  <cp:lastModifiedBy>jszx</cp:lastModifiedBy>
  <cp:revision>2</cp:revision>
  <dcterms:created xsi:type="dcterms:W3CDTF">2019-11-07T00:39:15Z</dcterms:created>
  <dcterms:modified xsi:type="dcterms:W3CDTF">2019-11-07T00:55:43Z</dcterms:modified>
</cp:coreProperties>
</file>