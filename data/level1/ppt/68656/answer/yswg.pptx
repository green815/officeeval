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3" r:id="rId2"/>
    <p:sldId id="256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5" r:id="rId11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52966D-36C6-45C3-B244-FF3E6815C7D3}" type="doc">
      <dgm:prSet loTypeId="urn:microsoft.com/office/officeart/2005/8/layout/vList6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4C3D5BC-7D84-49A5-9BE6-12373A9163CB}">
      <dgm:prSet phldrT="[文本]"/>
      <dgm:spPr/>
      <dgm:t>
        <a:bodyPr/>
        <a:lstStyle/>
        <a:p>
          <a:r>
            <a:rPr lang="zh-CN" altLang="en-US" dirty="0" smtClean="0"/>
            <a:t>茶品外形</a:t>
          </a:r>
          <a:endParaRPr lang="zh-CN" altLang="en-US" dirty="0"/>
        </a:p>
      </dgm:t>
    </dgm:pt>
    <dgm:pt modelId="{3483A1A1-5E6E-488F-8D3C-15242EFFDBCE}" type="parTrans" cxnId="{D0460B01-721B-493C-9884-7A2CC74765F2}">
      <dgm:prSet/>
      <dgm:spPr/>
      <dgm:t>
        <a:bodyPr/>
        <a:lstStyle/>
        <a:p>
          <a:endParaRPr lang="zh-CN" altLang="en-US"/>
        </a:p>
      </dgm:t>
    </dgm:pt>
    <dgm:pt modelId="{0F8CA06A-B059-46D2-A672-D11835D1A313}" type="sibTrans" cxnId="{D0460B01-721B-493C-9884-7A2CC74765F2}">
      <dgm:prSet/>
      <dgm:spPr/>
      <dgm:t>
        <a:bodyPr/>
        <a:lstStyle/>
        <a:p>
          <a:endParaRPr lang="zh-CN" altLang="en-US"/>
        </a:p>
      </dgm:t>
    </dgm:pt>
    <dgm:pt modelId="{A0BD74C2-4020-4222-9E67-0E36773E6840}">
      <dgm:prSet phldrT="[文本]"/>
      <dgm:spPr/>
      <dgm:t>
        <a:bodyPr/>
        <a:lstStyle/>
        <a:p>
          <a:r>
            <a:rPr lang="zh-CN" altLang="en-US" dirty="0" smtClean="0"/>
            <a:t>色泽褐绿乌润，颗粒圆结重实，匀整</a:t>
          </a:r>
          <a:endParaRPr lang="zh-CN" altLang="en-US" dirty="0"/>
        </a:p>
      </dgm:t>
    </dgm:pt>
    <dgm:pt modelId="{6F3CA906-7048-4BA6-B3B3-1A72745581E5}" type="parTrans" cxnId="{F9C42BB9-6407-4FF3-B146-873EDAF78393}">
      <dgm:prSet/>
      <dgm:spPr/>
      <dgm:t>
        <a:bodyPr/>
        <a:lstStyle/>
        <a:p>
          <a:endParaRPr lang="zh-CN" altLang="en-US"/>
        </a:p>
      </dgm:t>
    </dgm:pt>
    <dgm:pt modelId="{A801594C-D8B6-4737-85D5-DAC1DBEDDD6A}" type="sibTrans" cxnId="{F9C42BB9-6407-4FF3-B146-873EDAF78393}">
      <dgm:prSet/>
      <dgm:spPr/>
      <dgm:t>
        <a:bodyPr/>
        <a:lstStyle/>
        <a:p>
          <a:endParaRPr lang="zh-CN" altLang="en-US"/>
        </a:p>
      </dgm:t>
    </dgm:pt>
    <dgm:pt modelId="{88626EEF-0729-44C5-B3F7-31257BC849A1}">
      <dgm:prSet phldrT="[文本]"/>
      <dgm:spPr/>
      <dgm:t>
        <a:bodyPr/>
        <a:lstStyle/>
        <a:p>
          <a:r>
            <a:rPr lang="zh-CN" altLang="en-US" dirty="0" smtClean="0"/>
            <a:t>茶品口感</a:t>
          </a:r>
          <a:endParaRPr lang="zh-CN" altLang="en-US" dirty="0"/>
        </a:p>
      </dgm:t>
    </dgm:pt>
    <dgm:pt modelId="{4E50D69F-B12A-433D-976F-C48EC61B2E8F}" type="parTrans" cxnId="{F92FB8B5-A29A-4A7A-848A-14104AB2AF74}">
      <dgm:prSet/>
      <dgm:spPr/>
      <dgm:t>
        <a:bodyPr/>
        <a:lstStyle/>
        <a:p>
          <a:endParaRPr lang="zh-CN" altLang="en-US"/>
        </a:p>
      </dgm:t>
    </dgm:pt>
    <dgm:pt modelId="{81317D67-FDE7-4174-9020-45C18210FECA}" type="sibTrans" cxnId="{F92FB8B5-A29A-4A7A-848A-14104AB2AF74}">
      <dgm:prSet/>
      <dgm:spPr/>
      <dgm:t>
        <a:bodyPr/>
        <a:lstStyle/>
        <a:p>
          <a:endParaRPr lang="zh-CN" altLang="en-US"/>
        </a:p>
      </dgm:t>
    </dgm:pt>
    <dgm:pt modelId="{151E734A-E897-4B0E-AE00-0B459AD774EA}">
      <dgm:prSet phldrT="[文本]"/>
      <dgm:spPr/>
      <dgm:t>
        <a:bodyPr/>
        <a:lstStyle/>
        <a:p>
          <a:r>
            <a:rPr lang="zh-CN" altLang="en-US" dirty="0" smtClean="0"/>
            <a:t>浓醇，入口回甘</a:t>
          </a:r>
          <a:endParaRPr lang="zh-CN" altLang="en-US" dirty="0"/>
        </a:p>
      </dgm:t>
    </dgm:pt>
    <dgm:pt modelId="{6DFD5935-3CF7-485F-9A6B-2B203E2B7FD5}" type="parTrans" cxnId="{D79EA69C-434F-4917-A762-8EDF50CE9827}">
      <dgm:prSet/>
      <dgm:spPr/>
      <dgm:t>
        <a:bodyPr/>
        <a:lstStyle/>
        <a:p>
          <a:endParaRPr lang="zh-CN" altLang="en-US"/>
        </a:p>
      </dgm:t>
    </dgm:pt>
    <dgm:pt modelId="{8178B33E-1727-483A-B409-585ACFFDF03F}" type="sibTrans" cxnId="{D79EA69C-434F-4917-A762-8EDF50CE9827}">
      <dgm:prSet/>
      <dgm:spPr/>
      <dgm:t>
        <a:bodyPr/>
        <a:lstStyle/>
        <a:p>
          <a:endParaRPr lang="zh-CN" altLang="en-US"/>
        </a:p>
      </dgm:t>
    </dgm:pt>
    <dgm:pt modelId="{7C4566DE-1D0A-4EB9-8C9E-34418EE012E3}">
      <dgm:prSet phldrT="[文本]"/>
      <dgm:spPr/>
      <dgm:t>
        <a:bodyPr/>
        <a:lstStyle/>
        <a:p>
          <a:r>
            <a:rPr lang="zh-CN" altLang="en-US" dirty="0" smtClean="0"/>
            <a:t>产品规格</a:t>
          </a:r>
          <a:endParaRPr lang="zh-CN" altLang="en-US" dirty="0"/>
        </a:p>
      </dgm:t>
    </dgm:pt>
    <dgm:pt modelId="{09AC9334-63CE-4FDC-8AEF-9C388016F694}" type="parTrans" cxnId="{438DB34E-C327-4765-929E-0D9956166802}">
      <dgm:prSet/>
      <dgm:spPr/>
      <dgm:t>
        <a:bodyPr/>
        <a:lstStyle/>
        <a:p>
          <a:endParaRPr lang="zh-CN" altLang="en-US"/>
        </a:p>
      </dgm:t>
    </dgm:pt>
    <dgm:pt modelId="{FEE59849-F89A-4AFA-B29A-2F60F08FC622}" type="sibTrans" cxnId="{438DB34E-C327-4765-929E-0D9956166802}">
      <dgm:prSet/>
      <dgm:spPr/>
      <dgm:t>
        <a:bodyPr/>
        <a:lstStyle/>
        <a:p>
          <a:endParaRPr lang="zh-CN" altLang="en-US"/>
        </a:p>
      </dgm:t>
    </dgm:pt>
    <dgm:pt modelId="{5AD99A5D-9AFB-415B-83E9-A366864A8ACB}">
      <dgm:prSet phldrT="[文本]"/>
      <dgm:spPr/>
      <dgm:t>
        <a:bodyPr/>
        <a:lstStyle/>
        <a:p>
          <a:r>
            <a:rPr lang="en-US" altLang="en-US" smtClean="0"/>
            <a:t>252g/</a:t>
          </a:r>
          <a:r>
            <a:rPr lang="zh-CN" altLang="en-US" smtClean="0"/>
            <a:t>罐，</a:t>
          </a:r>
          <a:r>
            <a:rPr lang="en-US" altLang="en-US" smtClean="0"/>
            <a:t>36</a:t>
          </a:r>
          <a:r>
            <a:rPr lang="zh-CN" altLang="en-US" smtClean="0"/>
            <a:t>小包左右</a:t>
          </a:r>
          <a:endParaRPr lang="zh-CN" altLang="en-US" dirty="0"/>
        </a:p>
      </dgm:t>
    </dgm:pt>
    <dgm:pt modelId="{3AB6D46B-D675-4650-BEE5-76551CB8D1AC}" type="parTrans" cxnId="{0CCDB8DD-F02A-4080-B22E-88D63EB7D4C9}">
      <dgm:prSet/>
      <dgm:spPr/>
      <dgm:t>
        <a:bodyPr/>
        <a:lstStyle/>
        <a:p>
          <a:endParaRPr lang="zh-CN" altLang="en-US"/>
        </a:p>
      </dgm:t>
    </dgm:pt>
    <dgm:pt modelId="{8D002ECC-094E-4B42-BC88-DC23FECE6B9C}" type="sibTrans" cxnId="{0CCDB8DD-F02A-4080-B22E-88D63EB7D4C9}">
      <dgm:prSet/>
      <dgm:spPr/>
      <dgm:t>
        <a:bodyPr/>
        <a:lstStyle/>
        <a:p>
          <a:endParaRPr lang="zh-CN" altLang="en-US"/>
        </a:p>
      </dgm:t>
    </dgm:pt>
    <dgm:pt modelId="{A2AD0577-8D61-4725-A31A-86804F385FA2}">
      <dgm:prSet phldrT="[文本]"/>
      <dgm:spPr/>
      <dgm:t>
        <a:bodyPr/>
        <a:lstStyle/>
        <a:p>
          <a:r>
            <a:rPr lang="zh-CN" altLang="en-US" dirty="0" smtClean="0"/>
            <a:t>存储性能</a:t>
          </a:r>
          <a:endParaRPr lang="zh-CN" altLang="en-US" dirty="0"/>
        </a:p>
      </dgm:t>
    </dgm:pt>
    <dgm:pt modelId="{FC529FE0-817D-4BAB-BA44-3E4D6BFBF46C}" type="parTrans" cxnId="{74A209B6-A306-4E53-8C78-25457892AF32}">
      <dgm:prSet/>
      <dgm:spPr/>
      <dgm:t>
        <a:bodyPr/>
        <a:lstStyle/>
        <a:p>
          <a:endParaRPr lang="zh-CN" altLang="en-US"/>
        </a:p>
      </dgm:t>
    </dgm:pt>
    <dgm:pt modelId="{8D7F6B55-8285-4A4A-8386-EA31A0E4BBC5}" type="sibTrans" cxnId="{74A209B6-A306-4E53-8C78-25457892AF32}">
      <dgm:prSet/>
      <dgm:spPr/>
      <dgm:t>
        <a:bodyPr/>
        <a:lstStyle/>
        <a:p>
          <a:endParaRPr lang="zh-CN" altLang="en-US"/>
        </a:p>
      </dgm:t>
    </dgm:pt>
    <dgm:pt modelId="{04D8BAC1-117A-4E84-AABA-3553292625E0}">
      <dgm:prSet phldrT="[文本]"/>
      <dgm:spPr/>
      <dgm:t>
        <a:bodyPr/>
        <a:lstStyle/>
        <a:p>
          <a:r>
            <a:rPr lang="zh-CN" altLang="en-US" dirty="0" smtClean="0"/>
            <a:t>多用型，用完可当抽纸盒</a:t>
          </a:r>
          <a:endParaRPr lang="zh-CN" altLang="en-US" dirty="0"/>
        </a:p>
      </dgm:t>
    </dgm:pt>
    <dgm:pt modelId="{1CA0F45B-130B-4F21-8DEA-C021B249DB82}" type="parTrans" cxnId="{628BB1E0-21BB-42A0-A1F7-04E83F77A3B5}">
      <dgm:prSet/>
      <dgm:spPr/>
      <dgm:t>
        <a:bodyPr/>
        <a:lstStyle/>
        <a:p>
          <a:endParaRPr lang="zh-CN" altLang="en-US"/>
        </a:p>
      </dgm:t>
    </dgm:pt>
    <dgm:pt modelId="{3DDDA875-FBD0-4ED9-9B79-349F5D30F120}" type="sibTrans" cxnId="{628BB1E0-21BB-42A0-A1F7-04E83F77A3B5}">
      <dgm:prSet/>
      <dgm:spPr/>
      <dgm:t>
        <a:bodyPr/>
        <a:lstStyle/>
        <a:p>
          <a:endParaRPr lang="zh-CN" altLang="en-US"/>
        </a:p>
      </dgm:t>
    </dgm:pt>
    <dgm:pt modelId="{F37AC3A7-F4E2-4F1B-9F2B-C6EB1232D45A}">
      <dgm:prSet phldrT="[文本]"/>
      <dgm:spPr/>
      <dgm:t>
        <a:bodyPr/>
        <a:lstStyle/>
        <a:p>
          <a:r>
            <a:rPr lang="zh-CN" altLang="en-US" dirty="0" smtClean="0"/>
            <a:t>生产日期</a:t>
          </a:r>
          <a:endParaRPr lang="zh-CN" altLang="en-US" dirty="0"/>
        </a:p>
      </dgm:t>
    </dgm:pt>
    <dgm:pt modelId="{2AB5AB71-0104-4A32-9CA5-216BFD39EC91}" type="parTrans" cxnId="{D415685D-157E-4DA8-ACF8-0266247D9864}">
      <dgm:prSet/>
      <dgm:spPr/>
      <dgm:t>
        <a:bodyPr/>
        <a:lstStyle/>
        <a:p>
          <a:endParaRPr lang="zh-CN" altLang="en-US"/>
        </a:p>
      </dgm:t>
    </dgm:pt>
    <dgm:pt modelId="{36309573-C79F-4BBF-84F6-7254AF7C9E5A}" type="sibTrans" cxnId="{D415685D-157E-4DA8-ACF8-0266247D9864}">
      <dgm:prSet/>
      <dgm:spPr/>
      <dgm:t>
        <a:bodyPr/>
        <a:lstStyle/>
        <a:p>
          <a:endParaRPr lang="zh-CN" altLang="en-US"/>
        </a:p>
      </dgm:t>
    </dgm:pt>
    <dgm:pt modelId="{6DC63850-2A9C-457C-AC67-C56CD611DC18}">
      <dgm:prSet phldrT="[文本]"/>
      <dgm:spPr/>
      <dgm:t>
        <a:bodyPr/>
        <a:lstStyle/>
        <a:p>
          <a:r>
            <a:rPr lang="zh-CN" altLang="en-US" dirty="0" smtClean="0"/>
            <a:t>均为近期生产</a:t>
          </a:r>
          <a:endParaRPr lang="zh-CN" altLang="en-US" dirty="0"/>
        </a:p>
      </dgm:t>
    </dgm:pt>
    <dgm:pt modelId="{2CC7FFF0-47CE-4138-B70F-1FC63F6C1196}" type="parTrans" cxnId="{21C99E07-1260-4839-AB82-08596D9B2052}">
      <dgm:prSet/>
      <dgm:spPr/>
      <dgm:t>
        <a:bodyPr/>
        <a:lstStyle/>
        <a:p>
          <a:endParaRPr lang="zh-CN" altLang="en-US"/>
        </a:p>
      </dgm:t>
    </dgm:pt>
    <dgm:pt modelId="{FA7262CD-187C-41F7-9A0B-D9F760482DB2}" type="sibTrans" cxnId="{21C99E07-1260-4839-AB82-08596D9B2052}">
      <dgm:prSet/>
      <dgm:spPr/>
      <dgm:t>
        <a:bodyPr/>
        <a:lstStyle/>
        <a:p>
          <a:endParaRPr lang="zh-CN" altLang="en-US"/>
        </a:p>
      </dgm:t>
    </dgm:pt>
    <dgm:pt modelId="{91BC3462-61F5-4C29-AEF7-54F70E3DEC40}">
      <dgm:prSet phldrT="[文本]"/>
      <dgm:spPr/>
      <dgm:t>
        <a:bodyPr/>
        <a:lstStyle/>
        <a:p>
          <a:r>
            <a:rPr lang="zh-CN" altLang="en-US" smtClean="0"/>
            <a:t>保质期</a:t>
          </a:r>
          <a:endParaRPr lang="zh-CN" altLang="en-US" dirty="0"/>
        </a:p>
      </dgm:t>
    </dgm:pt>
    <dgm:pt modelId="{4CCA143C-6D3E-434E-BBAB-034B8765AEDD}" type="parTrans" cxnId="{FEE63F2E-A40A-46C7-AD1B-BD92B0A8E6EE}">
      <dgm:prSet/>
      <dgm:spPr/>
      <dgm:t>
        <a:bodyPr/>
        <a:lstStyle/>
        <a:p>
          <a:endParaRPr lang="zh-CN" altLang="en-US"/>
        </a:p>
      </dgm:t>
    </dgm:pt>
    <dgm:pt modelId="{FB215BF1-99C8-4A73-A708-EE4DB88E4E23}" type="sibTrans" cxnId="{FEE63F2E-A40A-46C7-AD1B-BD92B0A8E6EE}">
      <dgm:prSet/>
      <dgm:spPr/>
      <dgm:t>
        <a:bodyPr/>
        <a:lstStyle/>
        <a:p>
          <a:endParaRPr lang="zh-CN" altLang="en-US"/>
        </a:p>
      </dgm:t>
    </dgm:pt>
    <dgm:pt modelId="{56A6B217-78CB-4897-8981-1A662C974F31}">
      <dgm:prSet phldrT="[文本]"/>
      <dgm:spPr/>
      <dgm:t>
        <a:bodyPr/>
        <a:lstStyle/>
        <a:p>
          <a:r>
            <a:rPr lang="en-US" altLang="zh-CN" dirty="0" smtClean="0"/>
            <a:t>540</a:t>
          </a:r>
          <a:r>
            <a:rPr lang="zh-CN" altLang="en-US" dirty="0" smtClean="0"/>
            <a:t>天</a:t>
          </a:r>
          <a:endParaRPr lang="zh-CN" altLang="en-US" dirty="0"/>
        </a:p>
      </dgm:t>
    </dgm:pt>
    <dgm:pt modelId="{56CF3501-F8C9-463A-AB8A-BE964F5EC2EF}" type="parTrans" cxnId="{53429948-85E3-4F7F-8493-A8D81F16A322}">
      <dgm:prSet/>
      <dgm:spPr/>
      <dgm:t>
        <a:bodyPr/>
        <a:lstStyle/>
        <a:p>
          <a:endParaRPr lang="zh-CN" altLang="en-US"/>
        </a:p>
      </dgm:t>
    </dgm:pt>
    <dgm:pt modelId="{ED846731-3B86-480D-96A4-EE8643EC7362}" type="sibTrans" cxnId="{53429948-85E3-4F7F-8493-A8D81F16A322}">
      <dgm:prSet/>
      <dgm:spPr/>
      <dgm:t>
        <a:bodyPr/>
        <a:lstStyle/>
        <a:p>
          <a:endParaRPr lang="zh-CN" altLang="en-US"/>
        </a:p>
      </dgm:t>
    </dgm:pt>
    <dgm:pt modelId="{E02F7FCB-C422-4BAE-A67D-2D43E7D02A77}" type="pres">
      <dgm:prSet presAssocID="{4752966D-36C6-45C3-B244-FF3E6815C7D3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878D9C9-CC95-4F4E-8581-984BBF619017}" type="pres">
      <dgm:prSet presAssocID="{34C3D5BC-7D84-49A5-9BE6-12373A9163CB}" presName="linNode" presStyleCnt="0"/>
      <dgm:spPr/>
    </dgm:pt>
    <dgm:pt modelId="{57B1446E-D00E-4531-991A-0318A7199286}" type="pres">
      <dgm:prSet presAssocID="{34C3D5BC-7D84-49A5-9BE6-12373A9163CB}" presName="parentShp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99B06D7-61F8-457D-A310-02152D3BC1A5}" type="pres">
      <dgm:prSet presAssocID="{34C3D5BC-7D84-49A5-9BE6-12373A9163CB}" presName="childShp" presStyleLbl="b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F408A62-B6A0-4188-BAC4-30BB36749EB9}" type="pres">
      <dgm:prSet presAssocID="{0F8CA06A-B059-46D2-A672-D11835D1A313}" presName="spacing" presStyleCnt="0"/>
      <dgm:spPr/>
    </dgm:pt>
    <dgm:pt modelId="{EDC1588E-6897-4D26-994C-F27EF9BA89F1}" type="pres">
      <dgm:prSet presAssocID="{88626EEF-0729-44C5-B3F7-31257BC849A1}" presName="linNode" presStyleCnt="0"/>
      <dgm:spPr/>
    </dgm:pt>
    <dgm:pt modelId="{17307023-A946-455B-A690-3762E2B9B450}" type="pres">
      <dgm:prSet presAssocID="{88626EEF-0729-44C5-B3F7-31257BC849A1}" presName="parentShp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4C54A61-ACA0-4E13-8B68-C216014D4968}" type="pres">
      <dgm:prSet presAssocID="{88626EEF-0729-44C5-B3F7-31257BC849A1}" presName="childShp" presStyleLbl="b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5149A54-3C42-4A7F-BA07-A30B7C0C78AC}" type="pres">
      <dgm:prSet presAssocID="{81317D67-FDE7-4174-9020-45C18210FECA}" presName="spacing" presStyleCnt="0"/>
      <dgm:spPr/>
    </dgm:pt>
    <dgm:pt modelId="{008227D7-641E-4B7E-881B-2ADA1DA4637F}" type="pres">
      <dgm:prSet presAssocID="{7C4566DE-1D0A-4EB9-8C9E-34418EE012E3}" presName="linNode" presStyleCnt="0"/>
      <dgm:spPr/>
    </dgm:pt>
    <dgm:pt modelId="{CFBA9D31-7548-465A-8C33-BB1F392D84AA}" type="pres">
      <dgm:prSet presAssocID="{7C4566DE-1D0A-4EB9-8C9E-34418EE012E3}" presName="parentShp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62AA646-D9D5-4E3A-A623-67A74D1E23BF}" type="pres">
      <dgm:prSet presAssocID="{7C4566DE-1D0A-4EB9-8C9E-34418EE012E3}" presName="childShp" presStyleLbl="b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50ECF1B-4181-40DC-BD9A-FB0BDABEDD20}" type="pres">
      <dgm:prSet presAssocID="{FEE59849-F89A-4AFA-B29A-2F60F08FC622}" presName="spacing" presStyleCnt="0"/>
      <dgm:spPr/>
    </dgm:pt>
    <dgm:pt modelId="{3C74E7E2-A8AB-4408-B783-1DDDB88DA44D}" type="pres">
      <dgm:prSet presAssocID="{A2AD0577-8D61-4725-A31A-86804F385FA2}" presName="linNode" presStyleCnt="0"/>
      <dgm:spPr/>
    </dgm:pt>
    <dgm:pt modelId="{E1400906-D494-4A4C-BDB6-6ADB60E88F36}" type="pres">
      <dgm:prSet presAssocID="{A2AD0577-8D61-4725-A31A-86804F385FA2}" presName="parentShp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3E2176B-2F50-47AC-B53F-3CC20CF040BD}" type="pres">
      <dgm:prSet presAssocID="{A2AD0577-8D61-4725-A31A-86804F385FA2}" presName="childShp" presStyleLbl="b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BF8A8D6-6DCF-45AC-9B77-6E42A02E137D}" type="pres">
      <dgm:prSet presAssocID="{8D7F6B55-8285-4A4A-8386-EA31A0E4BBC5}" presName="spacing" presStyleCnt="0"/>
      <dgm:spPr/>
    </dgm:pt>
    <dgm:pt modelId="{CF4C2CB7-8CF0-4991-B4CC-C0B305BB0477}" type="pres">
      <dgm:prSet presAssocID="{F37AC3A7-F4E2-4F1B-9F2B-C6EB1232D45A}" presName="linNode" presStyleCnt="0"/>
      <dgm:spPr/>
    </dgm:pt>
    <dgm:pt modelId="{C2DFACF3-1470-4A19-8335-0B3ECF0557AC}" type="pres">
      <dgm:prSet presAssocID="{F37AC3A7-F4E2-4F1B-9F2B-C6EB1232D45A}" presName="parentShp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6A5F727-049A-4B54-A8BC-D7599BBA7CED}" type="pres">
      <dgm:prSet presAssocID="{F37AC3A7-F4E2-4F1B-9F2B-C6EB1232D45A}" presName="childShp" presStyleLbl="b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8CCE11-45DC-403B-A1DD-3C005159BF5E}" type="pres">
      <dgm:prSet presAssocID="{36309573-C79F-4BBF-84F6-7254AF7C9E5A}" presName="spacing" presStyleCnt="0"/>
      <dgm:spPr/>
    </dgm:pt>
    <dgm:pt modelId="{D0452BC9-35A4-4320-99DE-04428AC2F8F7}" type="pres">
      <dgm:prSet presAssocID="{91BC3462-61F5-4C29-AEF7-54F70E3DEC40}" presName="linNode" presStyleCnt="0"/>
      <dgm:spPr/>
    </dgm:pt>
    <dgm:pt modelId="{C009FACC-7582-4A47-A543-E8E2FC184BAD}" type="pres">
      <dgm:prSet presAssocID="{91BC3462-61F5-4C29-AEF7-54F70E3DEC40}" presName="parentShp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E888FDE-92BA-4086-B977-F3E5444E5761}" type="pres">
      <dgm:prSet presAssocID="{91BC3462-61F5-4C29-AEF7-54F70E3DEC40}" presName="childShp" presStyleLbl="b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CCDB8DD-F02A-4080-B22E-88D63EB7D4C9}" srcId="{7C4566DE-1D0A-4EB9-8C9E-34418EE012E3}" destId="{5AD99A5D-9AFB-415B-83E9-A366864A8ACB}" srcOrd="0" destOrd="0" parTransId="{3AB6D46B-D675-4650-BEE5-76551CB8D1AC}" sibTransId="{8D002ECC-094E-4B42-BC88-DC23FECE6B9C}"/>
    <dgm:cxn modelId="{FEE63F2E-A40A-46C7-AD1B-BD92B0A8E6EE}" srcId="{4752966D-36C6-45C3-B244-FF3E6815C7D3}" destId="{91BC3462-61F5-4C29-AEF7-54F70E3DEC40}" srcOrd="5" destOrd="0" parTransId="{4CCA143C-6D3E-434E-BBAB-034B8765AEDD}" sibTransId="{FB215BF1-99C8-4A73-A708-EE4DB88E4E23}"/>
    <dgm:cxn modelId="{D79EA69C-434F-4917-A762-8EDF50CE9827}" srcId="{88626EEF-0729-44C5-B3F7-31257BC849A1}" destId="{151E734A-E897-4B0E-AE00-0B459AD774EA}" srcOrd="0" destOrd="0" parTransId="{6DFD5935-3CF7-485F-9A6B-2B203E2B7FD5}" sibTransId="{8178B33E-1727-483A-B409-585ACFFDF03F}"/>
    <dgm:cxn modelId="{D54912E2-6670-41DE-BD3A-F87B5862526C}" type="presOf" srcId="{91BC3462-61F5-4C29-AEF7-54F70E3DEC40}" destId="{C009FACC-7582-4A47-A543-E8E2FC184BAD}" srcOrd="0" destOrd="0" presId="urn:microsoft.com/office/officeart/2005/8/layout/vList6"/>
    <dgm:cxn modelId="{438DB34E-C327-4765-929E-0D9956166802}" srcId="{4752966D-36C6-45C3-B244-FF3E6815C7D3}" destId="{7C4566DE-1D0A-4EB9-8C9E-34418EE012E3}" srcOrd="2" destOrd="0" parTransId="{09AC9334-63CE-4FDC-8AEF-9C388016F694}" sibTransId="{FEE59849-F89A-4AFA-B29A-2F60F08FC622}"/>
    <dgm:cxn modelId="{21C99E07-1260-4839-AB82-08596D9B2052}" srcId="{F37AC3A7-F4E2-4F1B-9F2B-C6EB1232D45A}" destId="{6DC63850-2A9C-457C-AC67-C56CD611DC18}" srcOrd="0" destOrd="0" parTransId="{2CC7FFF0-47CE-4138-B70F-1FC63F6C1196}" sibTransId="{FA7262CD-187C-41F7-9A0B-D9F760482DB2}"/>
    <dgm:cxn modelId="{53429948-85E3-4F7F-8493-A8D81F16A322}" srcId="{91BC3462-61F5-4C29-AEF7-54F70E3DEC40}" destId="{56A6B217-78CB-4897-8981-1A662C974F31}" srcOrd="0" destOrd="0" parTransId="{56CF3501-F8C9-463A-AB8A-BE964F5EC2EF}" sibTransId="{ED846731-3B86-480D-96A4-EE8643EC7362}"/>
    <dgm:cxn modelId="{628BB1E0-21BB-42A0-A1F7-04E83F77A3B5}" srcId="{A2AD0577-8D61-4725-A31A-86804F385FA2}" destId="{04D8BAC1-117A-4E84-AABA-3553292625E0}" srcOrd="0" destOrd="0" parTransId="{1CA0F45B-130B-4F21-8DEA-C021B249DB82}" sibTransId="{3DDDA875-FBD0-4ED9-9B79-349F5D30F120}"/>
    <dgm:cxn modelId="{F9C42BB9-6407-4FF3-B146-873EDAF78393}" srcId="{34C3D5BC-7D84-49A5-9BE6-12373A9163CB}" destId="{A0BD74C2-4020-4222-9E67-0E36773E6840}" srcOrd="0" destOrd="0" parTransId="{6F3CA906-7048-4BA6-B3B3-1A72745581E5}" sibTransId="{A801594C-D8B6-4737-85D5-DAC1DBEDDD6A}"/>
    <dgm:cxn modelId="{EB85940A-ED0C-40E1-BB58-E126CDF15F8B}" type="presOf" srcId="{A2AD0577-8D61-4725-A31A-86804F385FA2}" destId="{E1400906-D494-4A4C-BDB6-6ADB60E88F36}" srcOrd="0" destOrd="0" presId="urn:microsoft.com/office/officeart/2005/8/layout/vList6"/>
    <dgm:cxn modelId="{D415685D-157E-4DA8-ACF8-0266247D9864}" srcId="{4752966D-36C6-45C3-B244-FF3E6815C7D3}" destId="{F37AC3A7-F4E2-4F1B-9F2B-C6EB1232D45A}" srcOrd="4" destOrd="0" parTransId="{2AB5AB71-0104-4A32-9CA5-216BFD39EC91}" sibTransId="{36309573-C79F-4BBF-84F6-7254AF7C9E5A}"/>
    <dgm:cxn modelId="{6A0954B3-5032-4395-8F19-20CF0EC67693}" type="presOf" srcId="{04D8BAC1-117A-4E84-AABA-3553292625E0}" destId="{E3E2176B-2F50-47AC-B53F-3CC20CF040BD}" srcOrd="0" destOrd="0" presId="urn:microsoft.com/office/officeart/2005/8/layout/vList6"/>
    <dgm:cxn modelId="{F92FB8B5-A29A-4A7A-848A-14104AB2AF74}" srcId="{4752966D-36C6-45C3-B244-FF3E6815C7D3}" destId="{88626EEF-0729-44C5-B3F7-31257BC849A1}" srcOrd="1" destOrd="0" parTransId="{4E50D69F-B12A-433D-976F-C48EC61B2E8F}" sibTransId="{81317D67-FDE7-4174-9020-45C18210FECA}"/>
    <dgm:cxn modelId="{A4340B75-86DE-4BED-9C33-52CF39F6F986}" type="presOf" srcId="{F37AC3A7-F4E2-4F1B-9F2B-C6EB1232D45A}" destId="{C2DFACF3-1470-4A19-8335-0B3ECF0557AC}" srcOrd="0" destOrd="0" presId="urn:microsoft.com/office/officeart/2005/8/layout/vList6"/>
    <dgm:cxn modelId="{1DA7517B-404E-4EFF-A0B9-687E2129CD46}" type="presOf" srcId="{56A6B217-78CB-4897-8981-1A662C974F31}" destId="{6E888FDE-92BA-4086-B977-F3E5444E5761}" srcOrd="0" destOrd="0" presId="urn:microsoft.com/office/officeart/2005/8/layout/vList6"/>
    <dgm:cxn modelId="{D0460B01-721B-493C-9884-7A2CC74765F2}" srcId="{4752966D-36C6-45C3-B244-FF3E6815C7D3}" destId="{34C3D5BC-7D84-49A5-9BE6-12373A9163CB}" srcOrd="0" destOrd="0" parTransId="{3483A1A1-5E6E-488F-8D3C-15242EFFDBCE}" sibTransId="{0F8CA06A-B059-46D2-A672-D11835D1A313}"/>
    <dgm:cxn modelId="{BF676477-F6D4-4E13-B16D-3628506CEF11}" type="presOf" srcId="{7C4566DE-1D0A-4EB9-8C9E-34418EE012E3}" destId="{CFBA9D31-7548-465A-8C33-BB1F392D84AA}" srcOrd="0" destOrd="0" presId="urn:microsoft.com/office/officeart/2005/8/layout/vList6"/>
    <dgm:cxn modelId="{4143581C-46E7-4F6D-BB36-1D65E77583BE}" type="presOf" srcId="{34C3D5BC-7D84-49A5-9BE6-12373A9163CB}" destId="{57B1446E-D00E-4531-991A-0318A7199286}" srcOrd="0" destOrd="0" presId="urn:microsoft.com/office/officeart/2005/8/layout/vList6"/>
    <dgm:cxn modelId="{74A209B6-A306-4E53-8C78-25457892AF32}" srcId="{4752966D-36C6-45C3-B244-FF3E6815C7D3}" destId="{A2AD0577-8D61-4725-A31A-86804F385FA2}" srcOrd="3" destOrd="0" parTransId="{FC529FE0-817D-4BAB-BA44-3E4D6BFBF46C}" sibTransId="{8D7F6B55-8285-4A4A-8386-EA31A0E4BBC5}"/>
    <dgm:cxn modelId="{850DA142-7098-4CC8-BCE5-A57736BBEECF}" type="presOf" srcId="{A0BD74C2-4020-4222-9E67-0E36773E6840}" destId="{A99B06D7-61F8-457D-A310-02152D3BC1A5}" srcOrd="0" destOrd="0" presId="urn:microsoft.com/office/officeart/2005/8/layout/vList6"/>
    <dgm:cxn modelId="{AACE60D0-2D07-4FF9-8AF5-23EA3256D14E}" type="presOf" srcId="{6DC63850-2A9C-457C-AC67-C56CD611DC18}" destId="{36A5F727-049A-4B54-A8BC-D7599BBA7CED}" srcOrd="0" destOrd="0" presId="urn:microsoft.com/office/officeart/2005/8/layout/vList6"/>
    <dgm:cxn modelId="{239D0639-E684-433A-9F8B-5C4F93B5DFFF}" type="presOf" srcId="{151E734A-E897-4B0E-AE00-0B459AD774EA}" destId="{24C54A61-ACA0-4E13-8B68-C216014D4968}" srcOrd="0" destOrd="0" presId="urn:microsoft.com/office/officeart/2005/8/layout/vList6"/>
    <dgm:cxn modelId="{B2167E08-1253-43A5-847B-849A7B1088DA}" type="presOf" srcId="{88626EEF-0729-44C5-B3F7-31257BC849A1}" destId="{17307023-A946-455B-A690-3762E2B9B450}" srcOrd="0" destOrd="0" presId="urn:microsoft.com/office/officeart/2005/8/layout/vList6"/>
    <dgm:cxn modelId="{EA3C2BDE-3446-4574-AE03-A4794008DFE5}" type="presOf" srcId="{4752966D-36C6-45C3-B244-FF3E6815C7D3}" destId="{E02F7FCB-C422-4BAE-A67D-2D43E7D02A77}" srcOrd="0" destOrd="0" presId="urn:microsoft.com/office/officeart/2005/8/layout/vList6"/>
    <dgm:cxn modelId="{759DD4A0-81DE-4B7D-90C3-03F81B009510}" type="presOf" srcId="{5AD99A5D-9AFB-415B-83E9-A366864A8ACB}" destId="{C62AA646-D9D5-4E3A-A623-67A74D1E23BF}" srcOrd="0" destOrd="0" presId="urn:microsoft.com/office/officeart/2005/8/layout/vList6"/>
    <dgm:cxn modelId="{13130B45-B748-46E0-BB2B-A5C7A56564F7}" type="presParOf" srcId="{E02F7FCB-C422-4BAE-A67D-2D43E7D02A77}" destId="{F878D9C9-CC95-4F4E-8581-984BBF619017}" srcOrd="0" destOrd="0" presId="urn:microsoft.com/office/officeart/2005/8/layout/vList6"/>
    <dgm:cxn modelId="{7A957B95-A336-4C35-9DFC-0AD32AC0F5AB}" type="presParOf" srcId="{F878D9C9-CC95-4F4E-8581-984BBF619017}" destId="{57B1446E-D00E-4531-991A-0318A7199286}" srcOrd="0" destOrd="0" presId="urn:microsoft.com/office/officeart/2005/8/layout/vList6"/>
    <dgm:cxn modelId="{E522B82E-CAB3-4643-8CAC-8E3F9F1732DE}" type="presParOf" srcId="{F878D9C9-CC95-4F4E-8581-984BBF619017}" destId="{A99B06D7-61F8-457D-A310-02152D3BC1A5}" srcOrd="1" destOrd="0" presId="urn:microsoft.com/office/officeart/2005/8/layout/vList6"/>
    <dgm:cxn modelId="{1008BC35-AC60-42F1-96BC-FDA8B12E4FE1}" type="presParOf" srcId="{E02F7FCB-C422-4BAE-A67D-2D43E7D02A77}" destId="{5F408A62-B6A0-4188-BAC4-30BB36749EB9}" srcOrd="1" destOrd="0" presId="urn:microsoft.com/office/officeart/2005/8/layout/vList6"/>
    <dgm:cxn modelId="{C33A80EB-67A7-426C-80FF-0357D00F5B38}" type="presParOf" srcId="{E02F7FCB-C422-4BAE-A67D-2D43E7D02A77}" destId="{EDC1588E-6897-4D26-994C-F27EF9BA89F1}" srcOrd="2" destOrd="0" presId="urn:microsoft.com/office/officeart/2005/8/layout/vList6"/>
    <dgm:cxn modelId="{8FACE185-A57B-4DAD-BA2A-7E3D252147C0}" type="presParOf" srcId="{EDC1588E-6897-4D26-994C-F27EF9BA89F1}" destId="{17307023-A946-455B-A690-3762E2B9B450}" srcOrd="0" destOrd="0" presId="urn:microsoft.com/office/officeart/2005/8/layout/vList6"/>
    <dgm:cxn modelId="{CA5CA0C2-DF35-47FE-8D16-93C9B9707D71}" type="presParOf" srcId="{EDC1588E-6897-4D26-994C-F27EF9BA89F1}" destId="{24C54A61-ACA0-4E13-8B68-C216014D4968}" srcOrd="1" destOrd="0" presId="urn:microsoft.com/office/officeart/2005/8/layout/vList6"/>
    <dgm:cxn modelId="{0458BE95-7C43-43CA-8E61-ACFA5D497B1A}" type="presParOf" srcId="{E02F7FCB-C422-4BAE-A67D-2D43E7D02A77}" destId="{75149A54-3C42-4A7F-BA07-A30B7C0C78AC}" srcOrd="3" destOrd="0" presId="urn:microsoft.com/office/officeart/2005/8/layout/vList6"/>
    <dgm:cxn modelId="{53206E0B-7D7F-480B-A3AC-0E9FD4606331}" type="presParOf" srcId="{E02F7FCB-C422-4BAE-A67D-2D43E7D02A77}" destId="{008227D7-641E-4B7E-881B-2ADA1DA4637F}" srcOrd="4" destOrd="0" presId="urn:microsoft.com/office/officeart/2005/8/layout/vList6"/>
    <dgm:cxn modelId="{E5D9F75F-1EE8-4A04-90FE-8B9768A5FF13}" type="presParOf" srcId="{008227D7-641E-4B7E-881B-2ADA1DA4637F}" destId="{CFBA9D31-7548-465A-8C33-BB1F392D84AA}" srcOrd="0" destOrd="0" presId="urn:microsoft.com/office/officeart/2005/8/layout/vList6"/>
    <dgm:cxn modelId="{59350F83-7756-40EB-91DD-C0FDE741FA14}" type="presParOf" srcId="{008227D7-641E-4B7E-881B-2ADA1DA4637F}" destId="{C62AA646-D9D5-4E3A-A623-67A74D1E23BF}" srcOrd="1" destOrd="0" presId="urn:microsoft.com/office/officeart/2005/8/layout/vList6"/>
    <dgm:cxn modelId="{0E36626C-A929-4849-87B5-3D2EF7C9FAF3}" type="presParOf" srcId="{E02F7FCB-C422-4BAE-A67D-2D43E7D02A77}" destId="{D50ECF1B-4181-40DC-BD9A-FB0BDABEDD20}" srcOrd="5" destOrd="0" presId="urn:microsoft.com/office/officeart/2005/8/layout/vList6"/>
    <dgm:cxn modelId="{F24015EC-9A3C-4236-8E17-0083D7D1259B}" type="presParOf" srcId="{E02F7FCB-C422-4BAE-A67D-2D43E7D02A77}" destId="{3C74E7E2-A8AB-4408-B783-1DDDB88DA44D}" srcOrd="6" destOrd="0" presId="urn:microsoft.com/office/officeart/2005/8/layout/vList6"/>
    <dgm:cxn modelId="{BF9B27F7-C233-4CCC-AD7E-4D0115E169DA}" type="presParOf" srcId="{3C74E7E2-A8AB-4408-B783-1DDDB88DA44D}" destId="{E1400906-D494-4A4C-BDB6-6ADB60E88F36}" srcOrd="0" destOrd="0" presId="urn:microsoft.com/office/officeart/2005/8/layout/vList6"/>
    <dgm:cxn modelId="{F42B933E-B7A0-4818-A750-FD5D723C8213}" type="presParOf" srcId="{3C74E7E2-A8AB-4408-B783-1DDDB88DA44D}" destId="{E3E2176B-2F50-47AC-B53F-3CC20CF040BD}" srcOrd="1" destOrd="0" presId="urn:microsoft.com/office/officeart/2005/8/layout/vList6"/>
    <dgm:cxn modelId="{3035495A-C04E-4314-A119-0F24E2E23425}" type="presParOf" srcId="{E02F7FCB-C422-4BAE-A67D-2D43E7D02A77}" destId="{6BF8A8D6-6DCF-45AC-9B77-6E42A02E137D}" srcOrd="7" destOrd="0" presId="urn:microsoft.com/office/officeart/2005/8/layout/vList6"/>
    <dgm:cxn modelId="{92D62527-3D44-4B5A-8B55-7A43C68CA19E}" type="presParOf" srcId="{E02F7FCB-C422-4BAE-A67D-2D43E7D02A77}" destId="{CF4C2CB7-8CF0-4991-B4CC-C0B305BB0477}" srcOrd="8" destOrd="0" presId="urn:microsoft.com/office/officeart/2005/8/layout/vList6"/>
    <dgm:cxn modelId="{3D7297C7-BCF9-4D48-BEAF-CE9829D3AC50}" type="presParOf" srcId="{CF4C2CB7-8CF0-4991-B4CC-C0B305BB0477}" destId="{C2DFACF3-1470-4A19-8335-0B3ECF0557AC}" srcOrd="0" destOrd="0" presId="urn:microsoft.com/office/officeart/2005/8/layout/vList6"/>
    <dgm:cxn modelId="{5FF0557A-5FE3-4863-AF1E-4700B170AC16}" type="presParOf" srcId="{CF4C2CB7-8CF0-4991-B4CC-C0B305BB0477}" destId="{36A5F727-049A-4B54-A8BC-D7599BBA7CED}" srcOrd="1" destOrd="0" presId="urn:microsoft.com/office/officeart/2005/8/layout/vList6"/>
    <dgm:cxn modelId="{21A8FBAA-889D-4D01-8232-81E72FB03D2C}" type="presParOf" srcId="{E02F7FCB-C422-4BAE-A67D-2D43E7D02A77}" destId="{648CCE11-45DC-403B-A1DD-3C005159BF5E}" srcOrd="9" destOrd="0" presId="urn:microsoft.com/office/officeart/2005/8/layout/vList6"/>
    <dgm:cxn modelId="{2D0E8D53-358B-4110-B84D-9913E47526F8}" type="presParOf" srcId="{E02F7FCB-C422-4BAE-A67D-2D43E7D02A77}" destId="{D0452BC9-35A4-4320-99DE-04428AC2F8F7}" srcOrd="10" destOrd="0" presId="urn:microsoft.com/office/officeart/2005/8/layout/vList6"/>
    <dgm:cxn modelId="{21A39DDE-EC67-4A32-AC17-5BA25D779F41}" type="presParOf" srcId="{D0452BC9-35A4-4320-99DE-04428AC2F8F7}" destId="{C009FACC-7582-4A47-A543-E8E2FC184BAD}" srcOrd="0" destOrd="0" presId="urn:microsoft.com/office/officeart/2005/8/layout/vList6"/>
    <dgm:cxn modelId="{D4045CA3-BFB5-45AE-90C6-F3A2235E041D}" type="presParOf" srcId="{D0452BC9-35A4-4320-99DE-04428AC2F8F7}" destId="{6E888FDE-92BA-4086-B977-F3E5444E5761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B06D7-61F8-457D-A310-02152D3BC1A5}">
      <dsp:nvSpPr>
        <dsp:cNvPr id="0" name=""/>
        <dsp:cNvSpPr/>
      </dsp:nvSpPr>
      <dsp:spPr>
        <a:xfrm>
          <a:off x="2560320" y="330"/>
          <a:ext cx="3840480" cy="41704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700" kern="1200" dirty="0" smtClean="0"/>
            <a:t>色泽褐绿乌润，颗粒圆结重实，匀整</a:t>
          </a:r>
          <a:endParaRPr lang="zh-CN" altLang="en-US" sz="1700" kern="1200" dirty="0"/>
        </a:p>
      </dsp:txBody>
      <dsp:txXfrm>
        <a:off x="2560320" y="52461"/>
        <a:ext cx="3684089" cy="312783"/>
      </dsp:txXfrm>
    </dsp:sp>
    <dsp:sp modelId="{57B1446E-D00E-4531-991A-0318A7199286}">
      <dsp:nvSpPr>
        <dsp:cNvPr id="0" name=""/>
        <dsp:cNvSpPr/>
      </dsp:nvSpPr>
      <dsp:spPr>
        <a:xfrm>
          <a:off x="0" y="330"/>
          <a:ext cx="2560320" cy="41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茶品外形</a:t>
          </a:r>
          <a:endParaRPr lang="zh-CN" altLang="en-US" sz="2000" kern="1200" dirty="0"/>
        </a:p>
      </dsp:txBody>
      <dsp:txXfrm>
        <a:off x="20358" y="20688"/>
        <a:ext cx="2519604" cy="376328"/>
      </dsp:txXfrm>
    </dsp:sp>
    <dsp:sp modelId="{24C54A61-ACA0-4E13-8B68-C216014D4968}">
      <dsp:nvSpPr>
        <dsp:cNvPr id="0" name=""/>
        <dsp:cNvSpPr/>
      </dsp:nvSpPr>
      <dsp:spPr>
        <a:xfrm>
          <a:off x="2560320" y="459079"/>
          <a:ext cx="3840480" cy="41704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700" kern="1200" dirty="0" smtClean="0"/>
            <a:t>浓醇，入口回甘</a:t>
          </a:r>
          <a:endParaRPr lang="zh-CN" altLang="en-US" sz="1700" kern="1200" dirty="0"/>
        </a:p>
      </dsp:txBody>
      <dsp:txXfrm>
        <a:off x="2560320" y="511210"/>
        <a:ext cx="3684089" cy="312783"/>
      </dsp:txXfrm>
    </dsp:sp>
    <dsp:sp modelId="{17307023-A946-455B-A690-3762E2B9B450}">
      <dsp:nvSpPr>
        <dsp:cNvPr id="0" name=""/>
        <dsp:cNvSpPr/>
      </dsp:nvSpPr>
      <dsp:spPr>
        <a:xfrm>
          <a:off x="0" y="459079"/>
          <a:ext cx="2560320" cy="41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茶品口感</a:t>
          </a:r>
          <a:endParaRPr lang="zh-CN" altLang="en-US" sz="2000" kern="1200" dirty="0"/>
        </a:p>
      </dsp:txBody>
      <dsp:txXfrm>
        <a:off x="20358" y="479437"/>
        <a:ext cx="2519604" cy="376328"/>
      </dsp:txXfrm>
    </dsp:sp>
    <dsp:sp modelId="{C62AA646-D9D5-4E3A-A623-67A74D1E23BF}">
      <dsp:nvSpPr>
        <dsp:cNvPr id="0" name=""/>
        <dsp:cNvSpPr/>
      </dsp:nvSpPr>
      <dsp:spPr>
        <a:xfrm>
          <a:off x="2560320" y="917828"/>
          <a:ext cx="3840480" cy="41704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700" kern="1200" smtClean="0"/>
            <a:t>252g/</a:t>
          </a:r>
          <a:r>
            <a:rPr lang="zh-CN" altLang="en-US" sz="1700" kern="1200" smtClean="0"/>
            <a:t>罐，</a:t>
          </a:r>
          <a:r>
            <a:rPr lang="en-US" altLang="en-US" sz="1700" kern="1200" smtClean="0"/>
            <a:t>36</a:t>
          </a:r>
          <a:r>
            <a:rPr lang="zh-CN" altLang="en-US" sz="1700" kern="1200" smtClean="0"/>
            <a:t>小包左右</a:t>
          </a:r>
          <a:endParaRPr lang="zh-CN" altLang="en-US" sz="1700" kern="1200" dirty="0"/>
        </a:p>
      </dsp:txBody>
      <dsp:txXfrm>
        <a:off x="2560320" y="969959"/>
        <a:ext cx="3684089" cy="312783"/>
      </dsp:txXfrm>
    </dsp:sp>
    <dsp:sp modelId="{CFBA9D31-7548-465A-8C33-BB1F392D84AA}">
      <dsp:nvSpPr>
        <dsp:cNvPr id="0" name=""/>
        <dsp:cNvSpPr/>
      </dsp:nvSpPr>
      <dsp:spPr>
        <a:xfrm>
          <a:off x="0" y="917828"/>
          <a:ext cx="2560320" cy="41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产品规格</a:t>
          </a:r>
          <a:endParaRPr lang="zh-CN" altLang="en-US" sz="2000" kern="1200" dirty="0"/>
        </a:p>
      </dsp:txBody>
      <dsp:txXfrm>
        <a:off x="20358" y="938186"/>
        <a:ext cx="2519604" cy="376328"/>
      </dsp:txXfrm>
    </dsp:sp>
    <dsp:sp modelId="{E3E2176B-2F50-47AC-B53F-3CC20CF040BD}">
      <dsp:nvSpPr>
        <dsp:cNvPr id="0" name=""/>
        <dsp:cNvSpPr/>
      </dsp:nvSpPr>
      <dsp:spPr>
        <a:xfrm>
          <a:off x="2560320" y="1376577"/>
          <a:ext cx="3840480" cy="41704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700" kern="1200" dirty="0" smtClean="0"/>
            <a:t>多用型，用完可当抽纸盒</a:t>
          </a:r>
          <a:endParaRPr lang="zh-CN" altLang="en-US" sz="1700" kern="1200" dirty="0"/>
        </a:p>
      </dsp:txBody>
      <dsp:txXfrm>
        <a:off x="2560320" y="1428708"/>
        <a:ext cx="3684089" cy="312783"/>
      </dsp:txXfrm>
    </dsp:sp>
    <dsp:sp modelId="{E1400906-D494-4A4C-BDB6-6ADB60E88F36}">
      <dsp:nvSpPr>
        <dsp:cNvPr id="0" name=""/>
        <dsp:cNvSpPr/>
      </dsp:nvSpPr>
      <dsp:spPr>
        <a:xfrm>
          <a:off x="0" y="1376577"/>
          <a:ext cx="2560320" cy="41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存储性能</a:t>
          </a:r>
          <a:endParaRPr lang="zh-CN" altLang="en-US" sz="2000" kern="1200" dirty="0"/>
        </a:p>
      </dsp:txBody>
      <dsp:txXfrm>
        <a:off x="20358" y="1396935"/>
        <a:ext cx="2519604" cy="376328"/>
      </dsp:txXfrm>
    </dsp:sp>
    <dsp:sp modelId="{36A5F727-049A-4B54-A8BC-D7599BBA7CED}">
      <dsp:nvSpPr>
        <dsp:cNvPr id="0" name=""/>
        <dsp:cNvSpPr/>
      </dsp:nvSpPr>
      <dsp:spPr>
        <a:xfrm>
          <a:off x="2560320" y="1835325"/>
          <a:ext cx="3840480" cy="41704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700" kern="1200" dirty="0" smtClean="0"/>
            <a:t>均为近期生产</a:t>
          </a:r>
          <a:endParaRPr lang="zh-CN" altLang="en-US" sz="1700" kern="1200" dirty="0"/>
        </a:p>
      </dsp:txBody>
      <dsp:txXfrm>
        <a:off x="2560320" y="1887456"/>
        <a:ext cx="3684089" cy="312783"/>
      </dsp:txXfrm>
    </dsp:sp>
    <dsp:sp modelId="{C2DFACF3-1470-4A19-8335-0B3ECF0557AC}">
      <dsp:nvSpPr>
        <dsp:cNvPr id="0" name=""/>
        <dsp:cNvSpPr/>
      </dsp:nvSpPr>
      <dsp:spPr>
        <a:xfrm>
          <a:off x="0" y="1835325"/>
          <a:ext cx="2560320" cy="41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生产日期</a:t>
          </a:r>
          <a:endParaRPr lang="zh-CN" altLang="en-US" sz="2000" kern="1200" dirty="0"/>
        </a:p>
      </dsp:txBody>
      <dsp:txXfrm>
        <a:off x="20358" y="1855683"/>
        <a:ext cx="2519604" cy="376328"/>
      </dsp:txXfrm>
    </dsp:sp>
    <dsp:sp modelId="{6E888FDE-92BA-4086-B977-F3E5444E5761}">
      <dsp:nvSpPr>
        <dsp:cNvPr id="0" name=""/>
        <dsp:cNvSpPr/>
      </dsp:nvSpPr>
      <dsp:spPr>
        <a:xfrm>
          <a:off x="2560320" y="2294074"/>
          <a:ext cx="3840480" cy="41704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10600" contourW="3000">
          <a:bevelT w="48600" h="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kern="1200" dirty="0" smtClean="0"/>
            <a:t>540</a:t>
          </a:r>
          <a:r>
            <a:rPr lang="zh-CN" altLang="en-US" sz="1700" kern="1200" dirty="0" smtClean="0"/>
            <a:t>天</a:t>
          </a:r>
          <a:endParaRPr lang="zh-CN" altLang="en-US" sz="1700" kern="1200" dirty="0"/>
        </a:p>
      </dsp:txBody>
      <dsp:txXfrm>
        <a:off x="2560320" y="2346205"/>
        <a:ext cx="3684089" cy="312783"/>
      </dsp:txXfrm>
    </dsp:sp>
    <dsp:sp modelId="{C009FACC-7582-4A47-A543-E8E2FC184BAD}">
      <dsp:nvSpPr>
        <dsp:cNvPr id="0" name=""/>
        <dsp:cNvSpPr/>
      </dsp:nvSpPr>
      <dsp:spPr>
        <a:xfrm>
          <a:off x="0" y="2294074"/>
          <a:ext cx="2560320" cy="41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smtClean="0"/>
            <a:t>保质期</a:t>
          </a:r>
          <a:endParaRPr lang="zh-CN" altLang="en-US" sz="2000" kern="1200" dirty="0"/>
        </a:p>
      </dsp:txBody>
      <dsp:txXfrm>
        <a:off x="20358" y="2314432"/>
        <a:ext cx="2519604" cy="376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7876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2501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6379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7929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7579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921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993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779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646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108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377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91881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8090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84756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3757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4787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127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FBBB954-777F-4794-92AE-5DC8C2D25D19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16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9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6506" y="2017752"/>
            <a:ext cx="783099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浓香</a:t>
            </a:r>
            <a:r>
              <a:rPr lang="zh-CN" altLang="en-US" sz="66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型铁观音乌龙茶</a:t>
            </a:r>
            <a:endParaRPr lang="zh-CN" altLang="en-US" sz="66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44360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隶书" panose="02010509060101010101" pitchFamily="49" charset="-122"/>
                <a:ea typeface="隶书" panose="02010509060101010101" pitchFamily="49" charset="-122"/>
              </a:rPr>
              <a:t>铁观音，属于乌龙茶类。是中国十大名茶之一。目前，市场上根据加工工艺，将它分为清香型、浓香型、韵香型、炭焙型。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710" y="514350"/>
            <a:ext cx="3886905" cy="27114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003399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冲泡方法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 action="ppaction://hlinksldjump"/>
              </a:rPr>
              <a:t>观</a:t>
            </a:r>
            <a:r>
              <a:rPr lang="zh-CN" altLang="en-US" dirty="0" smtClean="0">
                <a:hlinkClick r:id="rId2" action="ppaction://hlinksldjump"/>
              </a:rPr>
              <a:t>茶</a:t>
            </a:r>
            <a:endParaRPr lang="en-US" altLang="zh-CN" dirty="0" smtClean="0"/>
          </a:p>
          <a:p>
            <a:r>
              <a:rPr lang="zh-CN" altLang="en-US" dirty="0">
                <a:hlinkClick r:id="rId3" action="ppaction://hlinksldjump"/>
              </a:rPr>
              <a:t>温</a:t>
            </a:r>
            <a:r>
              <a:rPr lang="zh-CN" altLang="en-US" dirty="0" smtClean="0">
                <a:hlinkClick r:id="rId3" action="ppaction://hlinksldjump"/>
              </a:rPr>
              <a:t>杯</a:t>
            </a:r>
            <a:endParaRPr lang="en-US" altLang="zh-CN" dirty="0" smtClean="0"/>
          </a:p>
          <a:p>
            <a:r>
              <a:rPr lang="zh-CN" altLang="en-US" dirty="0">
                <a:hlinkClick r:id="rId4" action="ppaction://hlinksldjump"/>
              </a:rPr>
              <a:t>投</a:t>
            </a:r>
            <a:r>
              <a:rPr lang="zh-CN" altLang="en-US" dirty="0" smtClean="0">
                <a:hlinkClick r:id="rId4" action="ppaction://hlinksldjump"/>
              </a:rPr>
              <a:t>茶</a:t>
            </a:r>
            <a:endParaRPr lang="en-US" altLang="zh-CN" dirty="0" smtClean="0"/>
          </a:p>
          <a:p>
            <a:r>
              <a:rPr lang="zh-CN" altLang="en-US" dirty="0">
                <a:hlinkClick r:id="rId5" action="ppaction://hlinksldjump"/>
              </a:rPr>
              <a:t>悬壶高</a:t>
            </a:r>
            <a:r>
              <a:rPr lang="zh-CN" altLang="en-US" dirty="0" smtClean="0">
                <a:hlinkClick r:id="rId5" action="ppaction://hlinksldjump"/>
              </a:rPr>
              <a:t>冲</a:t>
            </a:r>
            <a:endParaRPr lang="en-US" altLang="zh-CN" dirty="0" smtClean="0"/>
          </a:p>
          <a:p>
            <a:r>
              <a:rPr lang="zh-CN" altLang="en-US" dirty="0">
                <a:hlinkClick r:id="rId6" action="ppaction://hlinksldjump"/>
              </a:rPr>
              <a:t>均匀</a:t>
            </a:r>
            <a:r>
              <a:rPr lang="zh-CN" altLang="en-US" dirty="0" smtClean="0">
                <a:hlinkClick r:id="rId6" action="ppaction://hlinksldjump"/>
              </a:rPr>
              <a:t>茶汤</a:t>
            </a:r>
            <a:endParaRPr lang="en-US" altLang="zh-CN" dirty="0" smtClean="0"/>
          </a:p>
          <a:p>
            <a:r>
              <a:rPr lang="zh-CN" altLang="en-US" dirty="0">
                <a:hlinkClick r:id="rId7" action="ppaction://hlinksldjump"/>
              </a:rPr>
              <a:t>分茶敬客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8612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观茶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鉴赏茶叶外形是否匀整及干茶色泽。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831" y="828675"/>
            <a:ext cx="3175000" cy="2082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251120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</p:spPr>
        <p:txBody>
          <a:bodyPr/>
          <a:lstStyle/>
          <a:p>
            <a:r>
              <a:rPr lang="zh-CN" altLang="en-US" dirty="0" smtClean="0"/>
              <a:t>温杯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沸水拂下洗净茶杯，提升杯温。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131" y="809625"/>
            <a:ext cx="3200400" cy="2120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041447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投茶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在盖碗中投放</a:t>
            </a:r>
            <a:r>
              <a:rPr lang="en-US" altLang="zh-CN" dirty="0" smtClean="0"/>
              <a:t>1</a:t>
            </a:r>
            <a:r>
              <a:rPr lang="zh-CN" altLang="en-US" dirty="0" smtClean="0"/>
              <a:t>小袋干茶。</a:t>
            </a:r>
          </a:p>
          <a:p>
            <a:endParaRPr lang="zh-CN" altLang="en-US" dirty="0"/>
          </a:p>
        </p:txBody>
      </p:sp>
      <p:pic>
        <p:nvPicPr>
          <p:cNvPr id="5" name="内容占位符 2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131" y="822325"/>
            <a:ext cx="3200400" cy="2095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03213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悬壶高冲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沸水冲到</a:t>
            </a:r>
            <a:r>
              <a:rPr lang="en-US" altLang="zh-CN" dirty="0" smtClean="0"/>
              <a:t>8</a:t>
            </a:r>
            <a:r>
              <a:rPr lang="zh-CN" altLang="en-US" dirty="0" smtClean="0"/>
              <a:t>分满，温度以</a:t>
            </a:r>
            <a:r>
              <a:rPr lang="en-US" altLang="zh-CN" dirty="0" smtClean="0"/>
              <a:t>95-100</a:t>
            </a:r>
            <a:r>
              <a:rPr lang="zh-CN" altLang="en-US" dirty="0" smtClean="0"/>
              <a:t>为宜。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831" y="803275"/>
            <a:ext cx="3175000" cy="2133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75161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均匀茶汤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将每泡茶汤倒入公道杯，使其浓度均匀。</a:t>
            </a:r>
          </a:p>
          <a:p>
            <a:endParaRPr lang="zh-CN" altLang="en-US" dirty="0"/>
          </a:p>
        </p:txBody>
      </p:sp>
      <p:pic>
        <p:nvPicPr>
          <p:cNvPr id="7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831" y="809625"/>
            <a:ext cx="3175000" cy="2120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602997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分茶敬客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 smtClean="0"/>
              <a:t>均匀倒入茶杯供饮，可冲泡</a:t>
            </a:r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7</a:t>
            </a:r>
            <a:r>
              <a:rPr lang="zh-CN" altLang="en-US" dirty="0" smtClean="0"/>
              <a:t>次。</a:t>
            </a:r>
          </a:p>
          <a:p>
            <a:endParaRPr lang="zh-CN" altLang="en-US" dirty="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481" y="803275"/>
            <a:ext cx="3187700" cy="2133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00608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产品信息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048953"/>
              </p:ext>
            </p:extLst>
          </p:nvPr>
        </p:nvGraphicFramePr>
        <p:xfrm>
          <a:off x="512763" y="514350"/>
          <a:ext cx="6400800" cy="271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92444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7B1446E-D00E-4531-991A-0318A71992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>
                                            <p:graphicEl>
                                              <a:dgm id="{57B1446E-D00E-4531-991A-0318A71992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graphicEl>
                                              <a:dgm id="{57B1446E-D00E-4531-991A-0318A71992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57B1446E-D00E-4531-991A-0318A71992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307023-A946-455B-A690-3762E2B9B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graphicEl>
                                              <a:dgm id="{17307023-A946-455B-A690-3762E2B9B4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graphicEl>
                                              <a:dgm id="{17307023-A946-455B-A690-3762E2B9B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graphicEl>
                                              <a:dgm id="{17307023-A946-455B-A690-3762E2B9B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FBA9D31-7548-465A-8C33-BB1F392D84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graphicEl>
                                              <a:dgm id="{CFBA9D31-7548-465A-8C33-BB1F392D84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graphicEl>
                                              <a:dgm id="{CFBA9D31-7548-465A-8C33-BB1F392D84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graphicEl>
                                              <a:dgm id="{CFBA9D31-7548-465A-8C33-BB1F392D84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400906-D494-4A4C-BDB6-6ADB60E88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graphicEl>
                                              <a:dgm id="{E1400906-D494-4A4C-BDB6-6ADB60E88F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graphicEl>
                                              <a:dgm id="{E1400906-D494-4A4C-BDB6-6ADB60E88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graphicEl>
                                              <a:dgm id="{E1400906-D494-4A4C-BDB6-6ADB60E88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2DFACF3-1470-4A19-8335-0B3ECF0557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graphicEl>
                                              <a:dgm id="{C2DFACF3-1470-4A19-8335-0B3ECF0557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graphicEl>
                                              <a:dgm id="{C2DFACF3-1470-4A19-8335-0B3ECF0557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graphicEl>
                                              <a:dgm id="{C2DFACF3-1470-4A19-8335-0B3ECF0557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009FACC-7582-4A47-A543-E8E2FC184B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graphicEl>
                                              <a:dgm id="{C009FACC-7582-4A47-A543-E8E2FC184B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graphicEl>
                                              <a:dgm id="{C009FACC-7582-4A47-A543-E8E2FC184B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graphicEl>
                                              <a:dgm id="{C009FACC-7582-4A47-A543-E8E2FC184B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99B06D7-61F8-457D-A310-02152D3BC1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graphicEl>
                                              <a:dgm id="{A99B06D7-61F8-457D-A310-02152D3BC1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graphicEl>
                                              <a:dgm id="{A99B06D7-61F8-457D-A310-02152D3BC1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graphicEl>
                                              <a:dgm id="{A99B06D7-61F8-457D-A310-02152D3BC1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4C54A61-ACA0-4E13-8B68-C216014D49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>
                                            <p:graphicEl>
                                              <a:dgm id="{24C54A61-ACA0-4E13-8B68-C216014D49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graphicEl>
                                              <a:dgm id="{24C54A61-ACA0-4E13-8B68-C216014D49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graphicEl>
                                              <a:dgm id="{24C54A61-ACA0-4E13-8B68-C216014D49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2AA646-D9D5-4E3A-A623-67A74D1E23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>
                                            <p:graphicEl>
                                              <a:dgm id="{C62AA646-D9D5-4E3A-A623-67A74D1E23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graphicEl>
                                              <a:dgm id="{C62AA646-D9D5-4E3A-A623-67A74D1E23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graphicEl>
                                              <a:dgm id="{C62AA646-D9D5-4E3A-A623-67A74D1E23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E2176B-2F50-47AC-B53F-3CC20CF04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>
                                            <p:graphicEl>
                                              <a:dgm id="{E3E2176B-2F50-47AC-B53F-3CC20CF040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graphicEl>
                                              <a:dgm id="{E3E2176B-2F50-47AC-B53F-3CC20CF04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graphicEl>
                                              <a:dgm id="{E3E2176B-2F50-47AC-B53F-3CC20CF04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6A5F727-049A-4B54-A8BC-D7599BBA7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">
                                            <p:graphicEl>
                                              <a:dgm id="{36A5F727-049A-4B54-A8BC-D7599BBA7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">
                                            <p:graphicEl>
                                              <a:dgm id="{36A5F727-049A-4B54-A8BC-D7599BBA7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">
                                            <p:graphicEl>
                                              <a:dgm id="{36A5F727-049A-4B54-A8BC-D7599BBA7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888FDE-92BA-4086-B977-F3E5444E5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">
                                            <p:graphicEl>
                                              <a:dgm id="{6E888FDE-92BA-4086-B977-F3E5444E5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">
                                            <p:graphicEl>
                                              <a:dgm id="{6E888FDE-92BA-4086-B977-F3E5444E5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>
                                            <p:graphicEl>
                                              <a:dgm id="{6E888FDE-92BA-4086-B977-F3E5444E5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Sub>
          <a:bldDgm bld="lvlOne"/>
        </p:bldSub>
      </p:bldGraphic>
    </p:bldLst>
  </p:timing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66</TotalTime>
  <Words>200</Words>
  <Application>Microsoft Office PowerPoint</Application>
  <PresentationFormat>全屏显示(16:9)</PresentationFormat>
  <Paragraphs>34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隶书</vt:lpstr>
      <vt:lpstr>幼圆</vt:lpstr>
      <vt:lpstr>Century Gothic</vt:lpstr>
      <vt:lpstr>Wingdings 3</vt:lpstr>
      <vt:lpstr>切片</vt:lpstr>
      <vt:lpstr>PowerPoint 演示文稿</vt:lpstr>
      <vt:lpstr>铁观音，属于乌龙茶类。是中国十大名茶之一。目前，市场上根据加工工艺，将它分为清香型、浓香型、韵香型、炭焙型。</vt:lpstr>
      <vt:lpstr>冲泡方法</vt:lpstr>
      <vt:lpstr>观茶</vt:lpstr>
      <vt:lpstr>温杯</vt:lpstr>
      <vt:lpstr>投茶</vt:lpstr>
      <vt:lpstr>悬壶高冲</vt:lpstr>
      <vt:lpstr>均匀茶汤</vt:lpstr>
      <vt:lpstr>分茶敬客</vt:lpstr>
      <vt:lpstr>产品信息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铁观音，属于乌龙茶类。是中国十大名茶之一。目前，市场上根据加工工艺，将它分为清香型、浓香型、韵香型、炭焙型。</dc:title>
  <dc:creator>jszx</dc:creator>
  <cp:lastModifiedBy>Windows 用户11</cp:lastModifiedBy>
  <cp:revision>8</cp:revision>
  <dcterms:created xsi:type="dcterms:W3CDTF">2019-11-07T00:39:15Z</dcterms:created>
  <dcterms:modified xsi:type="dcterms:W3CDTF">2021-04-17T10:11:53Z</dcterms:modified>
</cp:coreProperties>
</file>