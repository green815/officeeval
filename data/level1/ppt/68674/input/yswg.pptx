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173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BF70-AAE1-4545-ADC9-585E1FD399EC}" type="datetimeFigureOut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94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BF70-AAE1-4545-ADC9-585E1FD399EC}" type="datetimeFigureOut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31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BF70-AAE1-4545-ADC9-585E1FD399EC}" type="datetimeFigureOut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456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BF70-AAE1-4545-ADC9-585E1FD399EC}" type="datetimeFigureOut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75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BF70-AAE1-4545-ADC9-585E1FD399EC}" type="datetimeFigureOut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226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BF70-AAE1-4545-ADC9-585E1FD399EC}" type="datetimeFigureOut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069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BF70-AAE1-4545-ADC9-585E1FD399EC}" type="datetimeFigureOut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420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BF70-AAE1-4545-ADC9-585E1FD399EC}" type="datetimeFigureOut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85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BF70-AAE1-4545-ADC9-585E1FD399EC}" type="datetimeFigureOut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816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BF70-AAE1-4545-ADC9-585E1FD399EC}" type="datetimeFigureOut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821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BF70-AAE1-4545-ADC9-585E1FD399EC}" type="datetimeFigureOut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4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BBF70-AAE1-4545-ADC9-585E1FD399EC}" type="datetimeFigureOut">
              <a:rPr lang="zh-CN" altLang="en-US" smtClean="0"/>
              <a:t>2023/8/1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996D2-53CE-452A-A506-3D1A997DC5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09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馒头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467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名称由来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据传在三国时期，诸葛亮为安定后方而进军西南，在横渡泸水时，因瘴气熏天，毒液漫流，过河士兵中体弱者多触水致死，军队难以挺进。诸葛亮面对此景心急如焚，想来想去只好祭奠河神，求神降福惩魔，保佑生灵，于是命杀牛宰猪，包成面团，投于水中以示供奉。后来，民间习此风俗。这大概是“馒头”的起源。“馒”通“蛮”，“馒头”即意为“蛮头”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7510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制作工艺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馒头是一种把面粉加酵母（老面）、水、或食用碱等混合均匀，通过揉制、饧发后蒸熟而成的食品，成品外形为半球形或长方形。味道松软可口，营养丰富，炎黄子孙最亲切的食物之一。制作馒头所需的原料为面粉、发酵粉、（糖，极少使用）、水、碱、（青红丝）。面粉经发酵制成馒头更容易消化吸收。馒头制作简单，携带方便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1404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各地称呼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9750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其他称谓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馒头之称谓，仍很混乱。如北方之无馅者，有称作“馍馍”、“卷子”，也有称作“包子”的。南方之有馅者，也有称作“面兜子”、“汤包”的。现时不管什么样的有馅的无馅的馒头，其实都距诸葛亮当初创制的馒头相去过远。馒头的馒字，最早作“</a:t>
            </a:r>
            <a:r>
              <a:rPr lang="en-US" altLang="zh-CN" dirty="0"/>
              <a:t>〔</a:t>
            </a:r>
            <a:r>
              <a:rPr lang="zh-CN" altLang="en-US" dirty="0"/>
              <a:t>曼字的又换成方</a:t>
            </a:r>
            <a:r>
              <a:rPr lang="en-US" altLang="zh-CN" dirty="0"/>
              <a:t>〕”</a:t>
            </a:r>
            <a:r>
              <a:rPr lang="zh-CN" altLang="en-US" dirty="0"/>
              <a:t>。卢湛</a:t>
            </a:r>
            <a:r>
              <a:rPr lang="en-US" altLang="zh-CN" dirty="0"/>
              <a:t>《</a:t>
            </a:r>
            <a:r>
              <a:rPr lang="zh-CN" altLang="en-US" dirty="0"/>
              <a:t>祭法</a:t>
            </a:r>
            <a:r>
              <a:rPr lang="en-US" altLang="zh-CN" dirty="0"/>
              <a:t>》</a:t>
            </a:r>
            <a:r>
              <a:rPr lang="zh-CN" altLang="en-US" dirty="0"/>
              <a:t>：“春祠用</a:t>
            </a:r>
            <a:r>
              <a:rPr lang="en-US" altLang="zh-CN" dirty="0"/>
              <a:t>〔</a:t>
            </a:r>
            <a:r>
              <a:rPr lang="zh-CN" altLang="en-US" dirty="0"/>
              <a:t>曼字的又换成方</a:t>
            </a:r>
            <a:r>
              <a:rPr lang="en-US" altLang="zh-CN" dirty="0"/>
              <a:t>〕</a:t>
            </a:r>
            <a:r>
              <a:rPr lang="zh-CN" altLang="en-US" dirty="0"/>
              <a:t>头。”荀氏</a:t>
            </a:r>
            <a:r>
              <a:rPr lang="en-US" altLang="zh-CN" dirty="0"/>
              <a:t>《</a:t>
            </a:r>
            <a:r>
              <a:rPr lang="zh-CN" altLang="en-US" dirty="0"/>
              <a:t>四时列馔传</a:t>
            </a:r>
            <a:r>
              <a:rPr lang="en-US" altLang="zh-CN" dirty="0"/>
              <a:t>》</a:t>
            </a:r>
            <a:r>
              <a:rPr lang="zh-CN" altLang="en-US" dirty="0"/>
              <a:t>：“春祠有</a:t>
            </a:r>
            <a:r>
              <a:rPr lang="en-US" altLang="zh-CN" dirty="0"/>
              <a:t>〔</a:t>
            </a:r>
            <a:r>
              <a:rPr lang="zh-CN" altLang="en-US" dirty="0"/>
              <a:t>曼字的又换成方</a:t>
            </a:r>
            <a:r>
              <a:rPr lang="en-US" altLang="zh-CN" dirty="0"/>
              <a:t>〕</a:t>
            </a:r>
            <a:r>
              <a:rPr lang="zh-CN" altLang="en-US" dirty="0"/>
              <a:t>头饼。</a:t>
            </a:r>
            <a:r>
              <a:rPr lang="zh-CN" altLang="en-US" dirty="0" smtClean="0"/>
              <a:t>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0433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陕西花馍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0071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346</Words>
  <Application>Microsoft Office PowerPoint</Application>
  <PresentationFormat>全屏显示(4:3)</PresentationFormat>
  <Paragraphs>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Calibri</vt:lpstr>
      <vt:lpstr>Calibri Light</vt:lpstr>
      <vt:lpstr>Office 主题​​</vt:lpstr>
      <vt:lpstr>馒头</vt:lpstr>
      <vt:lpstr>名称由来</vt:lpstr>
      <vt:lpstr>制作工艺</vt:lpstr>
      <vt:lpstr>各地称呼</vt:lpstr>
      <vt:lpstr>其他称谓</vt:lpstr>
      <vt:lpstr>陕西花馍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馒头</dc:title>
  <dc:creator>86371728</dc:creator>
  <cp:lastModifiedBy>86371728</cp:lastModifiedBy>
  <cp:revision>3</cp:revision>
  <dcterms:created xsi:type="dcterms:W3CDTF">2023-07-24T14:58:36Z</dcterms:created>
  <dcterms:modified xsi:type="dcterms:W3CDTF">2023-08-01T11:30:53Z</dcterms:modified>
</cp:coreProperties>
</file>