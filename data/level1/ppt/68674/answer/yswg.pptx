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4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66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slide" Target="../slides/slide4.xml"/><Relationship Id="rId1" Type="http://schemas.openxmlformats.org/officeDocument/2006/relationships/slide" Target="../slides/slide3.xml"/><Relationship Id="rId5" Type="http://schemas.openxmlformats.org/officeDocument/2006/relationships/slide" Target="../slides/slide7.xml"/><Relationship Id="rId4" Type="http://schemas.openxmlformats.org/officeDocument/2006/relationships/slide" Target="../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F2CC41-1B22-408A-9C51-BDE2E83D169F}" type="doc">
      <dgm:prSet loTypeId="urn:microsoft.com/office/officeart/2005/8/layout/process2" loCatId="process" qsTypeId="urn:microsoft.com/office/officeart/2005/8/quickstyle/3d3" qsCatId="3D" csTypeId="urn:microsoft.com/office/officeart/2005/8/colors/accent1_2" csCatId="accent1" phldr="1"/>
      <dgm:spPr/>
    </dgm:pt>
    <dgm:pt modelId="{BB3A6F68-8499-44F3-A732-363B09CF9E5D}">
      <dgm:prSet phldrT="[文本]"/>
      <dgm:spPr/>
      <dgm:t>
        <a:bodyPr/>
        <a:lstStyle/>
        <a:p>
          <a:r>
            <a:rPr lang="zh-CN" altLang="en-US" dirty="0" smtClean="0"/>
            <a:t>名称由来</a:t>
          </a:r>
          <a:endParaRPr lang="zh-CN" alt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1FB5A2D5-A71B-4F72-BB3C-9C7CB8E826CD}" type="parTrans" cxnId="{2E9D8090-AFE8-4D72-8DCF-D4F2EA187B95}">
      <dgm:prSet/>
      <dgm:spPr/>
      <dgm:t>
        <a:bodyPr/>
        <a:lstStyle/>
        <a:p>
          <a:endParaRPr lang="zh-CN" altLang="en-US"/>
        </a:p>
      </dgm:t>
    </dgm:pt>
    <dgm:pt modelId="{297932A6-E7EE-45F6-B850-DC6CD4105AEE}" type="sibTrans" cxnId="{2E9D8090-AFE8-4D72-8DCF-D4F2EA187B95}">
      <dgm:prSet/>
      <dgm:spPr/>
      <dgm:t>
        <a:bodyPr/>
        <a:lstStyle/>
        <a:p>
          <a:endParaRPr lang="zh-CN" altLang="en-US"/>
        </a:p>
      </dgm:t>
    </dgm:pt>
    <dgm:pt modelId="{186BC22A-1308-4289-93AF-87E685E9E8BE}">
      <dgm:prSet phldrT="[文本]"/>
      <dgm:spPr/>
      <dgm:t>
        <a:bodyPr/>
        <a:lstStyle/>
        <a:p>
          <a:r>
            <a:rPr lang="zh-CN" altLang="en-US" dirty="0" smtClean="0"/>
            <a:t>制作工艺</a:t>
          </a:r>
          <a:endParaRPr lang="zh-CN" alt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5BAE92B9-9ADB-4EFF-84EE-CDD968CBF26D}" type="parTrans" cxnId="{856DEC29-1A6E-43E8-B5CB-AEF7F4CC83EC}">
      <dgm:prSet/>
      <dgm:spPr/>
      <dgm:t>
        <a:bodyPr/>
        <a:lstStyle/>
        <a:p>
          <a:endParaRPr lang="zh-CN" altLang="en-US"/>
        </a:p>
      </dgm:t>
    </dgm:pt>
    <dgm:pt modelId="{2C801BE5-CB82-4042-97FE-F5BEB242E418}" type="sibTrans" cxnId="{856DEC29-1A6E-43E8-B5CB-AEF7F4CC83EC}">
      <dgm:prSet/>
      <dgm:spPr/>
      <dgm:t>
        <a:bodyPr/>
        <a:lstStyle/>
        <a:p>
          <a:endParaRPr lang="zh-CN" altLang="en-US"/>
        </a:p>
      </dgm:t>
    </dgm:pt>
    <dgm:pt modelId="{EF274DF8-643C-40B4-A09B-48401EE04F0D}">
      <dgm:prSet phldrT="[文本]"/>
      <dgm:spPr/>
      <dgm:t>
        <a:bodyPr/>
        <a:lstStyle/>
        <a:p>
          <a:r>
            <a:rPr lang="zh-CN" altLang="en-US" dirty="0" smtClean="0"/>
            <a:t>各地称呼</a:t>
          </a:r>
          <a:endParaRPr lang="zh-CN" alt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522E060A-6AE0-48D3-BF94-0B315BA088B0}" type="parTrans" cxnId="{AEDA7C06-DFA4-46BE-905F-9ECE3BDD6226}">
      <dgm:prSet/>
      <dgm:spPr/>
      <dgm:t>
        <a:bodyPr/>
        <a:lstStyle/>
        <a:p>
          <a:endParaRPr lang="zh-CN" altLang="en-US"/>
        </a:p>
      </dgm:t>
    </dgm:pt>
    <dgm:pt modelId="{6E2AD9EF-A6D0-4845-8A0D-A302CF4D9DB4}" type="sibTrans" cxnId="{AEDA7C06-DFA4-46BE-905F-9ECE3BDD6226}">
      <dgm:prSet/>
      <dgm:spPr/>
      <dgm:t>
        <a:bodyPr/>
        <a:lstStyle/>
        <a:p>
          <a:endParaRPr lang="zh-CN" altLang="en-US"/>
        </a:p>
      </dgm:t>
    </dgm:pt>
    <dgm:pt modelId="{1EB7D05B-7344-46CC-B963-634F50B014EC}">
      <dgm:prSet phldrT="[文本]"/>
      <dgm:spPr/>
      <dgm:t>
        <a:bodyPr/>
        <a:lstStyle/>
        <a:p>
          <a:r>
            <a:rPr lang="zh-CN" altLang="en-US" smtClean="0"/>
            <a:t>其他称谓</a:t>
          </a:r>
          <a:endParaRPr lang="zh-CN" alt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7BB199A6-8212-4AC8-827C-883C3FD425D9}" type="parTrans" cxnId="{3913BA52-013F-4640-9C0F-D1290438AD9D}">
      <dgm:prSet/>
      <dgm:spPr/>
      <dgm:t>
        <a:bodyPr/>
        <a:lstStyle/>
        <a:p>
          <a:endParaRPr lang="zh-CN" altLang="en-US"/>
        </a:p>
      </dgm:t>
    </dgm:pt>
    <dgm:pt modelId="{CEE8BBEF-14AB-419E-9509-E1C4A75638F3}" type="sibTrans" cxnId="{3913BA52-013F-4640-9C0F-D1290438AD9D}">
      <dgm:prSet/>
      <dgm:spPr/>
      <dgm:t>
        <a:bodyPr/>
        <a:lstStyle/>
        <a:p>
          <a:endParaRPr lang="zh-CN" altLang="en-US"/>
        </a:p>
      </dgm:t>
    </dgm:pt>
    <dgm:pt modelId="{081D358D-3E34-4D7D-B3E0-552F9BE48A49}">
      <dgm:prSet phldrT="[文本]"/>
      <dgm:spPr/>
      <dgm:t>
        <a:bodyPr/>
        <a:lstStyle/>
        <a:p>
          <a:r>
            <a:rPr lang="zh-CN" altLang="en-US" smtClean="0"/>
            <a:t>陕西花馍</a:t>
          </a:r>
          <a:endParaRPr lang="zh-CN" alt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9C1A5F1B-7132-45AE-A531-3A382050B46E}" type="parTrans" cxnId="{499482C3-AB17-41D4-A68B-CAAA7821D883}">
      <dgm:prSet/>
      <dgm:spPr/>
      <dgm:t>
        <a:bodyPr/>
        <a:lstStyle/>
        <a:p>
          <a:endParaRPr lang="zh-CN" altLang="en-US"/>
        </a:p>
      </dgm:t>
    </dgm:pt>
    <dgm:pt modelId="{38EB22C8-6F76-4DA3-95A3-C355FFE0384B}" type="sibTrans" cxnId="{499482C3-AB17-41D4-A68B-CAAA7821D883}">
      <dgm:prSet/>
      <dgm:spPr/>
      <dgm:t>
        <a:bodyPr/>
        <a:lstStyle/>
        <a:p>
          <a:endParaRPr lang="zh-CN" altLang="en-US"/>
        </a:p>
      </dgm:t>
    </dgm:pt>
    <dgm:pt modelId="{2D98A851-AB44-4917-A12C-D99803FBF1C2}" type="pres">
      <dgm:prSet presAssocID="{16F2CC41-1B22-408A-9C51-BDE2E83D169F}" presName="linearFlow" presStyleCnt="0">
        <dgm:presLayoutVars>
          <dgm:resizeHandles val="exact"/>
        </dgm:presLayoutVars>
      </dgm:prSet>
      <dgm:spPr/>
    </dgm:pt>
    <dgm:pt modelId="{DA2DAC79-1418-40BA-B74A-7F71F46A4A6A}" type="pres">
      <dgm:prSet presAssocID="{BB3A6F68-8499-44F3-A732-363B09CF9E5D}" presName="node" presStyleLbl="node1" presStyleIdx="0" presStyleCnt="5" custScaleX="220060" custScaleY="7922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F465BA0-2315-48E5-81C0-074E9080D9ED}" type="pres">
      <dgm:prSet presAssocID="{297932A6-E7EE-45F6-B850-DC6CD4105AEE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07573366-5B49-4AD6-83C0-857BA4FFF87E}" type="pres">
      <dgm:prSet presAssocID="{297932A6-E7EE-45F6-B850-DC6CD4105AEE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3813C2C8-C732-45B5-ABF7-7B130A464DDE}" type="pres">
      <dgm:prSet presAssocID="{186BC22A-1308-4289-93AF-87E685E9E8BE}" presName="node" presStyleLbl="node1" presStyleIdx="1" presStyleCnt="5" custScaleX="220060" custScaleY="7922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C7B30D7-DD81-4B83-83EB-878F55D96BE9}" type="pres">
      <dgm:prSet presAssocID="{2C801BE5-CB82-4042-97FE-F5BEB242E418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3718F9CA-E1E9-458A-BA4A-282EB074DB0B}" type="pres">
      <dgm:prSet presAssocID="{2C801BE5-CB82-4042-97FE-F5BEB242E418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A43A1094-200B-474E-A42B-30DBF54ED526}" type="pres">
      <dgm:prSet presAssocID="{EF274DF8-643C-40B4-A09B-48401EE04F0D}" presName="node" presStyleLbl="node1" presStyleIdx="2" presStyleCnt="5" custScaleX="220060" custScaleY="7922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31010A4-2C6E-44D1-9246-314BFB78E695}" type="pres">
      <dgm:prSet presAssocID="{6E2AD9EF-A6D0-4845-8A0D-A302CF4D9DB4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E207E335-286B-41D5-B199-6E10BC5ECA58}" type="pres">
      <dgm:prSet presAssocID="{6E2AD9EF-A6D0-4845-8A0D-A302CF4D9DB4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E6C289FD-DE05-4B94-9550-D292E7C75B1B}" type="pres">
      <dgm:prSet presAssocID="{1EB7D05B-7344-46CC-B963-634F50B014EC}" presName="node" presStyleLbl="node1" presStyleIdx="3" presStyleCnt="5" custScaleX="220060" custScaleY="7922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C57D0C3-AA74-46E2-982C-F9589F514A5B}" type="pres">
      <dgm:prSet presAssocID="{CEE8BBEF-14AB-419E-9509-E1C4A75638F3}" presName="sibTrans" presStyleLbl="sibTrans2D1" presStyleIdx="3" presStyleCnt="4"/>
      <dgm:spPr/>
      <dgm:t>
        <a:bodyPr/>
        <a:lstStyle/>
        <a:p>
          <a:endParaRPr lang="zh-CN" altLang="en-US"/>
        </a:p>
      </dgm:t>
    </dgm:pt>
    <dgm:pt modelId="{A9A757AC-4AFC-48A0-AD24-B5347061AB55}" type="pres">
      <dgm:prSet presAssocID="{CEE8BBEF-14AB-419E-9509-E1C4A75638F3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9FEBB399-ED5C-4E34-B9AC-A997D336DFF6}" type="pres">
      <dgm:prSet presAssocID="{081D358D-3E34-4D7D-B3E0-552F9BE48A49}" presName="node" presStyleLbl="node1" presStyleIdx="4" presStyleCnt="5" custScaleX="220060" custScaleY="7922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87B4A96-D56C-4F9A-A9C1-783CEBECC511}" type="presOf" srcId="{6E2AD9EF-A6D0-4845-8A0D-A302CF4D9DB4}" destId="{031010A4-2C6E-44D1-9246-314BFB78E695}" srcOrd="0" destOrd="0" presId="urn:microsoft.com/office/officeart/2005/8/layout/process2"/>
    <dgm:cxn modelId="{1F01CE38-FED9-4A39-A158-DABD3BE64F3A}" type="presOf" srcId="{297932A6-E7EE-45F6-B850-DC6CD4105AEE}" destId="{1F465BA0-2315-48E5-81C0-074E9080D9ED}" srcOrd="0" destOrd="0" presId="urn:microsoft.com/office/officeart/2005/8/layout/process2"/>
    <dgm:cxn modelId="{70F808BB-91E1-4DE8-8A22-3503E7D032A7}" type="presOf" srcId="{1EB7D05B-7344-46CC-B963-634F50B014EC}" destId="{E6C289FD-DE05-4B94-9550-D292E7C75B1B}" srcOrd="0" destOrd="0" presId="urn:microsoft.com/office/officeart/2005/8/layout/process2"/>
    <dgm:cxn modelId="{7C3CCD37-7901-4BEE-94C4-A1EFCAAF55D0}" type="presOf" srcId="{2C801BE5-CB82-4042-97FE-F5BEB242E418}" destId="{0C7B30D7-DD81-4B83-83EB-878F55D96BE9}" srcOrd="0" destOrd="0" presId="urn:microsoft.com/office/officeart/2005/8/layout/process2"/>
    <dgm:cxn modelId="{AEDA7C06-DFA4-46BE-905F-9ECE3BDD6226}" srcId="{16F2CC41-1B22-408A-9C51-BDE2E83D169F}" destId="{EF274DF8-643C-40B4-A09B-48401EE04F0D}" srcOrd="2" destOrd="0" parTransId="{522E060A-6AE0-48D3-BF94-0B315BA088B0}" sibTransId="{6E2AD9EF-A6D0-4845-8A0D-A302CF4D9DB4}"/>
    <dgm:cxn modelId="{B4DD7DAE-44BE-4971-81A5-DC532F68CC8D}" type="presOf" srcId="{2C801BE5-CB82-4042-97FE-F5BEB242E418}" destId="{3718F9CA-E1E9-458A-BA4A-282EB074DB0B}" srcOrd="1" destOrd="0" presId="urn:microsoft.com/office/officeart/2005/8/layout/process2"/>
    <dgm:cxn modelId="{C30C9615-6263-4D26-9252-C5A27DE48559}" type="presOf" srcId="{16F2CC41-1B22-408A-9C51-BDE2E83D169F}" destId="{2D98A851-AB44-4917-A12C-D99803FBF1C2}" srcOrd="0" destOrd="0" presId="urn:microsoft.com/office/officeart/2005/8/layout/process2"/>
    <dgm:cxn modelId="{856DEC29-1A6E-43E8-B5CB-AEF7F4CC83EC}" srcId="{16F2CC41-1B22-408A-9C51-BDE2E83D169F}" destId="{186BC22A-1308-4289-93AF-87E685E9E8BE}" srcOrd="1" destOrd="0" parTransId="{5BAE92B9-9ADB-4EFF-84EE-CDD968CBF26D}" sibTransId="{2C801BE5-CB82-4042-97FE-F5BEB242E418}"/>
    <dgm:cxn modelId="{3913BA52-013F-4640-9C0F-D1290438AD9D}" srcId="{16F2CC41-1B22-408A-9C51-BDE2E83D169F}" destId="{1EB7D05B-7344-46CC-B963-634F50B014EC}" srcOrd="3" destOrd="0" parTransId="{7BB199A6-8212-4AC8-827C-883C3FD425D9}" sibTransId="{CEE8BBEF-14AB-419E-9509-E1C4A75638F3}"/>
    <dgm:cxn modelId="{AD508086-3ED3-41BF-A85F-4EF3467CE296}" type="presOf" srcId="{CEE8BBEF-14AB-419E-9509-E1C4A75638F3}" destId="{A9A757AC-4AFC-48A0-AD24-B5347061AB55}" srcOrd="1" destOrd="0" presId="urn:microsoft.com/office/officeart/2005/8/layout/process2"/>
    <dgm:cxn modelId="{FD6DAF96-E903-47B3-B367-DD7BEB373B48}" type="presOf" srcId="{CEE8BBEF-14AB-419E-9509-E1C4A75638F3}" destId="{3C57D0C3-AA74-46E2-982C-F9589F514A5B}" srcOrd="0" destOrd="0" presId="urn:microsoft.com/office/officeart/2005/8/layout/process2"/>
    <dgm:cxn modelId="{2E9D8090-AFE8-4D72-8DCF-D4F2EA187B95}" srcId="{16F2CC41-1B22-408A-9C51-BDE2E83D169F}" destId="{BB3A6F68-8499-44F3-A732-363B09CF9E5D}" srcOrd="0" destOrd="0" parTransId="{1FB5A2D5-A71B-4F72-BB3C-9C7CB8E826CD}" sibTransId="{297932A6-E7EE-45F6-B850-DC6CD4105AEE}"/>
    <dgm:cxn modelId="{FC1885E8-4ABE-41FF-805C-0952859FCED2}" type="presOf" srcId="{EF274DF8-643C-40B4-A09B-48401EE04F0D}" destId="{A43A1094-200B-474E-A42B-30DBF54ED526}" srcOrd="0" destOrd="0" presId="urn:microsoft.com/office/officeart/2005/8/layout/process2"/>
    <dgm:cxn modelId="{53877BDF-8D44-46F6-B3E1-AE25483B3F03}" type="presOf" srcId="{6E2AD9EF-A6D0-4845-8A0D-A302CF4D9DB4}" destId="{E207E335-286B-41D5-B199-6E10BC5ECA58}" srcOrd="1" destOrd="0" presId="urn:microsoft.com/office/officeart/2005/8/layout/process2"/>
    <dgm:cxn modelId="{499482C3-AB17-41D4-A68B-CAAA7821D883}" srcId="{16F2CC41-1B22-408A-9C51-BDE2E83D169F}" destId="{081D358D-3E34-4D7D-B3E0-552F9BE48A49}" srcOrd="4" destOrd="0" parTransId="{9C1A5F1B-7132-45AE-A531-3A382050B46E}" sibTransId="{38EB22C8-6F76-4DA3-95A3-C355FFE0384B}"/>
    <dgm:cxn modelId="{7BCD6E1D-5F21-4958-A3D0-B974CB8509FF}" type="presOf" srcId="{297932A6-E7EE-45F6-B850-DC6CD4105AEE}" destId="{07573366-5B49-4AD6-83C0-857BA4FFF87E}" srcOrd="1" destOrd="0" presId="urn:microsoft.com/office/officeart/2005/8/layout/process2"/>
    <dgm:cxn modelId="{D67B24FC-72FD-4939-A061-A81941DD17A4}" type="presOf" srcId="{BB3A6F68-8499-44F3-A732-363B09CF9E5D}" destId="{DA2DAC79-1418-40BA-B74A-7F71F46A4A6A}" srcOrd="0" destOrd="0" presId="urn:microsoft.com/office/officeart/2005/8/layout/process2"/>
    <dgm:cxn modelId="{B31A2EFC-8F6C-4C3F-80B8-4A2FE37BC6BE}" type="presOf" srcId="{081D358D-3E34-4D7D-B3E0-552F9BE48A49}" destId="{9FEBB399-ED5C-4E34-B9AC-A997D336DFF6}" srcOrd="0" destOrd="0" presId="urn:microsoft.com/office/officeart/2005/8/layout/process2"/>
    <dgm:cxn modelId="{28D4841F-0D5B-4CA9-9E64-552AF81A318F}" type="presOf" srcId="{186BC22A-1308-4289-93AF-87E685E9E8BE}" destId="{3813C2C8-C732-45B5-ABF7-7B130A464DDE}" srcOrd="0" destOrd="0" presId="urn:microsoft.com/office/officeart/2005/8/layout/process2"/>
    <dgm:cxn modelId="{8FE91117-3992-45A6-B05D-31B85063F6E9}" type="presParOf" srcId="{2D98A851-AB44-4917-A12C-D99803FBF1C2}" destId="{DA2DAC79-1418-40BA-B74A-7F71F46A4A6A}" srcOrd="0" destOrd="0" presId="urn:microsoft.com/office/officeart/2005/8/layout/process2"/>
    <dgm:cxn modelId="{902DE046-E64B-4C77-BAA5-7B8C33F4E90E}" type="presParOf" srcId="{2D98A851-AB44-4917-A12C-D99803FBF1C2}" destId="{1F465BA0-2315-48E5-81C0-074E9080D9ED}" srcOrd="1" destOrd="0" presId="urn:microsoft.com/office/officeart/2005/8/layout/process2"/>
    <dgm:cxn modelId="{0BE20AF2-1C8A-45F3-B3BE-73CEF8F21321}" type="presParOf" srcId="{1F465BA0-2315-48E5-81C0-074E9080D9ED}" destId="{07573366-5B49-4AD6-83C0-857BA4FFF87E}" srcOrd="0" destOrd="0" presId="urn:microsoft.com/office/officeart/2005/8/layout/process2"/>
    <dgm:cxn modelId="{D4BBAC75-B7A1-4989-8D7F-BEEC1D953DE8}" type="presParOf" srcId="{2D98A851-AB44-4917-A12C-D99803FBF1C2}" destId="{3813C2C8-C732-45B5-ABF7-7B130A464DDE}" srcOrd="2" destOrd="0" presId="urn:microsoft.com/office/officeart/2005/8/layout/process2"/>
    <dgm:cxn modelId="{1B5EAFEB-9435-42D9-A4BA-8C7BA095ABA1}" type="presParOf" srcId="{2D98A851-AB44-4917-A12C-D99803FBF1C2}" destId="{0C7B30D7-DD81-4B83-83EB-878F55D96BE9}" srcOrd="3" destOrd="0" presId="urn:microsoft.com/office/officeart/2005/8/layout/process2"/>
    <dgm:cxn modelId="{5C70403F-1C07-4BB5-AB4A-F3C71AB132C5}" type="presParOf" srcId="{0C7B30D7-DD81-4B83-83EB-878F55D96BE9}" destId="{3718F9CA-E1E9-458A-BA4A-282EB074DB0B}" srcOrd="0" destOrd="0" presId="urn:microsoft.com/office/officeart/2005/8/layout/process2"/>
    <dgm:cxn modelId="{80B54138-B3ED-4514-8B2E-F2401C28F4D9}" type="presParOf" srcId="{2D98A851-AB44-4917-A12C-D99803FBF1C2}" destId="{A43A1094-200B-474E-A42B-30DBF54ED526}" srcOrd="4" destOrd="0" presId="urn:microsoft.com/office/officeart/2005/8/layout/process2"/>
    <dgm:cxn modelId="{906204F0-5FDC-40D6-92BB-A712FF02D470}" type="presParOf" srcId="{2D98A851-AB44-4917-A12C-D99803FBF1C2}" destId="{031010A4-2C6E-44D1-9246-314BFB78E695}" srcOrd="5" destOrd="0" presId="urn:microsoft.com/office/officeart/2005/8/layout/process2"/>
    <dgm:cxn modelId="{C666F6D2-AC77-4177-B54B-57AB7EAC0139}" type="presParOf" srcId="{031010A4-2C6E-44D1-9246-314BFB78E695}" destId="{E207E335-286B-41D5-B199-6E10BC5ECA58}" srcOrd="0" destOrd="0" presId="urn:microsoft.com/office/officeart/2005/8/layout/process2"/>
    <dgm:cxn modelId="{C481F7BD-3621-46F2-BD0A-E70DCEED2509}" type="presParOf" srcId="{2D98A851-AB44-4917-A12C-D99803FBF1C2}" destId="{E6C289FD-DE05-4B94-9550-D292E7C75B1B}" srcOrd="6" destOrd="0" presId="urn:microsoft.com/office/officeart/2005/8/layout/process2"/>
    <dgm:cxn modelId="{D110B81D-0777-4475-B3C5-824ED9471989}" type="presParOf" srcId="{2D98A851-AB44-4917-A12C-D99803FBF1C2}" destId="{3C57D0C3-AA74-46E2-982C-F9589F514A5B}" srcOrd="7" destOrd="0" presId="urn:microsoft.com/office/officeart/2005/8/layout/process2"/>
    <dgm:cxn modelId="{3143B333-D602-43DE-AD79-DB90A810CC45}" type="presParOf" srcId="{3C57D0C3-AA74-46E2-982C-F9589F514A5B}" destId="{A9A757AC-4AFC-48A0-AD24-B5347061AB55}" srcOrd="0" destOrd="0" presId="urn:microsoft.com/office/officeart/2005/8/layout/process2"/>
    <dgm:cxn modelId="{2F90985B-73E3-43B3-97E4-B2115D145B15}" type="presParOf" srcId="{2D98A851-AB44-4917-A12C-D99803FBF1C2}" destId="{9FEBB399-ED5C-4E34-B9AC-A997D336DFF6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DAC79-1418-40BA-B74A-7F71F46A4A6A}">
      <dsp:nvSpPr>
        <dsp:cNvPr id="0" name=""/>
        <dsp:cNvSpPr/>
      </dsp:nvSpPr>
      <dsp:spPr>
        <a:xfrm>
          <a:off x="2263998" y="479"/>
          <a:ext cx="3600003" cy="720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名称由来</a:t>
          </a:r>
          <a:endParaRPr lang="zh-CN" altLang="en-US" sz="2400" kern="1200" dirty="0"/>
        </a:p>
      </dsp:txBody>
      <dsp:txXfrm>
        <a:off x="2285086" y="21567"/>
        <a:ext cx="3557827" cy="677828"/>
      </dsp:txXfrm>
    </dsp:sp>
    <dsp:sp modelId="{1F465BA0-2315-48E5-81C0-074E9080D9ED}">
      <dsp:nvSpPr>
        <dsp:cNvPr id="0" name=""/>
        <dsp:cNvSpPr/>
      </dsp:nvSpPr>
      <dsp:spPr>
        <a:xfrm rot="5400000">
          <a:off x="3893591" y="743204"/>
          <a:ext cx="340816" cy="408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/>
        </a:p>
      </dsp:txBody>
      <dsp:txXfrm rot="-5400000">
        <a:off x="3941306" y="777286"/>
        <a:ext cx="245387" cy="238571"/>
      </dsp:txXfrm>
    </dsp:sp>
    <dsp:sp modelId="{3813C2C8-C732-45B5-ABF7-7B130A464DDE}">
      <dsp:nvSpPr>
        <dsp:cNvPr id="0" name=""/>
        <dsp:cNvSpPr/>
      </dsp:nvSpPr>
      <dsp:spPr>
        <a:xfrm>
          <a:off x="2263998" y="1174905"/>
          <a:ext cx="3600003" cy="720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制作工艺</a:t>
          </a:r>
          <a:endParaRPr lang="zh-CN" altLang="en-US" sz="2400" kern="1200" dirty="0"/>
        </a:p>
      </dsp:txBody>
      <dsp:txXfrm>
        <a:off x="2285086" y="1195993"/>
        <a:ext cx="3557827" cy="677828"/>
      </dsp:txXfrm>
    </dsp:sp>
    <dsp:sp modelId="{0C7B30D7-DD81-4B83-83EB-878F55D96BE9}">
      <dsp:nvSpPr>
        <dsp:cNvPr id="0" name=""/>
        <dsp:cNvSpPr/>
      </dsp:nvSpPr>
      <dsp:spPr>
        <a:xfrm rot="5400000">
          <a:off x="3893591" y="1917630"/>
          <a:ext cx="340816" cy="408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/>
        </a:p>
      </dsp:txBody>
      <dsp:txXfrm rot="-5400000">
        <a:off x="3941306" y="1951712"/>
        <a:ext cx="245387" cy="238571"/>
      </dsp:txXfrm>
    </dsp:sp>
    <dsp:sp modelId="{A43A1094-200B-474E-A42B-30DBF54ED526}">
      <dsp:nvSpPr>
        <dsp:cNvPr id="0" name=""/>
        <dsp:cNvSpPr/>
      </dsp:nvSpPr>
      <dsp:spPr>
        <a:xfrm>
          <a:off x="2263998" y="2349331"/>
          <a:ext cx="3600003" cy="720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各地称呼</a:t>
          </a:r>
          <a:endParaRPr lang="zh-CN" altLang="en-US" sz="2400" kern="1200" dirty="0"/>
        </a:p>
      </dsp:txBody>
      <dsp:txXfrm>
        <a:off x="2285086" y="2370419"/>
        <a:ext cx="3557827" cy="677828"/>
      </dsp:txXfrm>
    </dsp:sp>
    <dsp:sp modelId="{031010A4-2C6E-44D1-9246-314BFB78E695}">
      <dsp:nvSpPr>
        <dsp:cNvPr id="0" name=""/>
        <dsp:cNvSpPr/>
      </dsp:nvSpPr>
      <dsp:spPr>
        <a:xfrm rot="5400000">
          <a:off x="3893591" y="3092056"/>
          <a:ext cx="340816" cy="408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/>
        </a:p>
      </dsp:txBody>
      <dsp:txXfrm rot="-5400000">
        <a:off x="3941306" y="3126138"/>
        <a:ext cx="245387" cy="238571"/>
      </dsp:txXfrm>
    </dsp:sp>
    <dsp:sp modelId="{E6C289FD-DE05-4B94-9550-D292E7C75B1B}">
      <dsp:nvSpPr>
        <dsp:cNvPr id="0" name=""/>
        <dsp:cNvSpPr/>
      </dsp:nvSpPr>
      <dsp:spPr>
        <a:xfrm>
          <a:off x="2263998" y="3523757"/>
          <a:ext cx="3600003" cy="720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smtClean="0"/>
            <a:t>其他称谓</a:t>
          </a:r>
          <a:endParaRPr lang="zh-CN" altLang="en-US" sz="2400" kern="1200" dirty="0"/>
        </a:p>
      </dsp:txBody>
      <dsp:txXfrm>
        <a:off x="2285086" y="3544845"/>
        <a:ext cx="3557827" cy="677828"/>
      </dsp:txXfrm>
    </dsp:sp>
    <dsp:sp modelId="{3C57D0C3-AA74-46E2-982C-F9589F514A5B}">
      <dsp:nvSpPr>
        <dsp:cNvPr id="0" name=""/>
        <dsp:cNvSpPr/>
      </dsp:nvSpPr>
      <dsp:spPr>
        <a:xfrm rot="5400000">
          <a:off x="3893591" y="4266482"/>
          <a:ext cx="340816" cy="408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/>
        </a:p>
      </dsp:txBody>
      <dsp:txXfrm rot="-5400000">
        <a:off x="3941306" y="4300564"/>
        <a:ext cx="245387" cy="238571"/>
      </dsp:txXfrm>
    </dsp:sp>
    <dsp:sp modelId="{9FEBB399-ED5C-4E34-B9AC-A997D336DFF6}">
      <dsp:nvSpPr>
        <dsp:cNvPr id="0" name=""/>
        <dsp:cNvSpPr/>
      </dsp:nvSpPr>
      <dsp:spPr>
        <a:xfrm>
          <a:off x="2263998" y="4698183"/>
          <a:ext cx="3600003" cy="720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smtClean="0"/>
            <a:t>陕西花馍</a:t>
          </a:r>
          <a:endParaRPr lang="zh-CN" altLang="en-US" sz="2400" kern="1200" dirty="0"/>
        </a:p>
      </dsp:txBody>
      <dsp:txXfrm>
        <a:off x="2285086" y="4719271"/>
        <a:ext cx="3557827" cy="6778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BE78E-3CB6-43AE-B535-11D3A5D58B70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56C50-6E16-442C-AE5F-CD3B610111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345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9034-C8B0-45BC-8F0E-AFE707DEF78D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0362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6AFEC-1A55-403D-80BD-FB145F943015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770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D2C3F-D16C-45BE-A8F6-58B8C05793A9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094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12E2-CC9F-433F-894B-DB403AE95F2E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1935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1DE8-EFD3-4D91-BA4A-1F165A05FD3F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211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3D8FC-107C-4EFC-924A-B83F9FEAF9A1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2983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290D-2434-44AA-819A-389052FD3326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8409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A09E9A4-C701-4F54-ABD1-24FF10E79A01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8135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76A7B-AA89-4330-8146-F5BABBFF3F00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1613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A33-8285-4566-A711-38C777BCFFC3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14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6790-AD64-4A4C-B50D-B5ACFAE2894F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81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A4B6F6-B8D7-48FE-BFCB-AA1267937240}" type="datetime1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4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馒头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4671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335172158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0165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名称由来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据传在三国时期，诸葛亮为安定后方而进军西南，在横渡泸水时，因瘴气熏天，毒液漫流，过河士兵中体弱者多触水致死，军队难以挺进。诸葛亮面对此景心急如焚，想来想去只好祭奠河神，求神降福惩魔，保佑生灵，于是命杀牛宰猪，包成面团，投于水中以示供奉。后来，民间习此风俗。这大概是“馒头”的起源。“馒”通“蛮”，“馒头”即意为“蛮头”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5107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制作工艺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馒头是一种把面粉加酵母（老面）、水、或食用碱等混合均匀，通过揉制、饧发后蒸熟而成的食品，成品外形为半球形或长方形。味道松软可口，营养丰富，炎黄子孙最亲切的食物之一。制作馒头所需的原料为面粉、发酵粉、（糖，极少使用）、水、碱、（青红丝）。面粉经发酵制成馒头更容易消化吸收。馒头制作简单，携带方便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4042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各地称呼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339221"/>
              </p:ext>
            </p:extLst>
          </p:nvPr>
        </p:nvGraphicFramePr>
        <p:xfrm>
          <a:off x="1458685" y="2068286"/>
          <a:ext cx="9122228" cy="3766455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280557">
                  <a:extLst>
                    <a:ext uri="{9D8B030D-6E8A-4147-A177-3AD203B41FA5}">
                      <a16:colId xmlns:a16="http://schemas.microsoft.com/office/drawing/2014/main" val="1045908402"/>
                    </a:ext>
                  </a:extLst>
                </a:gridCol>
                <a:gridCol w="2280557">
                  <a:extLst>
                    <a:ext uri="{9D8B030D-6E8A-4147-A177-3AD203B41FA5}">
                      <a16:colId xmlns:a16="http://schemas.microsoft.com/office/drawing/2014/main" val="757590959"/>
                    </a:ext>
                  </a:extLst>
                </a:gridCol>
                <a:gridCol w="2280557">
                  <a:extLst>
                    <a:ext uri="{9D8B030D-6E8A-4147-A177-3AD203B41FA5}">
                      <a16:colId xmlns:a16="http://schemas.microsoft.com/office/drawing/2014/main" val="2252864840"/>
                    </a:ext>
                  </a:extLst>
                </a:gridCol>
                <a:gridCol w="2280557">
                  <a:extLst>
                    <a:ext uri="{9D8B030D-6E8A-4147-A177-3AD203B41FA5}">
                      <a16:colId xmlns:a16="http://schemas.microsoft.com/office/drawing/2014/main" val="2905544682"/>
                    </a:ext>
                  </a:extLst>
                </a:gridCol>
              </a:tblGrid>
              <a:tr h="5380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地区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不带馅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带馅不带汤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带汤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9035909"/>
                  </a:ext>
                </a:extLst>
              </a:tr>
              <a:tr h="5380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华北地区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馒头</a:t>
                      </a:r>
                      <a:r>
                        <a:rPr lang="en-US" sz="1050" kern="100">
                          <a:effectLst/>
                        </a:rPr>
                        <a:t>/</a:t>
                      </a:r>
                      <a:r>
                        <a:rPr lang="zh-CN" sz="1050" kern="100">
                          <a:effectLst/>
                        </a:rPr>
                        <a:t>馍馍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包子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8070413"/>
                  </a:ext>
                </a:extLst>
              </a:tr>
              <a:tr h="5380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中原地区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馍馍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包子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5717834"/>
                  </a:ext>
                </a:extLst>
              </a:tr>
              <a:tr h="5380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吴越地区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白面馒头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馒头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馒头（例：肉馒头）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2745843"/>
                  </a:ext>
                </a:extLst>
              </a:tr>
              <a:tr h="5380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广府地区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馒头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包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8051260"/>
                  </a:ext>
                </a:extLst>
              </a:tr>
              <a:tr h="5380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江淮地区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馒头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包子</a:t>
                      </a:r>
                      <a:r>
                        <a:rPr lang="en-US" sz="1050" kern="100">
                          <a:effectLst/>
                        </a:rPr>
                        <a:t>/</a:t>
                      </a:r>
                      <a:r>
                        <a:rPr lang="zh-CN" sz="1050" kern="100">
                          <a:effectLst/>
                        </a:rPr>
                        <a:t>馒头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汤包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029098"/>
                  </a:ext>
                </a:extLst>
              </a:tr>
              <a:tr h="5380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闽越地区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馍馍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馒头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2803174"/>
                  </a:ext>
                </a:extLst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750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其他称谓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馒头之称谓，仍很混乱。如北方之无馅者，有称作“馍馍”、“卷子”，也有称作“包子”的。南方之有馅者，也有称作“面兜子”、“汤包”的。现时不管什么样的有馅的无馅的馒头，其实都距诸葛亮当初创制的馒头相去过远。馒头的馒字，最早作“</a:t>
            </a:r>
            <a:r>
              <a:rPr lang="en-US" altLang="zh-CN" dirty="0"/>
              <a:t>〔</a:t>
            </a:r>
            <a:r>
              <a:rPr lang="zh-CN" altLang="en-US" dirty="0"/>
              <a:t>曼字的又换成方</a:t>
            </a:r>
            <a:r>
              <a:rPr lang="en-US" altLang="zh-CN" dirty="0"/>
              <a:t>〕”</a:t>
            </a:r>
            <a:r>
              <a:rPr lang="zh-CN" altLang="en-US" dirty="0"/>
              <a:t>。卢湛</a:t>
            </a:r>
            <a:r>
              <a:rPr lang="en-US" altLang="zh-CN" dirty="0"/>
              <a:t>《</a:t>
            </a:r>
            <a:r>
              <a:rPr lang="zh-CN" altLang="en-US" dirty="0"/>
              <a:t>祭法</a:t>
            </a:r>
            <a:r>
              <a:rPr lang="en-US" altLang="zh-CN" dirty="0"/>
              <a:t>》</a:t>
            </a:r>
            <a:r>
              <a:rPr lang="zh-CN" altLang="en-US" dirty="0"/>
              <a:t>：“春祠用</a:t>
            </a:r>
            <a:r>
              <a:rPr lang="en-US" altLang="zh-CN" dirty="0"/>
              <a:t>〔</a:t>
            </a:r>
            <a:r>
              <a:rPr lang="zh-CN" altLang="en-US" dirty="0"/>
              <a:t>曼字的又换成方</a:t>
            </a:r>
            <a:r>
              <a:rPr lang="en-US" altLang="zh-CN" dirty="0"/>
              <a:t>〕</a:t>
            </a:r>
            <a:r>
              <a:rPr lang="zh-CN" altLang="en-US" dirty="0"/>
              <a:t>头。”荀氏</a:t>
            </a:r>
            <a:r>
              <a:rPr lang="en-US" altLang="zh-CN" dirty="0"/>
              <a:t>《</a:t>
            </a:r>
            <a:r>
              <a:rPr lang="zh-CN" altLang="en-US" dirty="0"/>
              <a:t>四时列馔传</a:t>
            </a:r>
            <a:r>
              <a:rPr lang="en-US" altLang="zh-CN" dirty="0"/>
              <a:t>》</a:t>
            </a:r>
            <a:r>
              <a:rPr lang="zh-CN" altLang="en-US" dirty="0"/>
              <a:t>：“春祠有</a:t>
            </a:r>
            <a:r>
              <a:rPr lang="en-US" altLang="zh-CN" dirty="0"/>
              <a:t>〔</a:t>
            </a:r>
            <a:r>
              <a:rPr lang="zh-CN" altLang="en-US" dirty="0"/>
              <a:t>曼字的又换成方</a:t>
            </a:r>
            <a:r>
              <a:rPr lang="en-US" altLang="zh-CN" dirty="0"/>
              <a:t>〕</a:t>
            </a:r>
            <a:r>
              <a:rPr lang="zh-CN" altLang="en-US" dirty="0"/>
              <a:t>头饼。</a:t>
            </a:r>
            <a:r>
              <a:rPr lang="zh-CN" altLang="en-US" dirty="0" smtClean="0"/>
              <a:t>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33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14="http://schemas.microsoft.com/office/drawing/2010/main" xmlns:p14="http://schemas.microsoft.com/office/powerpoint/2010/main" xmlns:mc="http://schemas.openxmlformats.org/markup-compatibility/2006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陕西花馍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605" y="1846262"/>
            <a:ext cx="5400000" cy="4320000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071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</TotalTime>
  <Words>415</Words>
  <Application>Microsoft Office PowerPoint</Application>
  <PresentationFormat>宽屏</PresentationFormat>
  <Paragraphs>45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宋体</vt:lpstr>
      <vt:lpstr>Calibri</vt:lpstr>
      <vt:lpstr>Calibri Light</vt:lpstr>
      <vt:lpstr>Times New Roman</vt:lpstr>
      <vt:lpstr>回顾</vt:lpstr>
      <vt:lpstr>馒头</vt:lpstr>
      <vt:lpstr>PowerPoint 演示文稿</vt:lpstr>
      <vt:lpstr>名称由来</vt:lpstr>
      <vt:lpstr>制作工艺</vt:lpstr>
      <vt:lpstr>各地称呼</vt:lpstr>
      <vt:lpstr>其他称谓</vt:lpstr>
      <vt:lpstr>陕西花馍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馒头</dc:title>
  <dc:creator>86371728</dc:creator>
  <cp:lastModifiedBy>Administrator</cp:lastModifiedBy>
  <cp:revision>15</cp:revision>
  <dcterms:created xsi:type="dcterms:W3CDTF">2023-07-24T14:58:36Z</dcterms:created>
  <dcterms:modified xsi:type="dcterms:W3CDTF">2025-04-08T01:56:21Z</dcterms:modified>
</cp:coreProperties>
</file>