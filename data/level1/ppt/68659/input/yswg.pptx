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56" r:id="rId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408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3A21B-49B2-4035-8B7D-B5D335CCC0D2}" type="datetimeFigureOut">
              <a:rPr lang="zh-CN" altLang="en-US" smtClean="0"/>
              <a:t>2021-01-28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97439-0366-46B7-949E-D14F6ACB53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5385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3A21B-49B2-4035-8B7D-B5D335CCC0D2}" type="datetimeFigureOut">
              <a:rPr lang="zh-CN" altLang="en-US" smtClean="0"/>
              <a:t>2021-01-28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97439-0366-46B7-949E-D14F6ACB53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6959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3A21B-49B2-4035-8B7D-B5D335CCC0D2}" type="datetimeFigureOut">
              <a:rPr lang="zh-CN" altLang="en-US" smtClean="0"/>
              <a:t>2021-01-28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97439-0366-46B7-949E-D14F6ACB53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3628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3A21B-49B2-4035-8B7D-B5D335CCC0D2}" type="datetimeFigureOut">
              <a:rPr lang="zh-CN" altLang="en-US" smtClean="0"/>
              <a:t>2021-01-28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97439-0366-46B7-949E-D14F6ACB53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4546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3A21B-49B2-4035-8B7D-B5D335CCC0D2}" type="datetimeFigureOut">
              <a:rPr lang="zh-CN" altLang="en-US" smtClean="0"/>
              <a:t>2021-01-28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97439-0366-46B7-949E-D14F6ACB53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3841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3A21B-49B2-4035-8B7D-B5D335CCC0D2}" type="datetimeFigureOut">
              <a:rPr lang="zh-CN" altLang="en-US" smtClean="0"/>
              <a:t>2021-01-28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97439-0366-46B7-949E-D14F6ACB53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7190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3A21B-49B2-4035-8B7D-B5D335CCC0D2}" type="datetimeFigureOut">
              <a:rPr lang="zh-CN" altLang="en-US" smtClean="0"/>
              <a:t>2021-01-28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97439-0366-46B7-949E-D14F6ACB53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6093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3A21B-49B2-4035-8B7D-B5D335CCC0D2}" type="datetimeFigureOut">
              <a:rPr lang="zh-CN" altLang="en-US" smtClean="0"/>
              <a:t>2021-01-28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97439-0366-46B7-949E-D14F6ACB53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4594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3A21B-49B2-4035-8B7D-B5D335CCC0D2}" type="datetimeFigureOut">
              <a:rPr lang="zh-CN" altLang="en-US" smtClean="0"/>
              <a:t>2021-01-28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97439-0366-46B7-949E-D14F6ACB53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0720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3A21B-49B2-4035-8B7D-B5D335CCC0D2}" type="datetimeFigureOut">
              <a:rPr lang="zh-CN" altLang="en-US" smtClean="0"/>
              <a:t>2021-01-28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97439-0366-46B7-949E-D14F6ACB53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1898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3A21B-49B2-4035-8B7D-B5D335CCC0D2}" type="datetimeFigureOut">
              <a:rPr lang="zh-CN" altLang="en-US" smtClean="0"/>
              <a:t>2021-01-28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97439-0366-46B7-949E-D14F6ACB53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9519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3A21B-49B2-4035-8B7D-B5D335CCC0D2}" type="datetimeFigureOut">
              <a:rPr lang="zh-CN" altLang="en-US" smtClean="0"/>
              <a:t>2021-01-28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097439-0366-46B7-949E-D14F6ACB53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9356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377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1" indent="-342891" algn="l" defTabSz="914377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defTabSz="914377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2112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3299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1" name="内容占位符 1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冰淇淋（</a:t>
            </a:r>
            <a:r>
              <a:rPr lang="en-US" altLang="zh-CN" dirty="0"/>
              <a:t>ice cream</a:t>
            </a:r>
            <a:r>
              <a:rPr lang="zh-CN" altLang="en-US" dirty="0"/>
              <a:t>）是以饮用水、牛奶、奶粉、奶油（或植物油脂）、食糖等为主要原料，加入适量食品添加剂，经混合、灭菌、均质、老化、凝冻、硬化等工艺而制成的体积膨胀的冷冻产品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73825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冰淇淋的种类</a:t>
            </a:r>
          </a:p>
        </p:txBody>
      </p:sp>
      <p:sp>
        <p:nvSpPr>
          <p:cNvPr id="8" name="内容占位符 7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zh-CN" altLang="en-US" dirty="0"/>
              <a:t>按脂肪含量分为甲、乙、丙、丁四种：</a:t>
            </a:r>
          </a:p>
          <a:p>
            <a:r>
              <a:rPr lang="zh-CN" altLang="en-US" dirty="0"/>
              <a:t>甲种冰淇淋含脂率在</a:t>
            </a:r>
            <a:r>
              <a:rPr lang="en-US" altLang="zh-CN" dirty="0"/>
              <a:t>14-16%</a:t>
            </a:r>
            <a:r>
              <a:rPr lang="zh-CN" altLang="en-US" dirty="0"/>
              <a:t>，总固形物在</a:t>
            </a:r>
            <a:r>
              <a:rPr lang="en-US" altLang="zh-CN" dirty="0"/>
              <a:t>37-41%</a:t>
            </a:r>
            <a:r>
              <a:rPr lang="zh-CN" altLang="en-US" dirty="0"/>
              <a:t>；</a:t>
            </a:r>
          </a:p>
          <a:p>
            <a:r>
              <a:rPr lang="zh-CN" altLang="en-US" dirty="0"/>
              <a:t>乙种冰淇淋含脂率在</a:t>
            </a:r>
            <a:r>
              <a:rPr lang="en-US" altLang="zh-CN" dirty="0"/>
              <a:t>10-12%</a:t>
            </a:r>
            <a:r>
              <a:rPr lang="zh-CN" altLang="en-US" dirty="0"/>
              <a:t>，总固形物在</a:t>
            </a:r>
            <a:r>
              <a:rPr lang="en-US" altLang="zh-CN" dirty="0"/>
              <a:t>35-39%</a:t>
            </a:r>
            <a:r>
              <a:rPr lang="zh-CN" altLang="en-US" dirty="0"/>
              <a:t>；</a:t>
            </a:r>
          </a:p>
          <a:p>
            <a:r>
              <a:rPr lang="zh-CN" altLang="en-US" dirty="0"/>
              <a:t>丙种冰淇淋含脂率在</a:t>
            </a:r>
            <a:r>
              <a:rPr lang="en-US" altLang="zh-CN" dirty="0"/>
              <a:t>8%</a:t>
            </a:r>
            <a:r>
              <a:rPr lang="zh-CN" altLang="en-US" dirty="0"/>
              <a:t>左右，总固形物在</a:t>
            </a:r>
            <a:r>
              <a:rPr lang="en-US" altLang="zh-CN" dirty="0"/>
              <a:t>34-37%</a:t>
            </a:r>
            <a:r>
              <a:rPr lang="zh-CN" altLang="en-US" dirty="0"/>
              <a:t>；</a:t>
            </a:r>
          </a:p>
          <a:p>
            <a:r>
              <a:rPr lang="zh-CN" altLang="en-US" dirty="0"/>
              <a:t>丁种冰淇淋含脂率在</a:t>
            </a:r>
            <a:r>
              <a:rPr lang="en-US" altLang="zh-CN" dirty="0"/>
              <a:t>3%</a:t>
            </a:r>
            <a:r>
              <a:rPr lang="zh-CN" altLang="en-US" dirty="0"/>
              <a:t>左右，总固形物在</a:t>
            </a:r>
            <a:r>
              <a:rPr lang="en-US" altLang="zh-CN" dirty="0"/>
              <a:t>32-33%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4861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原料及作用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>
                <a:latin typeface="仿宋_GB2312" pitchFamily="49" charset="-122"/>
                <a:ea typeface="仿宋_GB2312" pitchFamily="49" charset="-122"/>
              </a:rPr>
              <a:t>（一）水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zh-CN" altLang="en-US" dirty="0" smtClean="0"/>
              <a:t>水是乳品冷饮生产中不可缺少的一种重要原料。</a:t>
            </a:r>
          </a:p>
          <a:p>
            <a:r>
              <a:rPr lang="zh-CN" altLang="en-US" dirty="0" smtClean="0"/>
              <a:t>对于冰淇淋来说，其水分主要来源于各种原料，如鲜牛奶、植物乳、炼乳、稀奶油、果汁、鸡蛋等，还需要添加大量的饮用水。</a:t>
            </a:r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 dirty="0" smtClean="0"/>
              <a:t>（二）脂肪 </a:t>
            </a:r>
          </a:p>
        </p:txBody>
      </p:sp>
      <p:sp>
        <p:nvSpPr>
          <p:cNvPr id="11" name="内容占位符 10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脂肪对冰淇淋、雪糕有很重要的作用，一是为乳品冷饮提供丰富的营养及热能，二是影响冰淇淋、雪糕的组织结构  </a:t>
            </a:r>
          </a:p>
          <a:p>
            <a:r>
              <a:rPr lang="zh-CN" altLang="en-US" dirty="0" smtClean="0"/>
              <a:t> 由于脂肪在凝冻时形成网状结构，赋予冰淇淋、雪糕特有的细腻润滑的组织和良好的质构。</a:t>
            </a:r>
          </a:p>
        </p:txBody>
      </p:sp>
    </p:spTree>
    <p:extLst>
      <p:ext uri="{BB962C8B-B14F-4D97-AF65-F5344CB8AC3E}">
        <p14:creationId xmlns:p14="http://schemas.microsoft.com/office/powerpoint/2010/main" val="63244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258</Words>
  <Application>Microsoft Office PowerPoint</Application>
  <PresentationFormat>全屏显示(4:3)</PresentationFormat>
  <Paragraphs>14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0" baseType="lpstr">
      <vt:lpstr>仿宋_GB2312</vt:lpstr>
      <vt:lpstr>宋体</vt:lpstr>
      <vt:lpstr>Arial</vt:lpstr>
      <vt:lpstr>Calibri</vt:lpstr>
      <vt:lpstr>Office 主题​​</vt:lpstr>
      <vt:lpstr>PowerPoint 演示文稿</vt:lpstr>
      <vt:lpstr>PowerPoint 演示文稿</vt:lpstr>
      <vt:lpstr>PowerPoint 演示文稿</vt:lpstr>
      <vt:lpstr>冰淇淋的种类</vt:lpstr>
      <vt:lpstr>原料及作用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原料及作用</dc:title>
  <dc:creator>NTKO</dc:creator>
  <cp:lastModifiedBy>NTKO</cp:lastModifiedBy>
  <cp:revision>8</cp:revision>
  <dcterms:created xsi:type="dcterms:W3CDTF">2018-12-03T17:16:57Z</dcterms:created>
  <dcterms:modified xsi:type="dcterms:W3CDTF">2021-01-28T03:39:44Z</dcterms:modified>
</cp:coreProperties>
</file>