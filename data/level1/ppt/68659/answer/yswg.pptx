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56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90" y="9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36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2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5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97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4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52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8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25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1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48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03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48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60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73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60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5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77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B3A21B-49B2-4035-8B7D-B5D335CCC0D2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43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 smtClean="0"/>
              <a:t>冰淇淋的加工</a:t>
            </a:r>
            <a:endParaRPr lang="zh-CN" altLang="en-US" sz="6000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培训教程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211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32000" y="1872000"/>
            <a:ext cx="4717959" cy="144655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Stop">
              <a:avLst/>
            </a:prstTxWarp>
            <a:spAutoFit/>
          </a:bodyPr>
          <a:lstStyle/>
          <a:p>
            <a:pPr algn="ctr"/>
            <a:r>
              <a:rPr lang="zh-CN" altLang="en-US" sz="8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动手制作</a:t>
            </a:r>
            <a:endParaRPr lang="zh-CN" altLang="en-US" sz="8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329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冰淇淋的定义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冰淇淋（</a:t>
            </a:r>
            <a:r>
              <a:rPr lang="en-US" altLang="zh-CN" dirty="0"/>
              <a:t>ice cream</a:t>
            </a:r>
            <a:r>
              <a:rPr lang="zh-CN" altLang="en-US" dirty="0"/>
              <a:t>）是以饮用水、牛奶、奶粉、奶油（或植物油脂）、食糖等为主要原料，加入适量食品添加剂，经混合、灭菌、均质、老化、凝冻、硬化等工艺而制成的体积膨胀的冷冻产品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982583"/>
            <a:ext cx="3538538" cy="235784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7382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冰淇淋的种类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按脂肪含量分为甲、乙、丙、丁四种：</a:t>
            </a:r>
          </a:p>
          <a:p>
            <a:r>
              <a:rPr lang="zh-CN" altLang="en-US" dirty="0"/>
              <a:t>甲种冰淇淋含脂率在</a:t>
            </a:r>
            <a:r>
              <a:rPr lang="en-US" altLang="zh-CN" dirty="0"/>
              <a:t>14-16%</a:t>
            </a:r>
            <a:r>
              <a:rPr lang="zh-CN" altLang="en-US" dirty="0"/>
              <a:t>，总固形物在</a:t>
            </a:r>
            <a:r>
              <a:rPr lang="en-US" altLang="zh-CN" dirty="0"/>
              <a:t>37-41%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乙种冰淇淋含脂率在</a:t>
            </a:r>
            <a:r>
              <a:rPr lang="en-US" altLang="zh-CN" dirty="0"/>
              <a:t>10-12%</a:t>
            </a:r>
            <a:r>
              <a:rPr lang="zh-CN" altLang="en-US" dirty="0"/>
              <a:t>，总固形物在</a:t>
            </a:r>
            <a:r>
              <a:rPr lang="en-US" altLang="zh-CN" dirty="0"/>
              <a:t>35-39%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丙种冰淇淋含脂率在</a:t>
            </a:r>
            <a:r>
              <a:rPr lang="en-US" altLang="zh-CN" dirty="0"/>
              <a:t>8%</a:t>
            </a:r>
            <a:r>
              <a:rPr lang="zh-CN" altLang="en-US" dirty="0"/>
              <a:t>左右，总固形物在</a:t>
            </a:r>
            <a:r>
              <a:rPr lang="en-US" altLang="zh-CN" dirty="0"/>
              <a:t>34-37%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丁种冰淇淋含脂率在</a:t>
            </a:r>
            <a:r>
              <a:rPr lang="en-US" altLang="zh-CN" dirty="0"/>
              <a:t>3%</a:t>
            </a:r>
            <a:r>
              <a:rPr lang="zh-CN" altLang="en-US" dirty="0"/>
              <a:t>左右，总固形物在</a:t>
            </a:r>
            <a:r>
              <a:rPr lang="en-US" altLang="zh-CN" dirty="0"/>
              <a:t>32-33%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86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原料及作用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仿宋_GB2312" pitchFamily="49" charset="-122"/>
                <a:ea typeface="仿宋_GB2312" pitchFamily="49" charset="-122"/>
              </a:rPr>
              <a:t>（一）水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水是乳品冷饮生产中不可缺少的一种重要原料。</a:t>
            </a:r>
          </a:p>
          <a:p>
            <a:r>
              <a:rPr lang="zh-CN" altLang="en-US" dirty="0" smtClean="0"/>
              <a:t>对于冰淇淋来说，其水分主要来源于各种原料，如鲜牛奶、植物乳、炼乳、稀奶油、果汁、鸡蛋等，还需要添加大量的饮用水。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（二）脂肪 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脂肪对冰淇淋、雪糕有很重要的作用，一是为乳品冷饮提供丰富的营养及热能，二是影响冰淇淋、雪糕的组织结构  </a:t>
            </a:r>
          </a:p>
          <a:p>
            <a:r>
              <a:rPr lang="zh-CN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24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原料及作用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由于脂肪在凝冻时形成网状结构，赋予冰淇淋、雪糕特有的细腻润滑的组织和良好的质构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885" y="1920875"/>
            <a:ext cx="3473768" cy="2481263"/>
          </a:xfrm>
        </p:spPr>
      </p:pic>
    </p:spTree>
    <p:extLst>
      <p:ext uri="{BB962C8B-B14F-4D97-AF65-F5344CB8AC3E}">
        <p14:creationId xmlns:p14="http://schemas.microsoft.com/office/powerpoint/2010/main" val="121863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冰淇淋的生产</a:t>
            </a:r>
            <a:endParaRPr lang="zh-CN" altLang="en-US" dirty="0"/>
          </a:p>
        </p:txBody>
      </p:sp>
      <p:pic>
        <p:nvPicPr>
          <p:cNvPr id="10" name="图片占位符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7" r="28667"/>
          <a:stretch>
            <a:fillRect/>
          </a:stretch>
        </p:blipFill>
        <p:spPr/>
      </p:pic>
      <p:sp>
        <p:nvSpPr>
          <p:cNvPr id="9" name="文本占位符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将冰淇淋的各种原料以适当的比例加以混合，即称为冰淇淋混合料，简称为混合料。</a:t>
            </a:r>
          </a:p>
          <a:p>
            <a:r>
              <a:rPr lang="zh-CN" altLang="en-US" dirty="0"/>
              <a:t>混合料的配制包括标准化和混合两个步骤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10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冰淇淋质量缺陷及原因</a:t>
            </a:r>
            <a:endParaRPr lang="zh-CN" alt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676873"/>
              </p:ext>
            </p:extLst>
          </p:nvPr>
        </p:nvGraphicFramePr>
        <p:xfrm>
          <a:off x="971550" y="1917700"/>
          <a:ext cx="7128000" cy="361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>
                  <a:extLst>
                    <a:ext uri="{9D8B030D-6E8A-4147-A177-3AD203B41FA5}">
                      <a16:colId xmlns:a16="http://schemas.microsoft.com/office/drawing/2014/main" val="3903776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63970654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392074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种类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缺陷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原因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441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风味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脂肪分解味、饲料味、加热味、牛舍味、金属味、苦味、酸味、甜味与香料味缺陷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使用的原料乳、乳制品质量差，杀菌不完全、吸收异味，添加的甜味与香料不适当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63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组织状态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砂状组织</a:t>
                      </a:r>
                    </a:p>
                    <a:p>
                      <a:pPr algn="ctr"/>
                      <a:r>
                        <a:rPr lang="zh-CN" altLang="en-US" dirty="0" smtClean="0"/>
                        <a:t>轻或膨松的组织</a:t>
                      </a:r>
                    </a:p>
                    <a:p>
                      <a:pPr algn="ctr"/>
                      <a:r>
                        <a:rPr lang="zh-CN" altLang="en-US" dirty="0" smtClean="0"/>
                        <a:t>粗或冰状组织</a:t>
                      </a:r>
                    </a:p>
                    <a:p>
                      <a:pPr algn="ctr"/>
                      <a:r>
                        <a:rPr lang="zh-CN" altLang="en-US" dirty="0" smtClean="0"/>
                        <a:t>奶油状组织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无脂乳干物质过高，贮藏温度高，乳糖结晶大</a:t>
                      </a:r>
                    </a:p>
                    <a:p>
                      <a:pPr algn="ctr"/>
                      <a:r>
                        <a:rPr lang="zh-CN" altLang="en-US" dirty="0" smtClean="0"/>
                        <a:t>膨胀率过大</a:t>
                      </a:r>
                    </a:p>
                    <a:p>
                      <a:pPr algn="ctr"/>
                      <a:r>
                        <a:rPr lang="zh-CN" altLang="en-US" dirty="0" smtClean="0"/>
                        <a:t>缓慢冻结，贮藏温度波动大，气泡大，固形物低</a:t>
                      </a:r>
                    </a:p>
                    <a:p>
                      <a:pPr algn="ctr"/>
                      <a:r>
                        <a:rPr lang="zh-CN" altLang="en-US" dirty="0" smtClean="0"/>
                        <a:t>生成脂肪块，乳化剂不适合，均质不良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72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质地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脆弱</a:t>
                      </a:r>
                    </a:p>
                    <a:p>
                      <a:pPr algn="ctr"/>
                      <a:r>
                        <a:rPr lang="zh-CN" altLang="en-US" dirty="0" smtClean="0"/>
                        <a:t>水样</a:t>
                      </a:r>
                    </a:p>
                    <a:p>
                      <a:pPr algn="ctr"/>
                      <a:r>
                        <a:rPr lang="zh-CN" altLang="en-US" dirty="0" smtClean="0"/>
                        <a:t>软弱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稳定剂、乳化剂不足，气泡粗大，膨胀率高</a:t>
                      </a:r>
                    </a:p>
                    <a:p>
                      <a:pPr algn="ctr"/>
                      <a:r>
                        <a:rPr lang="zh-CN" altLang="en-US" dirty="0" smtClean="0"/>
                        <a:t>膨胀率低，砂糖高，稳定剂、乳化剂当，固形物不足</a:t>
                      </a:r>
                    </a:p>
                    <a:p>
                      <a:pPr algn="ctr"/>
                      <a:r>
                        <a:rPr lang="zh-CN" altLang="en-US" dirty="0" smtClean="0"/>
                        <a:t>稳定剂过量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81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融化状态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起泡，乳清分离，凝固，粘质状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原料配合不当，蛋白质与矿物质不均衡，酸度高，均质不完全，膨胀率调整不当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50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1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108</TotalTime>
  <Words>486</Words>
  <Application>Microsoft Office PowerPoint</Application>
  <PresentationFormat>全屏显示(16:9)</PresentationFormat>
  <Paragraphs>49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方正舒体</vt:lpstr>
      <vt:lpstr>仿宋_GB2312</vt:lpstr>
      <vt:lpstr>黑体</vt:lpstr>
      <vt:lpstr>Arial</vt:lpstr>
      <vt:lpstr>Garamond</vt:lpstr>
      <vt:lpstr>环保</vt:lpstr>
      <vt:lpstr>冰淇淋的加工</vt:lpstr>
      <vt:lpstr>PowerPoint 演示文稿</vt:lpstr>
      <vt:lpstr>冰淇淋的定义</vt:lpstr>
      <vt:lpstr>冰淇淋的种类</vt:lpstr>
      <vt:lpstr>原料及作用</vt:lpstr>
      <vt:lpstr>原料及作用</vt:lpstr>
      <vt:lpstr>冰淇淋的生产</vt:lpstr>
      <vt:lpstr>冰淇淋质量缺陷及原因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原料及作用</dc:title>
  <dc:creator>NTKO</dc:creator>
  <cp:lastModifiedBy>Windows 用户11</cp:lastModifiedBy>
  <cp:revision>18</cp:revision>
  <dcterms:created xsi:type="dcterms:W3CDTF">2018-12-03T17:16:57Z</dcterms:created>
  <dcterms:modified xsi:type="dcterms:W3CDTF">2022-04-08T02:20:44Z</dcterms:modified>
</cp:coreProperties>
</file>