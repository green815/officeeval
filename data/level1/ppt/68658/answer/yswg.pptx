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8"/>
  </p:notesMasterIdLst>
  <p:sldIdLst>
    <p:sldId id="261" r:id="rId2"/>
    <p:sldId id="260" r:id="rId3"/>
    <p:sldId id="259" r:id="rId4"/>
    <p:sldId id="262" r:id="rId5"/>
    <p:sldId id="263" r:id="rId6"/>
    <p:sldId id="264" r:id="rId7"/>
  </p:sldIdLst>
  <p:sldSz cx="11160125" cy="7199313"/>
  <p:notesSz cx="6858000" cy="9144000"/>
  <p:defaultTextStyle>
    <a:defPPr>
      <a:defRPr lang="zh-CN"/>
    </a:defPPr>
    <a:lvl1pPr marL="0" algn="l" defTabSz="1049091" rtl="0" eaLnBrk="1" latinLnBrk="0" hangingPunct="1">
      <a:defRPr sz="2065" kern="1200">
        <a:solidFill>
          <a:schemeClr val="tx1"/>
        </a:solidFill>
        <a:latin typeface="+mn-lt"/>
        <a:ea typeface="+mn-ea"/>
        <a:cs typeface="+mn-cs"/>
      </a:defRPr>
    </a:lvl1pPr>
    <a:lvl2pPr marL="524546" algn="l" defTabSz="1049091" rtl="0" eaLnBrk="1" latinLnBrk="0" hangingPunct="1">
      <a:defRPr sz="2065" kern="1200">
        <a:solidFill>
          <a:schemeClr val="tx1"/>
        </a:solidFill>
        <a:latin typeface="+mn-lt"/>
        <a:ea typeface="+mn-ea"/>
        <a:cs typeface="+mn-cs"/>
      </a:defRPr>
    </a:lvl2pPr>
    <a:lvl3pPr marL="1049091" algn="l" defTabSz="1049091" rtl="0" eaLnBrk="1" latinLnBrk="0" hangingPunct="1">
      <a:defRPr sz="2065" kern="1200">
        <a:solidFill>
          <a:schemeClr val="tx1"/>
        </a:solidFill>
        <a:latin typeface="+mn-lt"/>
        <a:ea typeface="+mn-ea"/>
        <a:cs typeface="+mn-cs"/>
      </a:defRPr>
    </a:lvl3pPr>
    <a:lvl4pPr marL="1573637" algn="l" defTabSz="1049091" rtl="0" eaLnBrk="1" latinLnBrk="0" hangingPunct="1">
      <a:defRPr sz="2065" kern="1200">
        <a:solidFill>
          <a:schemeClr val="tx1"/>
        </a:solidFill>
        <a:latin typeface="+mn-lt"/>
        <a:ea typeface="+mn-ea"/>
        <a:cs typeface="+mn-cs"/>
      </a:defRPr>
    </a:lvl4pPr>
    <a:lvl5pPr marL="2098182" algn="l" defTabSz="1049091" rtl="0" eaLnBrk="1" latinLnBrk="0" hangingPunct="1">
      <a:defRPr sz="2065" kern="1200">
        <a:solidFill>
          <a:schemeClr val="tx1"/>
        </a:solidFill>
        <a:latin typeface="+mn-lt"/>
        <a:ea typeface="+mn-ea"/>
        <a:cs typeface="+mn-cs"/>
      </a:defRPr>
    </a:lvl5pPr>
    <a:lvl6pPr marL="2622728" algn="l" defTabSz="1049091" rtl="0" eaLnBrk="1" latinLnBrk="0" hangingPunct="1">
      <a:defRPr sz="2065" kern="1200">
        <a:solidFill>
          <a:schemeClr val="tx1"/>
        </a:solidFill>
        <a:latin typeface="+mn-lt"/>
        <a:ea typeface="+mn-ea"/>
        <a:cs typeface="+mn-cs"/>
      </a:defRPr>
    </a:lvl6pPr>
    <a:lvl7pPr marL="3147273" algn="l" defTabSz="1049091" rtl="0" eaLnBrk="1" latinLnBrk="0" hangingPunct="1">
      <a:defRPr sz="2065" kern="1200">
        <a:solidFill>
          <a:schemeClr val="tx1"/>
        </a:solidFill>
        <a:latin typeface="+mn-lt"/>
        <a:ea typeface="+mn-ea"/>
        <a:cs typeface="+mn-cs"/>
      </a:defRPr>
    </a:lvl7pPr>
    <a:lvl8pPr marL="3671819" algn="l" defTabSz="1049091" rtl="0" eaLnBrk="1" latinLnBrk="0" hangingPunct="1">
      <a:defRPr sz="2065" kern="1200">
        <a:solidFill>
          <a:schemeClr val="tx1"/>
        </a:solidFill>
        <a:latin typeface="+mn-lt"/>
        <a:ea typeface="+mn-ea"/>
        <a:cs typeface="+mn-cs"/>
      </a:defRPr>
    </a:lvl8pPr>
    <a:lvl9pPr marL="4196364" algn="l" defTabSz="1049091" rtl="0" eaLnBrk="1" latinLnBrk="0" hangingPunct="1">
      <a:defRPr sz="206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8" userDrawn="1">
          <p15:clr>
            <a:srgbClr val="A4A3A4"/>
          </p15:clr>
        </p15:guide>
        <p15:guide id="2" pos="35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1" d="100"/>
          <a:sy n="51" d="100"/>
        </p:scale>
        <p:origin x="174" y="702"/>
      </p:cViewPr>
      <p:guideLst>
        <p:guide orient="horz" pos="2268"/>
        <p:guide pos="351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ED12F2-82B0-4132-B5E7-B15D6C292AFB}" type="doc">
      <dgm:prSet loTypeId="urn:microsoft.com/office/officeart/2005/8/layout/hList6" loCatId="list" qsTypeId="urn:microsoft.com/office/officeart/2005/8/quickstyle/3d3" qsCatId="3D" csTypeId="urn:microsoft.com/office/officeart/2005/8/colors/accent2_2" csCatId="accent2"/>
      <dgm:spPr/>
      <dgm:t>
        <a:bodyPr/>
        <a:lstStyle/>
        <a:p>
          <a:endParaRPr lang="zh-CN" altLang="en-US"/>
        </a:p>
      </dgm:t>
    </dgm:pt>
    <dgm:pt modelId="{D46DAA41-6491-42A8-9CE0-B072392742BA}">
      <dgm:prSet/>
      <dgm:spPr/>
      <dgm:t>
        <a:bodyPr/>
        <a:lstStyle/>
        <a:p>
          <a:pPr rtl="0"/>
          <a:r>
            <a:rPr lang="zh-CN" b="0" i="0" smtClean="0"/>
            <a:t>微课（Micro-lecture），是指运用信息技术按照认知规律，呈现碎片化学习内容、过程及扩展素材的结构化数字资源。</a:t>
          </a:r>
          <a:endParaRPr lang="zh-CN"/>
        </a:p>
      </dgm:t>
    </dgm:pt>
    <dgm:pt modelId="{BFC7705D-3068-438C-AA67-93E47479911C}" type="parTrans" cxnId="{4DD468AD-3211-4BF7-B1DB-B616AC6C0124}">
      <dgm:prSet/>
      <dgm:spPr/>
      <dgm:t>
        <a:bodyPr/>
        <a:lstStyle/>
        <a:p>
          <a:endParaRPr lang="zh-CN" altLang="en-US"/>
        </a:p>
      </dgm:t>
    </dgm:pt>
    <dgm:pt modelId="{9E10EB6D-C2F0-4ADB-8F77-67939B5AD0C2}" type="sibTrans" cxnId="{4DD468AD-3211-4BF7-B1DB-B616AC6C0124}">
      <dgm:prSet/>
      <dgm:spPr/>
      <dgm:t>
        <a:bodyPr/>
        <a:lstStyle/>
        <a:p>
          <a:endParaRPr lang="zh-CN" altLang="en-US"/>
        </a:p>
      </dgm:t>
    </dgm:pt>
    <dgm:pt modelId="{9F8955DF-8BB1-4683-AA7A-B905152A6F9F}">
      <dgm:prSet/>
      <dgm:spPr/>
      <dgm:t>
        <a:bodyPr/>
        <a:lstStyle/>
        <a:p>
          <a:pPr rtl="0"/>
          <a:r>
            <a:rPr lang="zh-CN" b="0" i="0" smtClean="0"/>
            <a:t>“微课”的核心组成内容是课堂教学视频，同时还包含与该教学主题相关的教学设计、素材课件、教学反思、练习测试及学生反馈、教师点评等辅助性教学资源。</a:t>
          </a:r>
          <a:endParaRPr lang="zh-CN"/>
        </a:p>
      </dgm:t>
    </dgm:pt>
    <dgm:pt modelId="{19051071-7260-46FE-8FC0-0119DE3761F2}" type="parTrans" cxnId="{4F030D16-355A-4BEC-8CE8-171A115139B1}">
      <dgm:prSet/>
      <dgm:spPr/>
      <dgm:t>
        <a:bodyPr/>
        <a:lstStyle/>
        <a:p>
          <a:endParaRPr lang="zh-CN" altLang="en-US"/>
        </a:p>
      </dgm:t>
    </dgm:pt>
    <dgm:pt modelId="{4274BF05-7C96-4C07-9BC5-375FAEDA14C2}" type="sibTrans" cxnId="{4F030D16-355A-4BEC-8CE8-171A115139B1}">
      <dgm:prSet/>
      <dgm:spPr/>
      <dgm:t>
        <a:bodyPr/>
        <a:lstStyle/>
        <a:p>
          <a:endParaRPr lang="zh-CN" altLang="en-US"/>
        </a:p>
      </dgm:t>
    </dgm:pt>
    <dgm:pt modelId="{0DACC88D-A74F-4A57-AFB7-FD0EF70EF5A2}" type="pres">
      <dgm:prSet presAssocID="{71ED12F2-82B0-4132-B5E7-B15D6C292AFB}" presName="Name0" presStyleCnt="0">
        <dgm:presLayoutVars>
          <dgm:dir/>
          <dgm:resizeHandles val="exact"/>
        </dgm:presLayoutVars>
      </dgm:prSet>
      <dgm:spPr/>
      <dgm:t>
        <a:bodyPr/>
        <a:lstStyle/>
        <a:p>
          <a:endParaRPr lang="zh-CN" altLang="en-US"/>
        </a:p>
      </dgm:t>
    </dgm:pt>
    <dgm:pt modelId="{04AC0293-B381-4150-A190-F136340075B0}" type="pres">
      <dgm:prSet presAssocID="{D46DAA41-6491-42A8-9CE0-B072392742BA}" presName="node" presStyleLbl="node1" presStyleIdx="0" presStyleCnt="2">
        <dgm:presLayoutVars>
          <dgm:bulletEnabled val="1"/>
        </dgm:presLayoutVars>
      </dgm:prSet>
      <dgm:spPr/>
      <dgm:t>
        <a:bodyPr/>
        <a:lstStyle/>
        <a:p>
          <a:endParaRPr lang="zh-CN" altLang="en-US"/>
        </a:p>
      </dgm:t>
    </dgm:pt>
    <dgm:pt modelId="{45DD6927-F06E-43FC-8B4C-02923D92FDFF}" type="pres">
      <dgm:prSet presAssocID="{9E10EB6D-C2F0-4ADB-8F77-67939B5AD0C2}" presName="sibTrans" presStyleCnt="0"/>
      <dgm:spPr/>
    </dgm:pt>
    <dgm:pt modelId="{C2FAF3CE-AE2A-44AF-81E3-DAD758AF524E}" type="pres">
      <dgm:prSet presAssocID="{9F8955DF-8BB1-4683-AA7A-B905152A6F9F}" presName="node" presStyleLbl="node1" presStyleIdx="1" presStyleCnt="2">
        <dgm:presLayoutVars>
          <dgm:bulletEnabled val="1"/>
        </dgm:presLayoutVars>
      </dgm:prSet>
      <dgm:spPr/>
      <dgm:t>
        <a:bodyPr/>
        <a:lstStyle/>
        <a:p>
          <a:endParaRPr lang="zh-CN" altLang="en-US"/>
        </a:p>
      </dgm:t>
    </dgm:pt>
  </dgm:ptLst>
  <dgm:cxnLst>
    <dgm:cxn modelId="{663492F6-00E2-4049-AE30-0705D522D81D}" type="presOf" srcId="{D46DAA41-6491-42A8-9CE0-B072392742BA}" destId="{04AC0293-B381-4150-A190-F136340075B0}" srcOrd="0" destOrd="0" presId="urn:microsoft.com/office/officeart/2005/8/layout/hList6"/>
    <dgm:cxn modelId="{1725F38F-0B33-4B18-8941-D13662F82449}" type="presOf" srcId="{71ED12F2-82B0-4132-B5E7-B15D6C292AFB}" destId="{0DACC88D-A74F-4A57-AFB7-FD0EF70EF5A2}" srcOrd="0" destOrd="0" presId="urn:microsoft.com/office/officeart/2005/8/layout/hList6"/>
    <dgm:cxn modelId="{B9385A3C-C548-41E9-A730-FBADD06E0FD8}" type="presOf" srcId="{9F8955DF-8BB1-4683-AA7A-B905152A6F9F}" destId="{C2FAF3CE-AE2A-44AF-81E3-DAD758AF524E}" srcOrd="0" destOrd="0" presId="urn:microsoft.com/office/officeart/2005/8/layout/hList6"/>
    <dgm:cxn modelId="{4DD468AD-3211-4BF7-B1DB-B616AC6C0124}" srcId="{71ED12F2-82B0-4132-B5E7-B15D6C292AFB}" destId="{D46DAA41-6491-42A8-9CE0-B072392742BA}" srcOrd="0" destOrd="0" parTransId="{BFC7705D-3068-438C-AA67-93E47479911C}" sibTransId="{9E10EB6D-C2F0-4ADB-8F77-67939B5AD0C2}"/>
    <dgm:cxn modelId="{4F030D16-355A-4BEC-8CE8-171A115139B1}" srcId="{71ED12F2-82B0-4132-B5E7-B15D6C292AFB}" destId="{9F8955DF-8BB1-4683-AA7A-B905152A6F9F}" srcOrd="1" destOrd="0" parTransId="{19051071-7260-46FE-8FC0-0119DE3761F2}" sibTransId="{4274BF05-7C96-4C07-9BC5-375FAEDA14C2}"/>
    <dgm:cxn modelId="{2C78A959-C4D7-405E-8315-7EA64163D058}" type="presParOf" srcId="{0DACC88D-A74F-4A57-AFB7-FD0EF70EF5A2}" destId="{04AC0293-B381-4150-A190-F136340075B0}" srcOrd="0" destOrd="0" presId="urn:microsoft.com/office/officeart/2005/8/layout/hList6"/>
    <dgm:cxn modelId="{A0909BEF-5BEC-4C4C-8818-FCB0B8930714}" type="presParOf" srcId="{0DACC88D-A74F-4A57-AFB7-FD0EF70EF5A2}" destId="{45DD6927-F06E-43FC-8B4C-02923D92FDFF}" srcOrd="1" destOrd="0" presId="urn:microsoft.com/office/officeart/2005/8/layout/hList6"/>
    <dgm:cxn modelId="{F4654BAC-FAB6-428D-951D-5EEBEE6784AD}" type="presParOf" srcId="{0DACC88D-A74F-4A57-AFB7-FD0EF70EF5A2}" destId="{C2FAF3CE-AE2A-44AF-81E3-DAD758AF524E}" srcOrd="2"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AC0293-B381-4150-A190-F136340075B0}">
      <dsp:nvSpPr>
        <dsp:cNvPr id="0" name=""/>
        <dsp:cNvSpPr/>
      </dsp:nvSpPr>
      <dsp:spPr>
        <a:xfrm rot="16200000">
          <a:off x="-226167" y="230267"/>
          <a:ext cx="4404284" cy="3943749"/>
        </a:xfrm>
        <a:prstGeom prst="flowChartManualOperation">
          <a:avLst/>
        </a:prstGeom>
        <a:solidFill>
          <a:schemeClr val="accent2">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8750" tIns="0" rIns="158124" bIns="0" numCol="1" spcCol="1270" anchor="ctr" anchorCtr="0">
          <a:noAutofit/>
        </a:bodyPr>
        <a:lstStyle/>
        <a:p>
          <a:pPr lvl="0" algn="ctr" defTabSz="1111250" rtl="0">
            <a:lnSpc>
              <a:spcPct val="90000"/>
            </a:lnSpc>
            <a:spcBef>
              <a:spcPct val="0"/>
            </a:spcBef>
            <a:spcAft>
              <a:spcPct val="35000"/>
            </a:spcAft>
          </a:pPr>
          <a:r>
            <a:rPr lang="zh-CN" sz="2500" b="0" i="0" kern="1200" smtClean="0"/>
            <a:t>微课（Micro-lecture），是指运用信息技术按照认知规律，呈现碎片化学习内容、过程及扩展素材的结构化数字资源。</a:t>
          </a:r>
          <a:endParaRPr lang="zh-CN" sz="2500" kern="1200"/>
        </a:p>
      </dsp:txBody>
      <dsp:txXfrm rot="5400000">
        <a:off x="4101" y="880856"/>
        <a:ext cx="3943749" cy="2642570"/>
      </dsp:txXfrm>
    </dsp:sp>
    <dsp:sp modelId="{C2FAF3CE-AE2A-44AF-81E3-DAD758AF524E}">
      <dsp:nvSpPr>
        <dsp:cNvPr id="0" name=""/>
        <dsp:cNvSpPr/>
      </dsp:nvSpPr>
      <dsp:spPr>
        <a:xfrm rot="16200000">
          <a:off x="4013363" y="230267"/>
          <a:ext cx="4404284" cy="3943749"/>
        </a:xfrm>
        <a:prstGeom prst="flowChartManualOperation">
          <a:avLst/>
        </a:prstGeom>
        <a:solidFill>
          <a:schemeClr val="accent2">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8750" tIns="0" rIns="158124" bIns="0" numCol="1" spcCol="1270" anchor="ctr" anchorCtr="0">
          <a:noAutofit/>
        </a:bodyPr>
        <a:lstStyle/>
        <a:p>
          <a:pPr lvl="0" algn="ctr" defTabSz="1111250" rtl="0">
            <a:lnSpc>
              <a:spcPct val="90000"/>
            </a:lnSpc>
            <a:spcBef>
              <a:spcPct val="0"/>
            </a:spcBef>
            <a:spcAft>
              <a:spcPct val="35000"/>
            </a:spcAft>
          </a:pPr>
          <a:r>
            <a:rPr lang="zh-CN" sz="2500" b="0" i="0" kern="1200" smtClean="0"/>
            <a:t>“微课”的核心组成内容是课堂教学视频，同时还包含与该教学主题相关的教学设计、素材课件、教学反思、练习测试及学生反馈、教师点评等辅助性教学资源。</a:t>
          </a:r>
          <a:endParaRPr lang="zh-CN" sz="2500" kern="1200"/>
        </a:p>
      </dsp:txBody>
      <dsp:txXfrm rot="5400000">
        <a:off x="4243631" y="880856"/>
        <a:ext cx="3943749" cy="2642570"/>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B92C68-2F90-490E-A6C2-BB6D9D00D84B}" type="datetimeFigureOut">
              <a:rPr lang="zh-CN" altLang="en-US" smtClean="0"/>
              <a:t>2022/10/13</a:t>
            </a:fld>
            <a:endParaRPr lang="zh-CN" altLang="en-US"/>
          </a:p>
        </p:txBody>
      </p:sp>
      <p:sp>
        <p:nvSpPr>
          <p:cNvPr id="4" name="幻灯片图像占位符 3"/>
          <p:cNvSpPr>
            <a:spLocks noGrp="1" noRot="1" noChangeAspect="1"/>
          </p:cNvSpPr>
          <p:nvPr>
            <p:ph type="sldImg" idx="2"/>
          </p:nvPr>
        </p:nvSpPr>
        <p:spPr>
          <a:xfrm>
            <a:off x="1036638" y="1143000"/>
            <a:ext cx="47847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E4FAF3-C102-4336-A9FC-950811865013}" type="slidenum">
              <a:rPr lang="zh-CN" altLang="en-US" smtClean="0"/>
              <a:t>‹#›</a:t>
            </a:fld>
            <a:endParaRPr lang="zh-CN" altLang="en-US"/>
          </a:p>
        </p:txBody>
      </p:sp>
    </p:spTree>
    <p:extLst>
      <p:ext uri="{BB962C8B-B14F-4D97-AF65-F5344CB8AC3E}">
        <p14:creationId xmlns:p14="http://schemas.microsoft.com/office/powerpoint/2010/main" val="4124543850"/>
      </p:ext>
    </p:extLst>
  </p:cSld>
  <p:clrMap bg1="lt1" tx1="dk1" bg2="lt2" tx2="dk2" accent1="accent1" accent2="accent2" accent3="accent3" accent4="accent4" accent5="accent5" accent6="accent6" hlink="hlink" folHlink="folHlink"/>
  <p:notesStyle>
    <a:lvl1pPr marL="0" algn="l" defTabSz="1049091" rtl="0" eaLnBrk="1" latinLnBrk="0" hangingPunct="1">
      <a:defRPr sz="1377" kern="1200">
        <a:solidFill>
          <a:schemeClr val="tx1"/>
        </a:solidFill>
        <a:latin typeface="+mn-lt"/>
        <a:ea typeface="+mn-ea"/>
        <a:cs typeface="+mn-cs"/>
      </a:defRPr>
    </a:lvl1pPr>
    <a:lvl2pPr marL="524546" algn="l" defTabSz="1049091" rtl="0" eaLnBrk="1" latinLnBrk="0" hangingPunct="1">
      <a:defRPr sz="1377" kern="1200">
        <a:solidFill>
          <a:schemeClr val="tx1"/>
        </a:solidFill>
        <a:latin typeface="+mn-lt"/>
        <a:ea typeface="+mn-ea"/>
        <a:cs typeface="+mn-cs"/>
      </a:defRPr>
    </a:lvl2pPr>
    <a:lvl3pPr marL="1049091" algn="l" defTabSz="1049091" rtl="0" eaLnBrk="1" latinLnBrk="0" hangingPunct="1">
      <a:defRPr sz="1377" kern="1200">
        <a:solidFill>
          <a:schemeClr val="tx1"/>
        </a:solidFill>
        <a:latin typeface="+mn-lt"/>
        <a:ea typeface="+mn-ea"/>
        <a:cs typeface="+mn-cs"/>
      </a:defRPr>
    </a:lvl3pPr>
    <a:lvl4pPr marL="1573637" algn="l" defTabSz="1049091" rtl="0" eaLnBrk="1" latinLnBrk="0" hangingPunct="1">
      <a:defRPr sz="1377" kern="1200">
        <a:solidFill>
          <a:schemeClr val="tx1"/>
        </a:solidFill>
        <a:latin typeface="+mn-lt"/>
        <a:ea typeface="+mn-ea"/>
        <a:cs typeface="+mn-cs"/>
      </a:defRPr>
    </a:lvl4pPr>
    <a:lvl5pPr marL="2098182" algn="l" defTabSz="1049091" rtl="0" eaLnBrk="1" latinLnBrk="0" hangingPunct="1">
      <a:defRPr sz="1377" kern="1200">
        <a:solidFill>
          <a:schemeClr val="tx1"/>
        </a:solidFill>
        <a:latin typeface="+mn-lt"/>
        <a:ea typeface="+mn-ea"/>
        <a:cs typeface="+mn-cs"/>
      </a:defRPr>
    </a:lvl5pPr>
    <a:lvl6pPr marL="2622728" algn="l" defTabSz="1049091" rtl="0" eaLnBrk="1" latinLnBrk="0" hangingPunct="1">
      <a:defRPr sz="1377" kern="1200">
        <a:solidFill>
          <a:schemeClr val="tx1"/>
        </a:solidFill>
        <a:latin typeface="+mn-lt"/>
        <a:ea typeface="+mn-ea"/>
        <a:cs typeface="+mn-cs"/>
      </a:defRPr>
    </a:lvl6pPr>
    <a:lvl7pPr marL="3147273" algn="l" defTabSz="1049091" rtl="0" eaLnBrk="1" latinLnBrk="0" hangingPunct="1">
      <a:defRPr sz="1377" kern="1200">
        <a:solidFill>
          <a:schemeClr val="tx1"/>
        </a:solidFill>
        <a:latin typeface="+mn-lt"/>
        <a:ea typeface="+mn-ea"/>
        <a:cs typeface="+mn-cs"/>
      </a:defRPr>
    </a:lvl7pPr>
    <a:lvl8pPr marL="3671819" algn="l" defTabSz="1049091" rtl="0" eaLnBrk="1" latinLnBrk="0" hangingPunct="1">
      <a:defRPr sz="1377" kern="1200">
        <a:solidFill>
          <a:schemeClr val="tx1"/>
        </a:solidFill>
        <a:latin typeface="+mn-lt"/>
        <a:ea typeface="+mn-ea"/>
        <a:cs typeface="+mn-cs"/>
      </a:defRPr>
    </a:lvl8pPr>
    <a:lvl9pPr marL="4196364" algn="l" defTabSz="1049091" rtl="0" eaLnBrk="1" latinLnBrk="0" hangingPunct="1">
      <a:defRPr sz="137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6</a:t>
            </a:r>
            <a:r>
              <a:rPr lang="zh-CN" altLang="en-US" dirty="0" smtClean="0"/>
              <a:t>分钟的微课视频最能吸引人。</a:t>
            </a:r>
            <a:endParaRPr lang="zh-CN" altLang="en-US" dirty="0"/>
          </a:p>
        </p:txBody>
      </p:sp>
      <p:sp>
        <p:nvSpPr>
          <p:cNvPr id="4" name="灯片编号占位符 3"/>
          <p:cNvSpPr>
            <a:spLocks noGrp="1"/>
          </p:cNvSpPr>
          <p:nvPr>
            <p:ph type="sldNum" sz="quarter" idx="10"/>
          </p:nvPr>
        </p:nvSpPr>
        <p:spPr/>
        <p:txBody>
          <a:bodyPr/>
          <a:lstStyle/>
          <a:p>
            <a:fld id="{33E4FAF3-C102-4336-A9FC-950811865013}" type="slidenum">
              <a:rPr lang="zh-CN" altLang="en-US" smtClean="0"/>
              <a:t>5</a:t>
            </a:fld>
            <a:endParaRPr lang="zh-CN" altLang="en-US"/>
          </a:p>
        </p:txBody>
      </p:sp>
    </p:spTree>
    <p:extLst>
      <p:ext uri="{BB962C8B-B14F-4D97-AF65-F5344CB8AC3E}">
        <p14:creationId xmlns:p14="http://schemas.microsoft.com/office/powerpoint/2010/main" val="2771209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057481" y="1519856"/>
            <a:ext cx="8080799" cy="3495290"/>
          </a:xfrm>
        </p:spPr>
        <p:txBody>
          <a:bodyPr anchor="b"/>
          <a:lstStyle>
            <a:lvl1pPr>
              <a:defRPr sz="7559"/>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057481" y="5015143"/>
            <a:ext cx="8080799" cy="904292"/>
          </a:xfrm>
        </p:spPr>
        <p:txBody>
          <a:bodyPr anchor="t"/>
          <a:lstStyle>
            <a:lvl1pPr marL="0" indent="0" algn="l">
              <a:buNone/>
              <a:defRPr cap="all">
                <a:solidFill>
                  <a:schemeClr val="bg2">
                    <a:lumMod val="40000"/>
                    <a:lumOff val="60000"/>
                  </a:schemeClr>
                </a:solidFill>
              </a:defRPr>
            </a:lvl1pPr>
            <a:lvl2pPr marL="479969" indent="0" algn="ctr">
              <a:buNone/>
              <a:defRPr>
                <a:solidFill>
                  <a:schemeClr val="tx1">
                    <a:tint val="75000"/>
                  </a:schemeClr>
                </a:solidFill>
              </a:defRPr>
            </a:lvl2pPr>
            <a:lvl3pPr marL="959937" indent="0" algn="ctr">
              <a:buNone/>
              <a:defRPr>
                <a:solidFill>
                  <a:schemeClr val="tx1">
                    <a:tint val="75000"/>
                  </a:schemeClr>
                </a:solidFill>
              </a:defRPr>
            </a:lvl3pPr>
            <a:lvl4pPr marL="1439906" indent="0" algn="ctr">
              <a:buNone/>
              <a:defRPr>
                <a:solidFill>
                  <a:schemeClr val="tx1">
                    <a:tint val="75000"/>
                  </a:schemeClr>
                </a:solidFill>
              </a:defRPr>
            </a:lvl4pPr>
            <a:lvl5pPr marL="1919874" indent="0" algn="ctr">
              <a:buNone/>
              <a:defRPr>
                <a:solidFill>
                  <a:schemeClr val="tx1">
                    <a:tint val="75000"/>
                  </a:schemeClr>
                </a:solidFill>
              </a:defRPr>
            </a:lvl5pPr>
            <a:lvl6pPr marL="2399843" indent="0" algn="ctr">
              <a:buNone/>
              <a:defRPr>
                <a:solidFill>
                  <a:schemeClr val="tx1">
                    <a:tint val="75000"/>
                  </a:schemeClr>
                </a:solidFill>
              </a:defRPr>
            </a:lvl6pPr>
            <a:lvl7pPr marL="2879811" indent="0" algn="ctr">
              <a:buNone/>
              <a:defRPr>
                <a:solidFill>
                  <a:schemeClr val="tx1">
                    <a:tint val="75000"/>
                  </a:schemeClr>
                </a:solidFill>
              </a:defRPr>
            </a:lvl7pPr>
            <a:lvl8pPr marL="3359780" indent="0" algn="ctr">
              <a:buNone/>
              <a:defRPr>
                <a:solidFill>
                  <a:schemeClr val="tx1">
                    <a:tint val="75000"/>
                  </a:schemeClr>
                </a:solidFill>
              </a:defRPr>
            </a:lvl8pPr>
            <a:lvl9pPr marL="3839748" indent="0" algn="ctr">
              <a:buNone/>
              <a:defRPr>
                <a:solidFill>
                  <a:schemeClr val="tx1">
                    <a:tint val="75000"/>
                  </a:schemeClr>
                </a:solidFill>
              </a:defRPr>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3457878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3"/>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673086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057482" y="3004159"/>
            <a:ext cx="8080798" cy="2010986"/>
          </a:xfrm>
        </p:spPr>
        <p:txBody>
          <a:bodyPr anchor="b"/>
          <a:lstStyle>
            <a:lvl1pPr algn="l">
              <a:defRPr sz="4199"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57481" y="5015144"/>
            <a:ext cx="8080799" cy="903221"/>
          </a:xfrm>
        </p:spPr>
        <p:txBody>
          <a:bodyPr anchor="t"/>
          <a:lstStyle>
            <a:lvl1pPr marL="0" indent="0" algn="l">
              <a:buNone/>
              <a:defRPr sz="2100" cap="all">
                <a:solidFill>
                  <a:schemeClr val="bg2">
                    <a:lumMod val="40000"/>
                    <a:lumOff val="60000"/>
                  </a:schemeClr>
                </a:solidFill>
              </a:defRPr>
            </a:lvl1pPr>
            <a:lvl2pPr marL="479969" indent="0">
              <a:buNone/>
              <a:defRPr sz="1890">
                <a:solidFill>
                  <a:schemeClr val="tx1">
                    <a:tint val="75000"/>
                  </a:schemeClr>
                </a:solidFill>
              </a:defRPr>
            </a:lvl2pPr>
            <a:lvl3pPr marL="959937" indent="0">
              <a:buNone/>
              <a:defRPr sz="1680">
                <a:solidFill>
                  <a:schemeClr val="tx1">
                    <a:tint val="75000"/>
                  </a:schemeClr>
                </a:solidFill>
              </a:defRPr>
            </a:lvl3pPr>
            <a:lvl4pPr marL="1439906" indent="0">
              <a:buNone/>
              <a:defRPr sz="1470">
                <a:solidFill>
                  <a:schemeClr val="tx1">
                    <a:tint val="75000"/>
                  </a:schemeClr>
                </a:solidFill>
              </a:defRPr>
            </a:lvl4pPr>
            <a:lvl5pPr marL="1919874" indent="0">
              <a:buNone/>
              <a:defRPr sz="1470">
                <a:solidFill>
                  <a:schemeClr val="tx1">
                    <a:tint val="75000"/>
                  </a:schemeClr>
                </a:solidFill>
              </a:defRPr>
            </a:lvl5pPr>
            <a:lvl6pPr marL="2399843" indent="0">
              <a:buNone/>
              <a:defRPr sz="1470">
                <a:solidFill>
                  <a:schemeClr val="tx1">
                    <a:tint val="75000"/>
                  </a:schemeClr>
                </a:solidFill>
              </a:defRPr>
            </a:lvl6pPr>
            <a:lvl7pPr marL="2879811" indent="0">
              <a:buNone/>
              <a:defRPr sz="1470">
                <a:solidFill>
                  <a:schemeClr val="tx1">
                    <a:tint val="75000"/>
                  </a:schemeClr>
                </a:solidFill>
              </a:defRPr>
            </a:lvl7pPr>
            <a:lvl8pPr marL="3359780" indent="0">
              <a:buNone/>
              <a:defRPr sz="1470">
                <a:solidFill>
                  <a:schemeClr val="tx1">
                    <a:tint val="75000"/>
                  </a:schemeClr>
                </a:solidFill>
              </a:defRPr>
            </a:lvl8pPr>
            <a:lvl9pPr marL="3839748" indent="0">
              <a:buNone/>
              <a:defRPr sz="147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1577251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010197" y="2163129"/>
            <a:ext cx="4025301" cy="4404580"/>
          </a:xfrm>
        </p:spPr>
        <p:txBody>
          <a:bodyPr>
            <a:normAutofit/>
          </a:bodyPr>
          <a:lstStyle>
            <a:lvl1pPr>
              <a:defRPr sz="1890"/>
            </a:lvl1pPr>
            <a:lvl2pPr>
              <a:defRPr sz="1680"/>
            </a:lvl2pPr>
            <a:lvl3pPr>
              <a:defRPr sz="1470"/>
            </a:lvl3pPr>
            <a:lvl4pPr>
              <a:defRPr sz="1260"/>
            </a:lvl4pPr>
            <a:lvl5pPr>
              <a:defRPr sz="1260"/>
            </a:lvl5pPr>
            <a:lvl6pPr>
              <a:defRPr sz="1260"/>
            </a:lvl6pPr>
            <a:lvl7pPr>
              <a:defRPr sz="1260"/>
            </a:lvl7pPr>
            <a:lvl8pPr>
              <a:defRPr sz="1260"/>
            </a:lvl8pPr>
            <a:lvl9pPr>
              <a:defRPr sz="126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5177272" y="2158423"/>
            <a:ext cx="4025304" cy="4409285"/>
          </a:xfrm>
        </p:spPr>
        <p:txBody>
          <a:bodyPr>
            <a:normAutofit/>
          </a:bodyPr>
          <a:lstStyle>
            <a:lvl1pPr>
              <a:defRPr sz="1890"/>
            </a:lvl1pPr>
            <a:lvl2pPr>
              <a:defRPr sz="1680"/>
            </a:lvl2pPr>
            <a:lvl3pPr>
              <a:defRPr sz="1470"/>
            </a:lvl3pPr>
            <a:lvl4pPr>
              <a:defRPr sz="1260"/>
            </a:lvl4pPr>
            <a:lvl5pPr>
              <a:defRPr sz="1260"/>
            </a:lvl5pPr>
            <a:lvl6pPr>
              <a:defRPr sz="1260"/>
            </a:lvl6pPr>
            <a:lvl7pPr>
              <a:defRPr sz="1260"/>
            </a:lvl7pPr>
            <a:lvl8pPr>
              <a:defRPr sz="1260"/>
            </a:lvl8pPr>
            <a:lvl9pPr>
              <a:defRPr sz="126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251337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10196" y="1999809"/>
            <a:ext cx="4025300" cy="604942"/>
          </a:xfrm>
        </p:spPr>
        <p:txBody>
          <a:bodyPr anchor="b">
            <a:noAutofit/>
          </a:bodyPr>
          <a:lstStyle>
            <a:lvl1pPr marL="0" indent="0">
              <a:buNone/>
              <a:defRPr sz="2520" b="0">
                <a:solidFill>
                  <a:schemeClr val="bg2">
                    <a:lumMod val="40000"/>
                    <a:lumOff val="60000"/>
                  </a:schemeClr>
                </a:solidFill>
              </a:defRPr>
            </a:lvl1pPr>
            <a:lvl2pPr marL="479969" indent="0">
              <a:buNone/>
              <a:defRPr sz="2100" b="1"/>
            </a:lvl2pPr>
            <a:lvl3pPr marL="959937" indent="0">
              <a:buNone/>
              <a:defRPr sz="1890" b="1"/>
            </a:lvl3pPr>
            <a:lvl4pPr marL="1439906" indent="0">
              <a:buNone/>
              <a:defRPr sz="1680" b="1"/>
            </a:lvl4pPr>
            <a:lvl5pPr marL="1919874" indent="0">
              <a:buNone/>
              <a:defRPr sz="1680" b="1"/>
            </a:lvl5pPr>
            <a:lvl6pPr marL="2399843" indent="0">
              <a:buNone/>
              <a:defRPr sz="1680" b="1"/>
            </a:lvl6pPr>
            <a:lvl7pPr marL="2879811" indent="0">
              <a:buNone/>
              <a:defRPr sz="1680" b="1"/>
            </a:lvl7pPr>
            <a:lvl8pPr marL="3359780" indent="0">
              <a:buNone/>
              <a:defRPr sz="1680" b="1"/>
            </a:lvl8pPr>
            <a:lvl9pPr marL="3839748" indent="0">
              <a:buNone/>
              <a:defRPr sz="1680" b="1"/>
            </a:lvl9pPr>
          </a:lstStyle>
          <a:p>
            <a:pPr lvl="0"/>
            <a:r>
              <a:rPr lang="zh-CN" altLang="en-US" smtClean="0"/>
              <a:t>编辑母版文本样式</a:t>
            </a:r>
          </a:p>
        </p:txBody>
      </p:sp>
      <p:sp>
        <p:nvSpPr>
          <p:cNvPr id="4" name="Content Placeholder 3"/>
          <p:cNvSpPr>
            <a:spLocks noGrp="1"/>
          </p:cNvSpPr>
          <p:nvPr>
            <p:ph sz="half" idx="2"/>
          </p:nvPr>
        </p:nvSpPr>
        <p:spPr>
          <a:xfrm>
            <a:off x="1010197" y="2639748"/>
            <a:ext cx="4025301" cy="3927959"/>
          </a:xfrm>
        </p:spPr>
        <p:txBody>
          <a:bodyPr>
            <a:normAutofit/>
          </a:bodyPr>
          <a:lstStyle>
            <a:lvl1pPr>
              <a:defRPr sz="1890"/>
            </a:lvl1pPr>
            <a:lvl2pPr>
              <a:defRPr sz="1680"/>
            </a:lvl2pPr>
            <a:lvl3pPr>
              <a:defRPr sz="1470"/>
            </a:lvl3pPr>
            <a:lvl4pPr>
              <a:defRPr sz="1260"/>
            </a:lvl4pPr>
            <a:lvl5pPr>
              <a:defRPr sz="1260"/>
            </a:lvl5pPr>
            <a:lvl6pPr>
              <a:defRPr sz="1260"/>
            </a:lvl6pPr>
            <a:lvl7pPr>
              <a:defRPr sz="1260"/>
            </a:lvl7pPr>
            <a:lvl8pPr>
              <a:defRPr sz="1260"/>
            </a:lvl8pPr>
            <a:lvl9pPr>
              <a:defRPr sz="126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5177273" y="1999809"/>
            <a:ext cx="4025301" cy="604942"/>
          </a:xfrm>
        </p:spPr>
        <p:txBody>
          <a:bodyPr anchor="b">
            <a:noAutofit/>
          </a:bodyPr>
          <a:lstStyle>
            <a:lvl1pPr marL="0" indent="0">
              <a:buNone/>
              <a:defRPr sz="2520" b="0">
                <a:solidFill>
                  <a:schemeClr val="bg2">
                    <a:lumMod val="40000"/>
                    <a:lumOff val="60000"/>
                  </a:schemeClr>
                </a:solidFill>
              </a:defRPr>
            </a:lvl1pPr>
            <a:lvl2pPr marL="479969" indent="0">
              <a:buNone/>
              <a:defRPr sz="2100" b="1"/>
            </a:lvl2pPr>
            <a:lvl3pPr marL="959937" indent="0">
              <a:buNone/>
              <a:defRPr sz="1890" b="1"/>
            </a:lvl3pPr>
            <a:lvl4pPr marL="1439906" indent="0">
              <a:buNone/>
              <a:defRPr sz="1680" b="1"/>
            </a:lvl4pPr>
            <a:lvl5pPr marL="1919874" indent="0">
              <a:buNone/>
              <a:defRPr sz="1680" b="1"/>
            </a:lvl5pPr>
            <a:lvl6pPr marL="2399843" indent="0">
              <a:buNone/>
              <a:defRPr sz="1680" b="1"/>
            </a:lvl6pPr>
            <a:lvl7pPr marL="2879811" indent="0">
              <a:buNone/>
              <a:defRPr sz="1680" b="1"/>
            </a:lvl7pPr>
            <a:lvl8pPr marL="3359780" indent="0">
              <a:buNone/>
              <a:defRPr sz="1680" b="1"/>
            </a:lvl8pPr>
            <a:lvl9pPr marL="3839748" indent="0">
              <a:buNone/>
              <a:defRPr sz="1680" b="1"/>
            </a:lvl9pPr>
          </a:lstStyle>
          <a:p>
            <a:pPr lvl="0"/>
            <a:r>
              <a:rPr lang="zh-CN" altLang="en-US" smtClean="0"/>
              <a:t>编辑母版文本样式</a:t>
            </a:r>
          </a:p>
        </p:txBody>
      </p:sp>
      <p:sp>
        <p:nvSpPr>
          <p:cNvPr id="6" name="Content Placeholder 5"/>
          <p:cNvSpPr>
            <a:spLocks noGrp="1"/>
          </p:cNvSpPr>
          <p:nvPr>
            <p:ph sz="quarter" idx="4"/>
          </p:nvPr>
        </p:nvSpPr>
        <p:spPr>
          <a:xfrm>
            <a:off x="5177273" y="2639748"/>
            <a:ext cx="4025301" cy="3927959"/>
          </a:xfrm>
        </p:spPr>
        <p:txBody>
          <a:bodyPr>
            <a:normAutofit/>
          </a:bodyPr>
          <a:lstStyle>
            <a:lvl1pPr>
              <a:defRPr sz="1890"/>
            </a:lvl1pPr>
            <a:lvl2pPr>
              <a:defRPr sz="1680"/>
            </a:lvl2pPr>
            <a:lvl3pPr>
              <a:defRPr sz="1470"/>
            </a:lvl3pPr>
            <a:lvl4pPr>
              <a:defRPr sz="1260"/>
            </a:lvl4pPr>
            <a:lvl5pPr>
              <a:defRPr sz="1260"/>
            </a:lvl5pPr>
            <a:lvl6pPr>
              <a:defRPr sz="1260"/>
            </a:lvl6pPr>
            <a:lvl7pPr>
              <a:defRPr sz="1260"/>
            </a:lvl7pPr>
            <a:lvl8pPr>
              <a:defRPr sz="1260"/>
            </a:lvl8pPr>
            <a:lvl9pPr>
              <a:defRPr sz="126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2168767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7" name="Date Placeholder 2"/>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5" name="Footer Placeholder 3"/>
          <p:cNvSpPr>
            <a:spLocks noGrp="1"/>
          </p:cNvSpPr>
          <p:nvPr>
            <p:ph type="ftr" sz="quarter" idx="11"/>
          </p:nvPr>
        </p:nvSpPr>
        <p:spPr/>
        <p:txBody>
          <a:bodyPr/>
          <a:lstStyle/>
          <a:p>
            <a:endParaRPr lang="zh-CN" altLang="en-US"/>
          </a:p>
        </p:txBody>
      </p:sp>
      <p:sp>
        <p:nvSpPr>
          <p:cNvPr id="6" name="Slide Number Placeholder 4"/>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104740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5" name="Footer Placeholder 2"/>
          <p:cNvSpPr>
            <a:spLocks noGrp="1"/>
          </p:cNvSpPr>
          <p:nvPr>
            <p:ph type="ftr" sz="quarter" idx="11"/>
          </p:nvPr>
        </p:nvSpPr>
        <p:spPr/>
        <p:txBody>
          <a:bodyPr/>
          <a:lstStyle/>
          <a:p>
            <a:endParaRPr lang="zh-CN" altLang="en-US"/>
          </a:p>
        </p:txBody>
      </p:sp>
      <p:sp>
        <p:nvSpPr>
          <p:cNvPr id="6" name="Slide Number Placeholder 3"/>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3363484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057479" y="1519855"/>
            <a:ext cx="3114024" cy="1519855"/>
          </a:xfrm>
        </p:spPr>
        <p:txBody>
          <a:bodyPr anchor="b"/>
          <a:lstStyle>
            <a:lvl1pPr algn="l">
              <a:defRPr sz="252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380810" y="1519855"/>
            <a:ext cx="4757471" cy="4799542"/>
          </a:xfrm>
        </p:spPr>
        <p:txBody>
          <a:bodyPr anchor="ctr">
            <a:normAutofit/>
          </a:bodyPr>
          <a:lstStyle>
            <a:lvl1pPr>
              <a:defRPr sz="2100"/>
            </a:lvl1pPr>
            <a:lvl2pPr>
              <a:defRPr sz="1890"/>
            </a:lvl2pPr>
            <a:lvl3pPr>
              <a:defRPr sz="1680"/>
            </a:lvl3pPr>
            <a:lvl4pPr>
              <a:defRPr sz="1470"/>
            </a:lvl4pPr>
            <a:lvl5pPr>
              <a:defRPr sz="1470"/>
            </a:lvl5pPr>
            <a:lvl6pPr>
              <a:defRPr sz="1470"/>
            </a:lvl6pPr>
            <a:lvl7pPr>
              <a:defRPr sz="1470"/>
            </a:lvl7pPr>
            <a:lvl8pPr>
              <a:defRPr sz="1470"/>
            </a:lvl8pPr>
            <a:lvl9pPr>
              <a:defRPr sz="147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1057479" y="3285021"/>
            <a:ext cx="3114024" cy="3039709"/>
          </a:xfrm>
        </p:spPr>
        <p:txBody>
          <a:bodyPr/>
          <a:lstStyle>
            <a:lvl1pPr marL="0" indent="0">
              <a:buNone/>
              <a:defRPr sz="147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zh-CN" altLang="en-US" smtClean="0"/>
              <a:t>编辑母版文本样式</a:t>
            </a:r>
          </a:p>
        </p:txBody>
      </p:sp>
      <p:sp>
        <p:nvSpPr>
          <p:cNvPr id="7" name="Date Placeholder 4"/>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5" name="Footer Placeholder 5"/>
          <p:cNvSpPr>
            <a:spLocks noGrp="1"/>
          </p:cNvSpPr>
          <p:nvPr>
            <p:ph type="ftr" sz="quarter" idx="11"/>
          </p:nvPr>
        </p:nvSpPr>
        <p:spPr/>
        <p:txBody>
          <a:bodyPr/>
          <a:lstStyle/>
          <a:p>
            <a:endParaRPr lang="zh-CN" altLang="en-US"/>
          </a:p>
        </p:txBody>
      </p:sp>
      <p:sp>
        <p:nvSpPr>
          <p:cNvPr id="6" name="Slide Number Placeholder 6"/>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1344618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056521" y="1946473"/>
            <a:ext cx="4663080" cy="1653184"/>
          </a:xfrm>
        </p:spPr>
        <p:txBody>
          <a:bodyPr anchor="b">
            <a:normAutofit/>
          </a:bodyPr>
          <a:lstStyle>
            <a:lvl1pPr algn="l">
              <a:defRPr sz="3779"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6363026" y="1199886"/>
            <a:ext cx="2930296" cy="47995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80"/>
            </a:lvl1pPr>
            <a:lvl2pPr marL="479969" indent="0">
              <a:buNone/>
              <a:defRPr sz="1680"/>
            </a:lvl2pPr>
            <a:lvl3pPr marL="959937" indent="0">
              <a:buNone/>
              <a:defRPr sz="1680"/>
            </a:lvl3pPr>
            <a:lvl4pPr marL="1439906" indent="0">
              <a:buNone/>
              <a:defRPr sz="1680"/>
            </a:lvl4pPr>
            <a:lvl5pPr marL="1919874" indent="0">
              <a:buNone/>
              <a:defRPr sz="1680"/>
            </a:lvl5pPr>
            <a:lvl6pPr marL="2399843" indent="0">
              <a:buNone/>
              <a:defRPr sz="1680"/>
            </a:lvl6pPr>
            <a:lvl7pPr marL="2879811" indent="0">
              <a:buNone/>
              <a:defRPr sz="1680"/>
            </a:lvl7pPr>
            <a:lvl8pPr marL="3359780" indent="0">
              <a:buNone/>
              <a:defRPr sz="1680"/>
            </a:lvl8pPr>
            <a:lvl9pPr marL="3839748" indent="0">
              <a:buNone/>
              <a:defRPr sz="168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057479" y="3839633"/>
            <a:ext cx="4655823" cy="1439863"/>
          </a:xfrm>
        </p:spPr>
        <p:txBody>
          <a:bodyPr>
            <a:normAutofit/>
          </a:bodyPr>
          <a:lstStyle>
            <a:lvl1pPr marL="0" indent="0">
              <a:buNone/>
              <a:defRPr sz="147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933291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057482" y="5039505"/>
            <a:ext cx="8080798" cy="594944"/>
          </a:xfrm>
        </p:spPr>
        <p:txBody>
          <a:bodyPr anchor="b">
            <a:normAutofit/>
          </a:bodyPr>
          <a:lstStyle>
            <a:lvl1pPr algn="l">
              <a:defRPr sz="252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057481" y="719931"/>
            <a:ext cx="8080799" cy="382185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80"/>
            </a:lvl1pPr>
            <a:lvl2pPr marL="479969" indent="0">
              <a:buNone/>
              <a:defRPr sz="1680"/>
            </a:lvl2pPr>
            <a:lvl3pPr marL="959937" indent="0">
              <a:buNone/>
              <a:defRPr sz="1680"/>
            </a:lvl3pPr>
            <a:lvl4pPr marL="1439906" indent="0">
              <a:buNone/>
              <a:defRPr sz="1680"/>
            </a:lvl4pPr>
            <a:lvl5pPr marL="1919874" indent="0">
              <a:buNone/>
              <a:defRPr sz="1680"/>
            </a:lvl5pPr>
            <a:lvl6pPr marL="2399843" indent="0">
              <a:buNone/>
              <a:defRPr sz="1680"/>
            </a:lvl6pPr>
            <a:lvl7pPr marL="2879811" indent="0">
              <a:buNone/>
              <a:defRPr sz="1680"/>
            </a:lvl7pPr>
            <a:lvl8pPr marL="3359780" indent="0">
              <a:buNone/>
              <a:defRPr sz="1680"/>
            </a:lvl8pPr>
            <a:lvl9pPr marL="3839748" indent="0">
              <a:buNone/>
              <a:defRPr sz="168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057482" y="5634449"/>
            <a:ext cx="8080797" cy="518283"/>
          </a:xfrm>
        </p:spPr>
        <p:txBody>
          <a:bodyPr>
            <a:normAutofit/>
          </a:bodyPr>
          <a:lstStyle>
            <a:lvl1pPr marL="0" indent="0">
              <a:buNone/>
              <a:defRPr sz="126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1586817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057481" y="1519855"/>
            <a:ext cx="8080799" cy="2079802"/>
          </a:xfrm>
        </p:spPr>
        <p:txBody>
          <a:bodyPr/>
          <a:lstStyle>
            <a:lvl1pPr>
              <a:defRPr sz="5039"/>
            </a:lvl1pPr>
          </a:lstStyle>
          <a:p>
            <a:r>
              <a:rPr lang="zh-CN" altLang="en-US" smtClean="0"/>
              <a:t>单击此处编辑母版标题样式</a:t>
            </a:r>
            <a:endParaRPr lang="en-US" dirty="0"/>
          </a:p>
        </p:txBody>
      </p:sp>
      <p:sp>
        <p:nvSpPr>
          <p:cNvPr id="8" name="Text Placeholder 3"/>
          <p:cNvSpPr>
            <a:spLocks noGrp="1"/>
          </p:cNvSpPr>
          <p:nvPr>
            <p:ph type="body" sz="half" idx="2"/>
          </p:nvPr>
        </p:nvSpPr>
        <p:spPr>
          <a:xfrm>
            <a:off x="1057481" y="3839634"/>
            <a:ext cx="8080799" cy="2479763"/>
          </a:xfrm>
        </p:spPr>
        <p:txBody>
          <a:bodyPr anchor="ctr">
            <a:normAutofit/>
          </a:bodyPr>
          <a:lstStyle>
            <a:lvl1pPr marL="0" indent="0">
              <a:buNone/>
              <a:defRPr sz="189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2738735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1894" y="1519855"/>
            <a:ext cx="7324197" cy="2439005"/>
          </a:xfrm>
        </p:spPr>
        <p:txBody>
          <a:bodyPr/>
          <a:lstStyle>
            <a:lvl1pPr>
              <a:defRPr sz="5039"/>
            </a:lvl1pPr>
          </a:lstStyle>
          <a:p>
            <a:r>
              <a:rPr lang="zh-CN" altLang="en-US" smtClean="0"/>
              <a:t>单击此处编辑母版标题样式</a:t>
            </a:r>
            <a:endParaRPr lang="en-US" dirty="0"/>
          </a:p>
        </p:txBody>
      </p:sp>
      <p:sp>
        <p:nvSpPr>
          <p:cNvPr id="11" name="Text Placeholder 3"/>
          <p:cNvSpPr>
            <a:spLocks noGrp="1"/>
          </p:cNvSpPr>
          <p:nvPr>
            <p:ph type="body" sz="half" idx="14"/>
          </p:nvPr>
        </p:nvSpPr>
        <p:spPr>
          <a:xfrm>
            <a:off x="1767480" y="3958860"/>
            <a:ext cx="6665269" cy="359204"/>
          </a:xfrm>
        </p:spPr>
        <p:txBody>
          <a:bodyPr vert="horz" lIns="91440" tIns="45720" rIns="91440" bIns="45720" rtlCol="0" anchor="t">
            <a:normAutofit/>
          </a:bodyPr>
          <a:lstStyle>
            <a:lvl1pPr marL="0" indent="0">
              <a:buNone/>
              <a:defRPr lang="en-US" sz="1470" b="0" i="0" kern="1200" cap="small" dirty="0">
                <a:solidFill>
                  <a:schemeClr val="bg2">
                    <a:lumMod val="40000"/>
                    <a:lumOff val="60000"/>
                  </a:schemeClr>
                </a:solidFill>
                <a:latin typeface="+mj-lt"/>
                <a:ea typeface="+mj-ea"/>
                <a:cs typeface="+mj-cs"/>
              </a:defRPr>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marL="0" lvl="0" indent="0">
              <a:buNone/>
            </a:pPr>
            <a:r>
              <a:rPr lang="zh-CN" altLang="en-US" smtClean="0"/>
              <a:t>编辑母版文本样式</a:t>
            </a:r>
          </a:p>
        </p:txBody>
      </p:sp>
      <p:sp>
        <p:nvSpPr>
          <p:cNvPr id="10" name="Text Placeholder 3"/>
          <p:cNvSpPr>
            <a:spLocks noGrp="1"/>
          </p:cNvSpPr>
          <p:nvPr>
            <p:ph type="body" sz="half" idx="2"/>
          </p:nvPr>
        </p:nvSpPr>
        <p:spPr>
          <a:xfrm>
            <a:off x="1057481" y="4567183"/>
            <a:ext cx="8080799" cy="1759832"/>
          </a:xfrm>
        </p:spPr>
        <p:txBody>
          <a:bodyPr anchor="ctr">
            <a:normAutofit/>
          </a:bodyPr>
          <a:lstStyle>
            <a:lvl1pPr marL="0" indent="0">
              <a:buNone/>
              <a:defRPr sz="189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C349E3F-3FC0-492D-9E3B-C25637EF61E1}" type="slidenum">
              <a:rPr lang="zh-CN" altLang="en-US" smtClean="0"/>
              <a:t>‹#›</a:t>
            </a:fld>
            <a:endParaRPr lang="zh-CN" altLang="en-US"/>
          </a:p>
        </p:txBody>
      </p:sp>
      <p:sp>
        <p:nvSpPr>
          <p:cNvPr id="12" name="TextBox 11"/>
          <p:cNvSpPr txBox="1"/>
          <p:nvPr/>
        </p:nvSpPr>
        <p:spPr>
          <a:xfrm>
            <a:off x="822483" y="1019591"/>
            <a:ext cx="734233" cy="2063322"/>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808" dirty="0"/>
              <a:t>“</a:t>
            </a:r>
          </a:p>
        </p:txBody>
      </p:sp>
      <p:sp>
        <p:nvSpPr>
          <p:cNvPr id="15" name="TextBox 14"/>
          <p:cNvSpPr txBox="1"/>
          <p:nvPr/>
        </p:nvSpPr>
        <p:spPr>
          <a:xfrm>
            <a:off x="8543025" y="2743871"/>
            <a:ext cx="734233" cy="2063322"/>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808" dirty="0"/>
              <a:t>”</a:t>
            </a:r>
          </a:p>
        </p:txBody>
      </p:sp>
    </p:spTree>
    <p:extLst>
      <p:ext uri="{BB962C8B-B14F-4D97-AF65-F5344CB8AC3E}">
        <p14:creationId xmlns:p14="http://schemas.microsoft.com/office/powerpoint/2010/main" val="453951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057480" y="3279688"/>
            <a:ext cx="8080801" cy="1735456"/>
          </a:xfrm>
        </p:spPr>
        <p:txBody>
          <a:bodyPr anchor="b"/>
          <a:lstStyle>
            <a:lvl1pPr algn="l">
              <a:defRPr sz="4199"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57481" y="5015144"/>
            <a:ext cx="8080799" cy="903221"/>
          </a:xfrm>
        </p:spPr>
        <p:txBody>
          <a:bodyPr anchor="t"/>
          <a:lstStyle>
            <a:lvl1pPr marL="0" indent="0" algn="l">
              <a:buNone/>
              <a:defRPr sz="2100" cap="none">
                <a:solidFill>
                  <a:schemeClr val="bg2">
                    <a:lumMod val="40000"/>
                    <a:lumOff val="60000"/>
                  </a:schemeClr>
                </a:solidFill>
              </a:defRPr>
            </a:lvl1pPr>
            <a:lvl2pPr marL="479969" indent="0">
              <a:buNone/>
              <a:defRPr sz="1890">
                <a:solidFill>
                  <a:schemeClr val="tx1">
                    <a:tint val="75000"/>
                  </a:schemeClr>
                </a:solidFill>
              </a:defRPr>
            </a:lvl2pPr>
            <a:lvl3pPr marL="959937" indent="0">
              <a:buNone/>
              <a:defRPr sz="1680">
                <a:solidFill>
                  <a:schemeClr val="tx1">
                    <a:tint val="75000"/>
                  </a:schemeClr>
                </a:solidFill>
              </a:defRPr>
            </a:lvl3pPr>
            <a:lvl4pPr marL="1439906" indent="0">
              <a:buNone/>
              <a:defRPr sz="1470">
                <a:solidFill>
                  <a:schemeClr val="tx1">
                    <a:tint val="75000"/>
                  </a:schemeClr>
                </a:solidFill>
              </a:defRPr>
            </a:lvl4pPr>
            <a:lvl5pPr marL="1919874" indent="0">
              <a:buNone/>
              <a:defRPr sz="1470">
                <a:solidFill>
                  <a:schemeClr val="tx1">
                    <a:tint val="75000"/>
                  </a:schemeClr>
                </a:solidFill>
              </a:defRPr>
            </a:lvl5pPr>
            <a:lvl6pPr marL="2399843" indent="0">
              <a:buNone/>
              <a:defRPr sz="1470">
                <a:solidFill>
                  <a:schemeClr val="tx1">
                    <a:tint val="75000"/>
                  </a:schemeClr>
                </a:solidFill>
              </a:defRPr>
            </a:lvl6pPr>
            <a:lvl7pPr marL="2879811" indent="0">
              <a:buNone/>
              <a:defRPr sz="1470">
                <a:solidFill>
                  <a:schemeClr val="tx1">
                    <a:tint val="75000"/>
                  </a:schemeClr>
                </a:solidFill>
              </a:defRPr>
            </a:lvl7pPr>
            <a:lvl8pPr marL="3359780" indent="0">
              <a:buNone/>
              <a:defRPr sz="1470">
                <a:solidFill>
                  <a:schemeClr val="tx1">
                    <a:tint val="75000"/>
                  </a:schemeClr>
                </a:solidFill>
              </a:defRPr>
            </a:lvl8pPr>
            <a:lvl9pPr marL="3839748" indent="0">
              <a:buNone/>
              <a:defRPr sz="147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1888222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409"/>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579529" y="2079801"/>
            <a:ext cx="2698159" cy="604942"/>
          </a:xfrm>
        </p:spPr>
        <p:txBody>
          <a:bodyPr anchor="b">
            <a:noAutofit/>
          </a:bodyPr>
          <a:lstStyle>
            <a:lvl1pPr marL="0" indent="0">
              <a:buNone/>
              <a:defRPr sz="2520" b="0">
                <a:solidFill>
                  <a:schemeClr val="bg2">
                    <a:lumMod val="40000"/>
                    <a:lumOff val="60000"/>
                  </a:schemeClr>
                </a:solidFill>
              </a:defRPr>
            </a:lvl1pPr>
            <a:lvl2pPr marL="479969" indent="0">
              <a:buNone/>
              <a:defRPr sz="2100" b="1"/>
            </a:lvl2pPr>
            <a:lvl3pPr marL="959937" indent="0">
              <a:buNone/>
              <a:defRPr sz="1890" b="1"/>
            </a:lvl3pPr>
            <a:lvl4pPr marL="1439906" indent="0">
              <a:buNone/>
              <a:defRPr sz="1680" b="1"/>
            </a:lvl4pPr>
            <a:lvl5pPr marL="1919874" indent="0">
              <a:buNone/>
              <a:defRPr sz="1680" b="1"/>
            </a:lvl5pPr>
            <a:lvl6pPr marL="2399843" indent="0">
              <a:buNone/>
              <a:defRPr sz="1680" b="1"/>
            </a:lvl6pPr>
            <a:lvl7pPr marL="2879811" indent="0">
              <a:buNone/>
              <a:defRPr sz="1680" b="1"/>
            </a:lvl7pPr>
            <a:lvl8pPr marL="3359780" indent="0">
              <a:buNone/>
              <a:defRPr sz="1680" b="1"/>
            </a:lvl8pPr>
            <a:lvl9pPr marL="3839748" indent="0">
              <a:buNone/>
              <a:defRPr sz="1680" b="1"/>
            </a:lvl9pPr>
          </a:lstStyle>
          <a:p>
            <a:pPr lvl="0"/>
            <a:r>
              <a:rPr lang="zh-CN" altLang="en-US" smtClean="0"/>
              <a:t>编辑母版文本样式</a:t>
            </a:r>
          </a:p>
        </p:txBody>
      </p:sp>
      <p:sp>
        <p:nvSpPr>
          <p:cNvPr id="16" name="Text Placeholder 3"/>
          <p:cNvSpPr>
            <a:spLocks noGrp="1"/>
          </p:cNvSpPr>
          <p:nvPr>
            <p:ph type="body" sz="half" idx="15"/>
          </p:nvPr>
        </p:nvSpPr>
        <p:spPr>
          <a:xfrm>
            <a:off x="597397" y="2799733"/>
            <a:ext cx="2680290" cy="3767974"/>
          </a:xfrm>
        </p:spPr>
        <p:txBody>
          <a:bodyPr anchor="t">
            <a:normAutofit/>
          </a:bodyPr>
          <a:lstStyle>
            <a:lvl1pPr marL="0" indent="0">
              <a:buNone/>
              <a:defRPr sz="147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zh-CN" altLang="en-US" smtClean="0"/>
              <a:t>编辑母版文本样式</a:t>
            </a:r>
          </a:p>
        </p:txBody>
      </p:sp>
      <p:sp>
        <p:nvSpPr>
          <p:cNvPr id="5" name="Text Placeholder 4"/>
          <p:cNvSpPr>
            <a:spLocks noGrp="1"/>
          </p:cNvSpPr>
          <p:nvPr>
            <p:ph type="body" sz="quarter" idx="3"/>
          </p:nvPr>
        </p:nvSpPr>
        <p:spPr>
          <a:xfrm>
            <a:off x="3555891" y="2079801"/>
            <a:ext cx="2688431" cy="604942"/>
          </a:xfrm>
        </p:spPr>
        <p:txBody>
          <a:bodyPr anchor="b">
            <a:noAutofit/>
          </a:bodyPr>
          <a:lstStyle>
            <a:lvl1pPr marL="0" indent="0">
              <a:buNone/>
              <a:defRPr sz="2520" b="0">
                <a:solidFill>
                  <a:schemeClr val="bg2">
                    <a:lumMod val="40000"/>
                    <a:lumOff val="60000"/>
                  </a:schemeClr>
                </a:solidFill>
              </a:defRPr>
            </a:lvl1pPr>
            <a:lvl2pPr marL="479969" indent="0">
              <a:buNone/>
              <a:defRPr sz="2100" b="1"/>
            </a:lvl2pPr>
            <a:lvl3pPr marL="959937" indent="0">
              <a:buNone/>
              <a:defRPr sz="1890" b="1"/>
            </a:lvl3pPr>
            <a:lvl4pPr marL="1439906" indent="0">
              <a:buNone/>
              <a:defRPr sz="1680" b="1"/>
            </a:lvl4pPr>
            <a:lvl5pPr marL="1919874" indent="0">
              <a:buNone/>
              <a:defRPr sz="1680" b="1"/>
            </a:lvl5pPr>
            <a:lvl6pPr marL="2399843" indent="0">
              <a:buNone/>
              <a:defRPr sz="1680" b="1"/>
            </a:lvl6pPr>
            <a:lvl7pPr marL="2879811" indent="0">
              <a:buNone/>
              <a:defRPr sz="1680" b="1"/>
            </a:lvl7pPr>
            <a:lvl8pPr marL="3359780" indent="0">
              <a:buNone/>
              <a:defRPr sz="1680" b="1"/>
            </a:lvl8pPr>
            <a:lvl9pPr marL="3839748" indent="0">
              <a:buNone/>
              <a:defRPr sz="1680" b="1"/>
            </a:lvl9pPr>
          </a:lstStyle>
          <a:p>
            <a:pPr lvl="0"/>
            <a:r>
              <a:rPr lang="zh-CN" altLang="en-US" smtClean="0"/>
              <a:t>编辑母版文本样式</a:t>
            </a:r>
          </a:p>
        </p:txBody>
      </p:sp>
      <p:sp>
        <p:nvSpPr>
          <p:cNvPr id="19" name="Text Placeholder 3"/>
          <p:cNvSpPr>
            <a:spLocks noGrp="1"/>
          </p:cNvSpPr>
          <p:nvPr>
            <p:ph type="body" sz="half" idx="16"/>
          </p:nvPr>
        </p:nvSpPr>
        <p:spPr>
          <a:xfrm>
            <a:off x="3546228" y="2799733"/>
            <a:ext cx="2698093" cy="3767974"/>
          </a:xfrm>
        </p:spPr>
        <p:txBody>
          <a:bodyPr anchor="t">
            <a:normAutofit/>
          </a:bodyPr>
          <a:lstStyle>
            <a:lvl1pPr marL="0" indent="0">
              <a:buNone/>
              <a:defRPr sz="147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zh-CN" altLang="en-US" smtClean="0"/>
              <a:t>编辑母版文本样式</a:t>
            </a:r>
          </a:p>
        </p:txBody>
      </p:sp>
      <p:sp>
        <p:nvSpPr>
          <p:cNvPr id="14" name="Text Placeholder 4"/>
          <p:cNvSpPr>
            <a:spLocks noGrp="1"/>
          </p:cNvSpPr>
          <p:nvPr>
            <p:ph type="body" sz="quarter" idx="13"/>
          </p:nvPr>
        </p:nvSpPr>
        <p:spPr>
          <a:xfrm>
            <a:off x="6523397" y="2079801"/>
            <a:ext cx="2684652" cy="604942"/>
          </a:xfrm>
        </p:spPr>
        <p:txBody>
          <a:bodyPr anchor="b">
            <a:noAutofit/>
          </a:bodyPr>
          <a:lstStyle>
            <a:lvl1pPr marL="0" indent="0">
              <a:buNone/>
              <a:defRPr sz="2520" b="0">
                <a:solidFill>
                  <a:schemeClr val="bg2">
                    <a:lumMod val="40000"/>
                    <a:lumOff val="60000"/>
                  </a:schemeClr>
                </a:solidFill>
              </a:defRPr>
            </a:lvl1pPr>
            <a:lvl2pPr marL="479969" indent="0">
              <a:buNone/>
              <a:defRPr sz="2100" b="1"/>
            </a:lvl2pPr>
            <a:lvl3pPr marL="959937" indent="0">
              <a:buNone/>
              <a:defRPr sz="1890" b="1"/>
            </a:lvl3pPr>
            <a:lvl4pPr marL="1439906" indent="0">
              <a:buNone/>
              <a:defRPr sz="1680" b="1"/>
            </a:lvl4pPr>
            <a:lvl5pPr marL="1919874" indent="0">
              <a:buNone/>
              <a:defRPr sz="1680" b="1"/>
            </a:lvl5pPr>
            <a:lvl6pPr marL="2399843" indent="0">
              <a:buNone/>
              <a:defRPr sz="1680" b="1"/>
            </a:lvl6pPr>
            <a:lvl7pPr marL="2879811" indent="0">
              <a:buNone/>
              <a:defRPr sz="1680" b="1"/>
            </a:lvl7pPr>
            <a:lvl8pPr marL="3359780" indent="0">
              <a:buNone/>
              <a:defRPr sz="1680" b="1"/>
            </a:lvl8pPr>
            <a:lvl9pPr marL="3839748" indent="0">
              <a:buNone/>
              <a:defRPr sz="1680" b="1"/>
            </a:lvl9pPr>
          </a:lstStyle>
          <a:p>
            <a:pPr lvl="0"/>
            <a:r>
              <a:rPr lang="zh-CN" altLang="en-US" smtClean="0"/>
              <a:t>编辑母版文本样式</a:t>
            </a:r>
          </a:p>
        </p:txBody>
      </p:sp>
      <p:sp>
        <p:nvSpPr>
          <p:cNvPr id="20" name="Text Placeholder 3"/>
          <p:cNvSpPr>
            <a:spLocks noGrp="1"/>
          </p:cNvSpPr>
          <p:nvPr>
            <p:ph type="body" sz="half" idx="17"/>
          </p:nvPr>
        </p:nvSpPr>
        <p:spPr>
          <a:xfrm>
            <a:off x="6523397" y="2799733"/>
            <a:ext cx="2684652" cy="3767974"/>
          </a:xfrm>
        </p:spPr>
        <p:txBody>
          <a:bodyPr anchor="t">
            <a:normAutofit/>
          </a:bodyPr>
          <a:lstStyle>
            <a:lvl1pPr marL="0" indent="0">
              <a:buNone/>
              <a:defRPr sz="147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zh-CN" altLang="en-US" smtClean="0"/>
              <a:t>编辑母版文本样式</a:t>
            </a:r>
          </a:p>
        </p:txBody>
      </p:sp>
      <p:cxnSp>
        <p:nvCxnSpPr>
          <p:cNvPr id="17" name="Straight Connector 16"/>
          <p:cNvCxnSpPr/>
          <p:nvPr/>
        </p:nvCxnSpPr>
        <p:spPr>
          <a:xfrm>
            <a:off x="3411666" y="2239786"/>
            <a:ext cx="0" cy="4159603"/>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374636" y="2239786"/>
            <a:ext cx="0" cy="4164308"/>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3182762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409"/>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597397" y="4462513"/>
            <a:ext cx="2691919" cy="604942"/>
          </a:xfrm>
        </p:spPr>
        <p:txBody>
          <a:bodyPr anchor="b">
            <a:noAutofit/>
          </a:bodyPr>
          <a:lstStyle>
            <a:lvl1pPr marL="0" indent="0">
              <a:buNone/>
              <a:defRPr sz="2520" b="0">
                <a:solidFill>
                  <a:schemeClr val="bg2">
                    <a:lumMod val="40000"/>
                    <a:lumOff val="60000"/>
                  </a:schemeClr>
                </a:solidFill>
              </a:defRPr>
            </a:lvl1pPr>
            <a:lvl2pPr marL="479969" indent="0">
              <a:buNone/>
              <a:defRPr sz="2100" b="1"/>
            </a:lvl2pPr>
            <a:lvl3pPr marL="959937" indent="0">
              <a:buNone/>
              <a:defRPr sz="1890" b="1"/>
            </a:lvl3pPr>
            <a:lvl4pPr marL="1439906" indent="0">
              <a:buNone/>
              <a:defRPr sz="1680" b="1"/>
            </a:lvl4pPr>
            <a:lvl5pPr marL="1919874" indent="0">
              <a:buNone/>
              <a:defRPr sz="1680" b="1"/>
            </a:lvl5pPr>
            <a:lvl6pPr marL="2399843" indent="0">
              <a:buNone/>
              <a:defRPr sz="1680" b="1"/>
            </a:lvl6pPr>
            <a:lvl7pPr marL="2879811" indent="0">
              <a:buNone/>
              <a:defRPr sz="1680" b="1"/>
            </a:lvl7pPr>
            <a:lvl8pPr marL="3359780" indent="0">
              <a:buNone/>
              <a:defRPr sz="1680" b="1"/>
            </a:lvl8pPr>
            <a:lvl9pPr marL="3839748" indent="0">
              <a:buNone/>
              <a:defRPr sz="1680" b="1"/>
            </a:lvl9pPr>
          </a:lstStyle>
          <a:p>
            <a:pPr lvl="0"/>
            <a:r>
              <a:rPr lang="zh-CN" altLang="en-US" smtClean="0"/>
              <a:t>编辑母版文本样式</a:t>
            </a:r>
          </a:p>
        </p:txBody>
      </p:sp>
      <p:sp>
        <p:nvSpPr>
          <p:cNvPr id="29" name="Picture Placeholder 2"/>
          <p:cNvSpPr>
            <a:spLocks noGrp="1" noChangeAspect="1"/>
          </p:cNvSpPr>
          <p:nvPr>
            <p:ph type="pic" idx="15"/>
          </p:nvPr>
        </p:nvSpPr>
        <p:spPr>
          <a:xfrm>
            <a:off x="597397" y="2319779"/>
            <a:ext cx="2691919" cy="159984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80"/>
            </a:lvl1pPr>
            <a:lvl2pPr marL="479969" indent="0">
              <a:buNone/>
              <a:defRPr sz="1680"/>
            </a:lvl2pPr>
            <a:lvl3pPr marL="959937" indent="0">
              <a:buNone/>
              <a:defRPr sz="1680"/>
            </a:lvl3pPr>
            <a:lvl4pPr marL="1439906" indent="0">
              <a:buNone/>
              <a:defRPr sz="1680"/>
            </a:lvl4pPr>
            <a:lvl5pPr marL="1919874" indent="0">
              <a:buNone/>
              <a:defRPr sz="1680"/>
            </a:lvl5pPr>
            <a:lvl6pPr marL="2399843" indent="0">
              <a:buNone/>
              <a:defRPr sz="1680"/>
            </a:lvl6pPr>
            <a:lvl7pPr marL="2879811" indent="0">
              <a:buNone/>
              <a:defRPr sz="1680"/>
            </a:lvl7pPr>
            <a:lvl8pPr marL="3359780" indent="0">
              <a:buNone/>
              <a:defRPr sz="1680"/>
            </a:lvl8pPr>
            <a:lvl9pPr marL="3839748" indent="0">
              <a:buNone/>
              <a:defRPr sz="1680"/>
            </a:lvl9pPr>
          </a:lstStyle>
          <a:p>
            <a:r>
              <a:rPr lang="zh-CN" altLang="en-US" smtClean="0"/>
              <a:t>单击图标添加图片</a:t>
            </a:r>
            <a:endParaRPr lang="en-US" dirty="0"/>
          </a:p>
        </p:txBody>
      </p:sp>
      <p:sp>
        <p:nvSpPr>
          <p:cNvPr id="22" name="Text Placeholder 3"/>
          <p:cNvSpPr>
            <a:spLocks noGrp="1"/>
          </p:cNvSpPr>
          <p:nvPr>
            <p:ph type="body" sz="half" idx="18"/>
          </p:nvPr>
        </p:nvSpPr>
        <p:spPr>
          <a:xfrm>
            <a:off x="597397" y="5067456"/>
            <a:ext cx="2691919" cy="691996"/>
          </a:xfrm>
        </p:spPr>
        <p:txBody>
          <a:bodyPr anchor="t">
            <a:normAutofit/>
          </a:bodyPr>
          <a:lstStyle>
            <a:lvl1pPr marL="0" indent="0">
              <a:buNone/>
              <a:defRPr sz="147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zh-CN" altLang="en-US" smtClean="0"/>
              <a:t>编辑母版文本样式</a:t>
            </a:r>
          </a:p>
        </p:txBody>
      </p:sp>
      <p:sp>
        <p:nvSpPr>
          <p:cNvPr id="5" name="Text Placeholder 4"/>
          <p:cNvSpPr>
            <a:spLocks noGrp="1"/>
          </p:cNvSpPr>
          <p:nvPr>
            <p:ph type="body" sz="quarter" idx="3"/>
          </p:nvPr>
        </p:nvSpPr>
        <p:spPr>
          <a:xfrm>
            <a:off x="3561125" y="4462513"/>
            <a:ext cx="2683197" cy="604942"/>
          </a:xfrm>
        </p:spPr>
        <p:txBody>
          <a:bodyPr anchor="b">
            <a:noAutofit/>
          </a:bodyPr>
          <a:lstStyle>
            <a:lvl1pPr marL="0" indent="0">
              <a:buNone/>
              <a:defRPr sz="2520" b="0">
                <a:solidFill>
                  <a:schemeClr val="bg2">
                    <a:lumMod val="40000"/>
                    <a:lumOff val="60000"/>
                  </a:schemeClr>
                </a:solidFill>
              </a:defRPr>
            </a:lvl1pPr>
            <a:lvl2pPr marL="479969" indent="0">
              <a:buNone/>
              <a:defRPr sz="2100" b="1"/>
            </a:lvl2pPr>
            <a:lvl3pPr marL="959937" indent="0">
              <a:buNone/>
              <a:defRPr sz="1890" b="1"/>
            </a:lvl3pPr>
            <a:lvl4pPr marL="1439906" indent="0">
              <a:buNone/>
              <a:defRPr sz="1680" b="1"/>
            </a:lvl4pPr>
            <a:lvl5pPr marL="1919874" indent="0">
              <a:buNone/>
              <a:defRPr sz="1680" b="1"/>
            </a:lvl5pPr>
            <a:lvl6pPr marL="2399843" indent="0">
              <a:buNone/>
              <a:defRPr sz="1680" b="1"/>
            </a:lvl6pPr>
            <a:lvl7pPr marL="2879811" indent="0">
              <a:buNone/>
              <a:defRPr sz="1680" b="1"/>
            </a:lvl7pPr>
            <a:lvl8pPr marL="3359780" indent="0">
              <a:buNone/>
              <a:defRPr sz="1680" b="1"/>
            </a:lvl8pPr>
            <a:lvl9pPr marL="3839748" indent="0">
              <a:buNone/>
              <a:defRPr sz="1680" b="1"/>
            </a:lvl9pPr>
          </a:lstStyle>
          <a:p>
            <a:pPr lvl="0"/>
            <a:r>
              <a:rPr lang="zh-CN" altLang="en-US" smtClean="0"/>
              <a:t>编辑母版文本样式</a:t>
            </a:r>
          </a:p>
        </p:txBody>
      </p:sp>
      <p:sp>
        <p:nvSpPr>
          <p:cNvPr id="30" name="Picture Placeholder 2"/>
          <p:cNvSpPr>
            <a:spLocks noGrp="1" noChangeAspect="1"/>
          </p:cNvSpPr>
          <p:nvPr>
            <p:ph type="pic" idx="21"/>
          </p:nvPr>
        </p:nvSpPr>
        <p:spPr>
          <a:xfrm>
            <a:off x="3561124" y="2319779"/>
            <a:ext cx="2683197" cy="159984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80"/>
            </a:lvl1pPr>
            <a:lvl2pPr marL="479969" indent="0">
              <a:buNone/>
              <a:defRPr sz="1680"/>
            </a:lvl2pPr>
            <a:lvl3pPr marL="959937" indent="0">
              <a:buNone/>
              <a:defRPr sz="1680"/>
            </a:lvl3pPr>
            <a:lvl4pPr marL="1439906" indent="0">
              <a:buNone/>
              <a:defRPr sz="1680"/>
            </a:lvl4pPr>
            <a:lvl5pPr marL="1919874" indent="0">
              <a:buNone/>
              <a:defRPr sz="1680"/>
            </a:lvl5pPr>
            <a:lvl6pPr marL="2399843" indent="0">
              <a:buNone/>
              <a:defRPr sz="1680"/>
            </a:lvl6pPr>
            <a:lvl7pPr marL="2879811" indent="0">
              <a:buNone/>
              <a:defRPr sz="1680"/>
            </a:lvl7pPr>
            <a:lvl8pPr marL="3359780" indent="0">
              <a:buNone/>
              <a:defRPr sz="1680"/>
            </a:lvl8pPr>
            <a:lvl9pPr marL="3839748" indent="0">
              <a:buNone/>
              <a:defRPr sz="1680"/>
            </a:lvl9pPr>
          </a:lstStyle>
          <a:p>
            <a:r>
              <a:rPr lang="zh-CN" altLang="en-US" smtClean="0"/>
              <a:t>单击图标添加图片</a:t>
            </a:r>
            <a:endParaRPr lang="en-US" dirty="0"/>
          </a:p>
        </p:txBody>
      </p:sp>
      <p:sp>
        <p:nvSpPr>
          <p:cNvPr id="23" name="Text Placeholder 3"/>
          <p:cNvSpPr>
            <a:spLocks noGrp="1"/>
          </p:cNvSpPr>
          <p:nvPr>
            <p:ph type="body" sz="half" idx="19"/>
          </p:nvPr>
        </p:nvSpPr>
        <p:spPr>
          <a:xfrm>
            <a:off x="3559885" y="5067455"/>
            <a:ext cx="2686751" cy="691996"/>
          </a:xfrm>
        </p:spPr>
        <p:txBody>
          <a:bodyPr anchor="t">
            <a:normAutofit/>
          </a:bodyPr>
          <a:lstStyle>
            <a:lvl1pPr marL="0" indent="0">
              <a:buNone/>
              <a:defRPr sz="147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zh-CN" altLang="en-US" smtClean="0"/>
              <a:t>编辑母版文本样式</a:t>
            </a:r>
          </a:p>
        </p:txBody>
      </p:sp>
      <p:sp>
        <p:nvSpPr>
          <p:cNvPr id="14" name="Text Placeholder 4"/>
          <p:cNvSpPr>
            <a:spLocks noGrp="1"/>
          </p:cNvSpPr>
          <p:nvPr>
            <p:ph type="body" sz="quarter" idx="13"/>
          </p:nvPr>
        </p:nvSpPr>
        <p:spPr>
          <a:xfrm>
            <a:off x="6523397" y="4462513"/>
            <a:ext cx="2684652" cy="604942"/>
          </a:xfrm>
        </p:spPr>
        <p:txBody>
          <a:bodyPr anchor="b">
            <a:noAutofit/>
          </a:bodyPr>
          <a:lstStyle>
            <a:lvl1pPr marL="0" indent="0">
              <a:buNone/>
              <a:defRPr sz="2520" b="0">
                <a:solidFill>
                  <a:schemeClr val="bg2">
                    <a:lumMod val="40000"/>
                    <a:lumOff val="60000"/>
                  </a:schemeClr>
                </a:solidFill>
              </a:defRPr>
            </a:lvl1pPr>
            <a:lvl2pPr marL="479969" indent="0">
              <a:buNone/>
              <a:defRPr sz="2100" b="1"/>
            </a:lvl2pPr>
            <a:lvl3pPr marL="959937" indent="0">
              <a:buNone/>
              <a:defRPr sz="1890" b="1"/>
            </a:lvl3pPr>
            <a:lvl4pPr marL="1439906" indent="0">
              <a:buNone/>
              <a:defRPr sz="1680" b="1"/>
            </a:lvl4pPr>
            <a:lvl5pPr marL="1919874" indent="0">
              <a:buNone/>
              <a:defRPr sz="1680" b="1"/>
            </a:lvl5pPr>
            <a:lvl6pPr marL="2399843" indent="0">
              <a:buNone/>
              <a:defRPr sz="1680" b="1"/>
            </a:lvl6pPr>
            <a:lvl7pPr marL="2879811" indent="0">
              <a:buNone/>
              <a:defRPr sz="1680" b="1"/>
            </a:lvl7pPr>
            <a:lvl8pPr marL="3359780" indent="0">
              <a:buNone/>
              <a:defRPr sz="1680" b="1"/>
            </a:lvl8pPr>
            <a:lvl9pPr marL="3839748" indent="0">
              <a:buNone/>
              <a:defRPr sz="1680" b="1"/>
            </a:lvl9pPr>
          </a:lstStyle>
          <a:p>
            <a:pPr lvl="0"/>
            <a:r>
              <a:rPr lang="zh-CN" altLang="en-US" smtClean="0"/>
              <a:t>编辑母版文本样式</a:t>
            </a:r>
          </a:p>
        </p:txBody>
      </p:sp>
      <p:sp>
        <p:nvSpPr>
          <p:cNvPr id="31" name="Picture Placeholder 2"/>
          <p:cNvSpPr>
            <a:spLocks noGrp="1" noChangeAspect="1"/>
          </p:cNvSpPr>
          <p:nvPr>
            <p:ph type="pic" idx="22"/>
          </p:nvPr>
        </p:nvSpPr>
        <p:spPr>
          <a:xfrm>
            <a:off x="6523396" y="2319779"/>
            <a:ext cx="2684652" cy="159984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80"/>
            </a:lvl1pPr>
            <a:lvl2pPr marL="479969" indent="0">
              <a:buNone/>
              <a:defRPr sz="1680"/>
            </a:lvl2pPr>
            <a:lvl3pPr marL="959937" indent="0">
              <a:buNone/>
              <a:defRPr sz="1680"/>
            </a:lvl3pPr>
            <a:lvl4pPr marL="1439906" indent="0">
              <a:buNone/>
              <a:defRPr sz="1680"/>
            </a:lvl4pPr>
            <a:lvl5pPr marL="1919874" indent="0">
              <a:buNone/>
              <a:defRPr sz="1680"/>
            </a:lvl5pPr>
            <a:lvl6pPr marL="2399843" indent="0">
              <a:buNone/>
              <a:defRPr sz="1680"/>
            </a:lvl6pPr>
            <a:lvl7pPr marL="2879811" indent="0">
              <a:buNone/>
              <a:defRPr sz="1680"/>
            </a:lvl7pPr>
            <a:lvl8pPr marL="3359780" indent="0">
              <a:buNone/>
              <a:defRPr sz="1680"/>
            </a:lvl8pPr>
            <a:lvl9pPr marL="3839748" indent="0">
              <a:buNone/>
              <a:defRPr sz="1680"/>
            </a:lvl9pPr>
          </a:lstStyle>
          <a:p>
            <a:r>
              <a:rPr lang="zh-CN" altLang="en-US" smtClean="0"/>
              <a:t>单击图标添加图片</a:t>
            </a:r>
            <a:endParaRPr lang="en-US" dirty="0"/>
          </a:p>
        </p:txBody>
      </p:sp>
      <p:sp>
        <p:nvSpPr>
          <p:cNvPr id="24" name="Text Placeholder 3"/>
          <p:cNvSpPr>
            <a:spLocks noGrp="1"/>
          </p:cNvSpPr>
          <p:nvPr>
            <p:ph type="body" sz="half" idx="20"/>
          </p:nvPr>
        </p:nvSpPr>
        <p:spPr>
          <a:xfrm>
            <a:off x="6523284" y="5067453"/>
            <a:ext cx="2688207" cy="691996"/>
          </a:xfrm>
        </p:spPr>
        <p:txBody>
          <a:bodyPr anchor="t">
            <a:normAutofit/>
          </a:bodyPr>
          <a:lstStyle>
            <a:lvl1pPr marL="0" indent="0">
              <a:buNone/>
              <a:defRPr sz="147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zh-CN" altLang="en-US" smtClean="0"/>
              <a:t>编辑母版文本样式</a:t>
            </a:r>
          </a:p>
        </p:txBody>
      </p:sp>
      <p:cxnSp>
        <p:nvCxnSpPr>
          <p:cNvPr id="19" name="Straight Connector 18"/>
          <p:cNvCxnSpPr/>
          <p:nvPr/>
        </p:nvCxnSpPr>
        <p:spPr>
          <a:xfrm>
            <a:off x="3411666" y="2239786"/>
            <a:ext cx="0" cy="4159603"/>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374636" y="2239786"/>
            <a:ext cx="0" cy="4164308"/>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23998227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1662942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03363" y="451626"/>
            <a:ext cx="1604687" cy="6116083"/>
          </a:xfrm>
        </p:spPr>
        <p:txBody>
          <a:bodyPr vert="eaVert" anchor="b" anchorCtr="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597397" y="811686"/>
            <a:ext cx="6796658" cy="5756022"/>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D4C8071-5556-4348-A0AE-95921954C461}" type="datetimeFigureOut">
              <a:rPr lang="zh-CN" altLang="en-US" smtClean="0"/>
              <a:t>2022/10/13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3129880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7688369" y="1759832"/>
            <a:ext cx="3441039" cy="2959718"/>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6944361" y="-479954"/>
            <a:ext cx="1953022" cy="167984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7688369" y="6399389"/>
            <a:ext cx="1209014" cy="1039901"/>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87940" y="2799733"/>
            <a:ext cx="5115057" cy="439958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024949" y="3039710"/>
            <a:ext cx="2883032" cy="2479763"/>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9453451" y="0"/>
            <a:ext cx="837009" cy="1154176"/>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591582" y="475249"/>
            <a:ext cx="8610993" cy="1470232"/>
          </a:xfrm>
          <a:prstGeom prst="rect">
            <a:avLst/>
          </a:prstGeom>
        </p:spPr>
        <p:txBody>
          <a:bodyPr vert="horz" lIns="91440" tIns="45720" rIns="91440" bIns="45720" rtlCol="0" anchor="t">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10197" y="2155097"/>
            <a:ext cx="8191480" cy="4404284"/>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rot="5400000">
            <a:off x="9232087" y="1900269"/>
            <a:ext cx="1039900" cy="279075"/>
          </a:xfrm>
          <a:prstGeom prst="rect">
            <a:avLst/>
          </a:prstGeom>
        </p:spPr>
        <p:txBody>
          <a:bodyPr vert="horz" lIns="91440" tIns="45720" rIns="91440" bIns="45720" rtlCol="0" anchor="t"/>
          <a:lstStyle>
            <a:lvl1pPr algn="l">
              <a:defRPr sz="1155" b="0" i="0">
                <a:solidFill>
                  <a:schemeClr val="tx1">
                    <a:tint val="75000"/>
                    <a:alpha val="60000"/>
                  </a:schemeClr>
                </a:solidFill>
              </a:defRPr>
            </a:lvl1pPr>
          </a:lstStyle>
          <a:p>
            <a:fld id="{AD4C8071-5556-4348-A0AE-95921954C461}" type="datetimeFigureOut">
              <a:rPr lang="zh-CN" altLang="en-US" smtClean="0"/>
              <a:t>2022/10/13</a:t>
            </a:fld>
            <a:endParaRPr lang="zh-CN" altLang="en-US"/>
          </a:p>
        </p:txBody>
      </p:sp>
      <p:sp>
        <p:nvSpPr>
          <p:cNvPr id="5" name="Footer Placeholder 4"/>
          <p:cNvSpPr>
            <a:spLocks noGrp="1"/>
          </p:cNvSpPr>
          <p:nvPr>
            <p:ph type="ftr" sz="quarter" idx="3"/>
          </p:nvPr>
        </p:nvSpPr>
        <p:spPr>
          <a:xfrm rot="5400000">
            <a:off x="7937166" y="3406266"/>
            <a:ext cx="4051892" cy="279076"/>
          </a:xfrm>
          <a:prstGeom prst="rect">
            <a:avLst/>
          </a:prstGeom>
        </p:spPr>
        <p:txBody>
          <a:bodyPr vert="horz" lIns="91440" tIns="45720" rIns="91440" bIns="45720" rtlCol="0" anchor="b"/>
          <a:lstStyle>
            <a:lvl1pPr algn="l">
              <a:defRPr sz="1155" b="0" i="0">
                <a:solidFill>
                  <a:schemeClr val="tx1">
                    <a:tint val="75000"/>
                    <a:alpha val="60000"/>
                  </a:schemeClr>
                </a:solidFill>
              </a:defRPr>
            </a:lvl1pPr>
          </a:lstStyle>
          <a:p>
            <a:endParaRPr lang="zh-CN" altLang="en-US"/>
          </a:p>
        </p:txBody>
      </p:sp>
      <p:sp>
        <p:nvSpPr>
          <p:cNvPr id="6" name="Slide Number Placeholder 5"/>
          <p:cNvSpPr>
            <a:spLocks noGrp="1"/>
          </p:cNvSpPr>
          <p:nvPr>
            <p:ph type="sldNum" sz="quarter" idx="4"/>
          </p:nvPr>
        </p:nvSpPr>
        <p:spPr bwMode="gray">
          <a:xfrm>
            <a:off x="9478822" y="310455"/>
            <a:ext cx="767458" cy="805894"/>
          </a:xfrm>
          <a:prstGeom prst="rect">
            <a:avLst/>
          </a:prstGeom>
        </p:spPr>
        <p:txBody>
          <a:bodyPr vert="horz" lIns="91440" tIns="45720" rIns="91440" bIns="45720" rtlCol="0" anchor="b"/>
          <a:lstStyle>
            <a:lvl1pPr algn="ctr">
              <a:defRPr sz="2940" b="0" i="0">
                <a:solidFill>
                  <a:schemeClr val="tx1">
                    <a:tint val="75000"/>
                  </a:schemeClr>
                </a:solidFill>
              </a:defRPr>
            </a:lvl1pPr>
          </a:lstStyle>
          <a:p>
            <a:fld id="{8C349E3F-3FC0-492D-9E3B-C25637EF61E1}" type="slidenum">
              <a:rPr lang="zh-CN" altLang="en-US" smtClean="0"/>
              <a:t>‹#›</a:t>
            </a:fld>
            <a:endParaRPr lang="zh-CN" altLang="en-US"/>
          </a:p>
        </p:txBody>
      </p:sp>
    </p:spTree>
    <p:extLst>
      <p:ext uri="{BB962C8B-B14F-4D97-AF65-F5344CB8AC3E}">
        <p14:creationId xmlns:p14="http://schemas.microsoft.com/office/powerpoint/2010/main" val="248057811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79976" rtl="0" eaLnBrk="1" latinLnBrk="0" hangingPunct="1">
        <a:spcBef>
          <a:spcPct val="0"/>
        </a:spcBef>
        <a:buNone/>
        <a:defRPr sz="4409"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59983" indent="-359983" algn="l" defTabSz="479976" rtl="0" eaLnBrk="1" latinLnBrk="0" hangingPunct="1">
        <a:spcBef>
          <a:spcPts val="105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1pPr>
      <a:lvl2pPr marL="779962" indent="-299986" algn="l" defTabSz="479976" rtl="0" eaLnBrk="1" latinLnBrk="0" hangingPunct="1">
        <a:spcBef>
          <a:spcPts val="1050"/>
        </a:spcBef>
        <a:spcAft>
          <a:spcPts val="0"/>
        </a:spcAft>
        <a:buClr>
          <a:schemeClr val="bg2">
            <a:lumMod val="40000"/>
            <a:lumOff val="60000"/>
          </a:schemeClr>
        </a:buClr>
        <a:buSzPct val="80000"/>
        <a:buFont typeface="Wingdings 3" charset="2"/>
        <a:buChar char=""/>
        <a:defRPr sz="1890" b="0" i="0" kern="1200">
          <a:solidFill>
            <a:schemeClr val="tx1"/>
          </a:solidFill>
          <a:latin typeface="+mj-lt"/>
          <a:ea typeface="+mj-ea"/>
          <a:cs typeface="+mj-cs"/>
        </a:defRPr>
      </a:lvl2pPr>
      <a:lvl3pPr marL="1199942" indent="-239988" algn="l" defTabSz="479976" rtl="0" eaLnBrk="1" latinLnBrk="0" hangingPunct="1">
        <a:spcBef>
          <a:spcPts val="1050"/>
        </a:spcBef>
        <a:spcAft>
          <a:spcPts val="0"/>
        </a:spcAft>
        <a:buClr>
          <a:schemeClr val="bg2">
            <a:lumMod val="40000"/>
            <a:lumOff val="60000"/>
          </a:schemeClr>
        </a:buClr>
        <a:buSzPct val="80000"/>
        <a:buFont typeface="Wingdings 3" charset="2"/>
        <a:buChar char=""/>
        <a:defRPr sz="1680" b="0" i="0" kern="1200">
          <a:solidFill>
            <a:schemeClr val="tx1"/>
          </a:solidFill>
          <a:latin typeface="+mj-lt"/>
          <a:ea typeface="+mj-ea"/>
          <a:cs typeface="+mj-cs"/>
        </a:defRPr>
      </a:lvl3pPr>
      <a:lvl4pPr marL="1679918" indent="-239988" algn="l" defTabSz="479976" rtl="0" eaLnBrk="1" latinLnBrk="0" hangingPunct="1">
        <a:spcBef>
          <a:spcPts val="1050"/>
        </a:spcBef>
        <a:spcAft>
          <a:spcPts val="0"/>
        </a:spcAft>
        <a:buClr>
          <a:schemeClr val="bg2">
            <a:lumMod val="40000"/>
            <a:lumOff val="60000"/>
          </a:schemeClr>
        </a:buClr>
        <a:buSzPct val="80000"/>
        <a:buFont typeface="Wingdings 3" charset="2"/>
        <a:buChar char=""/>
        <a:defRPr sz="1470" b="0" i="0" kern="1200">
          <a:solidFill>
            <a:schemeClr val="tx1"/>
          </a:solidFill>
          <a:latin typeface="+mj-lt"/>
          <a:ea typeface="+mj-ea"/>
          <a:cs typeface="+mj-cs"/>
        </a:defRPr>
      </a:lvl4pPr>
      <a:lvl5pPr marL="2159894" indent="-239988" algn="l" defTabSz="479976" rtl="0" eaLnBrk="1" latinLnBrk="0" hangingPunct="1">
        <a:spcBef>
          <a:spcPts val="1050"/>
        </a:spcBef>
        <a:spcAft>
          <a:spcPts val="0"/>
        </a:spcAft>
        <a:buClr>
          <a:schemeClr val="bg2">
            <a:lumMod val="40000"/>
            <a:lumOff val="60000"/>
          </a:schemeClr>
        </a:buClr>
        <a:buSzPct val="80000"/>
        <a:buFont typeface="Wingdings 3" charset="2"/>
        <a:buChar char=""/>
        <a:defRPr sz="1470" b="0" i="0" kern="1200">
          <a:solidFill>
            <a:schemeClr val="tx1"/>
          </a:solidFill>
          <a:latin typeface="+mj-lt"/>
          <a:ea typeface="+mj-ea"/>
          <a:cs typeface="+mj-cs"/>
        </a:defRPr>
      </a:lvl5pPr>
      <a:lvl6pPr marL="2639871" indent="-239988" algn="l" defTabSz="479976" rtl="0" eaLnBrk="1" latinLnBrk="0" hangingPunct="1">
        <a:spcBef>
          <a:spcPts val="1050"/>
        </a:spcBef>
        <a:spcAft>
          <a:spcPts val="0"/>
        </a:spcAft>
        <a:buClr>
          <a:schemeClr val="bg2">
            <a:lumMod val="40000"/>
            <a:lumOff val="60000"/>
          </a:schemeClr>
        </a:buClr>
        <a:buSzPct val="80000"/>
        <a:buFont typeface="Wingdings 3" charset="2"/>
        <a:buChar char=""/>
        <a:defRPr sz="1470" b="0" i="0" kern="1200">
          <a:solidFill>
            <a:schemeClr val="tx1"/>
          </a:solidFill>
          <a:latin typeface="+mj-lt"/>
          <a:ea typeface="+mj-ea"/>
          <a:cs typeface="+mj-cs"/>
        </a:defRPr>
      </a:lvl6pPr>
      <a:lvl7pPr marL="3119847" indent="-239988" algn="l" defTabSz="479976" rtl="0" eaLnBrk="1" latinLnBrk="0" hangingPunct="1">
        <a:spcBef>
          <a:spcPts val="1050"/>
        </a:spcBef>
        <a:spcAft>
          <a:spcPts val="0"/>
        </a:spcAft>
        <a:buClr>
          <a:schemeClr val="bg2">
            <a:lumMod val="40000"/>
            <a:lumOff val="60000"/>
          </a:schemeClr>
        </a:buClr>
        <a:buSzPct val="80000"/>
        <a:buFont typeface="Wingdings 3" charset="2"/>
        <a:buChar char=""/>
        <a:defRPr sz="1470" b="0" i="0" kern="1200">
          <a:solidFill>
            <a:schemeClr val="tx1"/>
          </a:solidFill>
          <a:latin typeface="+mj-lt"/>
          <a:ea typeface="+mj-ea"/>
          <a:cs typeface="+mj-cs"/>
        </a:defRPr>
      </a:lvl7pPr>
      <a:lvl8pPr marL="3599824" indent="-239988" algn="l" defTabSz="479976" rtl="0" eaLnBrk="1" latinLnBrk="0" hangingPunct="1">
        <a:spcBef>
          <a:spcPts val="1050"/>
        </a:spcBef>
        <a:spcAft>
          <a:spcPts val="0"/>
        </a:spcAft>
        <a:buClr>
          <a:schemeClr val="bg2">
            <a:lumMod val="40000"/>
            <a:lumOff val="60000"/>
          </a:schemeClr>
        </a:buClr>
        <a:buSzPct val="80000"/>
        <a:buFont typeface="Wingdings 3" charset="2"/>
        <a:buChar char=""/>
        <a:defRPr sz="1470" b="0" i="0" kern="1200">
          <a:solidFill>
            <a:schemeClr val="tx1"/>
          </a:solidFill>
          <a:latin typeface="+mj-lt"/>
          <a:ea typeface="+mj-ea"/>
          <a:cs typeface="+mj-cs"/>
        </a:defRPr>
      </a:lvl8pPr>
      <a:lvl9pPr marL="4079800" indent="-239988" algn="l" defTabSz="479976" rtl="0" eaLnBrk="1" latinLnBrk="0" hangingPunct="1">
        <a:spcBef>
          <a:spcPts val="1050"/>
        </a:spcBef>
        <a:spcAft>
          <a:spcPts val="0"/>
        </a:spcAft>
        <a:buClr>
          <a:schemeClr val="bg2">
            <a:lumMod val="40000"/>
            <a:lumOff val="60000"/>
          </a:schemeClr>
        </a:buClr>
        <a:buSzPct val="80000"/>
        <a:buFont typeface="Wingdings 3" charset="2"/>
        <a:buChar char=""/>
        <a:defRPr sz="1470" b="0" i="0" kern="1200">
          <a:solidFill>
            <a:schemeClr val="tx1"/>
          </a:solidFill>
          <a:latin typeface="+mj-lt"/>
          <a:ea typeface="+mj-ea"/>
          <a:cs typeface="+mj-cs"/>
        </a:defRPr>
      </a:lvl9pPr>
    </p:bodyStyle>
    <p:otherStyle>
      <a:defPPr>
        <a:defRPr lang="en-US"/>
      </a:defPPr>
      <a:lvl1pPr marL="0" algn="l" defTabSz="479976" rtl="0" eaLnBrk="1" latinLnBrk="0" hangingPunct="1">
        <a:defRPr sz="1890" kern="1200">
          <a:solidFill>
            <a:schemeClr val="tx1"/>
          </a:solidFill>
          <a:latin typeface="+mn-lt"/>
          <a:ea typeface="+mn-ea"/>
          <a:cs typeface="+mn-cs"/>
        </a:defRPr>
      </a:lvl1pPr>
      <a:lvl2pPr marL="479976" algn="l" defTabSz="479976" rtl="0" eaLnBrk="1" latinLnBrk="0" hangingPunct="1">
        <a:defRPr sz="1890" kern="1200">
          <a:solidFill>
            <a:schemeClr val="tx1"/>
          </a:solidFill>
          <a:latin typeface="+mn-lt"/>
          <a:ea typeface="+mn-ea"/>
          <a:cs typeface="+mn-cs"/>
        </a:defRPr>
      </a:lvl2pPr>
      <a:lvl3pPr marL="959953" algn="l" defTabSz="479976" rtl="0" eaLnBrk="1" latinLnBrk="0" hangingPunct="1">
        <a:defRPr sz="1890" kern="1200">
          <a:solidFill>
            <a:schemeClr val="tx1"/>
          </a:solidFill>
          <a:latin typeface="+mn-lt"/>
          <a:ea typeface="+mn-ea"/>
          <a:cs typeface="+mn-cs"/>
        </a:defRPr>
      </a:lvl3pPr>
      <a:lvl4pPr marL="1439929" algn="l" defTabSz="479976" rtl="0" eaLnBrk="1" latinLnBrk="0" hangingPunct="1">
        <a:defRPr sz="1890" kern="1200">
          <a:solidFill>
            <a:schemeClr val="tx1"/>
          </a:solidFill>
          <a:latin typeface="+mn-lt"/>
          <a:ea typeface="+mn-ea"/>
          <a:cs typeface="+mn-cs"/>
        </a:defRPr>
      </a:lvl4pPr>
      <a:lvl5pPr marL="1919907" algn="l" defTabSz="479976" rtl="0" eaLnBrk="1" latinLnBrk="0" hangingPunct="1">
        <a:defRPr sz="1890" kern="1200">
          <a:solidFill>
            <a:schemeClr val="tx1"/>
          </a:solidFill>
          <a:latin typeface="+mn-lt"/>
          <a:ea typeface="+mn-ea"/>
          <a:cs typeface="+mn-cs"/>
        </a:defRPr>
      </a:lvl5pPr>
      <a:lvl6pPr marL="2399883" algn="l" defTabSz="479976" rtl="0" eaLnBrk="1" latinLnBrk="0" hangingPunct="1">
        <a:defRPr sz="1890" kern="1200">
          <a:solidFill>
            <a:schemeClr val="tx1"/>
          </a:solidFill>
          <a:latin typeface="+mn-lt"/>
          <a:ea typeface="+mn-ea"/>
          <a:cs typeface="+mn-cs"/>
        </a:defRPr>
      </a:lvl6pPr>
      <a:lvl7pPr marL="2879860" algn="l" defTabSz="479976" rtl="0" eaLnBrk="1" latinLnBrk="0" hangingPunct="1">
        <a:defRPr sz="1890" kern="1200">
          <a:solidFill>
            <a:schemeClr val="tx1"/>
          </a:solidFill>
          <a:latin typeface="+mn-lt"/>
          <a:ea typeface="+mn-ea"/>
          <a:cs typeface="+mn-cs"/>
        </a:defRPr>
      </a:lvl7pPr>
      <a:lvl8pPr marL="3359836" algn="l" defTabSz="479976" rtl="0" eaLnBrk="1" latinLnBrk="0" hangingPunct="1">
        <a:defRPr sz="1890" kern="1200">
          <a:solidFill>
            <a:schemeClr val="tx1"/>
          </a:solidFill>
          <a:latin typeface="+mn-lt"/>
          <a:ea typeface="+mn-ea"/>
          <a:cs typeface="+mn-cs"/>
        </a:defRPr>
      </a:lvl8pPr>
      <a:lvl9pPr marL="3839813" algn="l" defTabSz="479976"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zh-CN" sz="6000" dirty="0"/>
              <a:t>微课（</a:t>
            </a:r>
            <a:r>
              <a:rPr lang="en-US" altLang="zh-CN" sz="6000" dirty="0"/>
              <a:t>Micro-lecture</a:t>
            </a:r>
            <a:r>
              <a:rPr lang="zh-CN" altLang="zh-CN" sz="6000" dirty="0"/>
              <a:t>）</a:t>
            </a:r>
            <a:endParaRPr lang="zh-CN" altLang="en-US" sz="6000" dirty="0"/>
          </a:p>
        </p:txBody>
      </p:sp>
      <p:sp>
        <p:nvSpPr>
          <p:cNvPr id="5" name="副标题 4"/>
          <p:cNvSpPr>
            <a:spLocks noGrp="1"/>
          </p:cNvSpPr>
          <p:nvPr>
            <p:ph type="subTitle" idx="1"/>
          </p:nvPr>
        </p:nvSpPr>
        <p:spPr/>
        <p:txBody>
          <a:bodyPr>
            <a:normAutofit/>
          </a:bodyPr>
          <a:lstStyle/>
          <a:p>
            <a:r>
              <a:rPr lang="zh-CN" altLang="en-US" sz="4800" dirty="0" smtClean="0">
                <a:latin typeface="微软雅黑" panose="020B0503020204020204" pitchFamily="34" charset="-122"/>
                <a:ea typeface="微软雅黑" panose="020B0503020204020204" pitchFamily="34" charset="-122"/>
              </a:rPr>
              <a:t>培训教程</a:t>
            </a:r>
            <a:endParaRPr lang="zh-CN" altLang="en-US" sz="4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12512494"/>
      </p:ext>
    </p:extLst>
  </p:cSld>
  <p:clrMapOvr>
    <a:masterClrMapping/>
  </p:clrMapOvr>
  <mc:AlternateContent xmlns:mc="http://schemas.openxmlformats.org/markup-compatibility/2006" xmlns:p14="http://schemas.microsoft.com/office/powerpoint/2010/main">
    <mc:Choice Requires="p14">
      <p:transition spd="slow" p14:dur="1250">
        <p14:switch dir="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微课定义</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3098232176"/>
              </p:ext>
            </p:extLst>
          </p:nvPr>
        </p:nvGraphicFramePr>
        <p:xfrm>
          <a:off x="1010197" y="2155097"/>
          <a:ext cx="8191480" cy="44042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5584732"/>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 by="(-#ppt_w*2)" calcmode="lin" valueType="num">
                                      <p:cBhvr rctx="PPT">
                                        <p:cTn id="7" dur="500" autoRev="1" fill="hold">
                                          <p:stCondLst>
                                            <p:cond delay="0"/>
                                          </p:stCondLst>
                                        </p:cTn>
                                        <p:tgtEl>
                                          <p:spTgt spid="2"/>
                                        </p:tgtEl>
                                        <p:attrNameLst>
                                          <p:attrName>ppt_w</p:attrName>
                                        </p:attrNameLst>
                                      </p:cBhvr>
                                    </p:anim>
                                    <p:anim by="(#ppt_w*0.50)" calcmode="lin" valueType="num">
                                      <p:cBhvr>
                                        <p:cTn id="8" dur="500" decel="50000" autoRev="1" fill="hold">
                                          <p:stCondLst>
                                            <p:cond delay="0"/>
                                          </p:stCondLst>
                                        </p:cTn>
                                        <p:tgtEl>
                                          <p:spTgt spid="2"/>
                                        </p:tgtEl>
                                        <p:attrNameLst>
                                          <p:attrName>ppt_x</p:attrName>
                                        </p:attrNameLst>
                                      </p:cBhvr>
                                    </p:anim>
                                    <p:anim from="(-#ppt_h/2)" to="(#ppt_y)" calcmode="lin" valueType="num">
                                      <p:cBhvr>
                                        <p:cTn id="9" dur="1000" fill="hold">
                                          <p:stCondLst>
                                            <p:cond delay="0"/>
                                          </p:stCondLst>
                                        </p:cTn>
                                        <p:tgtEl>
                                          <p:spTgt spid="2"/>
                                        </p:tgtEl>
                                        <p:attrNameLst>
                                          <p:attrName>ppt_y</p:attrName>
                                        </p:attrNameLst>
                                      </p:cBhvr>
                                    </p:anim>
                                    <p:animRot by="21600000">
                                      <p:cBhvr>
                                        <p:cTn id="10" dur="1000" fill="hold">
                                          <p:stCondLst>
                                            <p:cond delay="0"/>
                                          </p:stCondLst>
                                        </p:cTn>
                                        <p:tgtEl>
                                          <p:spTgt spid="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500"/>
                                  </p:stCondLst>
                                  <p:childTnLst>
                                    <p:set>
                                      <p:cBhvr>
                                        <p:cTn id="14" dur="1" fill="hold">
                                          <p:stCondLst>
                                            <p:cond delay="0"/>
                                          </p:stCondLst>
                                        </p:cTn>
                                        <p:tgtEl>
                                          <p:spTgt spid="4">
                                            <p:graphicEl>
                                              <a:dgm id="{04AC0293-B381-4150-A190-F136340075B0}"/>
                                            </p:graphicEl>
                                          </p:spTgt>
                                        </p:tgtEl>
                                        <p:attrNameLst>
                                          <p:attrName>style.visibility</p:attrName>
                                        </p:attrNameLst>
                                      </p:cBhvr>
                                      <p:to>
                                        <p:strVal val="visible"/>
                                      </p:to>
                                    </p:set>
                                    <p:anim calcmode="lin" valueType="num">
                                      <p:cBhvr>
                                        <p:cTn id="15" dur="1500" fill="hold"/>
                                        <p:tgtEl>
                                          <p:spTgt spid="4">
                                            <p:graphicEl>
                                              <a:dgm id="{04AC0293-B381-4150-A190-F136340075B0}"/>
                                            </p:graphicEl>
                                          </p:spTgt>
                                        </p:tgtEl>
                                        <p:attrNameLst>
                                          <p:attrName>ppt_w</p:attrName>
                                        </p:attrNameLst>
                                      </p:cBhvr>
                                      <p:tavLst>
                                        <p:tav tm="0">
                                          <p:val>
                                            <p:fltVal val="0"/>
                                          </p:val>
                                        </p:tav>
                                        <p:tav tm="100000">
                                          <p:val>
                                            <p:strVal val="#ppt_w"/>
                                          </p:val>
                                        </p:tav>
                                      </p:tavLst>
                                    </p:anim>
                                    <p:anim calcmode="lin" valueType="num">
                                      <p:cBhvr>
                                        <p:cTn id="16" dur="1500" fill="hold"/>
                                        <p:tgtEl>
                                          <p:spTgt spid="4">
                                            <p:graphicEl>
                                              <a:dgm id="{04AC0293-B381-4150-A190-F136340075B0}"/>
                                            </p:graphicEl>
                                          </p:spTgt>
                                        </p:tgtEl>
                                        <p:attrNameLst>
                                          <p:attrName>ppt_h</p:attrName>
                                        </p:attrNameLst>
                                      </p:cBhvr>
                                      <p:tavLst>
                                        <p:tav tm="0">
                                          <p:val>
                                            <p:fltVal val="0"/>
                                          </p:val>
                                        </p:tav>
                                        <p:tav tm="100000">
                                          <p:val>
                                            <p:strVal val="#ppt_h"/>
                                          </p:val>
                                        </p:tav>
                                      </p:tavLst>
                                    </p:anim>
                                    <p:anim calcmode="lin" valueType="num">
                                      <p:cBhvr>
                                        <p:cTn id="17" dur="1500" fill="hold"/>
                                        <p:tgtEl>
                                          <p:spTgt spid="4">
                                            <p:graphicEl>
                                              <a:dgm id="{04AC0293-B381-4150-A190-F136340075B0}"/>
                                            </p:graphicEl>
                                          </p:spTgt>
                                        </p:tgtEl>
                                        <p:attrNameLst>
                                          <p:attrName>style.rotation</p:attrName>
                                        </p:attrNameLst>
                                      </p:cBhvr>
                                      <p:tavLst>
                                        <p:tav tm="0">
                                          <p:val>
                                            <p:fltVal val="90"/>
                                          </p:val>
                                        </p:tav>
                                        <p:tav tm="100000">
                                          <p:val>
                                            <p:fltVal val="0"/>
                                          </p:val>
                                        </p:tav>
                                      </p:tavLst>
                                    </p:anim>
                                    <p:animEffect transition="in" filter="fade">
                                      <p:cBhvr>
                                        <p:cTn id="18" dur="1500"/>
                                        <p:tgtEl>
                                          <p:spTgt spid="4">
                                            <p:graphicEl>
                                              <a:dgm id="{04AC0293-B381-4150-A190-F136340075B0}"/>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500"/>
                                  </p:stCondLst>
                                  <p:childTnLst>
                                    <p:set>
                                      <p:cBhvr>
                                        <p:cTn id="22" dur="1" fill="hold">
                                          <p:stCondLst>
                                            <p:cond delay="0"/>
                                          </p:stCondLst>
                                        </p:cTn>
                                        <p:tgtEl>
                                          <p:spTgt spid="4">
                                            <p:graphicEl>
                                              <a:dgm id="{C2FAF3CE-AE2A-44AF-81E3-DAD758AF524E}"/>
                                            </p:graphicEl>
                                          </p:spTgt>
                                        </p:tgtEl>
                                        <p:attrNameLst>
                                          <p:attrName>style.visibility</p:attrName>
                                        </p:attrNameLst>
                                      </p:cBhvr>
                                      <p:to>
                                        <p:strVal val="visible"/>
                                      </p:to>
                                    </p:set>
                                    <p:anim calcmode="lin" valueType="num">
                                      <p:cBhvr>
                                        <p:cTn id="23" dur="1500" fill="hold"/>
                                        <p:tgtEl>
                                          <p:spTgt spid="4">
                                            <p:graphicEl>
                                              <a:dgm id="{C2FAF3CE-AE2A-44AF-81E3-DAD758AF524E}"/>
                                            </p:graphicEl>
                                          </p:spTgt>
                                        </p:tgtEl>
                                        <p:attrNameLst>
                                          <p:attrName>ppt_w</p:attrName>
                                        </p:attrNameLst>
                                      </p:cBhvr>
                                      <p:tavLst>
                                        <p:tav tm="0">
                                          <p:val>
                                            <p:fltVal val="0"/>
                                          </p:val>
                                        </p:tav>
                                        <p:tav tm="100000">
                                          <p:val>
                                            <p:strVal val="#ppt_w"/>
                                          </p:val>
                                        </p:tav>
                                      </p:tavLst>
                                    </p:anim>
                                    <p:anim calcmode="lin" valueType="num">
                                      <p:cBhvr>
                                        <p:cTn id="24" dur="1500" fill="hold"/>
                                        <p:tgtEl>
                                          <p:spTgt spid="4">
                                            <p:graphicEl>
                                              <a:dgm id="{C2FAF3CE-AE2A-44AF-81E3-DAD758AF524E}"/>
                                            </p:graphicEl>
                                          </p:spTgt>
                                        </p:tgtEl>
                                        <p:attrNameLst>
                                          <p:attrName>ppt_h</p:attrName>
                                        </p:attrNameLst>
                                      </p:cBhvr>
                                      <p:tavLst>
                                        <p:tav tm="0">
                                          <p:val>
                                            <p:fltVal val="0"/>
                                          </p:val>
                                        </p:tav>
                                        <p:tav tm="100000">
                                          <p:val>
                                            <p:strVal val="#ppt_h"/>
                                          </p:val>
                                        </p:tav>
                                      </p:tavLst>
                                    </p:anim>
                                    <p:anim calcmode="lin" valueType="num">
                                      <p:cBhvr>
                                        <p:cTn id="25" dur="1500" fill="hold"/>
                                        <p:tgtEl>
                                          <p:spTgt spid="4">
                                            <p:graphicEl>
                                              <a:dgm id="{C2FAF3CE-AE2A-44AF-81E3-DAD758AF524E}"/>
                                            </p:graphicEl>
                                          </p:spTgt>
                                        </p:tgtEl>
                                        <p:attrNameLst>
                                          <p:attrName>style.rotation</p:attrName>
                                        </p:attrNameLst>
                                      </p:cBhvr>
                                      <p:tavLst>
                                        <p:tav tm="0">
                                          <p:val>
                                            <p:fltVal val="90"/>
                                          </p:val>
                                        </p:tav>
                                        <p:tav tm="100000">
                                          <p:val>
                                            <p:fltVal val="0"/>
                                          </p:val>
                                        </p:tav>
                                      </p:tavLst>
                                    </p:anim>
                                    <p:animEffect transition="in" filter="fade">
                                      <p:cBhvr>
                                        <p:cTn id="26" dur="1500"/>
                                        <p:tgtEl>
                                          <p:spTgt spid="4">
                                            <p:graphicEl>
                                              <a:dgm id="{C2FAF3CE-AE2A-44AF-81E3-DAD758AF524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4" grpId="0">
        <p:bldSub>
          <a:bldDgm bld="one"/>
        </p:bldSub>
      </p:bldGraphic>
    </p:bldLst>
  </p:timing>
</p:sld>
</file>

<file path=ppt/slides/slide3.xml><?xml version="1.0" encoding="utf-8"?>
<p:sld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the One Minute Professor</a:t>
            </a:r>
            <a:endParaRPr lang="zh-CN" altLang="en-US" dirty="0"/>
          </a:p>
        </p:txBody>
      </p:sp>
      <p:sp>
        <p:nvSpPr>
          <p:cNvPr id="3" name="内容占位符 2"/>
          <p:cNvSpPr>
            <a:spLocks noGrp="1"/>
          </p:cNvSpPr>
          <p:nvPr>
            <p:ph sz="half" idx="1"/>
          </p:nvPr>
        </p:nvSpPr>
        <p:spPr/>
        <p:txBody>
          <a:bodyPr/>
          <a:lstStyle/>
          <a:p>
            <a:r>
              <a:rPr lang="zh-CN" altLang="zh-CN" dirty="0"/>
              <a:t>"微课程"这个概念，它最早是由美国新墨西哥州圣胡安学院的高级教学设计师、学院在线服务经理戴维·彭罗斯（David Penrose）于2008年秋首创的。</a:t>
            </a:r>
          </a:p>
          <a:p>
            <a:r>
              <a:rPr lang="zh-CN" altLang="zh-CN" dirty="0"/>
              <a:t>后来，戴维·彭罗斯被人们戏称为"一分钟教授"(the One Minute Professor)</a:t>
            </a:r>
            <a:r>
              <a:rPr lang="zh-CN" altLang="zh-CN" dirty="0" smtClean="0"/>
              <a:t>。</a:t>
            </a:r>
            <a:endParaRPr lang="zh-CN" altLang="zh-CN" dirty="0"/>
          </a:p>
        </p:txBody>
      </p:sp>
      <p:pic>
        <p:nvPicPr>
          <p:cNvPr id="6" name="内容占位符 5"/>
          <p:cNvPicPr>
            <a:picLocks noGrp="1" noChangeAspect="1"/>
          </p:cNvPicPr>
          <p:nvPr>
            <p:ph sz="half" idx="2"/>
          </p:nvPr>
        </p:nvPicPr>
        <p:blipFill>
          <a:blip r:embed="rId2">
            <a:extLst>
              <a:ext uri="{BEBA8EAE-BF5A-486C-A8C5-ECC9F3942E4B}">
                <a14:imgProps xmlns:a14="http://schemas.microsoft.com/office/drawing/2010/main">
                  <a14:imgLayer r:embed="rId3">
                    <a14:imgEffect>
                      <a14:artisticMosiaicBubbles/>
                    </a14:imgEffect>
                  </a14:imgLayer>
                </a14:imgProps>
              </a:ext>
              <a:ext uri="{28A0092B-C50C-407E-A947-70E740481C1C}">
                <a14:useLocalDpi xmlns:a14="http://schemas.microsoft.com/office/drawing/2010/main" val="0"/>
              </a:ext>
            </a:extLst>
          </a:blip>
          <a:stretch>
            <a:fillRect/>
          </a:stretch>
        </p:blipFill>
        <p:spPr>
          <a:xfrm>
            <a:off x="5148000" y="1980000"/>
            <a:ext cx="3612857" cy="360000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slope"/>
            <a:extrusionClr>
              <a:srgbClr val="000000"/>
            </a:extrusionClr>
          </a:sp3d>
        </p:spPr>
      </p:pic>
    </p:spTree>
    <p:extLst>
      <p:ext uri="{BB962C8B-B14F-4D97-AF65-F5344CB8AC3E}">
        <p14:creationId xmlns:p14="http://schemas.microsoft.com/office/powerpoint/2010/main" val="757180831"/>
      </p:ext>
    </p:extLst>
  </p:cSld>
  <p:clrMapOvr>
    <a:masterClrMapping/>
  </p:clrMapOvr>
  <mc:AlternateContent xmlns:mc="http://schemas.openxmlformats.org/markup-compatibility/2006" xmlns:p14="http://schemas.microsoft.com/office/powerpoint/2010/main">
    <mc:Choice Requires="p14">
      <p:transition spd="slow" p14:dur="1250">
        <p14:switch dir="l"/>
      </p:transition>
    </mc:Choice>
    <mc:Fallback xmlns:a14="http://schemas.microsoft.com/office/drawing/2010/main">
      <p:transition spd="slow">
        <p:fade/>
      </p:transition>
    </mc:Fallback>
  </mc:AlternateContent>
  <p:timing>
    <p:tnLst>
      <p:par>
        <p:cTn id="1" dur="indefinite" restart="never" nodeType="tmRoot"/>
      </p:par>
    </p:tnLst>
  </p:timing>
</p:sld>
</file>

<file path=ppt/slides/slide4.xml><?xml version="1.0" encoding="utf-8"?>
<p:sld xmlns:a14="http://schemas.microsoft.com/office/drawing/2010/main" xmlns:p14="http://schemas.microsoft.com/office/powerpoint/2010/main" xmlns:mc="http://schemas.openxmlformats.org/markup-compatibility/2006"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6600" dirty="0" smtClean="0"/>
              <a:t>微课内容组成</a:t>
            </a:r>
            <a:endParaRPr lang="zh-CN" altLang="en-US" sz="6600"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3421" y="2448000"/>
            <a:ext cx="4773282" cy="39600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256322856"/>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a14="http://schemas.microsoft.com/office/drawing/2010/main">
      <p:transition spd="slow">
        <p:checker dir="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微</a:t>
            </a:r>
            <a:r>
              <a:rPr lang="zh-CN" altLang="en-US" dirty="0" smtClean="0"/>
              <a:t>课的优缺点</a:t>
            </a:r>
            <a:endParaRPr lang="zh-CN" altLang="en-US" dirty="0"/>
          </a:p>
        </p:txBody>
      </p:sp>
      <p:sp>
        <p:nvSpPr>
          <p:cNvPr id="5" name="文本占位符 4"/>
          <p:cNvSpPr>
            <a:spLocks noGrp="1"/>
          </p:cNvSpPr>
          <p:nvPr>
            <p:ph type="body" idx="1"/>
          </p:nvPr>
        </p:nvSpPr>
        <p:spPr/>
        <p:txBody>
          <a:bodyPr/>
          <a:lstStyle/>
          <a:p>
            <a:r>
              <a:rPr lang="zh-CN" altLang="en-US" dirty="0" smtClean="0"/>
              <a:t>微课的优点</a:t>
            </a:r>
            <a:endParaRPr lang="zh-CN" altLang="en-US" dirty="0"/>
          </a:p>
        </p:txBody>
      </p:sp>
      <p:sp>
        <p:nvSpPr>
          <p:cNvPr id="6" name="内容占位符 5"/>
          <p:cNvSpPr>
            <a:spLocks noGrp="1"/>
          </p:cNvSpPr>
          <p:nvPr>
            <p:ph sz="half" idx="2"/>
          </p:nvPr>
        </p:nvSpPr>
        <p:spPr/>
        <p:txBody>
          <a:bodyPr/>
          <a:lstStyle/>
          <a:p>
            <a:r>
              <a:rPr lang="en-US" altLang="zh-CN" dirty="0" smtClean="0"/>
              <a:t>1.</a:t>
            </a:r>
            <a:r>
              <a:rPr lang="zh-CN" altLang="en-US" dirty="0" smtClean="0"/>
              <a:t>随时随地网络学习。</a:t>
            </a:r>
            <a:endParaRPr lang="en-US" altLang="zh-CN" dirty="0" smtClean="0"/>
          </a:p>
          <a:p>
            <a:r>
              <a:rPr lang="en-US" altLang="zh-CN" dirty="0" smtClean="0"/>
              <a:t>2.</a:t>
            </a:r>
            <a:r>
              <a:rPr lang="zh-CN" altLang="en-US" dirty="0" smtClean="0"/>
              <a:t>内容少，效果立竿见影。</a:t>
            </a:r>
            <a:endParaRPr lang="zh-CN" altLang="en-US" dirty="0"/>
          </a:p>
        </p:txBody>
      </p:sp>
      <p:sp>
        <p:nvSpPr>
          <p:cNvPr id="7" name="文本占位符 6"/>
          <p:cNvSpPr>
            <a:spLocks noGrp="1"/>
          </p:cNvSpPr>
          <p:nvPr>
            <p:ph type="body" sz="quarter" idx="3"/>
          </p:nvPr>
        </p:nvSpPr>
        <p:spPr/>
        <p:txBody>
          <a:bodyPr/>
          <a:lstStyle/>
          <a:p>
            <a:r>
              <a:rPr lang="zh-CN" altLang="en-US" dirty="0" smtClean="0"/>
              <a:t>微课的不足</a:t>
            </a:r>
            <a:endParaRPr lang="zh-CN" altLang="en-US" dirty="0"/>
          </a:p>
        </p:txBody>
      </p:sp>
      <p:sp>
        <p:nvSpPr>
          <p:cNvPr id="8" name="内容占位符 7"/>
          <p:cNvSpPr>
            <a:spLocks noGrp="1"/>
          </p:cNvSpPr>
          <p:nvPr>
            <p:ph sz="quarter" idx="4"/>
          </p:nvPr>
        </p:nvSpPr>
        <p:spPr/>
        <p:txBody>
          <a:bodyPr/>
          <a:lstStyle/>
          <a:p>
            <a:r>
              <a:rPr lang="en-US" altLang="zh-CN" dirty="0" smtClean="0"/>
              <a:t>1.</a:t>
            </a:r>
            <a:r>
              <a:rPr lang="zh-CN" altLang="en-US" dirty="0" smtClean="0"/>
              <a:t>碎片化，不系统。</a:t>
            </a:r>
            <a:endParaRPr lang="en-US" altLang="zh-CN" dirty="0" smtClean="0"/>
          </a:p>
          <a:p>
            <a:r>
              <a:rPr lang="en-US" altLang="zh-CN" dirty="0" smtClean="0"/>
              <a:t>2.</a:t>
            </a:r>
            <a:r>
              <a:rPr lang="zh-CN" altLang="en-US" dirty="0" smtClean="0"/>
              <a:t>不适合长期学校教学。</a:t>
            </a:r>
            <a:endParaRPr lang="zh-CN" altLang="en-US" dirty="0"/>
          </a:p>
        </p:txBody>
      </p:sp>
    </p:spTree>
    <p:extLst>
      <p:ext uri="{BB962C8B-B14F-4D97-AF65-F5344CB8AC3E}">
        <p14:creationId xmlns:p14="http://schemas.microsoft.com/office/powerpoint/2010/main" val="1631880730"/>
      </p:ext>
    </p:extLst>
  </p:cSld>
  <p:clrMapOvr>
    <a:masterClrMapping/>
  </p:clrMapOvr>
  <mc:AlternateContent xmlns:mc="http://schemas.openxmlformats.org/markup-compatibility/2006" xmlns:p14="http://schemas.microsoft.com/office/powerpoint/2010/main">
    <mc:Choice Requires="p14">
      <p:transition spd="slow" p14:dur="1250">
        <p14:switch dir="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微课的分类</a:t>
            </a:r>
            <a:endParaRPr lang="zh-CN" altLang="en-US" dirty="0"/>
          </a:p>
        </p:txBody>
      </p:sp>
      <p:graphicFrame>
        <p:nvGraphicFramePr>
          <p:cNvPr id="10" name="内容占位符 9"/>
          <p:cNvGraphicFramePr>
            <a:graphicFrameLocks noGrp="1"/>
          </p:cNvGraphicFramePr>
          <p:nvPr>
            <p:ph idx="1"/>
            <p:extLst>
              <p:ext uri="{D42A27DB-BD31-4B8C-83A1-F6EECF244321}">
                <p14:modId xmlns:p14="http://schemas.microsoft.com/office/powerpoint/2010/main" val="1759234174"/>
              </p:ext>
            </p:extLst>
          </p:nvPr>
        </p:nvGraphicFramePr>
        <p:xfrm>
          <a:off x="1009650" y="1620000"/>
          <a:ext cx="9396000" cy="5160240"/>
        </p:xfrm>
        <a:graphic>
          <a:graphicData uri="http://schemas.openxmlformats.org/drawingml/2006/table">
            <a:tbl>
              <a:tblPr firstRow="1" bandRow="1">
                <a:tableStyleId>{00A15C55-8517-42AA-B614-E9B94910E393}</a:tableStyleId>
              </a:tblPr>
              <a:tblGrid>
                <a:gridCol w="1332000">
                  <a:extLst>
                    <a:ext uri="{9D8B030D-6E8A-4147-A177-3AD203B41FA5}">
                      <a16:colId xmlns:a16="http://schemas.microsoft.com/office/drawing/2014/main" val="532251348"/>
                    </a:ext>
                  </a:extLst>
                </a:gridCol>
                <a:gridCol w="936000">
                  <a:extLst>
                    <a:ext uri="{9D8B030D-6E8A-4147-A177-3AD203B41FA5}">
                      <a16:colId xmlns:a16="http://schemas.microsoft.com/office/drawing/2014/main" val="2788599780"/>
                    </a:ext>
                  </a:extLst>
                </a:gridCol>
                <a:gridCol w="1008000">
                  <a:extLst>
                    <a:ext uri="{9D8B030D-6E8A-4147-A177-3AD203B41FA5}">
                      <a16:colId xmlns:a16="http://schemas.microsoft.com/office/drawing/2014/main" val="1548141843"/>
                    </a:ext>
                  </a:extLst>
                </a:gridCol>
                <a:gridCol w="6120000">
                  <a:extLst>
                    <a:ext uri="{9D8B030D-6E8A-4147-A177-3AD203B41FA5}">
                      <a16:colId xmlns:a16="http://schemas.microsoft.com/office/drawing/2014/main" val="4144060298"/>
                    </a:ext>
                  </a:extLst>
                </a:gridCol>
              </a:tblGrid>
              <a:tr h="540000">
                <a:tc>
                  <a:txBody>
                    <a:bodyPr/>
                    <a:lstStyle/>
                    <a:p>
                      <a:pPr algn="ctr"/>
                      <a:r>
                        <a:rPr lang="zh-CN" altLang="en-US" sz="1400" dirty="0" smtClean="0">
                          <a:solidFill>
                            <a:srgbClr val="FFFF00"/>
                          </a:solidFill>
                          <a:latin typeface="微软雅黑" panose="020B0503020204020204" pitchFamily="34" charset="-122"/>
                          <a:ea typeface="微软雅黑" panose="020B0503020204020204" pitchFamily="34" charset="-122"/>
                        </a:rPr>
                        <a:t>分类依据</a:t>
                      </a:r>
                      <a:endParaRPr lang="zh-CN" altLang="en-US" sz="1400" dirty="0">
                        <a:solidFill>
                          <a:srgbClr val="FFFF0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smtClean="0">
                          <a:solidFill>
                            <a:srgbClr val="FFFF00"/>
                          </a:solidFill>
                          <a:latin typeface="微软雅黑" panose="020B0503020204020204" pitchFamily="34" charset="-122"/>
                          <a:ea typeface="微软雅黑" panose="020B0503020204020204" pitchFamily="34" charset="-122"/>
                        </a:rPr>
                        <a:t>常用教学方法</a:t>
                      </a:r>
                      <a:endParaRPr lang="zh-CN" altLang="en-US" sz="1400" dirty="0">
                        <a:solidFill>
                          <a:srgbClr val="FFFF0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smtClean="0">
                          <a:solidFill>
                            <a:srgbClr val="FFFF00"/>
                          </a:solidFill>
                          <a:latin typeface="微软雅黑" panose="020B0503020204020204" pitchFamily="34" charset="-122"/>
                          <a:ea typeface="微软雅黑" panose="020B0503020204020204" pitchFamily="34" charset="-122"/>
                        </a:rPr>
                        <a:t>微课类型</a:t>
                      </a:r>
                      <a:endParaRPr lang="zh-CN" altLang="en-US" sz="1400" dirty="0">
                        <a:solidFill>
                          <a:srgbClr val="FFFF0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smtClean="0">
                          <a:solidFill>
                            <a:srgbClr val="FFFF00"/>
                          </a:solidFill>
                          <a:latin typeface="微软雅黑" panose="020B0503020204020204" pitchFamily="34" charset="-122"/>
                          <a:ea typeface="微软雅黑" panose="020B0503020204020204" pitchFamily="34" charset="-122"/>
                        </a:rPr>
                        <a:t>适用范围</a:t>
                      </a:r>
                      <a:endParaRPr lang="zh-CN" altLang="en-US" sz="1400" dirty="0">
                        <a:solidFill>
                          <a:srgbClr val="FFFF0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026322703"/>
                  </a:ext>
                </a:extLst>
              </a:tr>
              <a:tr h="540000">
                <a:tc rowSpan="3">
                  <a:txBody>
                    <a:bodyPr/>
                    <a:lstStyle/>
                    <a:p>
                      <a:pPr algn="ctr"/>
                      <a:r>
                        <a:rPr lang="zh-CN" altLang="en-US" sz="1400" b="1" dirty="0" smtClean="0">
                          <a:solidFill>
                            <a:srgbClr val="002060"/>
                          </a:solidFill>
                          <a:latin typeface="微软雅黑" panose="020B0503020204020204" pitchFamily="34" charset="-122"/>
                          <a:ea typeface="微软雅黑" panose="020B0503020204020204" pitchFamily="34" charset="-122"/>
                        </a:rPr>
                        <a:t>以语言传递信息为主的方法</a:t>
                      </a:r>
                      <a:endParaRPr lang="zh-CN" altLang="en-US" sz="1400" b="1"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1200" dirty="0" smtClean="0"/>
                        <a:t>讲授法</a:t>
                      </a:r>
                      <a:endParaRPr lang="zh-CN" altLang="en-US" sz="1200" dirty="0"/>
                    </a:p>
                  </a:txBody>
                  <a:tcPr anchor="ctr"/>
                </a:tc>
                <a:tc>
                  <a:txBody>
                    <a:bodyPr/>
                    <a:lstStyle/>
                    <a:p>
                      <a:pPr algn="ctr"/>
                      <a:r>
                        <a:rPr lang="zh-CN" altLang="en-US" sz="1200" dirty="0" smtClean="0"/>
                        <a:t>讲授类</a:t>
                      </a:r>
                      <a:endParaRPr lang="zh-CN" altLang="en-US" sz="1200" dirty="0"/>
                    </a:p>
                  </a:txBody>
                  <a:tcPr anchor="ctr"/>
                </a:tc>
                <a:tc>
                  <a:txBody>
                    <a:bodyPr/>
                    <a:lstStyle/>
                    <a:p>
                      <a:pPr algn="ctr"/>
                      <a:r>
                        <a:rPr lang="zh-CN" altLang="en-US" sz="1200" dirty="0" smtClean="0"/>
                        <a:t>适用于教师运用口头语言向学生传授知识（如描绘情境、叙述事实、解释概念、论证原理和阐明规律）。这是最常见、最主要的一种微课类型。</a:t>
                      </a:r>
                      <a:endParaRPr lang="zh-CN" altLang="en-US" sz="1200" dirty="0"/>
                    </a:p>
                  </a:txBody>
                  <a:tcPr anchor="ctr"/>
                </a:tc>
                <a:extLst>
                  <a:ext uri="{0D108BD9-81ED-4DB2-BD59-A6C34878D82A}">
                    <a16:rowId xmlns:a16="http://schemas.microsoft.com/office/drawing/2014/main" val="87027986"/>
                  </a:ext>
                </a:extLst>
              </a:tr>
              <a:tr h="540000">
                <a:tc vMerge="1">
                  <a:txBody>
                    <a:bodyPr/>
                    <a:lstStyle/>
                    <a:p>
                      <a:endParaRPr lang="zh-CN" altLang="en-US" dirty="0"/>
                    </a:p>
                  </a:txBody>
                  <a:tcPr/>
                </a:tc>
                <a:tc>
                  <a:txBody>
                    <a:bodyPr/>
                    <a:lstStyle/>
                    <a:p>
                      <a:pPr algn="ctr"/>
                      <a:r>
                        <a:rPr lang="zh-CN" altLang="en-US" sz="1200" dirty="0" smtClean="0"/>
                        <a:t>启发法</a:t>
                      </a:r>
                      <a:endParaRPr lang="zh-CN" altLang="en-US" sz="1200" dirty="0"/>
                    </a:p>
                  </a:txBody>
                  <a:tcPr anchor="ctr"/>
                </a:tc>
                <a:tc>
                  <a:txBody>
                    <a:bodyPr/>
                    <a:lstStyle/>
                    <a:p>
                      <a:pPr algn="ctr"/>
                      <a:r>
                        <a:rPr lang="zh-CN" altLang="en-US" sz="1200" dirty="0" smtClean="0"/>
                        <a:t>启发类</a:t>
                      </a:r>
                      <a:endParaRPr lang="zh-CN" altLang="en-US" sz="1200" dirty="0"/>
                    </a:p>
                  </a:txBody>
                  <a:tcPr anchor="ctr"/>
                </a:tc>
                <a:tc>
                  <a:txBody>
                    <a:bodyPr/>
                    <a:lstStyle/>
                    <a:p>
                      <a:pPr algn="ctr"/>
                      <a:r>
                        <a:rPr lang="zh-CN" altLang="en-US" sz="1200" dirty="0" smtClean="0"/>
                        <a:t>适用于教师在教学过程中根据教学任务和学习的客观规律，从学生的实际出发，采用多种方式，以启发学生的思维为核心，调动学生的学习主动性和积极性，促使他们活泼地学习。</a:t>
                      </a:r>
                      <a:endParaRPr lang="zh-CN" altLang="en-US" sz="1200" dirty="0"/>
                    </a:p>
                  </a:txBody>
                  <a:tcPr anchor="ctr"/>
                </a:tc>
                <a:extLst>
                  <a:ext uri="{0D108BD9-81ED-4DB2-BD59-A6C34878D82A}">
                    <a16:rowId xmlns:a16="http://schemas.microsoft.com/office/drawing/2014/main" val="144568678"/>
                  </a:ext>
                </a:extLst>
              </a:tr>
              <a:tr h="540000">
                <a:tc vMerge="1">
                  <a:txBody>
                    <a:bodyPr/>
                    <a:lstStyle/>
                    <a:p>
                      <a:endParaRPr lang="zh-CN" altLang="en-US" dirty="0"/>
                    </a:p>
                  </a:txBody>
                  <a:tcPr/>
                </a:tc>
                <a:tc>
                  <a:txBody>
                    <a:bodyPr/>
                    <a:lstStyle/>
                    <a:p>
                      <a:pPr algn="ctr"/>
                      <a:r>
                        <a:rPr lang="zh-CN" altLang="en-US" sz="1200" dirty="0" smtClean="0"/>
                        <a:t>讨论法</a:t>
                      </a:r>
                      <a:endParaRPr lang="zh-CN" altLang="en-US" sz="1200" dirty="0"/>
                    </a:p>
                  </a:txBody>
                  <a:tcPr anchor="ctr"/>
                </a:tc>
                <a:tc>
                  <a:txBody>
                    <a:bodyPr/>
                    <a:lstStyle/>
                    <a:p>
                      <a:pPr algn="ctr"/>
                      <a:r>
                        <a:rPr lang="zh-CN" altLang="en-US" sz="1200" dirty="0" smtClean="0"/>
                        <a:t>讨论类</a:t>
                      </a:r>
                      <a:endParaRPr lang="zh-CN" altLang="en-US" sz="1200" dirty="0"/>
                    </a:p>
                  </a:txBody>
                  <a:tcPr anchor="ctr"/>
                </a:tc>
                <a:tc>
                  <a:txBody>
                    <a:bodyPr/>
                    <a:lstStyle/>
                    <a:p>
                      <a:pPr algn="ctr"/>
                      <a:r>
                        <a:rPr lang="zh-CN" altLang="en-US" sz="1200" dirty="0" smtClean="0"/>
                        <a:t>适用于在教师指导下，由全班或小组围绕某一种中心问题通过发表各自意见和看法，共同研讨，相互启发，集思广益地进行学习。</a:t>
                      </a:r>
                      <a:endParaRPr lang="zh-CN" altLang="en-US" sz="1200" dirty="0"/>
                    </a:p>
                  </a:txBody>
                  <a:tcPr anchor="ctr"/>
                </a:tc>
                <a:extLst>
                  <a:ext uri="{0D108BD9-81ED-4DB2-BD59-A6C34878D82A}">
                    <a16:rowId xmlns:a16="http://schemas.microsoft.com/office/drawing/2014/main" val="1688242405"/>
                  </a:ext>
                </a:extLst>
              </a:tr>
              <a:tr h="540000">
                <a:tc rowSpan="2">
                  <a:txBody>
                    <a:bodyPr/>
                    <a:lstStyle/>
                    <a:p>
                      <a:pPr algn="ctr"/>
                      <a:r>
                        <a:rPr lang="zh-CN" altLang="en-US" sz="1400" b="1" dirty="0" smtClean="0">
                          <a:solidFill>
                            <a:srgbClr val="002060"/>
                          </a:solidFill>
                          <a:latin typeface="微软雅黑" panose="020B0503020204020204" pitchFamily="34" charset="-122"/>
                          <a:ea typeface="微软雅黑" panose="020B0503020204020204" pitchFamily="34" charset="-122"/>
                        </a:rPr>
                        <a:t>以实际训练为主的方法	练习法</a:t>
                      </a:r>
                      <a:endParaRPr lang="zh-CN" altLang="en-US" sz="1400" b="1"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1200" dirty="0" smtClean="0"/>
                        <a:t>练习法</a:t>
                      </a:r>
                      <a:endParaRPr lang="zh-CN" altLang="en-US" sz="1200" dirty="0"/>
                    </a:p>
                  </a:txBody>
                  <a:tcPr anchor="ctr"/>
                </a:tc>
                <a:tc>
                  <a:txBody>
                    <a:bodyPr/>
                    <a:lstStyle/>
                    <a:p>
                      <a:pPr algn="ctr"/>
                      <a:r>
                        <a:rPr lang="zh-CN" altLang="zh-CN" sz="1200" kern="1200" dirty="0" smtClean="0">
                          <a:solidFill>
                            <a:schemeClr val="dk1"/>
                          </a:solidFill>
                          <a:effectLst/>
                          <a:latin typeface="+mn-lt"/>
                          <a:ea typeface="+mn-ea"/>
                          <a:cs typeface="+mn-cs"/>
                        </a:rPr>
                        <a:t>练习类</a:t>
                      </a:r>
                      <a:endParaRPr lang="zh-CN" altLang="en-US" sz="1200" dirty="0"/>
                    </a:p>
                  </a:txBody>
                  <a:tcPr anchor="ctr"/>
                </a:tc>
                <a:tc>
                  <a:txBody>
                    <a:bodyPr/>
                    <a:lstStyle/>
                    <a:p>
                      <a:pPr algn="ctr"/>
                      <a:r>
                        <a:rPr lang="zh-CN" altLang="en-US" sz="1200" dirty="0" smtClean="0"/>
                        <a:t>适用于学生在教师的指导下，依靠自觉的控制和校正，反复地完成一定动作或活动方式，借以形成技能、技巧或行为习惯。尤其适合工具性学科和技能性学科。</a:t>
                      </a:r>
                      <a:endParaRPr lang="zh-CN" altLang="en-US" sz="1200" dirty="0"/>
                    </a:p>
                  </a:txBody>
                  <a:tcPr anchor="ctr"/>
                </a:tc>
                <a:extLst>
                  <a:ext uri="{0D108BD9-81ED-4DB2-BD59-A6C34878D82A}">
                    <a16:rowId xmlns:a16="http://schemas.microsoft.com/office/drawing/2014/main" val="1095040180"/>
                  </a:ext>
                </a:extLst>
              </a:tr>
              <a:tr h="540000">
                <a:tc vMerge="1">
                  <a:txBody>
                    <a:bodyPr/>
                    <a:lstStyle/>
                    <a:p>
                      <a:endParaRPr lang="zh-CN" altLang="en-US" dirty="0"/>
                    </a:p>
                  </a:txBody>
                  <a:tcPr/>
                </a:tc>
                <a:tc>
                  <a:txBody>
                    <a:bodyPr/>
                    <a:lstStyle/>
                    <a:p>
                      <a:pPr algn="ctr"/>
                      <a:r>
                        <a:rPr lang="zh-CN" altLang="zh-CN" sz="1200" kern="1200" dirty="0" smtClean="0">
                          <a:solidFill>
                            <a:schemeClr val="dk1"/>
                          </a:solidFill>
                          <a:effectLst/>
                          <a:latin typeface="+mn-lt"/>
                          <a:ea typeface="+mn-ea"/>
                          <a:cs typeface="+mn-cs"/>
                        </a:rPr>
                        <a:t>实验法</a:t>
                      </a:r>
                      <a:endParaRPr lang="zh-CN" altLang="en-US" sz="1200" dirty="0"/>
                    </a:p>
                  </a:txBody>
                  <a:tcPr anchor="ctr"/>
                </a:tc>
                <a:tc>
                  <a:txBody>
                    <a:bodyPr/>
                    <a:lstStyle/>
                    <a:p>
                      <a:pPr algn="ctr"/>
                      <a:r>
                        <a:rPr lang="zh-CN" altLang="zh-CN" sz="1200" kern="1200" dirty="0" smtClean="0">
                          <a:solidFill>
                            <a:schemeClr val="dk1"/>
                          </a:solidFill>
                          <a:effectLst/>
                          <a:latin typeface="+mn-lt"/>
                          <a:ea typeface="+mn-ea"/>
                          <a:cs typeface="+mn-cs"/>
                        </a:rPr>
                        <a:t>实验</a:t>
                      </a:r>
                      <a:r>
                        <a:rPr lang="zh-CN" altLang="en-US" sz="1200" kern="1200" dirty="0" smtClean="0">
                          <a:solidFill>
                            <a:schemeClr val="dk1"/>
                          </a:solidFill>
                          <a:effectLst/>
                          <a:latin typeface="+mn-lt"/>
                          <a:ea typeface="+mn-ea"/>
                          <a:cs typeface="+mn-cs"/>
                        </a:rPr>
                        <a:t>类</a:t>
                      </a:r>
                      <a:endParaRPr lang="zh-CN" altLang="en-US" sz="1200" dirty="0"/>
                    </a:p>
                  </a:txBody>
                  <a:tcPr anchor="ctr"/>
                </a:tc>
                <a:tc>
                  <a:txBody>
                    <a:bodyPr/>
                    <a:lstStyle/>
                    <a:p>
                      <a:pPr algn="ctr"/>
                      <a:r>
                        <a:rPr lang="zh-CN" altLang="en-US" sz="1200" dirty="0" smtClean="0"/>
                        <a:t>适用于学生在教师的指导下，使用一定的设备和材料，通过控制条件的操作过程，引起实验对象的某些变化，从观察这些现象的变化中获取新知识或验证知识。在物理、化学、生物、地理和自然常识等学科的教学中，实验类微课较为常见。</a:t>
                      </a:r>
                      <a:endParaRPr lang="zh-CN" altLang="en-US" sz="1200" dirty="0"/>
                    </a:p>
                  </a:txBody>
                  <a:tcPr anchor="ctr"/>
                </a:tc>
                <a:extLst>
                  <a:ext uri="{0D108BD9-81ED-4DB2-BD59-A6C34878D82A}">
                    <a16:rowId xmlns:a16="http://schemas.microsoft.com/office/drawing/2014/main" val="1765965240"/>
                  </a:ext>
                </a:extLst>
              </a:tr>
              <a:tr h="540000">
                <a:tc rowSpan="3">
                  <a:txBody>
                    <a:bodyPr/>
                    <a:lstStyle/>
                    <a:p>
                      <a:pPr algn="ctr"/>
                      <a:r>
                        <a:rPr lang="zh-CN" altLang="en-US" sz="1400" b="1" dirty="0" smtClean="0">
                          <a:solidFill>
                            <a:srgbClr val="002060"/>
                          </a:solidFill>
                          <a:latin typeface="微软雅黑" panose="020B0503020204020204" pitchFamily="34" charset="-122"/>
                          <a:ea typeface="微软雅黑" panose="020B0503020204020204" pitchFamily="34" charset="-122"/>
                        </a:rPr>
                        <a:t>以引导探究为主的方法	自主学习法</a:t>
                      </a:r>
                      <a:endParaRPr lang="zh-CN" altLang="en-US" sz="1400" b="1" dirty="0">
                        <a:solidFill>
                          <a:srgbClr val="002060"/>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zh-CN" sz="1200" kern="1200" dirty="0" smtClean="0">
                          <a:solidFill>
                            <a:schemeClr val="dk1"/>
                          </a:solidFill>
                          <a:effectLst/>
                          <a:latin typeface="+mn-lt"/>
                          <a:ea typeface="+mn-ea"/>
                          <a:cs typeface="+mn-cs"/>
                        </a:rPr>
                        <a:t>自主学习法</a:t>
                      </a:r>
                      <a:endParaRPr lang="zh-CN" altLang="en-US" sz="1200" dirty="0"/>
                    </a:p>
                  </a:txBody>
                  <a:tcPr anchor="ctr"/>
                </a:tc>
                <a:tc>
                  <a:txBody>
                    <a:bodyPr/>
                    <a:lstStyle/>
                    <a:p>
                      <a:pPr algn="ctr"/>
                      <a:r>
                        <a:rPr lang="zh-CN" altLang="zh-CN" sz="1200" kern="1200" dirty="0" smtClean="0">
                          <a:solidFill>
                            <a:schemeClr val="dk1"/>
                          </a:solidFill>
                          <a:effectLst/>
                          <a:latin typeface="+mn-lt"/>
                          <a:ea typeface="+mn-ea"/>
                          <a:cs typeface="+mn-cs"/>
                        </a:rPr>
                        <a:t>自主学习</a:t>
                      </a:r>
                      <a:r>
                        <a:rPr lang="zh-CN" altLang="en-US" sz="1200" kern="1200" dirty="0" smtClean="0">
                          <a:solidFill>
                            <a:schemeClr val="dk1"/>
                          </a:solidFill>
                          <a:effectLst/>
                          <a:latin typeface="+mn-lt"/>
                          <a:ea typeface="+mn-ea"/>
                          <a:cs typeface="+mn-cs"/>
                        </a:rPr>
                        <a:t>类</a:t>
                      </a:r>
                      <a:endParaRPr lang="zh-CN" altLang="en-US" sz="1200" dirty="0"/>
                    </a:p>
                  </a:txBody>
                  <a:tcPr anchor="ctr"/>
                </a:tc>
                <a:tc>
                  <a:txBody>
                    <a:bodyPr/>
                    <a:lstStyle/>
                    <a:p>
                      <a:pPr algn="ctr"/>
                      <a:r>
                        <a:rPr lang="zh-CN" altLang="en-US" sz="1200" dirty="0" smtClean="0"/>
                        <a:t>适用于以学生作为学习的主体，通过学生独立的分析、探索、实践、质疑、创造等方法来实现学习目标。</a:t>
                      </a:r>
                      <a:endParaRPr lang="zh-CN" altLang="en-US" sz="1200" dirty="0"/>
                    </a:p>
                  </a:txBody>
                  <a:tcPr anchor="ctr"/>
                </a:tc>
                <a:extLst>
                  <a:ext uri="{0D108BD9-81ED-4DB2-BD59-A6C34878D82A}">
                    <a16:rowId xmlns:a16="http://schemas.microsoft.com/office/drawing/2014/main" val="1265274648"/>
                  </a:ext>
                </a:extLst>
              </a:tr>
              <a:tr h="540000">
                <a:tc vMerge="1">
                  <a:txBody>
                    <a:bodyPr/>
                    <a:lstStyle/>
                    <a:p>
                      <a:endParaRPr lang="zh-CN" altLang="en-US" dirty="0"/>
                    </a:p>
                  </a:txBody>
                  <a:tcPr/>
                </a:tc>
                <a:tc>
                  <a:txBody>
                    <a:bodyPr/>
                    <a:lstStyle/>
                    <a:p>
                      <a:pPr algn="ctr"/>
                      <a:r>
                        <a:rPr lang="zh-CN" altLang="zh-CN" sz="1200" kern="1200" dirty="0" smtClean="0">
                          <a:solidFill>
                            <a:schemeClr val="dk1"/>
                          </a:solidFill>
                          <a:effectLst/>
                          <a:latin typeface="+mn-lt"/>
                          <a:ea typeface="+mn-ea"/>
                          <a:cs typeface="+mn-cs"/>
                        </a:rPr>
                        <a:t>合作学习法</a:t>
                      </a:r>
                      <a:endParaRPr lang="zh-CN" altLang="en-US" sz="1200" dirty="0"/>
                    </a:p>
                  </a:txBody>
                  <a:tcPr anchor="ctr"/>
                </a:tc>
                <a:tc>
                  <a:txBody>
                    <a:bodyPr/>
                    <a:lstStyle/>
                    <a:p>
                      <a:pPr algn="ctr"/>
                      <a:r>
                        <a:rPr lang="zh-CN" altLang="zh-CN" sz="1200" kern="1200" dirty="0" smtClean="0">
                          <a:solidFill>
                            <a:schemeClr val="dk1"/>
                          </a:solidFill>
                          <a:effectLst/>
                          <a:latin typeface="+mn-lt"/>
                          <a:ea typeface="+mn-ea"/>
                          <a:cs typeface="+mn-cs"/>
                        </a:rPr>
                        <a:t>合作学习</a:t>
                      </a:r>
                      <a:r>
                        <a:rPr lang="zh-CN" altLang="en-US" sz="1200" kern="1200" dirty="0" smtClean="0">
                          <a:solidFill>
                            <a:schemeClr val="dk1"/>
                          </a:solidFill>
                          <a:effectLst/>
                          <a:latin typeface="+mn-lt"/>
                          <a:ea typeface="+mn-ea"/>
                          <a:cs typeface="+mn-cs"/>
                        </a:rPr>
                        <a:t>类</a:t>
                      </a:r>
                      <a:endParaRPr lang="zh-CN" altLang="en-US" sz="1200" dirty="0"/>
                    </a:p>
                  </a:txBody>
                  <a:tcPr anchor="ctr"/>
                </a:tc>
                <a:tc>
                  <a:txBody>
                    <a:bodyPr/>
                    <a:lstStyle/>
                    <a:p>
                      <a:pPr algn="ctr"/>
                      <a:r>
                        <a:rPr lang="zh-CN" altLang="en-US" sz="1200" dirty="0" smtClean="0"/>
                        <a:t>合作学习是一种通过小组或团队的形式组织学生进行学习的一种策略。</a:t>
                      </a:r>
                      <a:endParaRPr lang="zh-CN" altLang="en-US" sz="1200" dirty="0"/>
                    </a:p>
                  </a:txBody>
                  <a:tcPr anchor="ctr"/>
                </a:tc>
                <a:extLst>
                  <a:ext uri="{0D108BD9-81ED-4DB2-BD59-A6C34878D82A}">
                    <a16:rowId xmlns:a16="http://schemas.microsoft.com/office/drawing/2014/main" val="1924660741"/>
                  </a:ext>
                </a:extLst>
              </a:tr>
              <a:tr h="540000">
                <a:tc vMerge="1">
                  <a:txBody>
                    <a:bodyPr/>
                    <a:lstStyle/>
                    <a:p>
                      <a:endParaRPr lang="zh-CN" altLang="en-US" dirty="0"/>
                    </a:p>
                  </a:txBody>
                  <a:tcPr/>
                </a:tc>
                <a:tc>
                  <a:txBody>
                    <a:bodyPr/>
                    <a:lstStyle/>
                    <a:p>
                      <a:pPr algn="ctr"/>
                      <a:r>
                        <a:rPr lang="zh-CN" altLang="zh-CN" sz="1200" kern="1200" dirty="0" smtClean="0">
                          <a:solidFill>
                            <a:schemeClr val="dk1"/>
                          </a:solidFill>
                          <a:effectLst/>
                          <a:latin typeface="+mn-lt"/>
                          <a:ea typeface="+mn-ea"/>
                          <a:cs typeface="+mn-cs"/>
                        </a:rPr>
                        <a:t>探究学习法</a:t>
                      </a:r>
                      <a:endParaRPr lang="zh-CN" altLang="en-US" sz="1200" dirty="0"/>
                    </a:p>
                  </a:txBody>
                  <a:tcPr anchor="ctr"/>
                </a:tc>
                <a:tc>
                  <a:txBody>
                    <a:bodyPr/>
                    <a:lstStyle/>
                    <a:p>
                      <a:pPr algn="ctr"/>
                      <a:r>
                        <a:rPr lang="zh-CN" altLang="zh-CN" sz="1200" kern="1200" dirty="0" smtClean="0">
                          <a:solidFill>
                            <a:schemeClr val="dk1"/>
                          </a:solidFill>
                          <a:effectLst/>
                          <a:latin typeface="+mn-lt"/>
                          <a:ea typeface="+mn-ea"/>
                          <a:cs typeface="+mn-cs"/>
                        </a:rPr>
                        <a:t>探究学习</a:t>
                      </a:r>
                      <a:r>
                        <a:rPr lang="zh-CN" altLang="en-US" sz="1200" kern="1200" dirty="0" smtClean="0">
                          <a:solidFill>
                            <a:schemeClr val="dk1"/>
                          </a:solidFill>
                          <a:effectLst/>
                          <a:latin typeface="+mn-lt"/>
                          <a:ea typeface="+mn-ea"/>
                          <a:cs typeface="+mn-cs"/>
                        </a:rPr>
                        <a:t>类</a:t>
                      </a:r>
                      <a:endParaRPr lang="zh-CN" altLang="en-US" sz="1200" dirty="0"/>
                    </a:p>
                  </a:txBody>
                  <a:tcPr anchor="ctr"/>
                </a:tc>
                <a:tc>
                  <a:txBody>
                    <a:bodyPr/>
                    <a:lstStyle/>
                    <a:p>
                      <a:pPr algn="ctr"/>
                      <a:r>
                        <a:rPr lang="zh-CN" altLang="en-US" sz="1200" dirty="0" smtClean="0"/>
                        <a:t>适用于学生在主动参与的前提下，根据自己的猜想或假设，运用科学的方法对问题进行研究，在研究过程中获得创新实践能力、获得思维发展，自主构建知识体系的一种学习方式。</a:t>
                      </a:r>
                      <a:endParaRPr lang="zh-CN" altLang="en-US" sz="1200" dirty="0"/>
                    </a:p>
                  </a:txBody>
                  <a:tcPr anchor="ctr"/>
                </a:tc>
                <a:extLst>
                  <a:ext uri="{0D108BD9-81ED-4DB2-BD59-A6C34878D82A}">
                    <a16:rowId xmlns:a16="http://schemas.microsoft.com/office/drawing/2014/main" val="346313736"/>
                  </a:ext>
                </a:extLst>
              </a:tr>
            </a:tbl>
          </a:graphicData>
        </a:graphic>
      </p:graphicFrame>
    </p:spTree>
    <p:extLst>
      <p:ext uri="{BB962C8B-B14F-4D97-AF65-F5344CB8AC3E}">
        <p14:creationId xmlns:p14="http://schemas.microsoft.com/office/powerpoint/2010/main" val="167097456"/>
      </p:ext>
    </p:extLst>
  </p:cSld>
  <p:clrMapOvr>
    <a:masterClrMapping/>
  </p:clrMapOvr>
  <mc:AlternateContent xmlns:mc="http://schemas.openxmlformats.org/markup-compatibility/2006" xmlns:p14="http://schemas.microsoft.com/office/powerpoint/2010/main">
    <mc:Choice Requires="p14">
      <p:transition spd="slow" p14:dur="2500">
        <p:checker dir="vert"/>
      </p:transition>
    </mc:Choice>
    <mc:Fallback xmlns="">
      <p:transition spd="slow">
        <p:checker dir="vert"/>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离子">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144</TotalTime>
  <Words>582</Words>
  <Application>Microsoft Office PowerPoint</Application>
  <PresentationFormat>自定义</PresentationFormat>
  <Paragraphs>50</Paragraphs>
  <Slides>6</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vt:i4>
      </vt:variant>
    </vt:vector>
  </HeadingPairs>
  <TitlesOfParts>
    <vt:vector size="13" baseType="lpstr">
      <vt:lpstr>等线</vt:lpstr>
      <vt:lpstr>宋体</vt:lpstr>
      <vt:lpstr>微软雅黑</vt:lpstr>
      <vt:lpstr>Arial</vt:lpstr>
      <vt:lpstr>Century Gothic</vt:lpstr>
      <vt:lpstr>Wingdings 3</vt:lpstr>
      <vt:lpstr>离子</vt:lpstr>
      <vt:lpstr>微课（Micro-lecture）</vt:lpstr>
      <vt:lpstr>微课定义</vt:lpstr>
      <vt:lpstr>the One Minute Professor</vt:lpstr>
      <vt:lpstr>微课内容组成</vt:lpstr>
      <vt:lpstr>微课的优缺点</vt:lpstr>
      <vt:lpstr>微课的分类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主要思想</dc:title>
  <dc:creator>cheny</dc:creator>
  <cp:lastModifiedBy>Windows 用户11</cp:lastModifiedBy>
  <cp:revision>21</cp:revision>
  <dcterms:created xsi:type="dcterms:W3CDTF">2019-10-24T02:57:38Z</dcterms:created>
  <dcterms:modified xsi:type="dcterms:W3CDTF">2022-10-13T06:41:41Z</dcterms:modified>
</cp:coreProperties>
</file>