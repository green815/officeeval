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564" y="-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86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94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346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5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77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08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24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0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82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58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3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C8071-5556-4348-A0AE-95921954C461}" type="datetimeFigureOut">
              <a:rPr lang="zh-CN" altLang="en-US" smtClean="0"/>
              <a:t>2019/10/26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87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微课（Micro-lecture），是指运用信息技术按照认知规律，呈现碎片化学习内容、过程及扩展素材的结构化数字资源。</a:t>
            </a:r>
          </a:p>
          <a:p>
            <a:r>
              <a:rPr lang="zh-CN" altLang="zh-CN" dirty="0"/>
              <a:t>“微课”的核心组成内容是课堂教学视频，同时还包含与该教学主题相关的教学设计、素材课件、教学反思、练习测试及学生反馈、教师点评等辅助性教学资源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05558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"微课程"这个概念，它最早是由美国新墨西哥州圣胡安学院的高级教学设计师、学院在线服务经理戴维·彭罗斯（David Penrose）于2008年秋首创的。</a:t>
            </a:r>
          </a:p>
          <a:p>
            <a:r>
              <a:rPr lang="zh-CN" altLang="zh-CN" dirty="0"/>
              <a:t>后来，戴维·彭罗斯被人们戏称为"一分钟教授"(the One Minute Professor)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757180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119</Words>
  <Application>Microsoft Office PowerPoint</Application>
  <PresentationFormat>全屏显示(4:3)</PresentationFormat>
  <Paragraphs>4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主要思想</dc:title>
  <dc:creator>cheny</dc:creator>
  <cp:lastModifiedBy>cheny</cp:lastModifiedBy>
  <cp:revision>9</cp:revision>
  <dcterms:created xsi:type="dcterms:W3CDTF">2019-10-24T02:57:38Z</dcterms:created>
  <dcterms:modified xsi:type="dcterms:W3CDTF">2019-10-26T12:52:19Z</dcterms:modified>
</cp:coreProperties>
</file>