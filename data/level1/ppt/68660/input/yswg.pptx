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65" r:id="rId4"/>
    <p:sldId id="266" r:id="rId5"/>
    <p:sldId id="267" r:id="rId6"/>
    <p:sldId id="268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2021/3/4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2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2021/3/4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50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2021/3/4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96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2021/3/4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638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2021/3/4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24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2021/3/4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585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2021/3/4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76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2021/3/4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31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2021/3/4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38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2021/3/4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77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15EF-AEA0-406E-9345-34AAE7456071}" type="datetimeFigureOut">
              <a:rPr lang="zh-CN" altLang="en-US" smtClean="0"/>
              <a:t>2021/3/4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747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615EF-AEA0-406E-9345-34AAE7456071}" type="datetimeFigureOut">
              <a:rPr lang="zh-CN" altLang="en-US" smtClean="0"/>
              <a:t>2021/3/4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E70E0-B7E8-4FBA-AC3E-F0DAC74606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6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64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青蛙图片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青蛙</a:t>
            </a:r>
            <a:r>
              <a:rPr lang="en-US" altLang="zh-CN" dirty="0"/>
              <a:t>(Frog)</a:t>
            </a:r>
            <a:r>
              <a:rPr lang="zh-CN" altLang="en-US" dirty="0"/>
              <a:t>属于脊索动物门、两栖纲、无尾目、蛙科的两栖类动物，成体无尾，卵产于水中，体外受精，孵化成蝌蚪，用鳃呼吸，经过变异，成体主要用肺呼吸，兼用皮肤呼吸。</a:t>
            </a:r>
          </a:p>
        </p:txBody>
      </p:sp>
    </p:spTree>
    <p:extLst>
      <p:ext uri="{BB962C8B-B14F-4D97-AF65-F5344CB8AC3E}">
        <p14:creationId xmlns:p14="http://schemas.microsoft.com/office/powerpoint/2010/main" val="145632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青蛙的产地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dirty="0" smtClean="0"/>
              <a:t>黑斑</a:t>
            </a:r>
            <a:r>
              <a:rPr lang="zh-CN" altLang="en-US" dirty="0"/>
              <a:t>蛙：常栖于池塘、水沟或小河内。产卵季节</a:t>
            </a:r>
            <a:r>
              <a:rPr lang="en-US" altLang="zh-CN" dirty="0"/>
              <a:t>3-6</a:t>
            </a:r>
            <a:r>
              <a:rPr lang="zh-CN" altLang="en-US" dirty="0"/>
              <a:t>月；蝌蛘体形大，灰绿色；尾较细弱，有斑纹，尾端尖；角质颌适中。我国大部分地区均有分布。</a:t>
            </a:r>
          </a:p>
          <a:p>
            <a:pPr marL="0" indent="0">
              <a:buNone/>
            </a:pPr>
            <a:r>
              <a:rPr lang="zh-CN" altLang="en-US" dirty="0" smtClean="0"/>
              <a:t>金</a:t>
            </a:r>
            <a:r>
              <a:rPr lang="zh-CN" altLang="en-US" dirty="0"/>
              <a:t>线蛙：习居于有莲花的池塘内，平时多匍匐在荷叶上或居于较大的池塘内或湖边。产卵季节</a:t>
            </a:r>
            <a:r>
              <a:rPr lang="en-US" altLang="zh-CN" dirty="0"/>
              <a:t>4-6</a:t>
            </a:r>
            <a:r>
              <a:rPr lang="zh-CN" altLang="en-US" dirty="0"/>
              <a:t>月。蝌蛘后肢发育良好时，全长</a:t>
            </a:r>
            <a:r>
              <a:rPr lang="en-US" altLang="zh-CN" dirty="0"/>
              <a:t>38-45mm</a:t>
            </a:r>
            <a:r>
              <a:rPr lang="zh-CN" altLang="en-US" dirty="0"/>
              <a:t>；尾端尖细，口角及下唇乳突。分布于河北、山西、山东、浙江、河南、湖北、湖南等地。</a:t>
            </a:r>
          </a:p>
        </p:txBody>
      </p:sp>
    </p:spTree>
    <p:extLst>
      <p:ext uri="{BB962C8B-B14F-4D97-AF65-F5344CB8AC3E}">
        <p14:creationId xmlns:p14="http://schemas.microsoft.com/office/powerpoint/2010/main" val="2211458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青蛙的功效和作用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利水消肿；清热解毒；补</a:t>
            </a:r>
            <a:r>
              <a:rPr lang="zh-CN" altLang="en-US" dirty="0" smtClean="0"/>
              <a:t>虚</a:t>
            </a:r>
            <a:r>
              <a:rPr lang="zh-CN" altLang="en-US" dirty="0"/>
              <a:t>；</a:t>
            </a:r>
            <a:r>
              <a:rPr lang="zh-CN" altLang="en-US" dirty="0" smtClean="0"/>
              <a:t>主</a:t>
            </a:r>
            <a:r>
              <a:rPr lang="zh-CN" altLang="en-US" dirty="0"/>
              <a:t>水肿；膨胀；黄疸；虾蟆瘟；小儿热疮；痢疾；疳疾；劳热；产后体弱。 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1472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青蛙的副作用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40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暂无副作用，建议服用时遵照医师。</a:t>
            </a:r>
          </a:p>
        </p:txBody>
      </p:sp>
    </p:spTree>
    <p:extLst>
      <p:ext uri="{BB962C8B-B14F-4D97-AF65-F5344CB8AC3E}">
        <p14:creationId xmlns:p14="http://schemas.microsoft.com/office/powerpoint/2010/main" val="2924002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青蛙如何保存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置阴凉干燥处。</a:t>
            </a:r>
          </a:p>
        </p:txBody>
      </p:sp>
    </p:spTree>
    <p:extLst>
      <p:ext uri="{BB962C8B-B14F-4D97-AF65-F5344CB8AC3E}">
        <p14:creationId xmlns:p14="http://schemas.microsoft.com/office/powerpoint/2010/main" val="1378401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239</Words>
  <Application>Microsoft Office PowerPoint</Application>
  <PresentationFormat>全屏显示(4:3)</PresentationFormat>
  <Paragraphs>11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宋体</vt:lpstr>
      <vt:lpstr>Arial</vt:lpstr>
      <vt:lpstr>Calibri</vt:lpstr>
      <vt:lpstr>Office 主题​​</vt:lpstr>
      <vt:lpstr>PowerPoint 演示文稿</vt:lpstr>
      <vt:lpstr>青蛙图片</vt:lpstr>
      <vt:lpstr>青蛙的产地</vt:lpstr>
      <vt:lpstr>青蛙的功效和作用</vt:lpstr>
      <vt:lpstr>青蛙的副作用</vt:lpstr>
      <vt:lpstr>青蛙如何保存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人工增雨背后的秘密</dc:title>
  <dc:creator>gaobo</dc:creator>
  <cp:lastModifiedBy>Windows 用户</cp:lastModifiedBy>
  <cp:revision>17</cp:revision>
  <dcterms:created xsi:type="dcterms:W3CDTF">2018-09-21T03:52:05Z</dcterms:created>
  <dcterms:modified xsi:type="dcterms:W3CDTF">2021-03-04T02:10:24Z</dcterms:modified>
</cp:coreProperties>
</file>