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69" r:id="rId3"/>
    <p:sldId id="264" r:id="rId4"/>
    <p:sldId id="265" r:id="rId5"/>
    <p:sldId id="266" r:id="rId6"/>
    <p:sldId id="267" r:id="rId7"/>
    <p:sldId id="268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90" y="9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C730F-0CCF-4820-ACB0-F49D889FBF30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4E51069-FD48-4A30-9F4D-02A793E7A3C4}">
      <dgm:prSet phldrT="[文本]"/>
      <dgm:spPr/>
      <dgm:t>
        <a:bodyPr/>
        <a:lstStyle/>
        <a:p>
          <a:r>
            <a:rPr lang="en-US" altLang="en-US" dirty="0" smtClean="0"/>
            <a:t>《</a:t>
          </a:r>
          <a:r>
            <a:rPr lang="zh-CN" altLang="en-US" dirty="0" smtClean="0"/>
            <a:t>别录</a:t>
          </a:r>
          <a:r>
            <a:rPr lang="en-US" altLang="en-US" dirty="0" smtClean="0"/>
            <a:t>》</a:t>
          </a:r>
          <a:endParaRPr lang="zh-CN" altLang="en-US" dirty="0"/>
        </a:p>
      </dgm:t>
    </dgm:pt>
    <dgm:pt modelId="{CBEA0402-DE04-47B8-AB6A-46DC4D4CDBBB}" type="parTrans" cxnId="{36476361-40BE-4FEF-9C0B-A5A9044F8B4B}">
      <dgm:prSet/>
      <dgm:spPr/>
      <dgm:t>
        <a:bodyPr/>
        <a:lstStyle/>
        <a:p>
          <a:endParaRPr lang="zh-CN" altLang="en-US"/>
        </a:p>
      </dgm:t>
    </dgm:pt>
    <dgm:pt modelId="{F33EC2E8-7D04-4123-9B6F-801F34428473}" type="sibTrans" cxnId="{36476361-40BE-4FEF-9C0B-A5A9044F8B4B}">
      <dgm:prSet/>
      <dgm:spPr/>
      <dgm:t>
        <a:bodyPr/>
        <a:lstStyle/>
        <a:p>
          <a:endParaRPr lang="zh-CN" altLang="en-US"/>
        </a:p>
      </dgm:t>
    </dgm:pt>
    <dgm:pt modelId="{60B88A31-42AB-4E95-8D19-D896F4CC7001}">
      <dgm:prSet/>
      <dgm:spPr/>
      <dgm:t>
        <a:bodyPr/>
        <a:lstStyle/>
        <a:p>
          <a:r>
            <a:rPr lang="en-US" altLang="en-US" dirty="0" smtClean="0"/>
            <a:t>《</a:t>
          </a:r>
          <a:r>
            <a:rPr lang="zh-CN" altLang="en-US" dirty="0" smtClean="0"/>
            <a:t>本草衍义</a:t>
          </a:r>
          <a:r>
            <a:rPr lang="en-US" altLang="en-US" dirty="0" smtClean="0"/>
            <a:t>》</a:t>
          </a:r>
          <a:endParaRPr lang="zh-CN" altLang="en-US" dirty="0"/>
        </a:p>
      </dgm:t>
    </dgm:pt>
    <dgm:pt modelId="{3FD31D6E-3324-4932-A9C5-AC7E3DEBE139}" type="parTrans" cxnId="{98EA1E41-4DC9-4394-8A7E-BE35E78FDBE3}">
      <dgm:prSet/>
      <dgm:spPr/>
      <dgm:t>
        <a:bodyPr/>
        <a:lstStyle/>
        <a:p>
          <a:endParaRPr lang="zh-CN" altLang="en-US"/>
        </a:p>
      </dgm:t>
    </dgm:pt>
    <dgm:pt modelId="{90FEF3F0-1311-4BFD-97D8-6016FA7092B5}" type="sibTrans" cxnId="{98EA1E41-4DC9-4394-8A7E-BE35E78FDBE3}">
      <dgm:prSet/>
      <dgm:spPr/>
      <dgm:t>
        <a:bodyPr/>
        <a:lstStyle/>
        <a:p>
          <a:endParaRPr lang="zh-CN" altLang="en-US"/>
        </a:p>
      </dgm:t>
    </dgm:pt>
    <dgm:pt modelId="{DF868CE8-16B3-4BB8-A084-7C6CEA61EA48}">
      <dgm:prSet/>
      <dgm:spPr/>
      <dgm:t>
        <a:bodyPr/>
        <a:lstStyle/>
        <a:p>
          <a:r>
            <a:rPr lang="en-US" altLang="en-US" dirty="0" smtClean="0"/>
            <a:t>《</a:t>
          </a:r>
          <a:r>
            <a:rPr lang="zh-CN" altLang="en-US" dirty="0" smtClean="0"/>
            <a:t>日华于本草</a:t>
          </a:r>
          <a:r>
            <a:rPr lang="en-US" altLang="en-US" dirty="0" smtClean="0"/>
            <a:t>》</a:t>
          </a:r>
          <a:endParaRPr lang="zh-CN" altLang="en-US" dirty="0"/>
        </a:p>
      </dgm:t>
    </dgm:pt>
    <dgm:pt modelId="{ECF01A70-1178-47CC-A1CF-3E9BC6FE0B56}" type="parTrans" cxnId="{71A8C9A0-B4E8-4507-AF32-59FD353625BA}">
      <dgm:prSet/>
      <dgm:spPr/>
      <dgm:t>
        <a:bodyPr/>
        <a:lstStyle/>
        <a:p>
          <a:endParaRPr lang="zh-CN" altLang="en-US"/>
        </a:p>
      </dgm:t>
    </dgm:pt>
    <dgm:pt modelId="{A6FA4B80-2D4C-401F-889B-435BAAF96ECB}" type="sibTrans" cxnId="{71A8C9A0-B4E8-4507-AF32-59FD353625BA}">
      <dgm:prSet/>
      <dgm:spPr/>
      <dgm:t>
        <a:bodyPr/>
        <a:lstStyle/>
        <a:p>
          <a:endParaRPr lang="zh-CN" altLang="en-US"/>
        </a:p>
      </dgm:t>
    </dgm:pt>
    <dgm:pt modelId="{C9C05EC2-4C3F-4EBA-8193-179DC69B9782}">
      <dgm:prSet/>
      <dgm:spPr/>
      <dgm:t>
        <a:bodyPr/>
        <a:lstStyle/>
        <a:p>
          <a:r>
            <a:rPr lang="en-US" altLang="en-US" dirty="0" smtClean="0"/>
            <a:t>《</a:t>
          </a:r>
          <a:r>
            <a:rPr lang="zh-CN" altLang="en-US" dirty="0" smtClean="0"/>
            <a:t>日用本草</a:t>
          </a:r>
          <a:r>
            <a:rPr lang="en-US" altLang="en-US" dirty="0" smtClean="0"/>
            <a:t>》</a:t>
          </a:r>
          <a:endParaRPr lang="zh-CN" altLang="en-US" dirty="0"/>
        </a:p>
      </dgm:t>
    </dgm:pt>
    <dgm:pt modelId="{8A1AE2D6-FE5B-4DDF-BC22-F5A348E45E82}" type="parTrans" cxnId="{1F2F226C-8CED-4B43-8D9B-78344628D3F0}">
      <dgm:prSet/>
      <dgm:spPr/>
      <dgm:t>
        <a:bodyPr/>
        <a:lstStyle/>
        <a:p>
          <a:endParaRPr lang="zh-CN" altLang="en-US"/>
        </a:p>
      </dgm:t>
    </dgm:pt>
    <dgm:pt modelId="{6EBE146A-9C64-457B-98B6-DD66FE380602}" type="sibTrans" cxnId="{1F2F226C-8CED-4B43-8D9B-78344628D3F0}">
      <dgm:prSet/>
      <dgm:spPr/>
      <dgm:t>
        <a:bodyPr/>
        <a:lstStyle/>
        <a:p>
          <a:endParaRPr lang="zh-CN" altLang="en-US"/>
        </a:p>
      </dgm:t>
    </dgm:pt>
    <dgm:pt modelId="{E7A04DBC-4B12-4D86-92A7-B19C1AC0FC6C}">
      <dgm:prSet phldrT="[文本]"/>
      <dgm:spPr/>
      <dgm:t>
        <a:bodyPr/>
        <a:lstStyle/>
        <a:p>
          <a:r>
            <a:rPr lang="zh-CN" altLang="en-US" smtClean="0"/>
            <a:t>主</a:t>
          </a:r>
          <a:r>
            <a:rPr lang="zh-CN" altLang="en-US" dirty="0" smtClean="0"/>
            <a:t>小儿赤气肌疮，脐伤，止痛，气不足。</a:t>
          </a:r>
          <a:endParaRPr lang="zh-CN" altLang="en-US" dirty="0"/>
        </a:p>
      </dgm:t>
    </dgm:pt>
    <dgm:pt modelId="{C2691AE2-AF40-46A4-875C-2906135809F0}" type="parTrans" cxnId="{5ABD2811-C321-4305-8C4E-ADDE872243A6}">
      <dgm:prSet/>
      <dgm:spPr/>
    </dgm:pt>
    <dgm:pt modelId="{4E02F2CB-F1A6-4FED-A645-D111E2A82C43}" type="sibTrans" cxnId="{5ABD2811-C321-4305-8C4E-ADDE872243A6}">
      <dgm:prSet/>
      <dgm:spPr/>
    </dgm:pt>
    <dgm:pt modelId="{3CE6516A-6775-4A36-8B2C-4532A9497E0E}">
      <dgm:prSet/>
      <dgm:spPr/>
      <dgm:t>
        <a:bodyPr/>
        <a:lstStyle/>
        <a:p>
          <a:r>
            <a:rPr lang="zh-CN" altLang="en-US" smtClean="0"/>
            <a:t>解</a:t>
          </a:r>
          <a:r>
            <a:rPr lang="zh-CN" altLang="en-US" dirty="0" smtClean="0"/>
            <a:t>劳热。</a:t>
          </a:r>
          <a:endParaRPr lang="zh-CN" altLang="en-US" dirty="0"/>
        </a:p>
      </dgm:t>
    </dgm:pt>
    <dgm:pt modelId="{6B9AF0F3-9AC8-4160-A9A3-4B0D1FA3B7C1}" type="parTrans" cxnId="{4F6F0C88-8FB0-4FC4-88B0-844C9FFB0BC5}">
      <dgm:prSet/>
      <dgm:spPr/>
    </dgm:pt>
    <dgm:pt modelId="{C469FF61-703F-4E44-8FAE-DA922CD33E45}" type="sibTrans" cxnId="{4F6F0C88-8FB0-4FC4-88B0-844C9FFB0BC5}">
      <dgm:prSet/>
      <dgm:spPr/>
    </dgm:pt>
    <dgm:pt modelId="{EB36EC29-928A-413F-B5F1-CC37CE295BC0}">
      <dgm:prSet/>
      <dgm:spPr/>
      <dgm:t>
        <a:bodyPr/>
        <a:lstStyle/>
        <a:p>
          <a:r>
            <a:rPr lang="zh-CN" altLang="en-US" smtClean="0"/>
            <a:t>治</a:t>
          </a:r>
          <a:r>
            <a:rPr lang="zh-CN" altLang="en-US" dirty="0" smtClean="0"/>
            <a:t>小儿热疮。金线蛙去痨劣，解热毒。</a:t>
          </a:r>
          <a:endParaRPr lang="zh-CN" altLang="en-US" dirty="0"/>
        </a:p>
      </dgm:t>
    </dgm:pt>
    <dgm:pt modelId="{E32B2257-EAC0-4C06-A56C-E2FCD24BA86A}" type="parTrans" cxnId="{EE2347A5-F7AF-48E1-BEE9-C68A5D8108E5}">
      <dgm:prSet/>
      <dgm:spPr/>
    </dgm:pt>
    <dgm:pt modelId="{128BAEFC-418E-4A0A-B9F8-39D3C9E9B55A}" type="sibTrans" cxnId="{EE2347A5-F7AF-48E1-BEE9-C68A5D8108E5}">
      <dgm:prSet/>
      <dgm:spPr/>
    </dgm:pt>
    <dgm:pt modelId="{05E152A6-B41A-4193-BDDA-6A2B8CB523D8}">
      <dgm:prSet/>
      <dgm:spPr/>
      <dgm:t>
        <a:bodyPr/>
        <a:lstStyle/>
        <a:p>
          <a:r>
            <a:rPr lang="zh-CN" altLang="en-US" smtClean="0"/>
            <a:t>治</a:t>
          </a:r>
          <a:r>
            <a:rPr lang="zh-CN" altLang="en-US" dirty="0" smtClean="0"/>
            <a:t>小儿赤毒热疮，脐肠腹痛，疳瘦肚大，虚劳烦热，胃气虚弱。</a:t>
          </a:r>
          <a:endParaRPr lang="zh-CN" altLang="en-US" dirty="0"/>
        </a:p>
      </dgm:t>
    </dgm:pt>
    <dgm:pt modelId="{DEF6CB9F-D46C-4640-B2DE-B5B59FFF400A}" type="parTrans" cxnId="{5EB55DFE-C4FE-44C8-B1BA-5DB98562CDAD}">
      <dgm:prSet/>
      <dgm:spPr/>
    </dgm:pt>
    <dgm:pt modelId="{BB01E1D3-1BB7-44CF-AC8E-9CC3312ACFDB}" type="sibTrans" cxnId="{5EB55DFE-C4FE-44C8-B1BA-5DB98562CDAD}">
      <dgm:prSet/>
      <dgm:spPr/>
    </dgm:pt>
    <dgm:pt modelId="{3084E653-C65E-4D75-AD2A-845C305D8F1A}" type="pres">
      <dgm:prSet presAssocID="{D25C730F-0CCF-4820-ACB0-F49D889FBF3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CEAAC2A-3F5A-4472-9366-D0B8D2D487D7}" type="pres">
      <dgm:prSet presAssocID="{B4E51069-FD48-4A30-9F4D-02A793E7A3C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C3AEAE6-35D6-480F-A6EA-3C34F70C2394}" type="pres">
      <dgm:prSet presAssocID="{B4E51069-FD48-4A30-9F4D-02A793E7A3C4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B157A2-6431-41B1-A61D-D318F5F3BE4A}" type="pres">
      <dgm:prSet presAssocID="{60B88A31-42AB-4E95-8D19-D896F4CC700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20A2E83-D8C1-4309-A2EE-BE4CB8AA582F}" type="pres">
      <dgm:prSet presAssocID="{60B88A31-42AB-4E95-8D19-D896F4CC7001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190ED7-2F19-443D-880D-62D575F3A3A1}" type="pres">
      <dgm:prSet presAssocID="{DF868CE8-16B3-4BB8-A084-7C6CEA61EA4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58CEDD-DF2A-414A-A15F-DF96D65ADD64}" type="pres">
      <dgm:prSet presAssocID="{DF868CE8-16B3-4BB8-A084-7C6CEA61EA48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996B35-A09F-43EB-AA3A-44DCED3C277C}" type="pres">
      <dgm:prSet presAssocID="{C9C05EC2-4C3F-4EBA-8193-179DC69B978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0B94CA-EEAF-4980-8378-0874E41F8989}" type="pres">
      <dgm:prSet presAssocID="{C9C05EC2-4C3F-4EBA-8193-179DC69B9782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A67D053-E537-4F21-AFC1-B2D2E09E978B}" type="presOf" srcId="{C9C05EC2-4C3F-4EBA-8193-179DC69B9782}" destId="{C4996B35-A09F-43EB-AA3A-44DCED3C277C}" srcOrd="0" destOrd="0" presId="urn:microsoft.com/office/officeart/2005/8/layout/vList2"/>
    <dgm:cxn modelId="{36476361-40BE-4FEF-9C0B-A5A9044F8B4B}" srcId="{D25C730F-0CCF-4820-ACB0-F49D889FBF30}" destId="{B4E51069-FD48-4A30-9F4D-02A793E7A3C4}" srcOrd="0" destOrd="0" parTransId="{CBEA0402-DE04-47B8-AB6A-46DC4D4CDBBB}" sibTransId="{F33EC2E8-7D04-4123-9B6F-801F34428473}"/>
    <dgm:cxn modelId="{4F6F0C88-8FB0-4FC4-88B0-844C9FFB0BC5}" srcId="{60B88A31-42AB-4E95-8D19-D896F4CC7001}" destId="{3CE6516A-6775-4A36-8B2C-4532A9497E0E}" srcOrd="0" destOrd="0" parTransId="{6B9AF0F3-9AC8-4160-A9A3-4B0D1FA3B7C1}" sibTransId="{C469FF61-703F-4E44-8FAE-DA922CD33E45}"/>
    <dgm:cxn modelId="{49AE5674-22B4-45B6-93DC-9716B7F7A5D3}" type="presOf" srcId="{EB36EC29-928A-413F-B5F1-CC37CE295BC0}" destId="{1A58CEDD-DF2A-414A-A15F-DF96D65ADD64}" srcOrd="0" destOrd="0" presId="urn:microsoft.com/office/officeart/2005/8/layout/vList2"/>
    <dgm:cxn modelId="{6E7146C5-C5F3-4EA1-A5D4-502B77CF58FA}" type="presOf" srcId="{B4E51069-FD48-4A30-9F4D-02A793E7A3C4}" destId="{4CEAAC2A-3F5A-4472-9366-D0B8D2D487D7}" srcOrd="0" destOrd="0" presId="urn:microsoft.com/office/officeart/2005/8/layout/vList2"/>
    <dgm:cxn modelId="{5ABD2811-C321-4305-8C4E-ADDE872243A6}" srcId="{B4E51069-FD48-4A30-9F4D-02A793E7A3C4}" destId="{E7A04DBC-4B12-4D86-92A7-B19C1AC0FC6C}" srcOrd="0" destOrd="0" parTransId="{C2691AE2-AF40-46A4-875C-2906135809F0}" sibTransId="{4E02F2CB-F1A6-4FED-A645-D111E2A82C43}"/>
    <dgm:cxn modelId="{EE2347A5-F7AF-48E1-BEE9-C68A5D8108E5}" srcId="{DF868CE8-16B3-4BB8-A084-7C6CEA61EA48}" destId="{EB36EC29-928A-413F-B5F1-CC37CE295BC0}" srcOrd="0" destOrd="0" parTransId="{E32B2257-EAC0-4C06-A56C-E2FCD24BA86A}" sibTransId="{128BAEFC-418E-4A0A-B9F8-39D3C9E9B55A}"/>
    <dgm:cxn modelId="{1F2F226C-8CED-4B43-8D9B-78344628D3F0}" srcId="{D25C730F-0CCF-4820-ACB0-F49D889FBF30}" destId="{C9C05EC2-4C3F-4EBA-8193-179DC69B9782}" srcOrd="3" destOrd="0" parTransId="{8A1AE2D6-FE5B-4DDF-BC22-F5A348E45E82}" sibTransId="{6EBE146A-9C64-457B-98B6-DD66FE380602}"/>
    <dgm:cxn modelId="{73778381-130E-4418-80A9-00DC33A8F7B0}" type="presOf" srcId="{D25C730F-0CCF-4820-ACB0-F49D889FBF30}" destId="{3084E653-C65E-4D75-AD2A-845C305D8F1A}" srcOrd="0" destOrd="0" presId="urn:microsoft.com/office/officeart/2005/8/layout/vList2"/>
    <dgm:cxn modelId="{98EA1E41-4DC9-4394-8A7E-BE35E78FDBE3}" srcId="{D25C730F-0CCF-4820-ACB0-F49D889FBF30}" destId="{60B88A31-42AB-4E95-8D19-D896F4CC7001}" srcOrd="1" destOrd="0" parTransId="{3FD31D6E-3324-4932-A9C5-AC7E3DEBE139}" sibTransId="{90FEF3F0-1311-4BFD-97D8-6016FA7092B5}"/>
    <dgm:cxn modelId="{D5514500-1635-447F-BBFC-AFB53D947266}" type="presOf" srcId="{05E152A6-B41A-4193-BDDA-6A2B8CB523D8}" destId="{150B94CA-EEAF-4980-8378-0874E41F8989}" srcOrd="0" destOrd="0" presId="urn:microsoft.com/office/officeart/2005/8/layout/vList2"/>
    <dgm:cxn modelId="{DFC59904-C1B2-4695-A7DA-5B3BAACFDD87}" type="presOf" srcId="{DF868CE8-16B3-4BB8-A084-7C6CEA61EA48}" destId="{96190ED7-2F19-443D-880D-62D575F3A3A1}" srcOrd="0" destOrd="0" presId="urn:microsoft.com/office/officeart/2005/8/layout/vList2"/>
    <dgm:cxn modelId="{25306324-780E-41E7-94AF-DF6608CF9A7B}" type="presOf" srcId="{60B88A31-42AB-4E95-8D19-D896F4CC7001}" destId="{5EB157A2-6431-41B1-A61D-D318F5F3BE4A}" srcOrd="0" destOrd="0" presId="urn:microsoft.com/office/officeart/2005/8/layout/vList2"/>
    <dgm:cxn modelId="{605C168B-8945-4CD3-8BBB-9820341015B2}" type="presOf" srcId="{3CE6516A-6775-4A36-8B2C-4532A9497E0E}" destId="{620A2E83-D8C1-4309-A2EE-BE4CB8AA582F}" srcOrd="0" destOrd="0" presId="urn:microsoft.com/office/officeart/2005/8/layout/vList2"/>
    <dgm:cxn modelId="{5EB55DFE-C4FE-44C8-B1BA-5DB98562CDAD}" srcId="{C9C05EC2-4C3F-4EBA-8193-179DC69B9782}" destId="{05E152A6-B41A-4193-BDDA-6A2B8CB523D8}" srcOrd="0" destOrd="0" parTransId="{DEF6CB9F-D46C-4640-B2DE-B5B59FFF400A}" sibTransId="{BB01E1D3-1BB7-44CF-AC8E-9CC3312ACFDB}"/>
    <dgm:cxn modelId="{70C7EE10-E443-4D2F-90B3-A18B6CC24DCB}" type="presOf" srcId="{E7A04DBC-4B12-4D86-92A7-B19C1AC0FC6C}" destId="{0C3AEAE6-35D6-480F-A6EA-3C34F70C2394}" srcOrd="0" destOrd="0" presId="urn:microsoft.com/office/officeart/2005/8/layout/vList2"/>
    <dgm:cxn modelId="{71A8C9A0-B4E8-4507-AF32-59FD353625BA}" srcId="{D25C730F-0CCF-4820-ACB0-F49D889FBF30}" destId="{DF868CE8-16B3-4BB8-A084-7C6CEA61EA48}" srcOrd="2" destOrd="0" parTransId="{ECF01A70-1178-47CC-A1CF-3E9BC6FE0B56}" sibTransId="{A6FA4B80-2D4C-401F-889B-435BAAF96ECB}"/>
    <dgm:cxn modelId="{B29E8343-10C3-4C42-B968-791E0AC7A062}" type="presParOf" srcId="{3084E653-C65E-4D75-AD2A-845C305D8F1A}" destId="{4CEAAC2A-3F5A-4472-9366-D0B8D2D487D7}" srcOrd="0" destOrd="0" presId="urn:microsoft.com/office/officeart/2005/8/layout/vList2"/>
    <dgm:cxn modelId="{8AF98961-F581-4CCB-A70D-B9AAF4AA07FC}" type="presParOf" srcId="{3084E653-C65E-4D75-AD2A-845C305D8F1A}" destId="{0C3AEAE6-35D6-480F-A6EA-3C34F70C2394}" srcOrd="1" destOrd="0" presId="urn:microsoft.com/office/officeart/2005/8/layout/vList2"/>
    <dgm:cxn modelId="{399DEFA3-F354-4679-9375-3FEF2070B3CF}" type="presParOf" srcId="{3084E653-C65E-4D75-AD2A-845C305D8F1A}" destId="{5EB157A2-6431-41B1-A61D-D318F5F3BE4A}" srcOrd="2" destOrd="0" presId="urn:microsoft.com/office/officeart/2005/8/layout/vList2"/>
    <dgm:cxn modelId="{BD51A75E-691E-41A9-A4E6-0B450661D708}" type="presParOf" srcId="{3084E653-C65E-4D75-AD2A-845C305D8F1A}" destId="{620A2E83-D8C1-4309-A2EE-BE4CB8AA582F}" srcOrd="3" destOrd="0" presId="urn:microsoft.com/office/officeart/2005/8/layout/vList2"/>
    <dgm:cxn modelId="{F72569BF-7B00-4AE6-868F-F1ACA17B7BEC}" type="presParOf" srcId="{3084E653-C65E-4D75-AD2A-845C305D8F1A}" destId="{96190ED7-2F19-443D-880D-62D575F3A3A1}" srcOrd="4" destOrd="0" presId="urn:microsoft.com/office/officeart/2005/8/layout/vList2"/>
    <dgm:cxn modelId="{9977E4D2-2E5C-4619-A35A-613ED685A187}" type="presParOf" srcId="{3084E653-C65E-4D75-AD2A-845C305D8F1A}" destId="{1A58CEDD-DF2A-414A-A15F-DF96D65ADD64}" srcOrd="5" destOrd="0" presId="urn:microsoft.com/office/officeart/2005/8/layout/vList2"/>
    <dgm:cxn modelId="{01B39874-E7EA-4E6E-950C-35EF7C2B197F}" type="presParOf" srcId="{3084E653-C65E-4D75-AD2A-845C305D8F1A}" destId="{C4996B35-A09F-43EB-AA3A-44DCED3C277C}" srcOrd="6" destOrd="0" presId="urn:microsoft.com/office/officeart/2005/8/layout/vList2"/>
    <dgm:cxn modelId="{065F1597-6C96-4D24-9522-9A2C0C5028FD}" type="presParOf" srcId="{3084E653-C65E-4D75-AD2A-845C305D8F1A}" destId="{150B94CA-EEAF-4980-8378-0874E41F898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AAC2A-3F5A-4472-9366-D0B8D2D487D7}">
      <dsp:nvSpPr>
        <dsp:cNvPr id="0" name=""/>
        <dsp:cNvSpPr/>
      </dsp:nvSpPr>
      <dsp:spPr>
        <a:xfrm>
          <a:off x="0" y="48981"/>
          <a:ext cx="3700463" cy="40781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300" kern="1200" dirty="0" smtClean="0"/>
            <a:t>《</a:t>
          </a:r>
          <a:r>
            <a:rPr lang="zh-CN" altLang="en-US" sz="1300" kern="1200" dirty="0" smtClean="0"/>
            <a:t>别录</a:t>
          </a:r>
          <a:r>
            <a:rPr lang="en-US" altLang="en-US" sz="1300" kern="1200" dirty="0" smtClean="0"/>
            <a:t>》</a:t>
          </a:r>
          <a:endParaRPr lang="zh-CN" altLang="en-US" sz="1300" kern="1200" dirty="0"/>
        </a:p>
      </dsp:txBody>
      <dsp:txXfrm>
        <a:off x="19908" y="68889"/>
        <a:ext cx="3660647" cy="368002"/>
      </dsp:txXfrm>
    </dsp:sp>
    <dsp:sp modelId="{0C3AEAE6-35D6-480F-A6EA-3C34F70C2394}">
      <dsp:nvSpPr>
        <dsp:cNvPr id="0" name=""/>
        <dsp:cNvSpPr/>
      </dsp:nvSpPr>
      <dsp:spPr>
        <a:xfrm>
          <a:off x="0" y="456799"/>
          <a:ext cx="3700463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000" kern="1200" smtClean="0"/>
            <a:t>主</a:t>
          </a:r>
          <a:r>
            <a:rPr lang="zh-CN" altLang="en-US" sz="1000" kern="1200" dirty="0" smtClean="0"/>
            <a:t>小儿赤气肌疮，脐伤，止痛，气不足。</a:t>
          </a:r>
          <a:endParaRPr lang="zh-CN" altLang="en-US" sz="1000" kern="1200" dirty="0"/>
        </a:p>
      </dsp:txBody>
      <dsp:txXfrm>
        <a:off x="0" y="456799"/>
        <a:ext cx="3700463" cy="215280"/>
      </dsp:txXfrm>
    </dsp:sp>
    <dsp:sp modelId="{5EB157A2-6431-41B1-A61D-D318F5F3BE4A}">
      <dsp:nvSpPr>
        <dsp:cNvPr id="0" name=""/>
        <dsp:cNvSpPr/>
      </dsp:nvSpPr>
      <dsp:spPr>
        <a:xfrm>
          <a:off x="0" y="672079"/>
          <a:ext cx="3700463" cy="40781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300" kern="1200" dirty="0" smtClean="0"/>
            <a:t>《</a:t>
          </a:r>
          <a:r>
            <a:rPr lang="zh-CN" altLang="en-US" sz="1300" kern="1200" dirty="0" smtClean="0"/>
            <a:t>本草衍义</a:t>
          </a:r>
          <a:r>
            <a:rPr lang="en-US" altLang="en-US" sz="1300" kern="1200" dirty="0" smtClean="0"/>
            <a:t>》</a:t>
          </a:r>
          <a:endParaRPr lang="zh-CN" altLang="en-US" sz="1300" kern="1200" dirty="0"/>
        </a:p>
      </dsp:txBody>
      <dsp:txXfrm>
        <a:off x="19908" y="691987"/>
        <a:ext cx="3660647" cy="368002"/>
      </dsp:txXfrm>
    </dsp:sp>
    <dsp:sp modelId="{620A2E83-D8C1-4309-A2EE-BE4CB8AA582F}">
      <dsp:nvSpPr>
        <dsp:cNvPr id="0" name=""/>
        <dsp:cNvSpPr/>
      </dsp:nvSpPr>
      <dsp:spPr>
        <a:xfrm>
          <a:off x="0" y="1079897"/>
          <a:ext cx="3700463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000" kern="1200" smtClean="0"/>
            <a:t>解</a:t>
          </a:r>
          <a:r>
            <a:rPr lang="zh-CN" altLang="en-US" sz="1000" kern="1200" dirty="0" smtClean="0"/>
            <a:t>劳热。</a:t>
          </a:r>
          <a:endParaRPr lang="zh-CN" altLang="en-US" sz="1000" kern="1200" dirty="0"/>
        </a:p>
      </dsp:txBody>
      <dsp:txXfrm>
        <a:off x="0" y="1079897"/>
        <a:ext cx="3700463" cy="215280"/>
      </dsp:txXfrm>
    </dsp:sp>
    <dsp:sp modelId="{96190ED7-2F19-443D-880D-62D575F3A3A1}">
      <dsp:nvSpPr>
        <dsp:cNvPr id="0" name=""/>
        <dsp:cNvSpPr/>
      </dsp:nvSpPr>
      <dsp:spPr>
        <a:xfrm>
          <a:off x="0" y="1295177"/>
          <a:ext cx="3700463" cy="40781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300" kern="1200" dirty="0" smtClean="0"/>
            <a:t>《</a:t>
          </a:r>
          <a:r>
            <a:rPr lang="zh-CN" altLang="en-US" sz="1300" kern="1200" dirty="0" smtClean="0"/>
            <a:t>日华于本草</a:t>
          </a:r>
          <a:r>
            <a:rPr lang="en-US" altLang="en-US" sz="1300" kern="1200" dirty="0" smtClean="0"/>
            <a:t>》</a:t>
          </a:r>
          <a:endParaRPr lang="zh-CN" altLang="en-US" sz="1300" kern="1200" dirty="0"/>
        </a:p>
      </dsp:txBody>
      <dsp:txXfrm>
        <a:off x="19908" y="1315085"/>
        <a:ext cx="3660647" cy="368002"/>
      </dsp:txXfrm>
    </dsp:sp>
    <dsp:sp modelId="{1A58CEDD-DF2A-414A-A15F-DF96D65ADD64}">
      <dsp:nvSpPr>
        <dsp:cNvPr id="0" name=""/>
        <dsp:cNvSpPr/>
      </dsp:nvSpPr>
      <dsp:spPr>
        <a:xfrm>
          <a:off x="0" y="1702995"/>
          <a:ext cx="3700463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000" kern="1200" smtClean="0"/>
            <a:t>治</a:t>
          </a:r>
          <a:r>
            <a:rPr lang="zh-CN" altLang="en-US" sz="1000" kern="1200" dirty="0" smtClean="0"/>
            <a:t>小儿热疮。金线蛙去痨劣，解热毒。</a:t>
          </a:r>
          <a:endParaRPr lang="zh-CN" altLang="en-US" sz="1000" kern="1200" dirty="0"/>
        </a:p>
      </dsp:txBody>
      <dsp:txXfrm>
        <a:off x="0" y="1702995"/>
        <a:ext cx="3700463" cy="215280"/>
      </dsp:txXfrm>
    </dsp:sp>
    <dsp:sp modelId="{C4996B35-A09F-43EB-AA3A-44DCED3C277C}">
      <dsp:nvSpPr>
        <dsp:cNvPr id="0" name=""/>
        <dsp:cNvSpPr/>
      </dsp:nvSpPr>
      <dsp:spPr>
        <a:xfrm>
          <a:off x="0" y="1918275"/>
          <a:ext cx="3700463" cy="40781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300" kern="1200" dirty="0" smtClean="0"/>
            <a:t>《</a:t>
          </a:r>
          <a:r>
            <a:rPr lang="zh-CN" altLang="en-US" sz="1300" kern="1200" dirty="0" smtClean="0"/>
            <a:t>日用本草</a:t>
          </a:r>
          <a:r>
            <a:rPr lang="en-US" altLang="en-US" sz="1300" kern="1200" dirty="0" smtClean="0"/>
            <a:t>》</a:t>
          </a:r>
          <a:endParaRPr lang="zh-CN" altLang="en-US" sz="1300" kern="1200" dirty="0"/>
        </a:p>
      </dsp:txBody>
      <dsp:txXfrm>
        <a:off x="19908" y="1938183"/>
        <a:ext cx="3660647" cy="368002"/>
      </dsp:txXfrm>
    </dsp:sp>
    <dsp:sp modelId="{150B94CA-EEAF-4980-8378-0874E41F8989}">
      <dsp:nvSpPr>
        <dsp:cNvPr id="0" name=""/>
        <dsp:cNvSpPr/>
      </dsp:nvSpPr>
      <dsp:spPr>
        <a:xfrm>
          <a:off x="0" y="2326093"/>
          <a:ext cx="3700463" cy="33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altLang="en-US" sz="1000" kern="1200" smtClean="0"/>
            <a:t>治</a:t>
          </a:r>
          <a:r>
            <a:rPr lang="zh-CN" altLang="en-US" sz="1000" kern="1200" dirty="0" smtClean="0"/>
            <a:t>小儿赤毒热疮，脐肠腹痛，疳瘦肚大，虚劳烦热，胃气虚弱。</a:t>
          </a:r>
          <a:endParaRPr lang="zh-CN" altLang="en-US" sz="1000" kern="1200" dirty="0"/>
        </a:p>
      </dsp:txBody>
      <dsp:txXfrm>
        <a:off x="0" y="2326093"/>
        <a:ext cx="3700463" cy="336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08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47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51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34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81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09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27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8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8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7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368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03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562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55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6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34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B3615EF-AEA0-406E-9345-34AAE7456071}" type="datetimeFigureOut">
              <a:rPr lang="zh-CN" altLang="en-US" smtClean="0"/>
              <a:t>2022/4/8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644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06097" y="2110085"/>
            <a:ext cx="6131808" cy="110799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4">
              <a:avLst/>
            </a:prstTxWarp>
            <a:spAutoFit/>
          </a:bodyPr>
          <a:lstStyle/>
          <a:p>
            <a:pPr algn="ctr"/>
            <a:r>
              <a:rPr lang="zh-CN" altLang="en-US" sz="6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青蛙作用及功效</a:t>
            </a:r>
            <a:endParaRPr lang="zh-CN" altLang="en-US" sz="66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964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 action="ppaction://hlinksldjump"/>
              </a:rPr>
              <a:t>青蛙</a:t>
            </a:r>
            <a:r>
              <a:rPr lang="zh-CN" altLang="en-US" dirty="0" smtClean="0">
                <a:hlinkClick r:id="rId2" action="ppaction://hlinksldjump"/>
              </a:rPr>
              <a:t>图片</a:t>
            </a:r>
            <a:endParaRPr lang="en-US" altLang="zh-CN" dirty="0" smtClean="0"/>
          </a:p>
          <a:p>
            <a:r>
              <a:rPr lang="zh-CN" altLang="en-US" dirty="0">
                <a:hlinkClick r:id="rId3" action="ppaction://hlinksldjump"/>
              </a:rPr>
              <a:t>青蛙的</a:t>
            </a:r>
            <a:r>
              <a:rPr lang="zh-CN" altLang="en-US" dirty="0" smtClean="0">
                <a:hlinkClick r:id="rId3" action="ppaction://hlinksldjump"/>
              </a:rPr>
              <a:t>产地</a:t>
            </a:r>
            <a:endParaRPr lang="en-US" altLang="zh-CN" dirty="0" smtClean="0"/>
          </a:p>
          <a:p>
            <a:r>
              <a:rPr lang="zh-CN" altLang="en-US" dirty="0">
                <a:hlinkClick r:id="rId4" action="ppaction://hlinksldjump"/>
              </a:rPr>
              <a:t>青蛙的功效和</a:t>
            </a:r>
            <a:r>
              <a:rPr lang="zh-CN" altLang="en-US" dirty="0" smtClean="0">
                <a:hlinkClick r:id="rId4" action="ppaction://hlinksldjump"/>
              </a:rPr>
              <a:t>作用</a:t>
            </a:r>
            <a:endParaRPr lang="en-US" altLang="zh-CN" dirty="0" smtClean="0"/>
          </a:p>
          <a:p>
            <a:r>
              <a:rPr lang="zh-CN" altLang="en-US" dirty="0">
                <a:hlinkClick r:id="rId5" action="ppaction://hlinksldjump"/>
              </a:rPr>
              <a:t>青蛙的</a:t>
            </a:r>
            <a:r>
              <a:rPr lang="zh-CN" altLang="en-US" dirty="0" smtClean="0">
                <a:hlinkClick r:id="rId5" action="ppaction://hlinksldjump"/>
              </a:rPr>
              <a:t>副作用</a:t>
            </a:r>
            <a:endParaRPr lang="en-US" altLang="zh-CN" dirty="0" smtClean="0"/>
          </a:p>
          <a:p>
            <a:r>
              <a:rPr lang="zh-CN" altLang="en-US" dirty="0">
                <a:hlinkClick r:id="rId6" action="ppaction://hlinksldjump"/>
              </a:rPr>
              <a:t>青蛙如何保存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686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青蛙图片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4" r="27934"/>
          <a:stretch>
            <a:fillRect/>
          </a:stretch>
        </p:blipFill>
        <p:spPr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3" name="副标题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青蛙</a:t>
            </a:r>
            <a:r>
              <a:rPr lang="en-US" altLang="zh-CN" dirty="0"/>
              <a:t>(Frog)</a:t>
            </a:r>
            <a:r>
              <a:rPr lang="zh-CN" altLang="en-US" dirty="0"/>
              <a:t>属于脊索动物门、两栖纲、无尾目、蛙科的两栖类动物，成体无尾，卵产于水中，体外受精，孵化成蝌蚪，用鳃呼吸，经过变异，成体主要用肺呼吸，兼用皮肤呼吸。</a:t>
            </a:r>
          </a:p>
        </p:txBody>
      </p:sp>
    </p:spTree>
    <p:extLst>
      <p:ext uri="{BB962C8B-B14F-4D97-AF65-F5344CB8AC3E}">
        <p14:creationId xmlns:p14="http://schemas.microsoft.com/office/powerpoint/2010/main" val="14563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:a14="http://schemas.microsoft.com/office/drawing/2010/main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青蛙的产地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黑斑</a:t>
            </a:r>
            <a:r>
              <a:rPr lang="zh-CN" altLang="en-US" dirty="0"/>
              <a:t>蛙：常栖于池塘、水沟或小河内。产卵季节</a:t>
            </a:r>
            <a:r>
              <a:rPr lang="en-US" altLang="zh-CN" dirty="0"/>
              <a:t>3-6</a:t>
            </a:r>
            <a:r>
              <a:rPr lang="zh-CN" altLang="en-US" dirty="0"/>
              <a:t>月；蝌蛘体形大，灰绿色；尾较细弱，有斑纹，尾端尖；角质颌适中。我国大部分地区均有分布。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金</a:t>
            </a:r>
            <a:r>
              <a:rPr lang="zh-CN" altLang="en-US" dirty="0"/>
              <a:t>线蛙：习居于有莲花的池塘内，平时多匍匐在荷叶上或居于较大的池塘内或湖边。产卵季节</a:t>
            </a:r>
            <a:r>
              <a:rPr lang="en-US" altLang="zh-CN" dirty="0"/>
              <a:t>4-6</a:t>
            </a:r>
            <a:r>
              <a:rPr lang="zh-CN" altLang="en-US" dirty="0"/>
              <a:t>月。蝌蛘后肢发育良好时，全长</a:t>
            </a:r>
            <a:r>
              <a:rPr lang="en-US" altLang="zh-CN" dirty="0"/>
              <a:t>38-45mm</a:t>
            </a:r>
            <a:r>
              <a:rPr lang="zh-CN" altLang="en-US" dirty="0"/>
              <a:t>；尾端尖细，口角及下唇乳突。分布于河北、山西、山东、浙江、河南、湖北、湖南等地。</a:t>
            </a:r>
          </a:p>
        </p:txBody>
      </p:sp>
    </p:spTree>
    <p:extLst>
      <p:ext uri="{BB962C8B-B14F-4D97-AF65-F5344CB8AC3E}">
        <p14:creationId xmlns:p14="http://schemas.microsoft.com/office/powerpoint/2010/main" val="221145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青蛙的功效和作用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利水消肿；清热解毒；补</a:t>
            </a:r>
            <a:r>
              <a:rPr lang="zh-CN" altLang="en-US" dirty="0" smtClean="0"/>
              <a:t>虚</a:t>
            </a:r>
            <a:r>
              <a:rPr lang="zh-CN" altLang="en-US" dirty="0"/>
              <a:t>；</a:t>
            </a:r>
            <a:r>
              <a:rPr lang="zh-CN" altLang="en-US" dirty="0" smtClean="0"/>
              <a:t>主</a:t>
            </a:r>
            <a:r>
              <a:rPr lang="zh-CN" altLang="en-US" dirty="0"/>
              <a:t>水肿；膨胀；黄疸；虾蟆瘟；小儿热疮；痢疾；疳疾；劳热；产后体弱。 </a:t>
            </a:r>
            <a:br>
              <a:rPr lang="zh-CN" altLang="en-US" dirty="0"/>
            </a:br>
            <a:endParaRPr lang="zh-CN" altLang="en-US" dirty="0"/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7108597"/>
              </p:ext>
            </p:extLst>
          </p:nvPr>
        </p:nvGraphicFramePr>
        <p:xfrm>
          <a:off x="4356100" y="514350"/>
          <a:ext cx="3700463" cy="271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4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CEAAC2A-3F5A-4472-9366-D0B8D2D487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graphicEl>
                                              <a:dgm id="{4CEAAC2A-3F5A-4472-9366-D0B8D2D487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graphicEl>
                                              <a:dgm id="{4CEAAC2A-3F5A-4472-9366-D0B8D2D487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graphicEl>
                                              <a:dgm id="{4CEAAC2A-3F5A-4472-9366-D0B8D2D487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EB157A2-6431-41B1-A61D-D318F5F3B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graphicEl>
                                              <a:dgm id="{5EB157A2-6431-41B1-A61D-D318F5F3BE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graphicEl>
                                              <a:dgm id="{5EB157A2-6431-41B1-A61D-D318F5F3B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graphicEl>
                                              <a:dgm id="{5EB157A2-6431-41B1-A61D-D318F5F3BE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6190ED7-2F19-443D-880D-62D575F3A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graphicEl>
                                              <a:dgm id="{96190ED7-2F19-443D-880D-62D575F3A3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graphicEl>
                                              <a:dgm id="{96190ED7-2F19-443D-880D-62D575F3A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graphicEl>
                                              <a:dgm id="{96190ED7-2F19-443D-880D-62D575F3A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4996B35-A09F-43EB-AA3A-44DCED3C27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graphicEl>
                                              <a:dgm id="{C4996B35-A09F-43EB-AA3A-44DCED3C27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graphicEl>
                                              <a:dgm id="{C4996B35-A09F-43EB-AA3A-44DCED3C27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graphicEl>
                                              <a:dgm id="{C4996B35-A09F-43EB-AA3A-44DCED3C27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3AEAE6-35D6-480F-A6EA-3C34F70C23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graphicEl>
                                              <a:dgm id="{0C3AEAE6-35D6-480F-A6EA-3C34F70C23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graphicEl>
                                              <a:dgm id="{0C3AEAE6-35D6-480F-A6EA-3C34F70C23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graphicEl>
                                              <a:dgm id="{0C3AEAE6-35D6-480F-A6EA-3C34F70C23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20A2E83-D8C1-4309-A2EE-BE4CB8AA58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graphicEl>
                                              <a:dgm id="{620A2E83-D8C1-4309-A2EE-BE4CB8AA58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graphicEl>
                                              <a:dgm id="{620A2E83-D8C1-4309-A2EE-BE4CB8AA58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graphicEl>
                                              <a:dgm id="{620A2E83-D8C1-4309-A2EE-BE4CB8AA58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A58CEDD-DF2A-414A-A15F-DF96D65AD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graphicEl>
                                              <a:dgm id="{1A58CEDD-DF2A-414A-A15F-DF96D65ADD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1A58CEDD-DF2A-414A-A15F-DF96D65AD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graphicEl>
                                              <a:dgm id="{1A58CEDD-DF2A-414A-A15F-DF96D65AD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50B94CA-EEAF-4980-8378-0874E41F89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graphicEl>
                                              <a:dgm id="{150B94CA-EEAF-4980-8378-0874E41F89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graphicEl>
                                              <a:dgm id="{150B94CA-EEAF-4980-8378-0874E41F89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graphicEl>
                                              <a:dgm id="{150B94CA-EEAF-4980-8378-0874E41F89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3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青蛙的副作用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1155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暂无副作用，建议服用时遵照医师。</a:t>
            </a:r>
          </a:p>
        </p:txBody>
      </p:sp>
    </p:spTree>
    <p:extLst>
      <p:ext uri="{BB962C8B-B14F-4D97-AF65-F5344CB8AC3E}">
        <p14:creationId xmlns:p14="http://schemas.microsoft.com/office/powerpoint/2010/main" val="292400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青蛙如何保存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1533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置阴凉干燥处。</a:t>
            </a:r>
          </a:p>
        </p:txBody>
      </p:sp>
    </p:spTree>
    <p:extLst>
      <p:ext uri="{BB962C8B-B14F-4D97-AF65-F5344CB8AC3E}">
        <p14:creationId xmlns:p14="http://schemas.microsoft.com/office/powerpoint/2010/main" val="137840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156</TotalTime>
  <Words>326</Words>
  <Application>Microsoft Office PowerPoint</Application>
  <PresentationFormat>全屏显示(16:9)</PresentationFormat>
  <Paragraphs>26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幼圆</vt:lpstr>
      <vt:lpstr>Century Gothic</vt:lpstr>
      <vt:lpstr>Wingdings</vt:lpstr>
      <vt:lpstr>Wingdings 3</vt:lpstr>
      <vt:lpstr>切片</vt:lpstr>
      <vt:lpstr>PowerPoint 演示文稿</vt:lpstr>
      <vt:lpstr>目录</vt:lpstr>
      <vt:lpstr>青蛙图片</vt:lpstr>
      <vt:lpstr>青蛙的产地</vt:lpstr>
      <vt:lpstr>青蛙的功效和作用</vt:lpstr>
      <vt:lpstr>青蛙的副作用</vt:lpstr>
      <vt:lpstr>青蛙如何保存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人工增雨背后的秘密</dc:title>
  <dc:creator>gaobo</dc:creator>
  <cp:lastModifiedBy>Windows 用户11</cp:lastModifiedBy>
  <cp:revision>22</cp:revision>
  <dcterms:created xsi:type="dcterms:W3CDTF">2018-09-21T03:52:05Z</dcterms:created>
  <dcterms:modified xsi:type="dcterms:W3CDTF">2022-04-08T01:43:16Z</dcterms:modified>
</cp:coreProperties>
</file>