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6"/>
  </p:notesMasterIdLst>
  <p:sldIdLst>
    <p:sldId id="259" r:id="rId2"/>
    <p:sldId id="257" r:id="rId3"/>
    <p:sldId id="260" r:id="rId4"/>
    <p:sldId id="258" r:id="rId5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66" d="100"/>
          <a:sy n="66" d="100"/>
        </p:scale>
        <p:origin x="66" y="4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124E6A-F41B-430B-AD77-7C972CA6D5A0}" type="doc">
      <dgm:prSet loTypeId="urn:microsoft.com/office/officeart/2005/8/layout/hierarchy1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A37060F-AAAB-4EAB-812C-DC54BFCB2760}">
      <dgm:prSet phldrT="[文本]"/>
      <dgm:spPr/>
      <dgm:t>
        <a:bodyPr/>
        <a:lstStyle/>
        <a:p>
          <a:r>
            <a:rPr lang="zh-CN" altLang="en-US" dirty="0" smtClean="0"/>
            <a:t>关于身高的烦恼</a:t>
          </a:r>
          <a:endParaRPr lang="zh-CN" altLang="en-US" dirty="0"/>
        </a:p>
      </dgm:t>
    </dgm:pt>
    <dgm:pt modelId="{A0DC937B-D885-4201-913B-B096FCA9DE00}" type="parTrans" cxnId="{753851E8-4BDC-4B58-B114-D8EE18D30F43}">
      <dgm:prSet/>
      <dgm:spPr/>
      <dgm:t>
        <a:bodyPr/>
        <a:lstStyle/>
        <a:p>
          <a:endParaRPr lang="zh-CN" altLang="en-US"/>
        </a:p>
      </dgm:t>
    </dgm:pt>
    <dgm:pt modelId="{375811DD-6A8C-4650-8BD2-A449FD329EA5}" type="sibTrans" cxnId="{753851E8-4BDC-4B58-B114-D8EE18D30F43}">
      <dgm:prSet/>
      <dgm:spPr/>
      <dgm:t>
        <a:bodyPr/>
        <a:lstStyle/>
        <a:p>
          <a:endParaRPr lang="zh-CN" altLang="en-US"/>
        </a:p>
      </dgm:t>
    </dgm:pt>
    <dgm:pt modelId="{2CB47596-AE38-41C0-8AC9-EBC11AB75904}">
      <dgm:prSet/>
      <dgm:spPr/>
      <dgm:t>
        <a:bodyPr/>
        <a:lstStyle/>
        <a:p>
          <a:r>
            <a:rPr lang="en-US" altLang="en-US" dirty="0" smtClean="0"/>
            <a:t>1</a:t>
          </a:r>
          <a:r>
            <a:rPr lang="zh-CN" altLang="en-US" dirty="0" smtClean="0"/>
            <a:t>、从小就没有怎么上学；</a:t>
          </a:r>
          <a:endParaRPr lang="zh-CN" altLang="en-US" dirty="0"/>
        </a:p>
      </dgm:t>
    </dgm:pt>
    <dgm:pt modelId="{B5794663-B83A-457C-A442-B3DCDF868442}" type="parTrans" cxnId="{2E99FBD6-746A-476C-AA1B-5F482F9BE621}">
      <dgm:prSet/>
      <dgm:spPr/>
      <dgm:t>
        <a:bodyPr/>
        <a:lstStyle/>
        <a:p>
          <a:endParaRPr lang="zh-CN" altLang="en-US"/>
        </a:p>
      </dgm:t>
    </dgm:pt>
    <dgm:pt modelId="{589854C8-EB33-4468-8416-86DBC87BEFBD}" type="sibTrans" cxnId="{2E99FBD6-746A-476C-AA1B-5F482F9BE621}">
      <dgm:prSet/>
      <dgm:spPr/>
      <dgm:t>
        <a:bodyPr/>
        <a:lstStyle/>
        <a:p>
          <a:endParaRPr lang="zh-CN" altLang="en-US"/>
        </a:p>
      </dgm:t>
    </dgm:pt>
    <dgm:pt modelId="{4AD1C300-8647-42A0-A939-D111A734AAF5}">
      <dgm:prSet/>
      <dgm:spPr/>
      <dgm:t>
        <a:bodyPr/>
        <a:lstStyle/>
        <a:p>
          <a:r>
            <a:rPr lang="en-US" altLang="en-US" dirty="0" smtClean="0"/>
            <a:t>2</a:t>
          </a:r>
          <a:r>
            <a:rPr lang="zh-CN" altLang="en-US" dirty="0" smtClean="0"/>
            <a:t>、衣服裤子鞋子都需要定制；</a:t>
          </a:r>
          <a:endParaRPr lang="zh-CN" altLang="en-US" dirty="0"/>
        </a:p>
      </dgm:t>
    </dgm:pt>
    <dgm:pt modelId="{E30E5D3A-F88F-4A1D-9E6E-212FCAD08EA0}" type="parTrans" cxnId="{A2B7658F-F5B3-480E-9391-7D3EF8C94C80}">
      <dgm:prSet/>
      <dgm:spPr/>
      <dgm:t>
        <a:bodyPr/>
        <a:lstStyle/>
        <a:p>
          <a:endParaRPr lang="zh-CN" altLang="en-US"/>
        </a:p>
      </dgm:t>
    </dgm:pt>
    <dgm:pt modelId="{634237B9-4B79-4D90-9CE0-6769C508D7B0}" type="sibTrans" cxnId="{A2B7658F-F5B3-480E-9391-7D3EF8C94C80}">
      <dgm:prSet/>
      <dgm:spPr/>
      <dgm:t>
        <a:bodyPr/>
        <a:lstStyle/>
        <a:p>
          <a:endParaRPr lang="zh-CN" altLang="en-US"/>
        </a:p>
      </dgm:t>
    </dgm:pt>
    <dgm:pt modelId="{707DC341-313C-421C-88F4-1F17E50F1086}">
      <dgm:prSet/>
      <dgm:spPr/>
      <dgm:t>
        <a:bodyPr/>
        <a:lstStyle/>
        <a:p>
          <a:r>
            <a:rPr lang="en-US" altLang="en-US" dirty="0" smtClean="0"/>
            <a:t>3</a:t>
          </a:r>
          <a:r>
            <a:rPr lang="zh-CN" altLang="en-US" dirty="0" smtClean="0"/>
            <a:t>、寻找合适的伴侣相当困难。</a:t>
          </a:r>
          <a:endParaRPr lang="zh-CN" altLang="en-US" dirty="0"/>
        </a:p>
      </dgm:t>
    </dgm:pt>
    <dgm:pt modelId="{C9EFA064-F497-44E1-B66B-FFD479A93B51}" type="parTrans" cxnId="{60ECE5D4-888A-4FE7-B3B9-1789AD845317}">
      <dgm:prSet/>
      <dgm:spPr/>
      <dgm:t>
        <a:bodyPr/>
        <a:lstStyle/>
        <a:p>
          <a:endParaRPr lang="zh-CN" altLang="en-US"/>
        </a:p>
      </dgm:t>
    </dgm:pt>
    <dgm:pt modelId="{A26BE973-1EC0-48DD-8B97-5F83C2937E3D}" type="sibTrans" cxnId="{60ECE5D4-888A-4FE7-B3B9-1789AD845317}">
      <dgm:prSet/>
      <dgm:spPr/>
      <dgm:t>
        <a:bodyPr/>
        <a:lstStyle/>
        <a:p>
          <a:endParaRPr lang="zh-CN" altLang="en-US"/>
        </a:p>
      </dgm:t>
    </dgm:pt>
    <dgm:pt modelId="{61A8DCE1-380C-41FD-A2A6-C7A2CA5540A5}" type="pres">
      <dgm:prSet presAssocID="{10124E6A-F41B-430B-AD77-7C972CA6D5A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D7E6F3E3-52C2-4CB1-9EF9-04A06872F16E}" type="pres">
      <dgm:prSet presAssocID="{7A37060F-AAAB-4EAB-812C-DC54BFCB2760}" presName="hierRoot1" presStyleCnt="0"/>
      <dgm:spPr/>
    </dgm:pt>
    <dgm:pt modelId="{077B59E7-993E-43EA-A32E-45A54D1D6F70}" type="pres">
      <dgm:prSet presAssocID="{7A37060F-AAAB-4EAB-812C-DC54BFCB2760}" presName="composite" presStyleCnt="0"/>
      <dgm:spPr/>
    </dgm:pt>
    <dgm:pt modelId="{CA7A868A-526D-42AF-B96E-D5359CC06900}" type="pres">
      <dgm:prSet presAssocID="{7A37060F-AAAB-4EAB-812C-DC54BFCB2760}" presName="background" presStyleLbl="node0" presStyleIdx="0" presStyleCnt="1"/>
      <dgm:spPr/>
    </dgm:pt>
    <dgm:pt modelId="{EF3767BA-5426-4AA0-A8E9-B7F24BA9FAA6}" type="pres">
      <dgm:prSet presAssocID="{7A37060F-AAAB-4EAB-812C-DC54BFCB2760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CD3B1CE-27DC-404E-B12B-CDD18672669D}" type="pres">
      <dgm:prSet presAssocID="{7A37060F-AAAB-4EAB-812C-DC54BFCB2760}" presName="hierChild2" presStyleCnt="0"/>
      <dgm:spPr/>
    </dgm:pt>
    <dgm:pt modelId="{32078782-430F-483A-B717-811774E3621D}" type="pres">
      <dgm:prSet presAssocID="{B5794663-B83A-457C-A442-B3DCDF868442}" presName="Name10" presStyleLbl="parChTrans1D2" presStyleIdx="0" presStyleCnt="3"/>
      <dgm:spPr/>
      <dgm:t>
        <a:bodyPr/>
        <a:lstStyle/>
        <a:p>
          <a:endParaRPr lang="zh-CN" altLang="en-US"/>
        </a:p>
      </dgm:t>
    </dgm:pt>
    <dgm:pt modelId="{43E0F89F-9FD8-403F-AAC9-E7AF4BAD64A4}" type="pres">
      <dgm:prSet presAssocID="{2CB47596-AE38-41C0-8AC9-EBC11AB75904}" presName="hierRoot2" presStyleCnt="0"/>
      <dgm:spPr/>
    </dgm:pt>
    <dgm:pt modelId="{3B32355E-ABCF-4A8A-8EFD-F86A94D0951D}" type="pres">
      <dgm:prSet presAssocID="{2CB47596-AE38-41C0-8AC9-EBC11AB75904}" presName="composite2" presStyleCnt="0"/>
      <dgm:spPr/>
    </dgm:pt>
    <dgm:pt modelId="{F2379B34-5B8F-4D7D-835C-970EE86BCB77}" type="pres">
      <dgm:prSet presAssocID="{2CB47596-AE38-41C0-8AC9-EBC11AB75904}" presName="background2" presStyleLbl="node2" presStyleIdx="0" presStyleCnt="3"/>
      <dgm:spPr/>
    </dgm:pt>
    <dgm:pt modelId="{402A40A6-D4F4-4E4F-9885-04F52FCB9C5E}" type="pres">
      <dgm:prSet presAssocID="{2CB47596-AE38-41C0-8AC9-EBC11AB75904}" presName="text2" presStyleLbl="fgAcc2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8CAAE39-C407-4FBD-9850-13B576F4369B}" type="pres">
      <dgm:prSet presAssocID="{2CB47596-AE38-41C0-8AC9-EBC11AB75904}" presName="hierChild3" presStyleCnt="0"/>
      <dgm:spPr/>
    </dgm:pt>
    <dgm:pt modelId="{9F9C87CA-E81B-40BF-9E47-E7D10AA988C4}" type="pres">
      <dgm:prSet presAssocID="{E30E5D3A-F88F-4A1D-9E6E-212FCAD08EA0}" presName="Name10" presStyleLbl="parChTrans1D2" presStyleIdx="1" presStyleCnt="3"/>
      <dgm:spPr/>
      <dgm:t>
        <a:bodyPr/>
        <a:lstStyle/>
        <a:p>
          <a:endParaRPr lang="zh-CN" altLang="en-US"/>
        </a:p>
      </dgm:t>
    </dgm:pt>
    <dgm:pt modelId="{0789DAC3-8503-4CDE-AF6E-8F16D8B179DC}" type="pres">
      <dgm:prSet presAssocID="{4AD1C300-8647-42A0-A939-D111A734AAF5}" presName="hierRoot2" presStyleCnt="0"/>
      <dgm:spPr/>
    </dgm:pt>
    <dgm:pt modelId="{0379D501-D00D-4F6C-8E44-9E961CC6F4F2}" type="pres">
      <dgm:prSet presAssocID="{4AD1C300-8647-42A0-A939-D111A734AAF5}" presName="composite2" presStyleCnt="0"/>
      <dgm:spPr/>
    </dgm:pt>
    <dgm:pt modelId="{99702B0A-6303-41B7-BE9B-5679673F3C2B}" type="pres">
      <dgm:prSet presAssocID="{4AD1C300-8647-42A0-A939-D111A734AAF5}" presName="background2" presStyleLbl="node2" presStyleIdx="1" presStyleCnt="3"/>
      <dgm:spPr/>
    </dgm:pt>
    <dgm:pt modelId="{9C616994-F30D-4D0E-A65D-A29D8E8E7163}" type="pres">
      <dgm:prSet presAssocID="{4AD1C300-8647-42A0-A939-D111A734AAF5}" presName="text2" presStyleLbl="fgAcc2" presStyleIdx="1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79E4F72-2C57-461A-AD33-C81C6D218671}" type="pres">
      <dgm:prSet presAssocID="{4AD1C300-8647-42A0-A939-D111A734AAF5}" presName="hierChild3" presStyleCnt="0"/>
      <dgm:spPr/>
    </dgm:pt>
    <dgm:pt modelId="{C62D7D4F-25F2-41BD-8483-E2820310850A}" type="pres">
      <dgm:prSet presAssocID="{C9EFA064-F497-44E1-B66B-FFD479A93B51}" presName="Name10" presStyleLbl="parChTrans1D2" presStyleIdx="2" presStyleCnt="3"/>
      <dgm:spPr/>
      <dgm:t>
        <a:bodyPr/>
        <a:lstStyle/>
        <a:p>
          <a:endParaRPr lang="zh-CN" altLang="en-US"/>
        </a:p>
      </dgm:t>
    </dgm:pt>
    <dgm:pt modelId="{5683441E-9889-47F9-B31F-14991CC7C5B0}" type="pres">
      <dgm:prSet presAssocID="{707DC341-313C-421C-88F4-1F17E50F1086}" presName="hierRoot2" presStyleCnt="0"/>
      <dgm:spPr/>
    </dgm:pt>
    <dgm:pt modelId="{C1B1443F-4599-4647-ACE0-811F186D92BF}" type="pres">
      <dgm:prSet presAssocID="{707DC341-313C-421C-88F4-1F17E50F1086}" presName="composite2" presStyleCnt="0"/>
      <dgm:spPr/>
    </dgm:pt>
    <dgm:pt modelId="{DF454057-4C8C-4808-BEB0-08306DC5ADEE}" type="pres">
      <dgm:prSet presAssocID="{707DC341-313C-421C-88F4-1F17E50F1086}" presName="background2" presStyleLbl="node2" presStyleIdx="2" presStyleCnt="3"/>
      <dgm:spPr/>
    </dgm:pt>
    <dgm:pt modelId="{9E739A2F-89C9-4E23-9F9F-0D714CF86E1C}" type="pres">
      <dgm:prSet presAssocID="{707DC341-313C-421C-88F4-1F17E50F1086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1BCAF10-DA9A-4D8E-A7DE-C14F0119B360}" type="pres">
      <dgm:prSet presAssocID="{707DC341-313C-421C-88F4-1F17E50F1086}" presName="hierChild3" presStyleCnt="0"/>
      <dgm:spPr/>
    </dgm:pt>
  </dgm:ptLst>
  <dgm:cxnLst>
    <dgm:cxn modelId="{753851E8-4BDC-4B58-B114-D8EE18D30F43}" srcId="{10124E6A-F41B-430B-AD77-7C972CA6D5A0}" destId="{7A37060F-AAAB-4EAB-812C-DC54BFCB2760}" srcOrd="0" destOrd="0" parTransId="{A0DC937B-D885-4201-913B-B096FCA9DE00}" sibTransId="{375811DD-6A8C-4650-8BD2-A449FD329EA5}"/>
    <dgm:cxn modelId="{041B2381-EEF7-425A-83EE-F9BC55AB9E06}" type="presOf" srcId="{B5794663-B83A-457C-A442-B3DCDF868442}" destId="{32078782-430F-483A-B717-811774E3621D}" srcOrd="0" destOrd="0" presId="urn:microsoft.com/office/officeart/2005/8/layout/hierarchy1"/>
    <dgm:cxn modelId="{8EA14172-F9F6-4B59-B34F-61F0FECA1283}" type="presOf" srcId="{C9EFA064-F497-44E1-B66B-FFD479A93B51}" destId="{C62D7D4F-25F2-41BD-8483-E2820310850A}" srcOrd="0" destOrd="0" presId="urn:microsoft.com/office/officeart/2005/8/layout/hierarchy1"/>
    <dgm:cxn modelId="{577C88B4-EA48-42FD-9862-E223A26EAE45}" type="presOf" srcId="{2CB47596-AE38-41C0-8AC9-EBC11AB75904}" destId="{402A40A6-D4F4-4E4F-9885-04F52FCB9C5E}" srcOrd="0" destOrd="0" presId="urn:microsoft.com/office/officeart/2005/8/layout/hierarchy1"/>
    <dgm:cxn modelId="{60ECE5D4-888A-4FE7-B3B9-1789AD845317}" srcId="{7A37060F-AAAB-4EAB-812C-DC54BFCB2760}" destId="{707DC341-313C-421C-88F4-1F17E50F1086}" srcOrd="2" destOrd="0" parTransId="{C9EFA064-F497-44E1-B66B-FFD479A93B51}" sibTransId="{A26BE973-1EC0-48DD-8B97-5F83C2937E3D}"/>
    <dgm:cxn modelId="{059BA0E8-457C-4A9C-A3F6-31D2CBAE4ADA}" type="presOf" srcId="{10124E6A-F41B-430B-AD77-7C972CA6D5A0}" destId="{61A8DCE1-380C-41FD-A2A6-C7A2CA5540A5}" srcOrd="0" destOrd="0" presId="urn:microsoft.com/office/officeart/2005/8/layout/hierarchy1"/>
    <dgm:cxn modelId="{FA46A2D8-BFF5-4507-AADF-52BC2B1B2350}" type="presOf" srcId="{4AD1C300-8647-42A0-A939-D111A734AAF5}" destId="{9C616994-F30D-4D0E-A65D-A29D8E8E7163}" srcOrd="0" destOrd="0" presId="urn:microsoft.com/office/officeart/2005/8/layout/hierarchy1"/>
    <dgm:cxn modelId="{A2B7658F-F5B3-480E-9391-7D3EF8C94C80}" srcId="{7A37060F-AAAB-4EAB-812C-DC54BFCB2760}" destId="{4AD1C300-8647-42A0-A939-D111A734AAF5}" srcOrd="1" destOrd="0" parTransId="{E30E5D3A-F88F-4A1D-9E6E-212FCAD08EA0}" sibTransId="{634237B9-4B79-4D90-9CE0-6769C508D7B0}"/>
    <dgm:cxn modelId="{95BF5268-FB7F-4FD0-8687-FE5C08E15263}" type="presOf" srcId="{E30E5D3A-F88F-4A1D-9E6E-212FCAD08EA0}" destId="{9F9C87CA-E81B-40BF-9E47-E7D10AA988C4}" srcOrd="0" destOrd="0" presId="urn:microsoft.com/office/officeart/2005/8/layout/hierarchy1"/>
    <dgm:cxn modelId="{FF13632C-DF6C-4E96-A2E2-7AF0F6CA305B}" type="presOf" srcId="{707DC341-313C-421C-88F4-1F17E50F1086}" destId="{9E739A2F-89C9-4E23-9F9F-0D714CF86E1C}" srcOrd="0" destOrd="0" presId="urn:microsoft.com/office/officeart/2005/8/layout/hierarchy1"/>
    <dgm:cxn modelId="{C6637730-4314-42AA-A67A-F16CF06A73F7}" type="presOf" srcId="{7A37060F-AAAB-4EAB-812C-DC54BFCB2760}" destId="{EF3767BA-5426-4AA0-A8E9-B7F24BA9FAA6}" srcOrd="0" destOrd="0" presId="urn:microsoft.com/office/officeart/2005/8/layout/hierarchy1"/>
    <dgm:cxn modelId="{2E99FBD6-746A-476C-AA1B-5F482F9BE621}" srcId="{7A37060F-AAAB-4EAB-812C-DC54BFCB2760}" destId="{2CB47596-AE38-41C0-8AC9-EBC11AB75904}" srcOrd="0" destOrd="0" parTransId="{B5794663-B83A-457C-A442-B3DCDF868442}" sibTransId="{589854C8-EB33-4468-8416-86DBC87BEFBD}"/>
    <dgm:cxn modelId="{158D871B-96DF-4D6F-89D8-7A3D586359A5}" type="presParOf" srcId="{61A8DCE1-380C-41FD-A2A6-C7A2CA5540A5}" destId="{D7E6F3E3-52C2-4CB1-9EF9-04A06872F16E}" srcOrd="0" destOrd="0" presId="urn:microsoft.com/office/officeart/2005/8/layout/hierarchy1"/>
    <dgm:cxn modelId="{D413B8E5-9C90-4B1E-B2DE-E45867BC3EA0}" type="presParOf" srcId="{D7E6F3E3-52C2-4CB1-9EF9-04A06872F16E}" destId="{077B59E7-993E-43EA-A32E-45A54D1D6F70}" srcOrd="0" destOrd="0" presId="urn:microsoft.com/office/officeart/2005/8/layout/hierarchy1"/>
    <dgm:cxn modelId="{F36D2041-0557-4D3D-B886-4D11A32DC8FA}" type="presParOf" srcId="{077B59E7-993E-43EA-A32E-45A54D1D6F70}" destId="{CA7A868A-526D-42AF-B96E-D5359CC06900}" srcOrd="0" destOrd="0" presId="urn:microsoft.com/office/officeart/2005/8/layout/hierarchy1"/>
    <dgm:cxn modelId="{994295A9-6B50-40F4-BD0C-43F74CFD8EF3}" type="presParOf" srcId="{077B59E7-993E-43EA-A32E-45A54D1D6F70}" destId="{EF3767BA-5426-4AA0-A8E9-B7F24BA9FAA6}" srcOrd="1" destOrd="0" presId="urn:microsoft.com/office/officeart/2005/8/layout/hierarchy1"/>
    <dgm:cxn modelId="{F6C99A56-4FCD-4183-B32B-7FEDE46F9369}" type="presParOf" srcId="{D7E6F3E3-52C2-4CB1-9EF9-04A06872F16E}" destId="{5CD3B1CE-27DC-404E-B12B-CDD18672669D}" srcOrd="1" destOrd="0" presId="urn:microsoft.com/office/officeart/2005/8/layout/hierarchy1"/>
    <dgm:cxn modelId="{2307535E-9074-4764-A97B-5A0E3B95C580}" type="presParOf" srcId="{5CD3B1CE-27DC-404E-B12B-CDD18672669D}" destId="{32078782-430F-483A-B717-811774E3621D}" srcOrd="0" destOrd="0" presId="urn:microsoft.com/office/officeart/2005/8/layout/hierarchy1"/>
    <dgm:cxn modelId="{ABB19471-655A-4A0F-8DC9-BD3538F5C816}" type="presParOf" srcId="{5CD3B1CE-27DC-404E-B12B-CDD18672669D}" destId="{43E0F89F-9FD8-403F-AAC9-E7AF4BAD64A4}" srcOrd="1" destOrd="0" presId="urn:microsoft.com/office/officeart/2005/8/layout/hierarchy1"/>
    <dgm:cxn modelId="{D3E2EA6D-53D0-4837-8F70-3E889DC96A66}" type="presParOf" srcId="{43E0F89F-9FD8-403F-AAC9-E7AF4BAD64A4}" destId="{3B32355E-ABCF-4A8A-8EFD-F86A94D0951D}" srcOrd="0" destOrd="0" presId="urn:microsoft.com/office/officeart/2005/8/layout/hierarchy1"/>
    <dgm:cxn modelId="{45826652-A059-4D9E-B0C8-23EE009B0105}" type="presParOf" srcId="{3B32355E-ABCF-4A8A-8EFD-F86A94D0951D}" destId="{F2379B34-5B8F-4D7D-835C-970EE86BCB77}" srcOrd="0" destOrd="0" presId="urn:microsoft.com/office/officeart/2005/8/layout/hierarchy1"/>
    <dgm:cxn modelId="{B1356E12-7FB3-4547-A327-F0A138393398}" type="presParOf" srcId="{3B32355E-ABCF-4A8A-8EFD-F86A94D0951D}" destId="{402A40A6-D4F4-4E4F-9885-04F52FCB9C5E}" srcOrd="1" destOrd="0" presId="urn:microsoft.com/office/officeart/2005/8/layout/hierarchy1"/>
    <dgm:cxn modelId="{3DEF0023-9757-45E8-AF5C-F66D9F2A7FA5}" type="presParOf" srcId="{43E0F89F-9FD8-403F-AAC9-E7AF4BAD64A4}" destId="{A8CAAE39-C407-4FBD-9850-13B576F4369B}" srcOrd="1" destOrd="0" presId="urn:microsoft.com/office/officeart/2005/8/layout/hierarchy1"/>
    <dgm:cxn modelId="{0D2D8A4E-C78D-445B-8A99-B616B36A5DD2}" type="presParOf" srcId="{5CD3B1CE-27DC-404E-B12B-CDD18672669D}" destId="{9F9C87CA-E81B-40BF-9E47-E7D10AA988C4}" srcOrd="2" destOrd="0" presId="urn:microsoft.com/office/officeart/2005/8/layout/hierarchy1"/>
    <dgm:cxn modelId="{B2A24529-DCC0-4537-9C83-A379EF67778B}" type="presParOf" srcId="{5CD3B1CE-27DC-404E-B12B-CDD18672669D}" destId="{0789DAC3-8503-4CDE-AF6E-8F16D8B179DC}" srcOrd="3" destOrd="0" presId="urn:microsoft.com/office/officeart/2005/8/layout/hierarchy1"/>
    <dgm:cxn modelId="{D274B57A-F08B-4425-8A72-74C78866470E}" type="presParOf" srcId="{0789DAC3-8503-4CDE-AF6E-8F16D8B179DC}" destId="{0379D501-D00D-4F6C-8E44-9E961CC6F4F2}" srcOrd="0" destOrd="0" presId="urn:microsoft.com/office/officeart/2005/8/layout/hierarchy1"/>
    <dgm:cxn modelId="{24697B92-F7CC-4F0D-932A-86894A18BA2C}" type="presParOf" srcId="{0379D501-D00D-4F6C-8E44-9E961CC6F4F2}" destId="{99702B0A-6303-41B7-BE9B-5679673F3C2B}" srcOrd="0" destOrd="0" presId="urn:microsoft.com/office/officeart/2005/8/layout/hierarchy1"/>
    <dgm:cxn modelId="{6DF77D38-56A5-46E6-A15D-6BEF1061FFE8}" type="presParOf" srcId="{0379D501-D00D-4F6C-8E44-9E961CC6F4F2}" destId="{9C616994-F30D-4D0E-A65D-A29D8E8E7163}" srcOrd="1" destOrd="0" presId="urn:microsoft.com/office/officeart/2005/8/layout/hierarchy1"/>
    <dgm:cxn modelId="{17F19974-E328-4E2C-B138-ED7935869352}" type="presParOf" srcId="{0789DAC3-8503-4CDE-AF6E-8F16D8B179DC}" destId="{979E4F72-2C57-461A-AD33-C81C6D218671}" srcOrd="1" destOrd="0" presId="urn:microsoft.com/office/officeart/2005/8/layout/hierarchy1"/>
    <dgm:cxn modelId="{C1DC6762-2619-4627-8519-C70481820E05}" type="presParOf" srcId="{5CD3B1CE-27DC-404E-B12B-CDD18672669D}" destId="{C62D7D4F-25F2-41BD-8483-E2820310850A}" srcOrd="4" destOrd="0" presId="urn:microsoft.com/office/officeart/2005/8/layout/hierarchy1"/>
    <dgm:cxn modelId="{2ED18CD9-B9A5-40AD-AFC1-211505813D7E}" type="presParOf" srcId="{5CD3B1CE-27DC-404E-B12B-CDD18672669D}" destId="{5683441E-9889-47F9-B31F-14991CC7C5B0}" srcOrd="5" destOrd="0" presId="urn:microsoft.com/office/officeart/2005/8/layout/hierarchy1"/>
    <dgm:cxn modelId="{6E668CEF-DEF4-4427-9E85-AEAC3B825512}" type="presParOf" srcId="{5683441E-9889-47F9-B31F-14991CC7C5B0}" destId="{C1B1443F-4599-4647-ACE0-811F186D92BF}" srcOrd="0" destOrd="0" presId="urn:microsoft.com/office/officeart/2005/8/layout/hierarchy1"/>
    <dgm:cxn modelId="{32122CAF-D0EA-49DE-92D7-8A6A364B2458}" type="presParOf" srcId="{C1B1443F-4599-4647-ACE0-811F186D92BF}" destId="{DF454057-4C8C-4808-BEB0-08306DC5ADEE}" srcOrd="0" destOrd="0" presId="urn:microsoft.com/office/officeart/2005/8/layout/hierarchy1"/>
    <dgm:cxn modelId="{026F6015-5D95-493F-8F11-BD2C7183F591}" type="presParOf" srcId="{C1B1443F-4599-4647-ACE0-811F186D92BF}" destId="{9E739A2F-89C9-4E23-9F9F-0D714CF86E1C}" srcOrd="1" destOrd="0" presId="urn:microsoft.com/office/officeart/2005/8/layout/hierarchy1"/>
    <dgm:cxn modelId="{AAC2DF00-174D-436A-A159-113A17184696}" type="presParOf" srcId="{5683441E-9889-47F9-B31F-14991CC7C5B0}" destId="{11BCAF10-DA9A-4D8E-A7DE-C14F0119B36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2D7D4F-25F2-41BD-8483-E2820310850A}">
      <dsp:nvSpPr>
        <dsp:cNvPr id="0" name=""/>
        <dsp:cNvSpPr/>
      </dsp:nvSpPr>
      <dsp:spPr>
        <a:xfrm>
          <a:off x="2952750" y="1692195"/>
          <a:ext cx="2095499" cy="4986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9804"/>
              </a:lnTo>
              <a:lnTo>
                <a:pt x="2095499" y="339804"/>
              </a:lnTo>
              <a:lnTo>
                <a:pt x="2095499" y="49863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9C87CA-E81B-40BF-9E47-E7D10AA988C4}">
      <dsp:nvSpPr>
        <dsp:cNvPr id="0" name=""/>
        <dsp:cNvSpPr/>
      </dsp:nvSpPr>
      <dsp:spPr>
        <a:xfrm>
          <a:off x="2907030" y="1692195"/>
          <a:ext cx="91440" cy="49863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863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078782-430F-483A-B717-811774E3621D}">
      <dsp:nvSpPr>
        <dsp:cNvPr id="0" name=""/>
        <dsp:cNvSpPr/>
      </dsp:nvSpPr>
      <dsp:spPr>
        <a:xfrm>
          <a:off x="857250" y="1692195"/>
          <a:ext cx="2095499" cy="498633"/>
        </a:xfrm>
        <a:custGeom>
          <a:avLst/>
          <a:gdLst/>
          <a:ahLst/>
          <a:cxnLst/>
          <a:rect l="0" t="0" r="0" b="0"/>
          <a:pathLst>
            <a:path>
              <a:moveTo>
                <a:pt x="2095499" y="0"/>
              </a:moveTo>
              <a:lnTo>
                <a:pt x="2095499" y="339804"/>
              </a:lnTo>
              <a:lnTo>
                <a:pt x="0" y="339804"/>
              </a:lnTo>
              <a:lnTo>
                <a:pt x="0" y="49863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7A868A-526D-42AF-B96E-D5359CC06900}">
      <dsp:nvSpPr>
        <dsp:cNvPr id="0" name=""/>
        <dsp:cNvSpPr/>
      </dsp:nvSpPr>
      <dsp:spPr>
        <a:xfrm>
          <a:off x="2095500" y="603488"/>
          <a:ext cx="1714499" cy="108870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3767BA-5426-4AA0-A8E9-B7F24BA9FAA6}">
      <dsp:nvSpPr>
        <dsp:cNvPr id="0" name=""/>
        <dsp:cNvSpPr/>
      </dsp:nvSpPr>
      <dsp:spPr>
        <a:xfrm>
          <a:off x="2286000" y="784463"/>
          <a:ext cx="1714499" cy="10887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/>
            <a:t>关于身高的烦恼</a:t>
          </a:r>
          <a:endParaRPr lang="zh-CN" altLang="en-US" sz="1800" kern="1200" dirty="0"/>
        </a:p>
      </dsp:txBody>
      <dsp:txXfrm>
        <a:off x="2317887" y="816350"/>
        <a:ext cx="1650725" cy="1024933"/>
      </dsp:txXfrm>
    </dsp:sp>
    <dsp:sp modelId="{F2379B34-5B8F-4D7D-835C-970EE86BCB77}">
      <dsp:nvSpPr>
        <dsp:cNvPr id="0" name=""/>
        <dsp:cNvSpPr/>
      </dsp:nvSpPr>
      <dsp:spPr>
        <a:xfrm>
          <a:off x="0" y="2190829"/>
          <a:ext cx="1714499" cy="108870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02A40A6-D4F4-4E4F-9885-04F52FCB9C5E}">
      <dsp:nvSpPr>
        <dsp:cNvPr id="0" name=""/>
        <dsp:cNvSpPr/>
      </dsp:nvSpPr>
      <dsp:spPr>
        <a:xfrm>
          <a:off x="190500" y="2371804"/>
          <a:ext cx="1714499" cy="10887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kern="1200" dirty="0" smtClean="0"/>
            <a:t>1</a:t>
          </a:r>
          <a:r>
            <a:rPr lang="zh-CN" altLang="en-US" sz="1800" kern="1200" dirty="0" smtClean="0"/>
            <a:t>、从小就没有怎么上学；</a:t>
          </a:r>
          <a:endParaRPr lang="zh-CN" altLang="en-US" sz="1800" kern="1200" dirty="0"/>
        </a:p>
      </dsp:txBody>
      <dsp:txXfrm>
        <a:off x="222387" y="2403691"/>
        <a:ext cx="1650725" cy="1024933"/>
      </dsp:txXfrm>
    </dsp:sp>
    <dsp:sp modelId="{99702B0A-6303-41B7-BE9B-5679673F3C2B}">
      <dsp:nvSpPr>
        <dsp:cNvPr id="0" name=""/>
        <dsp:cNvSpPr/>
      </dsp:nvSpPr>
      <dsp:spPr>
        <a:xfrm>
          <a:off x="2095500" y="2190829"/>
          <a:ext cx="1714499" cy="108870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C616994-F30D-4D0E-A65D-A29D8E8E7163}">
      <dsp:nvSpPr>
        <dsp:cNvPr id="0" name=""/>
        <dsp:cNvSpPr/>
      </dsp:nvSpPr>
      <dsp:spPr>
        <a:xfrm>
          <a:off x="2286000" y="2371804"/>
          <a:ext cx="1714499" cy="10887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kern="1200" dirty="0" smtClean="0"/>
            <a:t>2</a:t>
          </a:r>
          <a:r>
            <a:rPr lang="zh-CN" altLang="en-US" sz="1800" kern="1200" dirty="0" smtClean="0"/>
            <a:t>、衣服裤子鞋子都需要定制；</a:t>
          </a:r>
          <a:endParaRPr lang="zh-CN" altLang="en-US" sz="1800" kern="1200" dirty="0"/>
        </a:p>
      </dsp:txBody>
      <dsp:txXfrm>
        <a:off x="2317887" y="2403691"/>
        <a:ext cx="1650725" cy="1024933"/>
      </dsp:txXfrm>
    </dsp:sp>
    <dsp:sp modelId="{DF454057-4C8C-4808-BEB0-08306DC5ADEE}">
      <dsp:nvSpPr>
        <dsp:cNvPr id="0" name=""/>
        <dsp:cNvSpPr/>
      </dsp:nvSpPr>
      <dsp:spPr>
        <a:xfrm>
          <a:off x="4191000" y="2190829"/>
          <a:ext cx="1714499" cy="108870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E739A2F-89C9-4E23-9F9F-0D714CF86E1C}">
      <dsp:nvSpPr>
        <dsp:cNvPr id="0" name=""/>
        <dsp:cNvSpPr/>
      </dsp:nvSpPr>
      <dsp:spPr>
        <a:xfrm>
          <a:off x="4381499" y="2371804"/>
          <a:ext cx="1714499" cy="10887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kern="1200" dirty="0" smtClean="0"/>
            <a:t>3</a:t>
          </a:r>
          <a:r>
            <a:rPr lang="zh-CN" altLang="en-US" sz="1800" kern="1200" dirty="0" smtClean="0"/>
            <a:t>、寻找合适的伴侣相当困难。</a:t>
          </a:r>
          <a:endParaRPr lang="zh-CN" altLang="en-US" sz="1800" kern="1200" dirty="0"/>
        </a:p>
      </dsp:txBody>
      <dsp:txXfrm>
        <a:off x="4413386" y="2403691"/>
        <a:ext cx="1650725" cy="1024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0DBE6-5DF2-4433-AF19-D143BDFCD3F8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E3D31-85BB-4DF7-9520-328A43110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215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文化与美食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CE3D31-85BB-4DF7-9520-328A431102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630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fld id="{A542FF2E-629E-4CC9-8B27-084D23471CB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11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66F2-F455-4BAB-B874-19BC1B0347F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45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E9B4-CC0A-4C74-9B2C-8D53F77CE1D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69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251A-B4F3-47A9-8BF5-AEB7202CF81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770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A994-4B50-468C-8EA3-E1522301FE9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63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549C-6948-4AD4-97B6-66306D3802C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97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883F7-2CAA-4083-8827-A8BB6F747FE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538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ACD4-71DE-4AB9-8CB5-F79E21A271B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93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B8012-0364-458E-9888-7F0C538152F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701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7E4D-0079-412F-82A8-35DF726B5EC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922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7E4D-0079-412F-82A8-35DF726B5EC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740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7E4D-0079-412F-82A8-35DF726B5EC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05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7E4D-0079-412F-82A8-35DF726B5EC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260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7E4D-0079-412F-82A8-35DF726B5EC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08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7E4D-0079-412F-82A8-35DF726B5EC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7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6DDA-D83D-42A0-B397-E794DA81F4D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4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7E4D-0079-412F-82A8-35DF726B5EC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85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57200"/>
            <a:ext cx="77724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fld id="{7C8A9E7C-F2B0-4081-BAFA-7FC4FDD401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386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A7B7E4D-0079-412F-82A8-35DF726B5EC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4021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28000" y="2880000"/>
            <a:ext cx="5282216" cy="110799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oubleWave1">
              <a:avLst/>
            </a:prstTxWarp>
            <a:spAutoFit/>
          </a:bodyPr>
          <a:lstStyle/>
          <a:p>
            <a:pPr algn="ctr"/>
            <a:r>
              <a:rPr lang="zh-CN" altLang="en-US" sz="66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世界第一高人</a:t>
            </a:r>
            <a:endParaRPr lang="zh-CN" altLang="en-US" sz="66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6680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77778E-7 1.97531E-6 L 2.77778E-7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世界第一高人</a:t>
            </a:r>
            <a:r>
              <a:rPr lang="zh-CN" altLang="en-US" dirty="0" smtClean="0"/>
              <a:t>苏丹</a:t>
            </a:r>
            <a:r>
              <a:rPr lang="en-US" altLang="zh-CN" dirty="0"/>
              <a:t>·</a:t>
            </a:r>
            <a:r>
              <a:rPr lang="zh-CN" altLang="en-US" dirty="0" smtClean="0"/>
              <a:t>克森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	</a:t>
            </a:r>
            <a:r>
              <a:rPr lang="zh-CN" altLang="zh-CN" sz="2300" dirty="0"/>
              <a:t>世界第一高人身高</a:t>
            </a:r>
            <a:r>
              <a:rPr lang="en-US" altLang="zh-CN" sz="2300" dirty="0"/>
              <a:t>2.46</a:t>
            </a:r>
            <a:r>
              <a:rPr lang="zh-CN" altLang="zh-CN" sz="2300" dirty="0"/>
              <a:t>米的土耳其人苏丹·克森</a:t>
            </a:r>
            <a:r>
              <a:rPr lang="zh-CN" altLang="en-US" sz="2300" dirty="0"/>
              <a:t>将</a:t>
            </a:r>
            <a:r>
              <a:rPr lang="zh-CN" altLang="zh-CN" sz="2300" dirty="0"/>
              <a:t>在上海南京路与公众见面。</a:t>
            </a:r>
            <a:r>
              <a:rPr lang="en-US" altLang="zh-CN" sz="2300" dirty="0"/>
              <a:t>2009</a:t>
            </a:r>
            <a:r>
              <a:rPr lang="zh-CN" altLang="zh-CN" sz="2300" dirty="0"/>
              <a:t>年，吉尼斯世界纪录评委会宣布其为“世界第一高人”，该纪录至今由他保持。</a:t>
            </a:r>
            <a:r>
              <a:rPr lang="zh-CN" altLang="en-US" sz="2300" dirty="0"/>
              <a:t>他</a:t>
            </a:r>
            <a:r>
              <a:rPr lang="zh-CN" altLang="zh-CN" sz="2300" dirty="0"/>
              <a:t>作为“土耳其文化与美食节”的形象大使，首次来到中国</a:t>
            </a:r>
            <a:r>
              <a:rPr lang="zh-CN" altLang="en-US" sz="2300" dirty="0"/>
              <a:t>。</a:t>
            </a:r>
            <a:endParaRPr lang="zh-CN" altLang="zh-CN" sz="23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1983173"/>
            <a:ext cx="3538538" cy="2356666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3247182980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266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土耳其文化与美食节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zh-CN" altLang="zh-CN" sz="2100" dirty="0"/>
              <a:t>即将开幕的“土耳其文化与美食节”上，市民们不仅可以领略土耳其著名的亚欧跨海大桥、蓝色清真寺、棉花城堡、特洛伊木马，还会欣赏到人类非物质文化遗产的苏菲静心旋转舞、世界上最早组建的军乐团——奥斯曼军乐团的演奏、土耳其民间的传统舞蹈、芦笛、土耳其的水拓画和书法等艺术表演，还能品尝到世界三大菜种土耳其菜的美食佳肴。</a:t>
            </a:r>
            <a:endParaRPr lang="zh-CN" altLang="en-US" sz="2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48</TotalTime>
  <Words>137</Words>
  <Application>Microsoft Office PowerPoint</Application>
  <PresentationFormat>全屏显示(16:9)</PresentationFormat>
  <Paragraphs>11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方正舒体</vt:lpstr>
      <vt:lpstr>宋体</vt:lpstr>
      <vt:lpstr>Arial</vt:lpstr>
      <vt:lpstr>Garamond</vt:lpstr>
      <vt:lpstr>Times New Roman</vt:lpstr>
      <vt:lpstr>环保</vt:lpstr>
      <vt:lpstr>PowerPoint 演示文稿</vt:lpstr>
      <vt:lpstr>世界第一高人苏丹·克森</vt:lpstr>
      <vt:lpstr>PowerPoint 演示文稿</vt:lpstr>
      <vt:lpstr>土耳其文化与美食节</vt:lpstr>
    </vt:vector>
  </TitlesOfParts>
  <Company>北航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说错了话</dc:title>
  <dc:creator>计算中心</dc:creator>
  <cp:lastModifiedBy>windows用户</cp:lastModifiedBy>
  <cp:revision>15</cp:revision>
  <dcterms:created xsi:type="dcterms:W3CDTF">2001-12-20T11:57:40Z</dcterms:created>
  <dcterms:modified xsi:type="dcterms:W3CDTF">2023-04-10T07:10:29Z</dcterms:modified>
</cp:coreProperties>
</file>