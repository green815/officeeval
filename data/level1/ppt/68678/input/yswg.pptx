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787"/>
    <p:restoredTop sz="90929"/>
  </p:normalViewPr>
  <p:slideViewPr>
    <p:cSldViewPr>
      <p:cViewPr varScale="1">
        <p:scale>
          <a:sx n="85" d="100"/>
          <a:sy n="85" d="100"/>
        </p:scale>
        <p:origin x="102" y="47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542FF2E-629E-4CC9-8B27-084D23471CB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762276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05566F2-F455-4BAB-B874-19BC1B0347F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326947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95E9B4-CC0A-4C74-9B2C-8D53F77CE1D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25879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6B6251A-B4F3-47A9-8BF5-AEB7202CF81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834495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D8AA994-4B50-468C-8EA3-E1522301FE9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013134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3C5549C-6948-4AD4-97B6-66306D3802C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492061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BB883F7-2CAA-4083-8827-A8BB6F747FE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557776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FCBACD4-71DE-4AB9-8CB5-F79E21A271B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418611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9EB8012-0364-458E-9888-7F0C538152F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689977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F726DDA-D83D-42A0-B397-E794DA81F4D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12254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4CA42E6-C792-4EBB-8566-7EC6A2EBECE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132461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85800" y="609600"/>
            <a:ext cx="7772400" cy="54864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7C8A9E7C-F2B0-4081-BAFA-7FC4FDD4014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751609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0A7B7E4D-0079-412F-82A8-35DF726B5EC6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charset="-122"/>
        </a:defRPr>
      </a:lvl2pPr>
      <a:lvl3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charset="-122"/>
        </a:defRPr>
      </a:lvl3pPr>
      <a:lvl4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charset="-122"/>
        </a:defRPr>
      </a:lvl4pPr>
      <a:lvl5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95400" y="2057400"/>
            <a:ext cx="7010400" cy="3352800"/>
          </a:xfrm>
        </p:spPr>
        <p:txBody>
          <a:bodyPr/>
          <a:lstStyle/>
          <a:p>
            <a:r>
              <a:rPr lang="en-US" altLang="zh-CN" dirty="0"/>
              <a:t>	</a:t>
            </a:r>
            <a:r>
              <a:rPr lang="zh-CN" altLang="zh-CN" sz="2800" dirty="0" smtClean="0"/>
              <a:t>世界</a:t>
            </a:r>
            <a:r>
              <a:rPr lang="zh-CN" altLang="zh-CN" sz="2800" dirty="0"/>
              <a:t>第一高人身高</a:t>
            </a:r>
            <a:r>
              <a:rPr lang="en-US" altLang="zh-CN" sz="2800" smtClean="0"/>
              <a:t>2.46</a:t>
            </a:r>
            <a:r>
              <a:rPr lang="zh-CN" altLang="zh-CN" sz="2800" smtClean="0"/>
              <a:t>米</a:t>
            </a:r>
            <a:r>
              <a:rPr lang="zh-CN" altLang="zh-CN" sz="2800" dirty="0"/>
              <a:t>的土耳其人</a:t>
            </a:r>
            <a:r>
              <a:rPr lang="zh-CN" altLang="zh-CN" sz="2800" dirty="0" smtClean="0"/>
              <a:t>苏丹·克森</a:t>
            </a:r>
            <a:r>
              <a:rPr lang="zh-CN" altLang="en-US" sz="2800" dirty="0" smtClean="0"/>
              <a:t>将</a:t>
            </a:r>
            <a:r>
              <a:rPr lang="zh-CN" altLang="zh-CN" sz="2800" dirty="0" smtClean="0"/>
              <a:t>在上海南京路</a:t>
            </a:r>
            <a:r>
              <a:rPr lang="zh-CN" altLang="zh-CN" sz="2800" dirty="0"/>
              <a:t>与公众见面。</a:t>
            </a:r>
            <a:r>
              <a:rPr lang="en-US" altLang="zh-CN" sz="2800" dirty="0"/>
              <a:t>2009</a:t>
            </a:r>
            <a:r>
              <a:rPr lang="zh-CN" altLang="zh-CN" sz="2800" dirty="0"/>
              <a:t>年，吉尼斯世界纪录评委会宣布其为“世界第一高人”，该纪录至今由他保持</a:t>
            </a:r>
            <a:r>
              <a:rPr lang="zh-CN" altLang="zh-CN" sz="2800" dirty="0" smtClean="0"/>
              <a:t>。</a:t>
            </a:r>
            <a:r>
              <a:rPr lang="zh-CN" altLang="en-US" sz="2800" dirty="0" smtClean="0"/>
              <a:t>他</a:t>
            </a:r>
            <a:r>
              <a:rPr lang="zh-CN" altLang="zh-CN" sz="2800" dirty="0" smtClean="0"/>
              <a:t>作为“土耳其文化与美食节”的形象大使，首次来到中国</a:t>
            </a:r>
            <a:r>
              <a:rPr lang="zh-CN" altLang="en-US" sz="2800" dirty="0" smtClean="0"/>
              <a:t>。</a:t>
            </a:r>
            <a:endParaRPr lang="zh-CN" altLang="zh-CN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09600"/>
            <a:ext cx="7772400" cy="11430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/>
          </p:nvPr>
        </p:nvSpPr>
        <p:spPr>
          <a:xfrm>
            <a:off x="611560" y="1844824"/>
            <a:ext cx="7772400" cy="5486400"/>
          </a:xfrm>
        </p:spPr>
        <p:txBody>
          <a:bodyPr/>
          <a:lstStyle/>
          <a:p>
            <a:r>
              <a:rPr lang="zh-CN" altLang="zh-CN" sz="2800" dirty="0" smtClean="0"/>
              <a:t>即将</a:t>
            </a:r>
            <a:r>
              <a:rPr lang="zh-CN" altLang="zh-CN" sz="2800" dirty="0"/>
              <a:t>开幕的“土耳其文化与美食节”上，市民们不仅可以领略土耳其著名的亚欧跨海大桥、蓝色清真寺、棉花城堡、特洛伊木马，还会欣赏到人类非物质文化遗产的苏菲静心旋转舞、世界上最早组建的军乐团——奥斯曼军乐团的演奏、土耳其民间的传统舞蹈、芦笛、土耳其的水拓画和书法等艺术表演，还能品尝到世界三大菜种土耳其菜的美食佳肴</a:t>
            </a:r>
            <a:r>
              <a:rPr lang="zh-CN" altLang="zh-CN" sz="2800" dirty="0" smtClean="0"/>
              <a:t>。</a:t>
            </a:r>
            <a:endParaRPr lang="zh-CN" alt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91</Words>
  <Application>Microsoft Office PowerPoint</Application>
  <PresentationFormat>全屏显示(4:3)</PresentationFormat>
  <Paragraphs>2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5" baseType="lpstr">
      <vt:lpstr>宋体</vt:lpstr>
      <vt:lpstr>Times New Roman</vt:lpstr>
      <vt:lpstr>默认设计模板</vt:lpstr>
      <vt:lpstr>PowerPoint 演示文稿</vt:lpstr>
      <vt:lpstr>PowerPoint 演示文稿</vt:lpstr>
    </vt:vector>
  </TitlesOfParts>
  <Company>北航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说错了话</dc:title>
  <dc:creator>计算中心</dc:creator>
  <cp:lastModifiedBy>Windows 用户</cp:lastModifiedBy>
  <cp:revision>9</cp:revision>
  <dcterms:created xsi:type="dcterms:W3CDTF">2001-12-20T11:57:40Z</dcterms:created>
  <dcterms:modified xsi:type="dcterms:W3CDTF">2020-09-18T06:40:57Z</dcterms:modified>
</cp:coreProperties>
</file>