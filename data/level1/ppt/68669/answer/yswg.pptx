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1" r:id="rId2"/>
    <p:sldId id="256" r:id="rId3"/>
    <p:sldId id="262" r:id="rId4"/>
    <p:sldId id="263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8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2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00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79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11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8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96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58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22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72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96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380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69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4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6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11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8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B5578-8640-420A-97F5-542BC95A3913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96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48257" y="2967335"/>
            <a:ext cx="8095486" cy="1446550"/>
          </a:xfrm>
          <a:prstGeom prst="rect">
            <a:avLst/>
          </a:prstGeom>
          <a:noFill/>
          <a:effectLst>
            <a:reflection blurRad="6350" stA="50000" endA="300" endPos="55500" dist="101600" dir="5400000" sy="-100000" algn="bl" rotWithShape="0"/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古</a:t>
            </a:r>
            <a:r>
              <a:rPr lang="zh-CN" altLang="en-US" sz="8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越龙山花雕酒</a:t>
            </a:r>
            <a:endParaRPr lang="zh-CN" altLang="en-US" sz="8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528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每一滴黄酒，甄选沿太湖专属产区的糯米与小麦，加入绍兴鉴湖源头的清敵活水，历经三十六道纯手工工序，夏采、秋收、春出终得出品，醇香佳酿，细腻自然。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2226469"/>
            <a:ext cx="3263504" cy="3263504"/>
          </a:xfrm>
        </p:spPr>
      </p:pic>
    </p:spTree>
    <p:extLst>
      <p:ext uri="{BB962C8B-B14F-4D97-AF65-F5344CB8AC3E}">
        <p14:creationId xmlns:p14="http://schemas.microsoft.com/office/powerpoint/2010/main" val="146551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产品参数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203083"/>
              </p:ext>
            </p:extLst>
          </p:nvPr>
        </p:nvGraphicFramePr>
        <p:xfrm>
          <a:off x="677863" y="2160588"/>
          <a:ext cx="8596312" cy="3134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18271100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627398619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406915791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624471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品名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库藏二十年500ML*6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产地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浙江</a:t>
                      </a:r>
                      <a:r>
                        <a:rPr lang="zh-CN" altLang="en-US" dirty="0" smtClean="0"/>
                        <a:t>绍兴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71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口感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清爽醇厚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类型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半干型</a:t>
                      </a:r>
                      <a:r>
                        <a:rPr lang="zh-CN" altLang="en-US" dirty="0" smtClean="0"/>
                        <a:t>黄酒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64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色泽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琥色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配料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鉴胡冰、糯米、小麦、焦糖</a:t>
                      </a:r>
                      <a:r>
                        <a:rPr lang="zh-CN" altLang="en-US" dirty="0" smtClean="0"/>
                        <a:t>色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99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糖度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15.0-40.0g/ L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储藏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阴凉避光</a:t>
                      </a:r>
                      <a:r>
                        <a:rPr lang="zh-CN" altLang="en-US" dirty="0" smtClean="0"/>
                        <a:t>处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87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酒精度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≥14%vol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酒龄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20年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21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饮用温度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常温／冰饮／温饮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包装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mtClean="0"/>
                        <a:t>箱装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2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场景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朋友家人聚会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售后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开箱不</a:t>
                      </a:r>
                      <a:r>
                        <a:rPr lang="zh-CN" altLang="en-US" dirty="0" smtClean="0"/>
                        <a:t>退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08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32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>
</file>

<file path=ppt/slides/slide4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产品细节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943212"/>
            <a:ext cx="4183062" cy="2316188"/>
          </a:xfrm>
        </p:spPr>
      </p:pic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959180"/>
            <a:ext cx="4184650" cy="2284252"/>
          </a:xfrm>
        </p:spPr>
      </p:pic>
    </p:spTree>
    <p:extLst>
      <p:ext uri="{BB962C8B-B14F-4D97-AF65-F5344CB8AC3E}">
        <p14:creationId xmlns:p14="http://schemas.microsoft.com/office/powerpoint/2010/main" val="346508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:a14="http://schemas.microsoft.com/office/drawing/2010/main">
      <p:transition spd="slow" advTm="5000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好酒源于好原料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精选当地金黄软粒饱满的优质小麦营养丰富，颗粒饱满，制出的酒天然醇香。</a:t>
            </a:r>
          </a:p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精选精白糯米，产自鱼米之乡之干里沃野，每粒都颗粒饱满，质地精白，香气扑鼻。</a:t>
            </a:r>
          </a:p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鉴湖水是绍兴黄酒的灵魂，正所谓：汲取门前鉴湖水，酿得绍酒万里香。</a:t>
            </a:r>
          </a:p>
        </p:txBody>
      </p:sp>
    </p:spTree>
    <p:extLst>
      <p:ext uri="{BB962C8B-B14F-4D97-AF65-F5344CB8AC3E}">
        <p14:creationId xmlns:p14="http://schemas.microsoft.com/office/powerpoint/2010/main" val="398642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古法酿酒一冬一酿</a:t>
            </a:r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04" b="31104"/>
          <a:stretch>
            <a:fillRect/>
          </a:stretch>
        </p:blipFill>
        <p:spPr/>
      </p:pic>
      <p:sp>
        <p:nvSpPr>
          <p:cNvPr id="5" name="文本占位符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夏天做药酒，秋天做曲麦。深秋初冬做酒母，冬至开始酿酒。历经</a:t>
            </a:r>
            <a:r>
              <a:rPr lang="en-US" altLang="zh-CN" dirty="0"/>
              <a:t>90</a:t>
            </a:r>
            <a:r>
              <a:rPr lang="zh-CN" altLang="en-US" dirty="0"/>
              <a:t>天发酵出酷，立春压榨、煎酒、封坛入库。</a:t>
            </a:r>
          </a:p>
        </p:txBody>
      </p:sp>
    </p:spTree>
    <p:extLst>
      <p:ext uri="{BB962C8B-B14F-4D97-AF65-F5344CB8AC3E}">
        <p14:creationId xmlns:p14="http://schemas.microsoft.com/office/powerpoint/2010/main" val="7076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:a14="http://schemas.microsoft.com/office/drawing/2010/main"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5" y="2181225"/>
            <a:ext cx="71437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5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247</Words>
  <Application>Microsoft Office PowerPoint</Application>
  <PresentationFormat>宽屏</PresentationFormat>
  <Paragraphs>38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方正姚体</vt:lpstr>
      <vt:lpstr>华文新魏</vt:lpstr>
      <vt:lpstr>隶书</vt:lpstr>
      <vt:lpstr>宋体</vt:lpstr>
      <vt:lpstr>Arial</vt:lpstr>
      <vt:lpstr>Trebuchet MS</vt:lpstr>
      <vt:lpstr>Wingdings</vt:lpstr>
      <vt:lpstr>Wingdings 3</vt:lpstr>
      <vt:lpstr>平面</vt:lpstr>
      <vt:lpstr>PowerPoint 演示文稿</vt:lpstr>
      <vt:lpstr>每一滴黄酒，甄选沿太湖专属产区的糯米与小麦，加入绍兴鉴湖源头的清敵活水，历经三十六道纯手工工序，夏采、秋收、春出终得出品，醇香佳酿，细腻自然。</vt:lpstr>
      <vt:lpstr>产品参数</vt:lpstr>
      <vt:lpstr>产品细节</vt:lpstr>
      <vt:lpstr>好酒源于好原料</vt:lpstr>
      <vt:lpstr>古法酿酒一冬一酿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每一滴黄酒，甄选沿太湖专属产区的糯米与小麦，加入绍兴鉴湖源头的清敵活水，历经三十六道纯手工工序，夏采、秋收、春出终得出品，醇香佳酿，细腻自然。</dc:title>
  <dc:creator>Windows User</dc:creator>
  <cp:lastModifiedBy>Windows User</cp:lastModifiedBy>
  <cp:revision>10</cp:revision>
  <dcterms:created xsi:type="dcterms:W3CDTF">2022-10-18T06:26:56Z</dcterms:created>
  <dcterms:modified xsi:type="dcterms:W3CDTF">2023-10-17T09:10:54Z</dcterms:modified>
</cp:coreProperties>
</file>