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47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49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71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99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44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89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8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60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59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56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09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B5578-8640-420A-97F5-542BC95A3913}" type="datetimeFigureOut">
              <a:rPr lang="zh-CN" altLang="en-US" smtClean="0"/>
              <a:t>2022/10/19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05BFD-ADBA-4AD2-B56D-FDD97467CE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33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900" dirty="0"/>
              <a:t>每一滴黄酒，甄选沿太湖专属产区的糯米与小麦，加入绍兴鉴湖源头的清敵活水，历经三十六道纯手工工序，夏采、秋收、春出终得出品，醇香佳酿，细腻自然。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248" y="2226469"/>
            <a:ext cx="3263504" cy="3263504"/>
          </a:xfrm>
        </p:spPr>
      </p:pic>
    </p:spTree>
    <p:extLst>
      <p:ext uri="{BB962C8B-B14F-4D97-AF65-F5344CB8AC3E}">
        <p14:creationId xmlns:p14="http://schemas.microsoft.com/office/powerpoint/2010/main" val="146551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好酒源于好原料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精选当地金黄软粒饱满的优质小麦营养丰富，颗粒饱满，制出的酒天然醇香。</a:t>
            </a:r>
          </a:p>
          <a:p>
            <a:pPr algn="l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精选精白糯米，产自鱼米之乡之干里沃野，每粒都颗粒饱满，质地精白，香气扑鼻。</a:t>
            </a:r>
          </a:p>
          <a:p>
            <a:pPr algn="l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鉴湖水是绍兴黄酒的灵魂，正所谓：汲取门前鉴湖水，酿得绍酒万里香。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642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古法酿酒一冬一酿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762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" y="2181225"/>
            <a:ext cx="71437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5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127</Words>
  <Application>Microsoft Office PowerPoint</Application>
  <PresentationFormat>全屏显示(4:3)</PresentationFormat>
  <Paragraphs>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Calibri</vt:lpstr>
      <vt:lpstr>Calibri Light</vt:lpstr>
      <vt:lpstr>Office 主题​​</vt:lpstr>
      <vt:lpstr>每一滴黄酒，甄选沿太湖专属产区的糯米与小麦，加入绍兴鉴湖源头的清敵活水，历经三十六道纯手工工序，夏采、秋收、春出终得出品，醇香佳酿，细腻自然。</vt:lpstr>
      <vt:lpstr>好酒源于好原料</vt:lpstr>
      <vt:lpstr>古法酿酒一冬一酿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每一滴黄酒，甄选沿太湖专属产区的糯米与小麦，加入绍兴鉴湖源头的清敵活水，历经三十六道纯手工工序，夏采、秋收、春出终得出品，醇香佳酿，细腻自然。</dc:title>
  <dc:creator>Windows User</dc:creator>
  <cp:lastModifiedBy>Windows User</cp:lastModifiedBy>
  <cp:revision>2</cp:revision>
  <dcterms:created xsi:type="dcterms:W3CDTF">2022-10-18T06:26:56Z</dcterms:created>
  <dcterms:modified xsi:type="dcterms:W3CDTF">2022-10-19T07:20:47Z</dcterms:modified>
</cp:coreProperties>
</file>