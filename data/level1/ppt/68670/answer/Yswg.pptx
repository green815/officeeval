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" y="9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97FD35-A6F3-48E9-9A6B-361671817451}" type="doc">
      <dgm:prSet loTypeId="urn:microsoft.com/office/officeart/2005/8/layout/vList5" loCatId="list" qsTypeId="urn:microsoft.com/office/officeart/2005/8/quickstyle/3d5" qsCatId="3D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4C2A8C79-4120-4508-8C8B-05F74490E905}">
      <dgm:prSet phldrT="[文本]"/>
      <dgm:spPr/>
      <dgm:t>
        <a:bodyPr/>
        <a:lstStyle/>
        <a:p>
          <a:r>
            <a:rPr lang="zh-CN" altLang="en-US" dirty="0" smtClean="0"/>
            <a:t>一</a:t>
          </a:r>
          <a:endParaRPr lang="zh-CN" altLang="en-US" dirty="0"/>
        </a:p>
      </dgm:t>
    </dgm:pt>
    <dgm:pt modelId="{8E6BC509-B3E1-4F19-9D6D-76F15D880C47}" type="parTrans" cxnId="{E2F3D9C4-4341-4248-861F-76266A4E77BD}">
      <dgm:prSet/>
      <dgm:spPr/>
      <dgm:t>
        <a:bodyPr/>
        <a:lstStyle/>
        <a:p>
          <a:endParaRPr lang="zh-CN" altLang="en-US"/>
        </a:p>
      </dgm:t>
    </dgm:pt>
    <dgm:pt modelId="{AE6D554F-CB7B-4B54-A831-4B4EE6595729}" type="sibTrans" cxnId="{E2F3D9C4-4341-4248-861F-76266A4E77BD}">
      <dgm:prSet/>
      <dgm:spPr/>
      <dgm:t>
        <a:bodyPr/>
        <a:lstStyle/>
        <a:p>
          <a:endParaRPr lang="zh-CN" altLang="en-US"/>
        </a:p>
      </dgm:t>
    </dgm:pt>
    <dgm:pt modelId="{963E37C9-57F7-4F5B-81EF-E8E41AD9BD3F}">
      <dgm:prSet phldrT="[文本]"/>
      <dgm:spPr/>
      <dgm:t>
        <a:bodyPr/>
        <a:lstStyle/>
        <a:p>
          <a:r>
            <a:rPr lang="zh-CN" altLang="en-US" dirty="0" smtClean="0"/>
            <a:t>导致思维混乱有哪四个因素？</a:t>
          </a:r>
          <a:endParaRPr lang="zh-CN" altLang="en-US" dirty="0"/>
        </a:p>
      </dgm:t>
    </dgm:pt>
    <dgm:pt modelId="{9BFF9EAB-6544-4DEE-B28A-D56661133758}" type="parTrans" cxnId="{F68B0332-380D-4636-B570-76446B187FC1}">
      <dgm:prSet/>
      <dgm:spPr/>
      <dgm:t>
        <a:bodyPr/>
        <a:lstStyle/>
        <a:p>
          <a:endParaRPr lang="zh-CN" altLang="en-US"/>
        </a:p>
      </dgm:t>
    </dgm:pt>
    <dgm:pt modelId="{13906D24-7581-4B68-80F3-A67BBA2046B9}" type="sibTrans" cxnId="{F68B0332-380D-4636-B570-76446B187FC1}">
      <dgm:prSet/>
      <dgm:spPr/>
      <dgm:t>
        <a:bodyPr/>
        <a:lstStyle/>
        <a:p>
          <a:endParaRPr lang="zh-CN" altLang="en-US"/>
        </a:p>
      </dgm:t>
    </dgm:pt>
    <dgm:pt modelId="{B818FED4-E9E8-46E3-BD06-90A925D2F5F7}">
      <dgm:prSet phldrT="[文本]"/>
      <dgm:spPr/>
      <dgm:t>
        <a:bodyPr/>
        <a:lstStyle/>
        <a:p>
          <a:r>
            <a:rPr lang="zh-CN" altLang="en-US" dirty="0" smtClean="0"/>
            <a:t>二</a:t>
          </a:r>
          <a:endParaRPr lang="zh-CN" altLang="en-US" dirty="0"/>
        </a:p>
      </dgm:t>
    </dgm:pt>
    <dgm:pt modelId="{D8FD7381-5626-4CBC-A67A-AC227A2D275B}" type="parTrans" cxnId="{B78E018A-D8B7-4808-9279-1F22B9156CAC}">
      <dgm:prSet/>
      <dgm:spPr/>
      <dgm:t>
        <a:bodyPr/>
        <a:lstStyle/>
        <a:p>
          <a:endParaRPr lang="zh-CN" altLang="en-US"/>
        </a:p>
      </dgm:t>
    </dgm:pt>
    <dgm:pt modelId="{3A23EAA6-05E9-4047-98B9-57DA54F93349}" type="sibTrans" cxnId="{B78E018A-D8B7-4808-9279-1F22B9156CAC}">
      <dgm:prSet/>
      <dgm:spPr/>
      <dgm:t>
        <a:bodyPr/>
        <a:lstStyle/>
        <a:p>
          <a:endParaRPr lang="zh-CN" altLang="en-US"/>
        </a:p>
      </dgm:t>
    </dgm:pt>
    <dgm:pt modelId="{9799454D-E8B6-4DC1-B90D-17BAEEACABFA}">
      <dgm:prSet phldrT="[文本]"/>
      <dgm:spPr/>
      <dgm:t>
        <a:bodyPr/>
        <a:lstStyle/>
        <a:p>
          <a:r>
            <a:rPr lang="zh-CN" altLang="en-US" dirty="0" smtClean="0"/>
            <a:t>如何重塑你的消极思维模式？</a:t>
          </a:r>
          <a:endParaRPr lang="zh-CN" altLang="en-US" dirty="0"/>
        </a:p>
      </dgm:t>
    </dgm:pt>
    <dgm:pt modelId="{FE9B45E5-2F22-4C9D-B7CE-C44A133C9202}" type="parTrans" cxnId="{A0F335AD-7557-422D-808F-9BBB14F0DD26}">
      <dgm:prSet/>
      <dgm:spPr/>
      <dgm:t>
        <a:bodyPr/>
        <a:lstStyle/>
        <a:p>
          <a:endParaRPr lang="zh-CN" altLang="en-US"/>
        </a:p>
      </dgm:t>
    </dgm:pt>
    <dgm:pt modelId="{2245A8D2-F586-4440-815A-A59172FBCA47}" type="sibTrans" cxnId="{A0F335AD-7557-422D-808F-9BBB14F0DD26}">
      <dgm:prSet/>
      <dgm:spPr/>
      <dgm:t>
        <a:bodyPr/>
        <a:lstStyle/>
        <a:p>
          <a:endParaRPr lang="zh-CN" altLang="en-US"/>
        </a:p>
      </dgm:t>
    </dgm:pt>
    <dgm:pt modelId="{F46000C2-8619-428D-9CB6-05533224616A}">
      <dgm:prSet phldrT="[文本]"/>
      <dgm:spPr/>
      <dgm:t>
        <a:bodyPr/>
        <a:lstStyle/>
        <a:p>
          <a:r>
            <a:rPr lang="zh-CN" altLang="en-US" dirty="0" smtClean="0"/>
            <a:t>三</a:t>
          </a:r>
          <a:endParaRPr lang="zh-CN" altLang="en-US" dirty="0"/>
        </a:p>
      </dgm:t>
    </dgm:pt>
    <dgm:pt modelId="{CF3F5BB6-5470-47D7-BF67-69B0EFFCAC5C}" type="parTrans" cxnId="{16595167-9B87-4567-AFE3-71D429D77AE7}">
      <dgm:prSet/>
      <dgm:spPr/>
      <dgm:t>
        <a:bodyPr/>
        <a:lstStyle/>
        <a:p>
          <a:endParaRPr lang="zh-CN" altLang="en-US"/>
        </a:p>
      </dgm:t>
    </dgm:pt>
    <dgm:pt modelId="{8E153855-C699-4CE5-8837-D4FA02B32FF6}" type="sibTrans" cxnId="{16595167-9B87-4567-AFE3-71D429D77AE7}">
      <dgm:prSet/>
      <dgm:spPr/>
      <dgm:t>
        <a:bodyPr/>
        <a:lstStyle/>
        <a:p>
          <a:endParaRPr lang="zh-CN" altLang="en-US"/>
        </a:p>
      </dgm:t>
    </dgm:pt>
    <dgm:pt modelId="{210FF050-B46E-4BC4-82E2-5515FB2971B5}">
      <dgm:prSet phldrT="[文本]"/>
      <dgm:spPr/>
      <dgm:t>
        <a:bodyPr/>
        <a:lstStyle/>
        <a:p>
          <a:r>
            <a:rPr lang="zh-CN" altLang="en-US" dirty="0" smtClean="0"/>
            <a:t>改善不良关系有哪四个策略？</a:t>
          </a:r>
          <a:endParaRPr lang="zh-CN" altLang="en-US" dirty="0"/>
        </a:p>
      </dgm:t>
    </dgm:pt>
    <dgm:pt modelId="{B50294E4-FE9B-4B13-8AD3-260337CC7853}" type="parTrans" cxnId="{D69B0E58-2F95-4D0F-ABD7-613C8FBF6932}">
      <dgm:prSet/>
      <dgm:spPr/>
      <dgm:t>
        <a:bodyPr/>
        <a:lstStyle/>
        <a:p>
          <a:endParaRPr lang="zh-CN" altLang="en-US"/>
        </a:p>
      </dgm:t>
    </dgm:pt>
    <dgm:pt modelId="{C1174B25-593D-4F21-8131-1C95AAC7B6BD}" type="sibTrans" cxnId="{D69B0E58-2F95-4D0F-ABD7-613C8FBF6932}">
      <dgm:prSet/>
      <dgm:spPr/>
      <dgm:t>
        <a:bodyPr/>
        <a:lstStyle/>
        <a:p>
          <a:endParaRPr lang="zh-CN" altLang="en-US"/>
        </a:p>
      </dgm:t>
    </dgm:pt>
    <dgm:pt modelId="{AA37B8B4-5B5C-4632-A708-2A3FC704B075}">
      <dgm:prSet phldrT="[文本]"/>
      <dgm:spPr/>
      <dgm:t>
        <a:bodyPr/>
        <a:lstStyle/>
        <a:p>
          <a:r>
            <a:rPr lang="zh-CN" altLang="en-US" dirty="0" smtClean="0"/>
            <a:t>四</a:t>
          </a:r>
          <a:endParaRPr lang="zh-CN" altLang="en-US" dirty="0"/>
        </a:p>
      </dgm:t>
    </dgm:pt>
    <dgm:pt modelId="{6452A3A2-2A26-4288-BD65-A5A5A15C2AAA}" type="parTrans" cxnId="{A3A44D35-2322-402D-AF78-E82CC0E277F0}">
      <dgm:prSet/>
      <dgm:spPr/>
      <dgm:t>
        <a:bodyPr/>
        <a:lstStyle/>
        <a:p>
          <a:endParaRPr lang="zh-CN" altLang="en-US"/>
        </a:p>
      </dgm:t>
    </dgm:pt>
    <dgm:pt modelId="{489812DB-BAC0-4547-876F-3BF7292F83A5}" type="sibTrans" cxnId="{A3A44D35-2322-402D-AF78-E82CC0E277F0}">
      <dgm:prSet/>
      <dgm:spPr/>
      <dgm:t>
        <a:bodyPr/>
        <a:lstStyle/>
        <a:p>
          <a:endParaRPr lang="zh-CN" altLang="en-US"/>
        </a:p>
      </dgm:t>
    </dgm:pt>
    <dgm:pt modelId="{67025D5B-7F9B-4DCF-84FB-8D672148E1EC}">
      <dgm:prSet phldrT="[文本]"/>
      <dgm:spPr/>
      <dgm:t>
        <a:bodyPr/>
        <a:lstStyle/>
        <a:p>
          <a:r>
            <a:rPr lang="zh-CN" altLang="en-US" dirty="0" smtClean="0"/>
            <a:t>如何提高专注力，防止分心？</a:t>
          </a:r>
          <a:endParaRPr lang="zh-CN" altLang="en-US" dirty="0"/>
        </a:p>
      </dgm:t>
    </dgm:pt>
    <dgm:pt modelId="{6986D8E4-4657-49F4-BF08-FA86C052A870}" type="parTrans" cxnId="{47B202F5-7088-4E6A-8565-024F5157E7C0}">
      <dgm:prSet/>
      <dgm:spPr/>
      <dgm:t>
        <a:bodyPr/>
        <a:lstStyle/>
        <a:p>
          <a:endParaRPr lang="zh-CN" altLang="en-US"/>
        </a:p>
      </dgm:t>
    </dgm:pt>
    <dgm:pt modelId="{1140BA86-399C-4060-B08C-C8C46EECE484}" type="sibTrans" cxnId="{47B202F5-7088-4E6A-8565-024F5157E7C0}">
      <dgm:prSet/>
      <dgm:spPr/>
      <dgm:t>
        <a:bodyPr/>
        <a:lstStyle/>
        <a:p>
          <a:endParaRPr lang="zh-CN" altLang="en-US"/>
        </a:p>
      </dgm:t>
    </dgm:pt>
    <dgm:pt modelId="{16CF67E5-4885-47CB-990A-29EDCBD8B6D6}">
      <dgm:prSet phldrT="[文本]"/>
      <dgm:spPr/>
      <dgm:t>
        <a:bodyPr/>
        <a:lstStyle/>
        <a:p>
          <a:r>
            <a:rPr lang="zh-CN" altLang="en-US" dirty="0" smtClean="0"/>
            <a:t>五</a:t>
          </a:r>
          <a:endParaRPr lang="zh-CN" altLang="en-US" dirty="0"/>
        </a:p>
      </dgm:t>
    </dgm:pt>
    <dgm:pt modelId="{82BF56C7-CD68-4EF7-A6A2-29E6FC8CE164}" type="parTrans" cxnId="{BC71ED7D-B038-4936-83E3-B450EE839615}">
      <dgm:prSet/>
      <dgm:spPr/>
      <dgm:t>
        <a:bodyPr/>
        <a:lstStyle/>
        <a:p>
          <a:endParaRPr lang="zh-CN" altLang="en-US"/>
        </a:p>
      </dgm:t>
    </dgm:pt>
    <dgm:pt modelId="{F1274898-10E4-4EB1-8668-0494255405BE}" type="sibTrans" cxnId="{BC71ED7D-B038-4936-83E3-B450EE839615}">
      <dgm:prSet/>
      <dgm:spPr/>
      <dgm:t>
        <a:bodyPr/>
        <a:lstStyle/>
        <a:p>
          <a:endParaRPr lang="zh-CN" altLang="en-US"/>
        </a:p>
      </dgm:t>
    </dgm:pt>
    <dgm:pt modelId="{4451C226-B801-4C23-AFCA-19472DFDB8B2}">
      <dgm:prSet phldrT="[文本]"/>
      <dgm:spPr/>
      <dgm:t>
        <a:bodyPr/>
        <a:lstStyle/>
        <a:p>
          <a:r>
            <a:rPr lang="zh-CN" altLang="en-US" smtClean="0"/>
            <a:t> 如何将你的兴趣与你的目标结合起来？</a:t>
          </a:r>
          <a:endParaRPr lang="zh-CN" altLang="en-US" dirty="0"/>
        </a:p>
      </dgm:t>
    </dgm:pt>
    <dgm:pt modelId="{EAA991C4-43E6-4758-82AF-6EB807A8A6BC}" type="parTrans" cxnId="{A0F08E2B-1BE5-446E-BFE1-6E7D60387397}">
      <dgm:prSet/>
      <dgm:spPr/>
      <dgm:t>
        <a:bodyPr/>
        <a:lstStyle/>
        <a:p>
          <a:endParaRPr lang="zh-CN" altLang="en-US"/>
        </a:p>
      </dgm:t>
    </dgm:pt>
    <dgm:pt modelId="{8AA49CA5-D45F-4FDD-B072-19B6BA2F6741}" type="sibTrans" cxnId="{A0F08E2B-1BE5-446E-BFE1-6E7D60387397}">
      <dgm:prSet/>
      <dgm:spPr/>
      <dgm:t>
        <a:bodyPr/>
        <a:lstStyle/>
        <a:p>
          <a:endParaRPr lang="zh-CN" altLang="en-US"/>
        </a:p>
      </dgm:t>
    </dgm:pt>
    <dgm:pt modelId="{0558CC2D-B2A6-4509-AB13-7E6A70635676}" type="pres">
      <dgm:prSet presAssocID="{0097FD35-A6F3-48E9-9A6B-361671817451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BBE3018D-ADB8-4AC8-BCE4-9775E61C8866}" type="pres">
      <dgm:prSet presAssocID="{4C2A8C79-4120-4508-8C8B-05F74490E905}" presName="linNode" presStyleCnt="0"/>
      <dgm:spPr/>
    </dgm:pt>
    <dgm:pt modelId="{33FFE1F2-8FEB-45CF-9E4A-EBE4B2248B9E}" type="pres">
      <dgm:prSet presAssocID="{4C2A8C79-4120-4508-8C8B-05F74490E905}" presName="parentText" presStyleLbl="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746886B-13E0-4415-AF56-1B932C2C60B3}" type="pres">
      <dgm:prSet presAssocID="{4C2A8C79-4120-4508-8C8B-05F74490E905}" presName="descendantText" presStyleLbl="align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0D0996F-63D9-49F1-A08E-13DC8FA245CD}" type="pres">
      <dgm:prSet presAssocID="{AE6D554F-CB7B-4B54-A831-4B4EE6595729}" presName="sp" presStyleCnt="0"/>
      <dgm:spPr/>
    </dgm:pt>
    <dgm:pt modelId="{490758E0-2242-4C22-B6E1-1ACD8715EF3B}" type="pres">
      <dgm:prSet presAssocID="{B818FED4-E9E8-46E3-BD06-90A925D2F5F7}" presName="linNode" presStyleCnt="0"/>
      <dgm:spPr/>
    </dgm:pt>
    <dgm:pt modelId="{18770E8B-F378-4740-9343-6B58B1BF18FF}" type="pres">
      <dgm:prSet presAssocID="{B818FED4-E9E8-46E3-BD06-90A925D2F5F7}" presName="parentText" presStyleLbl="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FA0FD3F-BC2A-4425-9196-4D67AD07A6DF}" type="pres">
      <dgm:prSet presAssocID="{B818FED4-E9E8-46E3-BD06-90A925D2F5F7}" presName="descendantText" presStyleLbl="align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A2908E9-6314-4AF8-BD35-FCBD8134E956}" type="pres">
      <dgm:prSet presAssocID="{3A23EAA6-05E9-4047-98B9-57DA54F93349}" presName="sp" presStyleCnt="0"/>
      <dgm:spPr/>
    </dgm:pt>
    <dgm:pt modelId="{7AE29C30-01B3-44D4-BF19-750F3C8D91B3}" type="pres">
      <dgm:prSet presAssocID="{F46000C2-8619-428D-9CB6-05533224616A}" presName="linNode" presStyleCnt="0"/>
      <dgm:spPr/>
    </dgm:pt>
    <dgm:pt modelId="{76FFB541-D5B8-4270-A4EC-23901E769717}" type="pres">
      <dgm:prSet presAssocID="{F46000C2-8619-428D-9CB6-05533224616A}" presName="parentText" presStyleLbl="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4A46A46-EC54-45D2-982F-D47FCBEFA2C4}" type="pres">
      <dgm:prSet presAssocID="{F46000C2-8619-428D-9CB6-05533224616A}" presName="descendantText" presStyleLbl="alignAccFollowNode1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0AF295F-FD4C-4B22-81DF-2FDFD196D9EF}" type="pres">
      <dgm:prSet presAssocID="{8E153855-C699-4CE5-8837-D4FA02B32FF6}" presName="sp" presStyleCnt="0"/>
      <dgm:spPr/>
    </dgm:pt>
    <dgm:pt modelId="{1CA723CB-9FCB-4748-8B58-7905FDE82C8B}" type="pres">
      <dgm:prSet presAssocID="{AA37B8B4-5B5C-4632-A708-2A3FC704B075}" presName="linNode" presStyleCnt="0"/>
      <dgm:spPr/>
    </dgm:pt>
    <dgm:pt modelId="{610343AB-2CE8-4EA3-8988-222827BD18AB}" type="pres">
      <dgm:prSet presAssocID="{AA37B8B4-5B5C-4632-A708-2A3FC704B075}" presName="parentText" presStyleLbl="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FC7A021-7086-4EBA-B9D4-CF2C5B4B7CDC}" type="pres">
      <dgm:prSet presAssocID="{AA37B8B4-5B5C-4632-A708-2A3FC704B075}" presName="descendantText" presStyleLbl="align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68E0829-69D3-478A-AA63-47CE836E5B2A}" type="pres">
      <dgm:prSet presAssocID="{489812DB-BAC0-4547-876F-3BF7292F83A5}" presName="sp" presStyleCnt="0"/>
      <dgm:spPr/>
    </dgm:pt>
    <dgm:pt modelId="{43092E21-A7C7-4F99-8001-5F2277A7076F}" type="pres">
      <dgm:prSet presAssocID="{16CF67E5-4885-47CB-990A-29EDCBD8B6D6}" presName="linNode" presStyleCnt="0"/>
      <dgm:spPr/>
    </dgm:pt>
    <dgm:pt modelId="{8948F841-4C00-4F4D-9E8C-309B9181C24D}" type="pres">
      <dgm:prSet presAssocID="{16CF67E5-4885-47CB-990A-29EDCBD8B6D6}" presName="parentText" presStyleLbl="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24FE8E8-44A0-411D-A26B-4DAC6FFEAB20}" type="pres">
      <dgm:prSet presAssocID="{16CF67E5-4885-47CB-990A-29EDCBD8B6D6}" presName="descendantText" presStyleLbl="alignAccFollow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0F335AD-7557-422D-808F-9BBB14F0DD26}" srcId="{B818FED4-E9E8-46E3-BD06-90A925D2F5F7}" destId="{9799454D-E8B6-4DC1-B90D-17BAEEACABFA}" srcOrd="0" destOrd="0" parTransId="{FE9B45E5-2F22-4C9D-B7CE-C44A133C9202}" sibTransId="{2245A8D2-F586-4440-815A-A59172FBCA47}"/>
    <dgm:cxn modelId="{E2F3D9C4-4341-4248-861F-76266A4E77BD}" srcId="{0097FD35-A6F3-48E9-9A6B-361671817451}" destId="{4C2A8C79-4120-4508-8C8B-05F74490E905}" srcOrd="0" destOrd="0" parTransId="{8E6BC509-B3E1-4F19-9D6D-76F15D880C47}" sibTransId="{AE6D554F-CB7B-4B54-A831-4B4EE6595729}"/>
    <dgm:cxn modelId="{A0F08E2B-1BE5-446E-BFE1-6E7D60387397}" srcId="{16CF67E5-4885-47CB-990A-29EDCBD8B6D6}" destId="{4451C226-B801-4C23-AFCA-19472DFDB8B2}" srcOrd="0" destOrd="0" parTransId="{EAA991C4-43E6-4758-82AF-6EB807A8A6BC}" sibTransId="{8AA49CA5-D45F-4FDD-B072-19B6BA2F6741}"/>
    <dgm:cxn modelId="{DC998866-53DD-410D-A121-6A6008B52909}" type="presOf" srcId="{210FF050-B46E-4BC4-82E2-5515FB2971B5}" destId="{E4A46A46-EC54-45D2-982F-D47FCBEFA2C4}" srcOrd="0" destOrd="0" presId="urn:microsoft.com/office/officeart/2005/8/layout/vList5"/>
    <dgm:cxn modelId="{2D9E8AEA-9F46-491A-8C58-5D750B38DED4}" type="presOf" srcId="{B818FED4-E9E8-46E3-BD06-90A925D2F5F7}" destId="{18770E8B-F378-4740-9343-6B58B1BF18FF}" srcOrd="0" destOrd="0" presId="urn:microsoft.com/office/officeart/2005/8/layout/vList5"/>
    <dgm:cxn modelId="{03D66176-9DC2-453F-A855-763F9E5D5C84}" type="presOf" srcId="{16CF67E5-4885-47CB-990A-29EDCBD8B6D6}" destId="{8948F841-4C00-4F4D-9E8C-309B9181C24D}" srcOrd="0" destOrd="0" presId="urn:microsoft.com/office/officeart/2005/8/layout/vList5"/>
    <dgm:cxn modelId="{9CAD641A-F3F0-4E64-A18D-4249C89BED60}" type="presOf" srcId="{67025D5B-7F9B-4DCF-84FB-8D672148E1EC}" destId="{4FC7A021-7086-4EBA-B9D4-CF2C5B4B7CDC}" srcOrd="0" destOrd="0" presId="urn:microsoft.com/office/officeart/2005/8/layout/vList5"/>
    <dgm:cxn modelId="{6977763F-3F40-43F4-A84B-F3EDE6F416AD}" type="presOf" srcId="{F46000C2-8619-428D-9CB6-05533224616A}" destId="{76FFB541-D5B8-4270-A4EC-23901E769717}" srcOrd="0" destOrd="0" presId="urn:microsoft.com/office/officeart/2005/8/layout/vList5"/>
    <dgm:cxn modelId="{47B202F5-7088-4E6A-8565-024F5157E7C0}" srcId="{AA37B8B4-5B5C-4632-A708-2A3FC704B075}" destId="{67025D5B-7F9B-4DCF-84FB-8D672148E1EC}" srcOrd="0" destOrd="0" parTransId="{6986D8E4-4657-49F4-BF08-FA86C052A870}" sibTransId="{1140BA86-399C-4060-B08C-C8C46EECE484}"/>
    <dgm:cxn modelId="{B78E018A-D8B7-4808-9279-1F22B9156CAC}" srcId="{0097FD35-A6F3-48E9-9A6B-361671817451}" destId="{B818FED4-E9E8-46E3-BD06-90A925D2F5F7}" srcOrd="1" destOrd="0" parTransId="{D8FD7381-5626-4CBC-A67A-AC227A2D275B}" sibTransId="{3A23EAA6-05E9-4047-98B9-57DA54F93349}"/>
    <dgm:cxn modelId="{586B23D7-35A7-4613-A167-914E6092970C}" type="presOf" srcId="{4451C226-B801-4C23-AFCA-19472DFDB8B2}" destId="{F24FE8E8-44A0-411D-A26B-4DAC6FFEAB20}" srcOrd="0" destOrd="0" presId="urn:microsoft.com/office/officeart/2005/8/layout/vList5"/>
    <dgm:cxn modelId="{16595167-9B87-4567-AFE3-71D429D77AE7}" srcId="{0097FD35-A6F3-48E9-9A6B-361671817451}" destId="{F46000C2-8619-428D-9CB6-05533224616A}" srcOrd="2" destOrd="0" parTransId="{CF3F5BB6-5470-47D7-BF67-69B0EFFCAC5C}" sibTransId="{8E153855-C699-4CE5-8837-D4FA02B32FF6}"/>
    <dgm:cxn modelId="{BC71ED7D-B038-4936-83E3-B450EE839615}" srcId="{0097FD35-A6F3-48E9-9A6B-361671817451}" destId="{16CF67E5-4885-47CB-990A-29EDCBD8B6D6}" srcOrd="4" destOrd="0" parTransId="{82BF56C7-CD68-4EF7-A6A2-29E6FC8CE164}" sibTransId="{F1274898-10E4-4EB1-8668-0494255405BE}"/>
    <dgm:cxn modelId="{A3A44D35-2322-402D-AF78-E82CC0E277F0}" srcId="{0097FD35-A6F3-48E9-9A6B-361671817451}" destId="{AA37B8B4-5B5C-4632-A708-2A3FC704B075}" srcOrd="3" destOrd="0" parTransId="{6452A3A2-2A26-4288-BD65-A5A5A15C2AAA}" sibTransId="{489812DB-BAC0-4547-876F-3BF7292F83A5}"/>
    <dgm:cxn modelId="{0A4777C3-B0AD-42AC-86EA-48E49BEAA324}" type="presOf" srcId="{AA37B8B4-5B5C-4632-A708-2A3FC704B075}" destId="{610343AB-2CE8-4EA3-8988-222827BD18AB}" srcOrd="0" destOrd="0" presId="urn:microsoft.com/office/officeart/2005/8/layout/vList5"/>
    <dgm:cxn modelId="{7B9529E0-2FE1-41B3-A3BC-2886D5925C44}" type="presOf" srcId="{0097FD35-A6F3-48E9-9A6B-361671817451}" destId="{0558CC2D-B2A6-4509-AB13-7E6A70635676}" srcOrd="0" destOrd="0" presId="urn:microsoft.com/office/officeart/2005/8/layout/vList5"/>
    <dgm:cxn modelId="{DDB4B80C-D437-49EA-8BAC-9B521C4B8742}" type="presOf" srcId="{4C2A8C79-4120-4508-8C8B-05F74490E905}" destId="{33FFE1F2-8FEB-45CF-9E4A-EBE4B2248B9E}" srcOrd="0" destOrd="0" presId="urn:microsoft.com/office/officeart/2005/8/layout/vList5"/>
    <dgm:cxn modelId="{81B4C9DB-2303-47B7-B91D-CCC3B51390F4}" type="presOf" srcId="{9799454D-E8B6-4DC1-B90D-17BAEEACABFA}" destId="{3FA0FD3F-BC2A-4425-9196-4D67AD07A6DF}" srcOrd="0" destOrd="0" presId="urn:microsoft.com/office/officeart/2005/8/layout/vList5"/>
    <dgm:cxn modelId="{D69B0E58-2F95-4D0F-ABD7-613C8FBF6932}" srcId="{F46000C2-8619-428D-9CB6-05533224616A}" destId="{210FF050-B46E-4BC4-82E2-5515FB2971B5}" srcOrd="0" destOrd="0" parTransId="{B50294E4-FE9B-4B13-8AD3-260337CC7853}" sibTransId="{C1174B25-593D-4F21-8131-1C95AAC7B6BD}"/>
    <dgm:cxn modelId="{37581B52-3893-4505-BE29-79B6EF2ABE18}" type="presOf" srcId="{963E37C9-57F7-4F5B-81EF-E8E41AD9BD3F}" destId="{6746886B-13E0-4415-AF56-1B932C2C60B3}" srcOrd="0" destOrd="0" presId="urn:microsoft.com/office/officeart/2005/8/layout/vList5"/>
    <dgm:cxn modelId="{F68B0332-380D-4636-B570-76446B187FC1}" srcId="{4C2A8C79-4120-4508-8C8B-05F74490E905}" destId="{963E37C9-57F7-4F5B-81EF-E8E41AD9BD3F}" srcOrd="0" destOrd="0" parTransId="{9BFF9EAB-6544-4DEE-B28A-D56661133758}" sibTransId="{13906D24-7581-4B68-80F3-A67BBA2046B9}"/>
    <dgm:cxn modelId="{7ADDC10D-5924-42BF-B31E-1929599AFD61}" type="presParOf" srcId="{0558CC2D-B2A6-4509-AB13-7E6A70635676}" destId="{BBE3018D-ADB8-4AC8-BCE4-9775E61C8866}" srcOrd="0" destOrd="0" presId="urn:microsoft.com/office/officeart/2005/8/layout/vList5"/>
    <dgm:cxn modelId="{29845AC5-552C-4AFC-8CBD-2F851C2FBEE2}" type="presParOf" srcId="{BBE3018D-ADB8-4AC8-BCE4-9775E61C8866}" destId="{33FFE1F2-8FEB-45CF-9E4A-EBE4B2248B9E}" srcOrd="0" destOrd="0" presId="urn:microsoft.com/office/officeart/2005/8/layout/vList5"/>
    <dgm:cxn modelId="{B628497B-CFE3-438D-9902-A297E048AD66}" type="presParOf" srcId="{BBE3018D-ADB8-4AC8-BCE4-9775E61C8866}" destId="{6746886B-13E0-4415-AF56-1B932C2C60B3}" srcOrd="1" destOrd="0" presId="urn:microsoft.com/office/officeart/2005/8/layout/vList5"/>
    <dgm:cxn modelId="{44CFB9E4-CBFF-4C2A-B822-0BA3312E5F99}" type="presParOf" srcId="{0558CC2D-B2A6-4509-AB13-7E6A70635676}" destId="{E0D0996F-63D9-49F1-A08E-13DC8FA245CD}" srcOrd="1" destOrd="0" presId="urn:microsoft.com/office/officeart/2005/8/layout/vList5"/>
    <dgm:cxn modelId="{8AB7C501-932D-458D-A823-2CA276FC9A8E}" type="presParOf" srcId="{0558CC2D-B2A6-4509-AB13-7E6A70635676}" destId="{490758E0-2242-4C22-B6E1-1ACD8715EF3B}" srcOrd="2" destOrd="0" presId="urn:microsoft.com/office/officeart/2005/8/layout/vList5"/>
    <dgm:cxn modelId="{42E1DCF3-57AF-4F7E-895D-433999DDBE79}" type="presParOf" srcId="{490758E0-2242-4C22-B6E1-1ACD8715EF3B}" destId="{18770E8B-F378-4740-9343-6B58B1BF18FF}" srcOrd="0" destOrd="0" presId="urn:microsoft.com/office/officeart/2005/8/layout/vList5"/>
    <dgm:cxn modelId="{E0DAC3A6-D9DC-4FBB-9AD5-67C5C8A9B0F7}" type="presParOf" srcId="{490758E0-2242-4C22-B6E1-1ACD8715EF3B}" destId="{3FA0FD3F-BC2A-4425-9196-4D67AD07A6DF}" srcOrd="1" destOrd="0" presId="urn:microsoft.com/office/officeart/2005/8/layout/vList5"/>
    <dgm:cxn modelId="{9BE759DC-9719-4B8C-BD11-650EBD70214E}" type="presParOf" srcId="{0558CC2D-B2A6-4509-AB13-7E6A70635676}" destId="{5A2908E9-6314-4AF8-BD35-FCBD8134E956}" srcOrd="3" destOrd="0" presId="urn:microsoft.com/office/officeart/2005/8/layout/vList5"/>
    <dgm:cxn modelId="{EFEF409B-AFAA-4E39-9C93-E3C6D942530A}" type="presParOf" srcId="{0558CC2D-B2A6-4509-AB13-7E6A70635676}" destId="{7AE29C30-01B3-44D4-BF19-750F3C8D91B3}" srcOrd="4" destOrd="0" presId="urn:microsoft.com/office/officeart/2005/8/layout/vList5"/>
    <dgm:cxn modelId="{8255896A-AA13-467B-82DB-EF93E2C265D0}" type="presParOf" srcId="{7AE29C30-01B3-44D4-BF19-750F3C8D91B3}" destId="{76FFB541-D5B8-4270-A4EC-23901E769717}" srcOrd="0" destOrd="0" presId="urn:microsoft.com/office/officeart/2005/8/layout/vList5"/>
    <dgm:cxn modelId="{2A7E2311-786A-46B5-92DD-28D172284BB5}" type="presParOf" srcId="{7AE29C30-01B3-44D4-BF19-750F3C8D91B3}" destId="{E4A46A46-EC54-45D2-982F-D47FCBEFA2C4}" srcOrd="1" destOrd="0" presId="urn:microsoft.com/office/officeart/2005/8/layout/vList5"/>
    <dgm:cxn modelId="{BBE8901C-C6DE-4F97-BD94-6EF2F5BB0DE8}" type="presParOf" srcId="{0558CC2D-B2A6-4509-AB13-7E6A70635676}" destId="{00AF295F-FD4C-4B22-81DF-2FDFD196D9EF}" srcOrd="5" destOrd="0" presId="urn:microsoft.com/office/officeart/2005/8/layout/vList5"/>
    <dgm:cxn modelId="{A243A5B4-01AA-4804-A604-A795CE401297}" type="presParOf" srcId="{0558CC2D-B2A6-4509-AB13-7E6A70635676}" destId="{1CA723CB-9FCB-4748-8B58-7905FDE82C8B}" srcOrd="6" destOrd="0" presId="urn:microsoft.com/office/officeart/2005/8/layout/vList5"/>
    <dgm:cxn modelId="{AE2B05C9-04F0-4427-AB77-BA9704C3557E}" type="presParOf" srcId="{1CA723CB-9FCB-4748-8B58-7905FDE82C8B}" destId="{610343AB-2CE8-4EA3-8988-222827BD18AB}" srcOrd="0" destOrd="0" presId="urn:microsoft.com/office/officeart/2005/8/layout/vList5"/>
    <dgm:cxn modelId="{55F54E45-B203-4FFE-90C7-A61A52439A7A}" type="presParOf" srcId="{1CA723CB-9FCB-4748-8B58-7905FDE82C8B}" destId="{4FC7A021-7086-4EBA-B9D4-CF2C5B4B7CDC}" srcOrd="1" destOrd="0" presId="urn:microsoft.com/office/officeart/2005/8/layout/vList5"/>
    <dgm:cxn modelId="{B3333D4B-D79F-4181-B170-F1B4D1681CF8}" type="presParOf" srcId="{0558CC2D-B2A6-4509-AB13-7E6A70635676}" destId="{568E0829-69D3-478A-AA63-47CE836E5B2A}" srcOrd="7" destOrd="0" presId="urn:microsoft.com/office/officeart/2005/8/layout/vList5"/>
    <dgm:cxn modelId="{80913CD1-2478-479E-A3E6-ACEF8F0459B5}" type="presParOf" srcId="{0558CC2D-B2A6-4509-AB13-7E6A70635676}" destId="{43092E21-A7C7-4F99-8001-5F2277A7076F}" srcOrd="8" destOrd="0" presId="urn:microsoft.com/office/officeart/2005/8/layout/vList5"/>
    <dgm:cxn modelId="{88A0C075-CCEA-4A04-A684-A7C7FCF771BE}" type="presParOf" srcId="{43092E21-A7C7-4F99-8001-5F2277A7076F}" destId="{8948F841-4C00-4F4D-9E8C-309B9181C24D}" srcOrd="0" destOrd="0" presId="urn:microsoft.com/office/officeart/2005/8/layout/vList5"/>
    <dgm:cxn modelId="{8F5797A6-2E10-4BB3-8FEB-EDE7F6CC0221}" type="presParOf" srcId="{43092E21-A7C7-4F99-8001-5F2277A7076F}" destId="{F24FE8E8-44A0-411D-A26B-4DAC6FFEAB2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46886B-13E0-4415-AF56-1B932C2C60B3}">
      <dsp:nvSpPr>
        <dsp:cNvPr id="0" name=""/>
        <dsp:cNvSpPr/>
      </dsp:nvSpPr>
      <dsp:spPr>
        <a:xfrm rot="5400000">
          <a:off x="4160209" y="-1782158"/>
          <a:ext cx="447281" cy="4125976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800" kern="1200" dirty="0" smtClean="0"/>
            <a:t>导致思维混乱有哪四个因素？</a:t>
          </a:r>
          <a:endParaRPr lang="zh-CN" altLang="en-US" sz="1800" kern="1200" dirty="0"/>
        </a:p>
      </dsp:txBody>
      <dsp:txXfrm rot="-5400000">
        <a:off x="2320862" y="79023"/>
        <a:ext cx="4104142" cy="403613"/>
      </dsp:txXfrm>
    </dsp:sp>
    <dsp:sp modelId="{33FFE1F2-8FEB-45CF-9E4A-EBE4B2248B9E}">
      <dsp:nvSpPr>
        <dsp:cNvPr id="0" name=""/>
        <dsp:cNvSpPr/>
      </dsp:nvSpPr>
      <dsp:spPr>
        <a:xfrm>
          <a:off x="0" y="1278"/>
          <a:ext cx="2320861" cy="55910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600" kern="1200" dirty="0" smtClean="0"/>
            <a:t>一</a:t>
          </a:r>
          <a:endParaRPr lang="zh-CN" altLang="en-US" sz="2600" kern="1200" dirty="0"/>
        </a:p>
      </dsp:txBody>
      <dsp:txXfrm>
        <a:off x="27293" y="28571"/>
        <a:ext cx="2266275" cy="504515"/>
      </dsp:txXfrm>
    </dsp:sp>
    <dsp:sp modelId="{3FA0FD3F-BC2A-4425-9196-4D67AD07A6DF}">
      <dsp:nvSpPr>
        <dsp:cNvPr id="0" name=""/>
        <dsp:cNvSpPr/>
      </dsp:nvSpPr>
      <dsp:spPr>
        <a:xfrm rot="5400000">
          <a:off x="4160209" y="-1195101"/>
          <a:ext cx="447281" cy="4125976"/>
        </a:xfrm>
        <a:prstGeom prst="round2SameRect">
          <a:avLst/>
        </a:prstGeom>
        <a:solidFill>
          <a:schemeClr val="accent2">
            <a:tint val="40000"/>
            <a:alpha val="90000"/>
            <a:hueOff val="-1022960"/>
            <a:satOff val="11277"/>
            <a:lumOff val="1074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800" kern="1200" dirty="0" smtClean="0"/>
            <a:t>如何重塑你的消极思维模式？</a:t>
          </a:r>
          <a:endParaRPr lang="zh-CN" altLang="en-US" sz="1800" kern="1200" dirty="0"/>
        </a:p>
      </dsp:txBody>
      <dsp:txXfrm rot="-5400000">
        <a:off x="2320862" y="666080"/>
        <a:ext cx="4104142" cy="403613"/>
      </dsp:txXfrm>
    </dsp:sp>
    <dsp:sp modelId="{18770E8B-F378-4740-9343-6B58B1BF18FF}">
      <dsp:nvSpPr>
        <dsp:cNvPr id="0" name=""/>
        <dsp:cNvSpPr/>
      </dsp:nvSpPr>
      <dsp:spPr>
        <a:xfrm>
          <a:off x="0" y="588335"/>
          <a:ext cx="2320861" cy="559101"/>
        </a:xfrm>
        <a:prstGeom prst="roundRect">
          <a:avLst/>
        </a:prstGeom>
        <a:solidFill>
          <a:schemeClr val="accent2">
            <a:hueOff val="-741071"/>
            <a:satOff val="3550"/>
            <a:lumOff val="3284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600" kern="1200" dirty="0" smtClean="0"/>
            <a:t>二</a:t>
          </a:r>
          <a:endParaRPr lang="zh-CN" altLang="en-US" sz="2600" kern="1200" dirty="0"/>
        </a:p>
      </dsp:txBody>
      <dsp:txXfrm>
        <a:off x="27293" y="615628"/>
        <a:ext cx="2266275" cy="504515"/>
      </dsp:txXfrm>
    </dsp:sp>
    <dsp:sp modelId="{E4A46A46-EC54-45D2-982F-D47FCBEFA2C4}">
      <dsp:nvSpPr>
        <dsp:cNvPr id="0" name=""/>
        <dsp:cNvSpPr/>
      </dsp:nvSpPr>
      <dsp:spPr>
        <a:xfrm rot="5400000">
          <a:off x="4160209" y="-608044"/>
          <a:ext cx="447281" cy="4125976"/>
        </a:xfrm>
        <a:prstGeom prst="round2SameRect">
          <a:avLst/>
        </a:prstGeom>
        <a:solidFill>
          <a:schemeClr val="accent2">
            <a:tint val="40000"/>
            <a:alpha val="90000"/>
            <a:hueOff val="-2045920"/>
            <a:satOff val="22554"/>
            <a:lumOff val="2148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800" kern="1200" dirty="0" smtClean="0"/>
            <a:t>改善不良关系有哪四个策略？</a:t>
          </a:r>
          <a:endParaRPr lang="zh-CN" altLang="en-US" sz="1800" kern="1200" dirty="0"/>
        </a:p>
      </dsp:txBody>
      <dsp:txXfrm rot="-5400000">
        <a:off x="2320862" y="1253137"/>
        <a:ext cx="4104142" cy="403613"/>
      </dsp:txXfrm>
    </dsp:sp>
    <dsp:sp modelId="{76FFB541-D5B8-4270-A4EC-23901E769717}">
      <dsp:nvSpPr>
        <dsp:cNvPr id="0" name=""/>
        <dsp:cNvSpPr/>
      </dsp:nvSpPr>
      <dsp:spPr>
        <a:xfrm>
          <a:off x="0" y="1175392"/>
          <a:ext cx="2320861" cy="559101"/>
        </a:xfrm>
        <a:prstGeom prst="roundRect">
          <a:avLst/>
        </a:prstGeom>
        <a:solidFill>
          <a:schemeClr val="accent2">
            <a:hueOff val="-1482143"/>
            <a:satOff val="7100"/>
            <a:lumOff val="6569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600" kern="1200" dirty="0" smtClean="0"/>
            <a:t>三</a:t>
          </a:r>
          <a:endParaRPr lang="zh-CN" altLang="en-US" sz="2600" kern="1200" dirty="0"/>
        </a:p>
      </dsp:txBody>
      <dsp:txXfrm>
        <a:off x="27293" y="1202685"/>
        <a:ext cx="2266275" cy="504515"/>
      </dsp:txXfrm>
    </dsp:sp>
    <dsp:sp modelId="{4FC7A021-7086-4EBA-B9D4-CF2C5B4B7CDC}">
      <dsp:nvSpPr>
        <dsp:cNvPr id="0" name=""/>
        <dsp:cNvSpPr/>
      </dsp:nvSpPr>
      <dsp:spPr>
        <a:xfrm rot="5400000">
          <a:off x="4160209" y="-20987"/>
          <a:ext cx="447281" cy="4125976"/>
        </a:xfrm>
        <a:prstGeom prst="round2SameRect">
          <a:avLst/>
        </a:prstGeom>
        <a:solidFill>
          <a:schemeClr val="accent2">
            <a:tint val="40000"/>
            <a:alpha val="90000"/>
            <a:hueOff val="-3068879"/>
            <a:satOff val="33830"/>
            <a:lumOff val="3222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800" kern="1200" dirty="0" smtClean="0"/>
            <a:t>如何提高专注力，防止分心？</a:t>
          </a:r>
          <a:endParaRPr lang="zh-CN" altLang="en-US" sz="1800" kern="1200" dirty="0"/>
        </a:p>
      </dsp:txBody>
      <dsp:txXfrm rot="-5400000">
        <a:off x="2320862" y="1840194"/>
        <a:ext cx="4104142" cy="403613"/>
      </dsp:txXfrm>
    </dsp:sp>
    <dsp:sp modelId="{610343AB-2CE8-4EA3-8988-222827BD18AB}">
      <dsp:nvSpPr>
        <dsp:cNvPr id="0" name=""/>
        <dsp:cNvSpPr/>
      </dsp:nvSpPr>
      <dsp:spPr>
        <a:xfrm>
          <a:off x="0" y="1762449"/>
          <a:ext cx="2320861" cy="559101"/>
        </a:xfrm>
        <a:prstGeom prst="roundRect">
          <a:avLst/>
        </a:prstGeom>
        <a:solidFill>
          <a:schemeClr val="accent2">
            <a:hueOff val="-2223214"/>
            <a:satOff val="10650"/>
            <a:lumOff val="9853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600" kern="1200" dirty="0" smtClean="0"/>
            <a:t>四</a:t>
          </a:r>
          <a:endParaRPr lang="zh-CN" altLang="en-US" sz="2600" kern="1200" dirty="0"/>
        </a:p>
      </dsp:txBody>
      <dsp:txXfrm>
        <a:off x="27293" y="1789742"/>
        <a:ext cx="2266275" cy="504515"/>
      </dsp:txXfrm>
    </dsp:sp>
    <dsp:sp modelId="{F24FE8E8-44A0-411D-A26B-4DAC6FFEAB20}">
      <dsp:nvSpPr>
        <dsp:cNvPr id="0" name=""/>
        <dsp:cNvSpPr/>
      </dsp:nvSpPr>
      <dsp:spPr>
        <a:xfrm rot="5400000">
          <a:off x="4160209" y="566069"/>
          <a:ext cx="447281" cy="4125976"/>
        </a:xfrm>
        <a:prstGeom prst="round2SameRect">
          <a:avLst/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800" kern="1200" smtClean="0"/>
            <a:t> 如何将你的兴趣与你的目标结合起来？</a:t>
          </a:r>
          <a:endParaRPr lang="zh-CN" altLang="en-US" sz="1800" kern="1200" dirty="0"/>
        </a:p>
      </dsp:txBody>
      <dsp:txXfrm rot="-5400000">
        <a:off x="2320862" y="2427250"/>
        <a:ext cx="4104142" cy="403613"/>
      </dsp:txXfrm>
    </dsp:sp>
    <dsp:sp modelId="{8948F841-4C00-4F4D-9E8C-309B9181C24D}">
      <dsp:nvSpPr>
        <dsp:cNvPr id="0" name=""/>
        <dsp:cNvSpPr/>
      </dsp:nvSpPr>
      <dsp:spPr>
        <a:xfrm>
          <a:off x="0" y="2349506"/>
          <a:ext cx="2320861" cy="559101"/>
        </a:xfrm>
        <a:prstGeom prst="roundRect">
          <a:avLst/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600" kern="1200" dirty="0" smtClean="0"/>
            <a:t>五</a:t>
          </a:r>
          <a:endParaRPr lang="zh-CN" altLang="en-US" sz="2600" kern="1200" dirty="0"/>
        </a:p>
      </dsp:txBody>
      <dsp:txXfrm>
        <a:off x="27293" y="2376799"/>
        <a:ext cx="2266275" cy="5045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CCD1-E5A7-4D85-9A81-D2F5684BAA3D}" type="datetimeFigureOut">
              <a:rPr lang="zh-CN" altLang="en-US" smtClean="0"/>
              <a:t>2024/10/11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813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CCD1-E5A7-4D85-9A81-D2F5684BAA3D}" type="datetimeFigureOut">
              <a:rPr lang="zh-CN" altLang="en-US" smtClean="0"/>
              <a:t>2024/10/11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555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CCD1-E5A7-4D85-9A81-D2F5684BAA3D}" type="datetimeFigureOut">
              <a:rPr lang="zh-CN" altLang="en-US" smtClean="0"/>
              <a:t>2024/10/11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522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CCD1-E5A7-4D85-9A81-D2F5684BAA3D}" type="datetimeFigureOut">
              <a:rPr lang="zh-CN" altLang="en-US" smtClean="0"/>
              <a:t>2024/10/11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28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CCD1-E5A7-4D85-9A81-D2F5684BAA3D}" type="datetimeFigureOut">
              <a:rPr lang="zh-CN" altLang="en-US" smtClean="0"/>
              <a:t>2024/10/11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719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CCD1-E5A7-4D85-9A81-D2F5684BAA3D}" type="datetimeFigureOut">
              <a:rPr lang="zh-CN" altLang="en-US" smtClean="0"/>
              <a:t>2024/10/11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556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CCD1-E5A7-4D85-9A81-D2F5684BAA3D}" type="datetimeFigureOut">
              <a:rPr lang="zh-CN" altLang="en-US" smtClean="0"/>
              <a:t>2024/10/11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449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CCD1-E5A7-4D85-9A81-D2F5684BAA3D}" type="datetimeFigureOut">
              <a:rPr lang="zh-CN" altLang="en-US" smtClean="0"/>
              <a:t>2024/10/11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55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CCD1-E5A7-4D85-9A81-D2F5684BAA3D}" type="datetimeFigureOut">
              <a:rPr lang="zh-CN" altLang="en-US" smtClean="0"/>
              <a:t>2024/10/11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261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CCD1-E5A7-4D85-9A81-D2F5684BAA3D}" type="datetimeFigureOut">
              <a:rPr lang="zh-CN" altLang="en-US" smtClean="0"/>
              <a:t>2024/10/11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991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CCD1-E5A7-4D85-9A81-D2F5684BAA3D}" type="datetimeFigureOut">
              <a:rPr lang="zh-CN" altLang="en-US" smtClean="0"/>
              <a:t>2024/10/11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09133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CCD1-E5A7-4D85-9A81-D2F5684BAA3D}" type="datetimeFigureOut">
              <a:rPr lang="zh-CN" altLang="en-US" smtClean="0"/>
              <a:t>2024/10/11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67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CCD1-E5A7-4D85-9A81-D2F5684BAA3D}" type="datetimeFigureOut">
              <a:rPr lang="zh-CN" altLang="en-US" smtClean="0"/>
              <a:t>2024/10/11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5614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CCD1-E5A7-4D85-9A81-D2F5684BAA3D}" type="datetimeFigureOut">
              <a:rPr lang="zh-CN" altLang="en-US" smtClean="0"/>
              <a:t>2024/10/11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400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CCD1-E5A7-4D85-9A81-D2F5684BAA3D}" type="datetimeFigureOut">
              <a:rPr lang="zh-CN" altLang="en-US" smtClean="0"/>
              <a:t>2024/10/11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50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CCD1-E5A7-4D85-9A81-D2F5684BAA3D}" type="datetimeFigureOut">
              <a:rPr lang="zh-CN" altLang="en-US" smtClean="0"/>
              <a:t>2024/10/11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818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ACCD1-E5A7-4D85-9A81-D2F5684BAA3D}" type="datetimeFigureOut">
              <a:rPr lang="zh-CN" altLang="en-US" smtClean="0"/>
              <a:t>2024/10/11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2C822C80-50B6-40CE-9BBB-068CB7E44E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838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14="http://schemas.microsoft.com/office/drawing/2010/main"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926" y="0"/>
            <a:ext cx="3646148" cy="51435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3718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:a14="http://schemas.microsoft.com/office/drawing/2010/main">
      <p:transition spd="slow" advTm="5000">
        <p:dissolv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极简思维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875" y="425345"/>
            <a:ext cx="3386138" cy="399118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/>
              <a:t>打破思维禁锢，让思维化繁为简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/>
              <a:t>抛弃消极思维，提高专注力、沟通力，实现兴趣变现。</a:t>
            </a:r>
          </a:p>
        </p:txBody>
      </p:sp>
    </p:spTree>
    <p:extLst>
      <p:ext uri="{BB962C8B-B14F-4D97-AF65-F5344CB8AC3E}">
        <p14:creationId xmlns:p14="http://schemas.microsoft.com/office/powerpoint/2010/main" val="816607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回归极简，开启生活的无限可能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8194004"/>
              </p:ext>
            </p:extLst>
          </p:nvPr>
        </p:nvGraphicFramePr>
        <p:xfrm>
          <a:off x="508000" y="1620838"/>
          <a:ext cx="6446838" cy="2909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8272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4.xml><?xml version="1.0" encoding="utf-8"?>
<p:sld xmlns:a14="http://schemas.microsoft.com/office/drawing/2010/main"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内容简介</a:t>
            </a:r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0288" y="1443446"/>
            <a:ext cx="3384550" cy="2029596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angle"/>
            <a:extrusionClr>
              <a:srgbClr val="FFFFFF"/>
            </a:extrusionClr>
          </a:sp3d>
        </p:spPr>
      </p:pic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171450" indent="-171450">
              <a:spcAft>
                <a:spcPts val="1000"/>
              </a:spcAft>
              <a:buFont typeface="Wingdings" panose="05000000000000000000" pitchFamily="2" charset="2"/>
              <a:buChar char="p"/>
            </a:pPr>
            <a:r>
              <a:rPr lang="zh-CN" altLang="en-US" dirty="0"/>
              <a:t>信息化的社会虽然给人们带来了不少的便利，但随之而来的心理问题和知识焦虑也越来越严重。要想在高焦虑、高压力的社会生活中保持清醒和高效，我们要学会用一种简单的思维方式，去思考和处理繁杂的生活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171450" indent="-171450">
              <a:spcAft>
                <a:spcPts val="1000"/>
              </a:spcAft>
              <a:buFont typeface="Wingdings" panose="05000000000000000000" pitchFamily="2" charset="2"/>
              <a:buChar char="p"/>
            </a:pPr>
            <a:r>
              <a:rPr lang="en-US" altLang="zh-CN" dirty="0"/>
              <a:t>《</a:t>
            </a:r>
            <a:r>
              <a:rPr lang="zh-CN" altLang="en-US" dirty="0"/>
              <a:t>极简思维</a:t>
            </a:r>
            <a:r>
              <a:rPr lang="en-US" altLang="zh-CN" dirty="0"/>
              <a:t>》</a:t>
            </a:r>
            <a:r>
              <a:rPr lang="zh-CN" altLang="en-US" dirty="0"/>
              <a:t>从整理个人的思维、生活任务、人际关系和生活环境四个方面，提供切实可行的思维提升方法，帮我们将复杂的事情简单化，繁重的事情轻松化，迅速开启轻松高效的幸福生活。</a:t>
            </a:r>
          </a:p>
        </p:txBody>
      </p:sp>
    </p:spTree>
    <p:extLst>
      <p:ext uri="{BB962C8B-B14F-4D97-AF65-F5344CB8AC3E}">
        <p14:creationId xmlns:p14="http://schemas.microsoft.com/office/powerpoint/2010/main" val="2706216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:a14="http://schemas.microsoft.com/office/drawing/2010/main">
      <p:transition spd="slow" advTm="5000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zh-CN" altLang="en-US" dirty="0"/>
              <a:t>作者简介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orient="vert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dirty="0"/>
              <a:t>S.J.</a:t>
            </a:r>
            <a:r>
              <a:rPr lang="zh-CN" altLang="en-US" dirty="0"/>
              <a:t>斯科特</a:t>
            </a:r>
            <a:r>
              <a:rPr lang="en-US" altLang="zh-CN" dirty="0"/>
              <a:t>【S.J. Scott】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endParaRPr lang="en-US" altLang="zh-C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心理学与商业硕士学位，</a:t>
            </a:r>
            <a:r>
              <a:rPr lang="en-US" altLang="zh-CN" dirty="0"/>
              <a:t>《</a:t>
            </a:r>
            <a:r>
              <a:rPr lang="zh-CN" altLang="en-US" dirty="0"/>
              <a:t>华尔街日报</a:t>
            </a:r>
            <a:r>
              <a:rPr lang="en-US" altLang="zh-CN" dirty="0"/>
              <a:t>》</a:t>
            </a:r>
            <a:r>
              <a:rPr lang="zh-CN" altLang="en-US" dirty="0"/>
              <a:t>畅销书作家，著有</a:t>
            </a:r>
            <a:r>
              <a:rPr lang="en-US" altLang="zh-CN" dirty="0"/>
              <a:t>30</a:t>
            </a:r>
            <a:r>
              <a:rPr lang="zh-CN" altLang="en-US" dirty="0"/>
              <a:t>多本心理自助类书籍，出版了</a:t>
            </a:r>
            <a:r>
              <a:rPr lang="en-US" altLang="zh-CN" dirty="0"/>
              <a:t>13</a:t>
            </a:r>
            <a:r>
              <a:rPr lang="zh-CN" altLang="en-US" dirty="0"/>
              <a:t>种不同的语言。其清晰简洁的思想、明快干练的语言风格颇受读者推崇。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endParaRPr lang="zh-CN" alt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巴里</a:t>
            </a:r>
            <a:r>
              <a:rPr lang="en-US" altLang="zh-CN" dirty="0"/>
              <a:t>•</a:t>
            </a:r>
            <a:r>
              <a:rPr lang="zh-CN" altLang="en-US" dirty="0"/>
              <a:t>达文波特</a:t>
            </a:r>
            <a:r>
              <a:rPr lang="en-US" altLang="zh-CN" dirty="0"/>
              <a:t>【Barrie Davenport】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endParaRPr lang="en-US" altLang="zh-C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个人发展网站“大胆生活并绽放（</a:t>
            </a:r>
            <a:r>
              <a:rPr lang="en-US" altLang="zh-CN" dirty="0"/>
              <a:t>Live Bold and Bloom</a:t>
            </a:r>
            <a:r>
              <a:rPr lang="zh-CN" altLang="en-US" dirty="0"/>
              <a:t>）”的创始人，国家注册培训师，帮助人们运用可实践的、有科学依据的方法来走出舒适区，过上更有意义的生活。</a:t>
            </a:r>
          </a:p>
        </p:txBody>
      </p:sp>
    </p:spTree>
    <p:extLst>
      <p:ext uri="{BB962C8B-B14F-4D97-AF65-F5344CB8AC3E}">
        <p14:creationId xmlns:p14="http://schemas.microsoft.com/office/powerpoint/2010/main" val="192074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精彩书摘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1600" dirty="0"/>
              <a:t>巴里的故事</a:t>
            </a:r>
          </a:p>
          <a:p>
            <a:r>
              <a:rPr lang="zh-CN" altLang="en-US" sz="1600" dirty="0"/>
              <a:t>在过去的几年里，巴里的生活方式有了意义深远的转变。她的生活重心有了极大的转移，在经历了生活的空虚和经常袭来的广泛性焦虑，她开始选择对自我进行探索。她努力地寻找，不考虑自己作为一个母亲的前提下，究竟做什么才能使她感到激情澎湃？如何做，才能让那些引起她焦虑并让她痛苦的“脑内声音”安静下来？</a:t>
            </a:r>
          </a:p>
          <a:p>
            <a:r>
              <a:rPr lang="zh-CN" altLang="en-US" sz="1600" dirty="0"/>
              <a:t>她的经历使她决定开始一段全新的职业生涯：她成了一名私人教练、一名博主、一名老师以及一名作家。通过工作和研究，她偶然经历了几个意义深远的顿悟时刻，使她学到了更多关于正念、简化、优先级方面的经验，从而让她能够将时间与精力花费在她最想完成的地方上。</a:t>
            </a:r>
            <a:endParaRPr lang="en-US" altLang="zh-CN" sz="1600" dirty="0"/>
          </a:p>
          <a:p>
            <a:r>
              <a:rPr lang="zh-CN" altLang="en-US" sz="1600" dirty="0"/>
              <a:t>最近她从亚特兰大拥挤而繁忙的郊区搬到了阿什维尔，在这里她可以以一种更加平缓的生活节奏，将更多精力放在健康、美食、人际关系、自然和音乐上。</a:t>
            </a:r>
          </a:p>
          <a:p>
            <a:r>
              <a:rPr lang="zh-CN" altLang="en-US" sz="1600" dirty="0"/>
              <a:t>她换了间小房子，扔掉了许多老家具和旧衣服，重新排列了人际关系、生活经验、工作、金钱、名誉对她的重要程度。在日常生活中，她尝试着用冥想、回归自然的方式，维持一种平衡的状态，努力地活在当下。</a:t>
            </a:r>
          </a:p>
        </p:txBody>
      </p:sp>
    </p:spTree>
    <p:extLst>
      <p:ext uri="{BB962C8B-B14F-4D97-AF65-F5344CB8AC3E}">
        <p14:creationId xmlns:p14="http://schemas.microsoft.com/office/powerpoint/2010/main" val="1029153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出版信息</a:t>
            </a:r>
            <a:endParaRPr lang="zh-CN" altLang="en-US" dirty="0"/>
          </a:p>
        </p:txBody>
      </p:sp>
      <p:graphicFrame>
        <p:nvGraphicFramePr>
          <p:cNvPr id="7" name="内容占位符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982347"/>
              </p:ext>
            </p:extLst>
          </p:nvPr>
        </p:nvGraphicFramePr>
        <p:xfrm>
          <a:off x="508001" y="952500"/>
          <a:ext cx="6273800" cy="3909059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136900">
                  <a:extLst>
                    <a:ext uri="{9D8B030D-6E8A-4147-A177-3AD203B41FA5}">
                      <a16:colId xmlns:a16="http://schemas.microsoft.com/office/drawing/2014/main" val="494282707"/>
                    </a:ext>
                  </a:extLst>
                </a:gridCol>
                <a:gridCol w="3136900">
                  <a:extLst>
                    <a:ext uri="{9D8B030D-6E8A-4147-A177-3AD203B41FA5}">
                      <a16:colId xmlns:a16="http://schemas.microsoft.com/office/drawing/2014/main" val="1641319454"/>
                    </a:ext>
                  </a:extLst>
                </a:gridCol>
              </a:tblGrid>
              <a:tr h="355369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出版社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台海出版社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806472"/>
                  </a:ext>
                </a:extLst>
              </a:tr>
              <a:tr h="355369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ISBN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9787516820032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025136"/>
                  </a:ext>
                </a:extLst>
              </a:tr>
              <a:tr h="355369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版次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39118"/>
                  </a:ext>
                </a:extLst>
              </a:tr>
              <a:tr h="355369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商品编码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12400417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555737"/>
                  </a:ext>
                </a:extLst>
              </a:tr>
              <a:tr h="355369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品牌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斯坦威（</a:t>
                      </a:r>
                      <a:r>
                        <a:rPr lang="en-US" altLang="zh-CN" dirty="0" smtClean="0"/>
                        <a:t>STANDWAY</a:t>
                      </a:r>
                      <a:r>
                        <a:rPr lang="zh-CN" altLang="en-US" dirty="0" smtClean="0"/>
                        <a:t>）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276679"/>
                  </a:ext>
                </a:extLst>
              </a:tr>
              <a:tr h="355369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包装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平装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380331"/>
                  </a:ext>
                </a:extLst>
              </a:tr>
              <a:tr h="355369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开本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32</a:t>
                      </a:r>
                      <a:r>
                        <a:rPr lang="zh-CN" altLang="en-US" dirty="0" smtClean="0"/>
                        <a:t>开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429730"/>
                  </a:ext>
                </a:extLst>
              </a:tr>
              <a:tr h="355369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出版时间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2018-09-01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048918"/>
                  </a:ext>
                </a:extLst>
              </a:tr>
              <a:tr h="355369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用纸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轻型纸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666954"/>
                  </a:ext>
                </a:extLst>
              </a:tr>
              <a:tr h="355369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页数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224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647687"/>
                  </a:ext>
                </a:extLst>
              </a:tr>
              <a:tr h="355369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字数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320000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682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0333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5000">
        <p:dissolve/>
      </p:transition>
    </mc:Choice>
    <mc:Fallback xmlns="">
      <p:transition spd="slow" advTm="500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65</TotalTime>
  <Words>639</Words>
  <Application>Microsoft Office PowerPoint</Application>
  <PresentationFormat>全屏显示(16:9)</PresentationFormat>
  <Paragraphs>54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方正姚体</vt:lpstr>
      <vt:lpstr>华文新魏</vt:lpstr>
      <vt:lpstr>Arial</vt:lpstr>
      <vt:lpstr>Trebuchet MS</vt:lpstr>
      <vt:lpstr>Wingdings</vt:lpstr>
      <vt:lpstr>Wingdings 3</vt:lpstr>
      <vt:lpstr>平面</vt:lpstr>
      <vt:lpstr>PowerPoint 演示文稿</vt:lpstr>
      <vt:lpstr>极简思维</vt:lpstr>
      <vt:lpstr>回归极简，开启生活的无限可能</vt:lpstr>
      <vt:lpstr>内容简介</vt:lpstr>
      <vt:lpstr>作者简介</vt:lpstr>
      <vt:lpstr>精彩书摘</vt:lpstr>
      <vt:lpstr>出版信息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极简思维</dc:title>
  <dc:creator>Windows User</dc:creator>
  <cp:lastModifiedBy>Administrator</cp:lastModifiedBy>
  <cp:revision>31</cp:revision>
  <dcterms:created xsi:type="dcterms:W3CDTF">2023-05-22T04:06:34Z</dcterms:created>
  <dcterms:modified xsi:type="dcterms:W3CDTF">2024-10-11T08:12:30Z</dcterms:modified>
</cp:coreProperties>
</file>