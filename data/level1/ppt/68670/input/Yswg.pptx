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5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929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986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442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43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008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81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146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50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380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796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4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ACCD1-E5A7-4D85-9A81-D2F5684BAA3D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158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极简思维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713" y="1036637"/>
            <a:ext cx="4051300" cy="4775200"/>
          </a:xfrm>
        </p:spPr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打破思维禁锢，让思维化繁为简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抛弃消极思维，提高专注力、沟通力，实现兴趣变现。</a:t>
            </a:r>
          </a:p>
        </p:txBody>
      </p:sp>
    </p:spTree>
    <p:extLst>
      <p:ext uri="{BB962C8B-B14F-4D97-AF65-F5344CB8AC3E}">
        <p14:creationId xmlns:p14="http://schemas.microsoft.com/office/powerpoint/2010/main" val="816607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回归极简，开启生活的无限可能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272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内容简介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信息化的社会虽然给人们带来了不少的便利，但随之而来的心理问题和知识焦虑也越来越严重。要想在高焦虑、高压力的社会生活中保持清醒和高效，我们要学会用一种简单的思维方式，去思考和处理繁杂的生活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《</a:t>
            </a:r>
            <a:r>
              <a:rPr lang="zh-CN" altLang="en-US" dirty="0"/>
              <a:t>极简思维</a:t>
            </a:r>
            <a:r>
              <a:rPr lang="en-US" altLang="zh-CN" dirty="0"/>
              <a:t>》</a:t>
            </a:r>
            <a:r>
              <a:rPr lang="zh-CN" altLang="en-US"/>
              <a:t>从整理个人的思维、生活任务、人际关系和生活环境四个方面，提供切实可行的思维提升方法，帮我们将复杂的事情简单化，繁重的事情轻松化，迅速开启轻松高效的幸福生活。</a:t>
            </a:r>
          </a:p>
        </p:txBody>
      </p:sp>
    </p:spTree>
    <p:extLst>
      <p:ext uri="{BB962C8B-B14F-4D97-AF65-F5344CB8AC3E}">
        <p14:creationId xmlns:p14="http://schemas.microsoft.com/office/powerpoint/2010/main" val="2706216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作者简介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dirty="0"/>
              <a:t>S.J.</a:t>
            </a:r>
            <a:r>
              <a:rPr lang="zh-CN" altLang="en-US" dirty="0"/>
              <a:t>斯科特</a:t>
            </a:r>
            <a:r>
              <a:rPr lang="en-US" altLang="zh-CN" dirty="0"/>
              <a:t>【S.J. Scott】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心理学与商业硕士学位，</a:t>
            </a:r>
            <a:r>
              <a:rPr lang="en-US" altLang="zh-CN" dirty="0"/>
              <a:t>《</a:t>
            </a:r>
            <a:r>
              <a:rPr lang="zh-CN" altLang="en-US" dirty="0"/>
              <a:t>华尔街日报</a:t>
            </a:r>
            <a:r>
              <a:rPr lang="en-US" altLang="zh-CN" dirty="0"/>
              <a:t>》</a:t>
            </a:r>
            <a:r>
              <a:rPr lang="zh-CN" altLang="en-US" dirty="0"/>
              <a:t>畅销书作家，著有</a:t>
            </a:r>
            <a:r>
              <a:rPr lang="en-US" altLang="zh-CN" dirty="0"/>
              <a:t>30</a:t>
            </a:r>
            <a:r>
              <a:rPr lang="zh-CN" altLang="en-US" dirty="0"/>
              <a:t>多本心理自助类书籍，出版了</a:t>
            </a:r>
            <a:r>
              <a:rPr lang="en-US" altLang="zh-CN" dirty="0"/>
              <a:t>13</a:t>
            </a:r>
            <a:r>
              <a:rPr lang="zh-CN" altLang="en-US" dirty="0"/>
              <a:t>种不同的语言。其清晰简洁的思想、明快干练的语言风格颇受读者推崇。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巴里</a:t>
            </a:r>
            <a:r>
              <a:rPr lang="en-US" altLang="zh-CN" dirty="0"/>
              <a:t>•</a:t>
            </a:r>
            <a:r>
              <a:rPr lang="zh-CN" altLang="en-US" dirty="0"/>
              <a:t>达文波特</a:t>
            </a:r>
            <a:r>
              <a:rPr lang="en-US" altLang="zh-CN" dirty="0"/>
              <a:t>【Barrie Davenport】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个人发展网站“大胆生活并绽放（</a:t>
            </a:r>
            <a:r>
              <a:rPr lang="en-US" altLang="zh-CN" dirty="0"/>
              <a:t>Live Bold and Bloom</a:t>
            </a:r>
            <a:r>
              <a:rPr lang="zh-CN" altLang="en-US" dirty="0"/>
              <a:t>）”的创始人，国家注册培训师，帮助人们运用可实践的、有科学依据的方法来走出舒适区，过上更有意义的生活。</a:t>
            </a:r>
          </a:p>
        </p:txBody>
      </p:sp>
    </p:spTree>
    <p:extLst>
      <p:ext uri="{BB962C8B-B14F-4D97-AF65-F5344CB8AC3E}">
        <p14:creationId xmlns:p14="http://schemas.microsoft.com/office/powerpoint/2010/main" val="1920740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精彩书摘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1600" dirty="0"/>
              <a:t>巴里的故事</a:t>
            </a:r>
          </a:p>
          <a:p>
            <a:r>
              <a:rPr lang="zh-CN" altLang="en-US" sz="1600" dirty="0"/>
              <a:t>在过去的几年里，巴里的生活方式有了意义深远的转变。她的生活重心有了极大的转移，在经历了生活的空虚和经常袭来的广泛性焦虑，她开始选择对自我进行探索。她努力地寻找，不考虑自己作为一个母亲的前提下，究竟做什么才能使她感到激情澎湃？如何做，才能让那些引起她焦虑并让她痛苦的“脑内声音”安静下来？</a:t>
            </a:r>
          </a:p>
          <a:p>
            <a:r>
              <a:rPr lang="zh-CN" altLang="en-US" sz="1600" dirty="0"/>
              <a:t>她的经历使她决定开始一段全新的职业生涯：她成了一名私人教练、一名博主、一名老师以及一名作家。通过工作和研究，她偶然经历了几个意义深远的顿悟时刻，使她学到了更多关于正念、简化、优先级方面的经验，从而让她能够将时间与精力花费在她最想完成的地方上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zh-CN" altLang="en-US" sz="1600" dirty="0" smtClean="0"/>
              <a:t>最近</a:t>
            </a:r>
            <a:r>
              <a:rPr lang="zh-CN" altLang="en-US" sz="1600" dirty="0"/>
              <a:t>她从亚特兰大拥挤而繁忙的郊区搬到了阿什维尔，在这里她可以以一种更加平缓的生活节奏，将更多精力放在健康、美食、人际关系、自然和音乐上。</a:t>
            </a:r>
          </a:p>
          <a:p>
            <a:r>
              <a:rPr lang="zh-CN" altLang="en-US" sz="1600" dirty="0"/>
              <a:t>她换了间小房子，扔掉了许多老家具和旧衣服，重新排列了人际关系、生活经验、工作、金钱、名誉对她的重要程度。在日常生活中，她尝试着用冥想、回归自然的方式，维持一种平衡的状态，努力地活在当下。</a:t>
            </a:r>
          </a:p>
        </p:txBody>
      </p:sp>
    </p:spTree>
    <p:extLst>
      <p:ext uri="{BB962C8B-B14F-4D97-AF65-F5344CB8AC3E}">
        <p14:creationId xmlns:p14="http://schemas.microsoft.com/office/powerpoint/2010/main" val="1029153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333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552</Words>
  <Application>Microsoft Office PowerPoint</Application>
  <PresentationFormat>全屏显示(4:3)</PresentationFormat>
  <Paragraphs>21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Calibri</vt:lpstr>
      <vt:lpstr>Calibri Light</vt:lpstr>
      <vt:lpstr>Office 主题​​</vt:lpstr>
      <vt:lpstr>极简思维</vt:lpstr>
      <vt:lpstr>回归极简，开启生活的无限可能</vt:lpstr>
      <vt:lpstr>内容简介</vt:lpstr>
      <vt:lpstr>作者简介</vt:lpstr>
      <vt:lpstr>精彩书摘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极简思维</dc:title>
  <dc:creator>Windows User</dc:creator>
  <cp:lastModifiedBy>Windows User</cp:lastModifiedBy>
  <cp:revision>9</cp:revision>
  <dcterms:created xsi:type="dcterms:W3CDTF">2023-05-22T04:06:34Z</dcterms:created>
  <dcterms:modified xsi:type="dcterms:W3CDTF">2023-05-22T06:01:57Z</dcterms:modified>
</cp:coreProperties>
</file>