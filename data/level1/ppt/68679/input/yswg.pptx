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0801350" cy="7218363"/>
  <p:notesSz cx="6858000" cy="9144000"/>
  <p:defaultTextStyle>
    <a:defPPr>
      <a:defRPr lang="zh-CN"/>
    </a:defPPr>
    <a:lvl1pPr marL="0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4807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29614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44422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59229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74036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88843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603650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18458" algn="l" defTabSz="102961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00" y="-102"/>
      </p:cViewPr>
      <p:guideLst>
        <p:guide orient="horz" pos="2274"/>
        <p:guide pos="3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0101" y="2242372"/>
            <a:ext cx="9181148" cy="154726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20203" y="4090406"/>
            <a:ext cx="7560945" cy="184469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4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29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44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592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740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888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03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184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2018/6/16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4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2018/6/16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576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3232" y="4638467"/>
            <a:ext cx="9181148" cy="1433647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3232" y="3059451"/>
            <a:ext cx="9181148" cy="1579016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1480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2961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444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592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7403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888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0365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1845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2018/6/16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29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37580" y="1772845"/>
            <a:ext cx="5651956" cy="5014422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69559" y="1772845"/>
            <a:ext cx="5651956" cy="5014422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2018/6/16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419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0068" y="289069"/>
            <a:ext cx="9721215" cy="1203061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0068" y="1615778"/>
            <a:ext cx="4772472" cy="67337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807" indent="0">
              <a:buNone/>
              <a:defRPr sz="2300" b="1"/>
            </a:lvl2pPr>
            <a:lvl3pPr marL="1029614" indent="0">
              <a:buNone/>
              <a:defRPr sz="2000" b="1"/>
            </a:lvl3pPr>
            <a:lvl4pPr marL="1544422" indent="0">
              <a:buNone/>
              <a:defRPr sz="1800" b="1"/>
            </a:lvl4pPr>
            <a:lvl5pPr marL="2059229" indent="0">
              <a:buNone/>
              <a:defRPr sz="1800" b="1"/>
            </a:lvl5pPr>
            <a:lvl6pPr marL="2574036" indent="0">
              <a:buNone/>
              <a:defRPr sz="1800" b="1"/>
            </a:lvl6pPr>
            <a:lvl7pPr marL="3088843" indent="0">
              <a:buNone/>
              <a:defRPr sz="1800" b="1"/>
            </a:lvl7pPr>
            <a:lvl8pPr marL="3603650" indent="0">
              <a:buNone/>
              <a:defRPr sz="1800" b="1"/>
            </a:lvl8pPr>
            <a:lvl9pPr marL="4118458" indent="0">
              <a:buNone/>
              <a:defRPr sz="18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0068" y="2289157"/>
            <a:ext cx="4772472" cy="4158914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86936" y="1615778"/>
            <a:ext cx="4774347" cy="67337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807" indent="0">
              <a:buNone/>
              <a:defRPr sz="2300" b="1"/>
            </a:lvl2pPr>
            <a:lvl3pPr marL="1029614" indent="0">
              <a:buNone/>
              <a:defRPr sz="2000" b="1"/>
            </a:lvl3pPr>
            <a:lvl4pPr marL="1544422" indent="0">
              <a:buNone/>
              <a:defRPr sz="1800" b="1"/>
            </a:lvl4pPr>
            <a:lvl5pPr marL="2059229" indent="0">
              <a:buNone/>
              <a:defRPr sz="1800" b="1"/>
            </a:lvl5pPr>
            <a:lvl6pPr marL="2574036" indent="0">
              <a:buNone/>
              <a:defRPr sz="1800" b="1"/>
            </a:lvl6pPr>
            <a:lvl7pPr marL="3088843" indent="0">
              <a:buNone/>
              <a:defRPr sz="1800" b="1"/>
            </a:lvl7pPr>
            <a:lvl8pPr marL="3603650" indent="0">
              <a:buNone/>
              <a:defRPr sz="1800" b="1"/>
            </a:lvl8pPr>
            <a:lvl9pPr marL="4118458" indent="0">
              <a:buNone/>
              <a:defRPr sz="18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86936" y="2289157"/>
            <a:ext cx="4774347" cy="4158914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2018/6/16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792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2018/6/16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678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2018/6/16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59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0068" y="287398"/>
            <a:ext cx="3553570" cy="1223112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23028" y="287398"/>
            <a:ext cx="6038255" cy="6160673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40068" y="1510510"/>
            <a:ext cx="3553570" cy="4937561"/>
          </a:xfrm>
        </p:spPr>
        <p:txBody>
          <a:bodyPr/>
          <a:lstStyle>
            <a:lvl1pPr marL="0" indent="0">
              <a:buNone/>
              <a:defRPr sz="1600"/>
            </a:lvl1pPr>
            <a:lvl2pPr marL="514807" indent="0">
              <a:buNone/>
              <a:defRPr sz="1400"/>
            </a:lvl2pPr>
            <a:lvl3pPr marL="1029614" indent="0">
              <a:buNone/>
              <a:defRPr sz="1100"/>
            </a:lvl3pPr>
            <a:lvl4pPr marL="1544422" indent="0">
              <a:buNone/>
              <a:defRPr sz="1000"/>
            </a:lvl4pPr>
            <a:lvl5pPr marL="2059229" indent="0">
              <a:buNone/>
              <a:defRPr sz="1000"/>
            </a:lvl5pPr>
            <a:lvl6pPr marL="2574036" indent="0">
              <a:buNone/>
              <a:defRPr sz="1000"/>
            </a:lvl6pPr>
            <a:lvl7pPr marL="3088843" indent="0">
              <a:buNone/>
              <a:defRPr sz="1000"/>
            </a:lvl7pPr>
            <a:lvl8pPr marL="3603650" indent="0">
              <a:buNone/>
              <a:defRPr sz="1000"/>
            </a:lvl8pPr>
            <a:lvl9pPr marL="4118458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2018/6/16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845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7140" y="5052854"/>
            <a:ext cx="6480810" cy="596518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117140" y="644974"/>
            <a:ext cx="6480810" cy="4331018"/>
          </a:xfrm>
        </p:spPr>
        <p:txBody>
          <a:bodyPr/>
          <a:lstStyle>
            <a:lvl1pPr marL="0" indent="0">
              <a:buNone/>
              <a:defRPr sz="3600"/>
            </a:lvl1pPr>
            <a:lvl2pPr marL="514807" indent="0">
              <a:buNone/>
              <a:defRPr sz="3200"/>
            </a:lvl2pPr>
            <a:lvl3pPr marL="1029614" indent="0">
              <a:buNone/>
              <a:defRPr sz="2700"/>
            </a:lvl3pPr>
            <a:lvl4pPr marL="1544422" indent="0">
              <a:buNone/>
              <a:defRPr sz="2300"/>
            </a:lvl4pPr>
            <a:lvl5pPr marL="2059229" indent="0">
              <a:buNone/>
              <a:defRPr sz="2300"/>
            </a:lvl5pPr>
            <a:lvl6pPr marL="2574036" indent="0">
              <a:buNone/>
              <a:defRPr sz="2300"/>
            </a:lvl6pPr>
            <a:lvl7pPr marL="3088843" indent="0">
              <a:buNone/>
              <a:defRPr sz="2300"/>
            </a:lvl7pPr>
            <a:lvl8pPr marL="3603650" indent="0">
              <a:buNone/>
              <a:defRPr sz="2300"/>
            </a:lvl8pPr>
            <a:lvl9pPr marL="4118458" indent="0">
              <a:buNone/>
              <a:defRPr sz="23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17140" y="5649372"/>
            <a:ext cx="6480810" cy="847155"/>
          </a:xfrm>
        </p:spPr>
        <p:txBody>
          <a:bodyPr/>
          <a:lstStyle>
            <a:lvl1pPr marL="0" indent="0">
              <a:buNone/>
              <a:defRPr sz="1600"/>
            </a:lvl1pPr>
            <a:lvl2pPr marL="514807" indent="0">
              <a:buNone/>
              <a:defRPr sz="1400"/>
            </a:lvl2pPr>
            <a:lvl3pPr marL="1029614" indent="0">
              <a:buNone/>
              <a:defRPr sz="1100"/>
            </a:lvl3pPr>
            <a:lvl4pPr marL="1544422" indent="0">
              <a:buNone/>
              <a:defRPr sz="1000"/>
            </a:lvl4pPr>
            <a:lvl5pPr marL="2059229" indent="0">
              <a:buNone/>
              <a:defRPr sz="1000"/>
            </a:lvl5pPr>
            <a:lvl6pPr marL="2574036" indent="0">
              <a:buNone/>
              <a:defRPr sz="1000"/>
            </a:lvl6pPr>
            <a:lvl7pPr marL="3088843" indent="0">
              <a:buNone/>
              <a:defRPr sz="1000"/>
            </a:lvl7pPr>
            <a:lvl8pPr marL="3603650" indent="0">
              <a:buNone/>
              <a:defRPr sz="1000"/>
            </a:lvl8pPr>
            <a:lvl9pPr marL="4118458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2018/6/16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086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2018/6/16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014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50532" y="304107"/>
            <a:ext cx="2870983" cy="648315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37579" y="304107"/>
            <a:ext cx="8432930" cy="648315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0F1D-B7FC-451A-A74D-F8C4B8BF1AE2}" type="datetimeFigureOut">
              <a:rPr lang="zh-CN" altLang="en-US" smtClean="0"/>
              <a:t>2018/6/16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71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40068" y="289069"/>
            <a:ext cx="9721215" cy="1203061"/>
          </a:xfrm>
          <a:prstGeom prst="rect">
            <a:avLst/>
          </a:prstGeom>
        </p:spPr>
        <p:txBody>
          <a:bodyPr vert="horz" lIns="102961" tIns="51481" rIns="102961" bIns="51481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0068" y="1684285"/>
            <a:ext cx="9721215" cy="4763786"/>
          </a:xfrm>
          <a:prstGeom prst="rect">
            <a:avLst/>
          </a:prstGeom>
        </p:spPr>
        <p:txBody>
          <a:bodyPr vert="horz" lIns="102961" tIns="51481" rIns="102961" bIns="51481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068" y="6690354"/>
            <a:ext cx="2520315" cy="384311"/>
          </a:xfrm>
          <a:prstGeom prst="rect">
            <a:avLst/>
          </a:prstGeom>
        </p:spPr>
        <p:txBody>
          <a:bodyPr vert="horz" lIns="102961" tIns="51481" rIns="102961" bIns="51481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70F1D-B7FC-451A-A74D-F8C4B8BF1AE2}" type="datetimeFigureOut">
              <a:rPr lang="zh-CN" altLang="en-US" smtClean="0"/>
              <a:t>2018/6/16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461" y="6690354"/>
            <a:ext cx="3420428" cy="384311"/>
          </a:xfrm>
          <a:prstGeom prst="rect">
            <a:avLst/>
          </a:prstGeom>
        </p:spPr>
        <p:txBody>
          <a:bodyPr vert="horz" lIns="102961" tIns="51481" rIns="102961" bIns="51481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968" y="6690354"/>
            <a:ext cx="2520315" cy="384311"/>
          </a:xfrm>
          <a:prstGeom prst="rect">
            <a:avLst/>
          </a:prstGeom>
        </p:spPr>
        <p:txBody>
          <a:bodyPr vert="horz" lIns="102961" tIns="51481" rIns="102961" bIns="51481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2BD1A-5F65-4ECE-AE62-154E43CE10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587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29614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6105" indent="-386105" algn="l" defTabSz="1029614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6562" indent="-321755" algn="l" defTabSz="1029614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87018" indent="-257404" algn="l" defTabSz="1029614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01825" indent="-257404" algn="l" defTabSz="1029614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16632" indent="-257404" algn="l" defTabSz="1029614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31440" indent="-257404" algn="l" defTabSz="1029614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46247" indent="-257404" algn="l" defTabSz="1029614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61054" indent="-257404" algn="l" defTabSz="1029614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75861" indent="-257404" algn="l" defTabSz="1029614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961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807" algn="l" defTabSz="102961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9614" algn="l" defTabSz="102961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4422" algn="l" defTabSz="102961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9229" algn="l" defTabSz="102961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4036" algn="l" defTabSz="102961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8843" algn="l" defTabSz="102961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3650" algn="l" defTabSz="102961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8458" algn="l" defTabSz="102961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华威科技有限公司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培训计划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347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培训目的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type="body" orient="vert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 让新员工了解公司的历史、文化、政策及岗位信息，让新员工能够尽快地融入到公司的大家庭中。</a:t>
            </a:r>
            <a:endParaRPr lang="en-US" altLang="zh-CN" dirty="0" smtClean="0"/>
          </a:p>
          <a:p>
            <a:r>
              <a:rPr lang="zh-CN" altLang="en-US" dirty="0" smtClean="0"/>
              <a:t>对新员工进行岗位的培训，让新员工了解公司的运作，使其能够尽快走上工作岗位接手公司安排的工作。</a:t>
            </a:r>
            <a:endParaRPr lang="en-US" altLang="zh-CN" dirty="0" smtClean="0"/>
          </a:p>
          <a:p>
            <a:r>
              <a:rPr lang="zh-CN" altLang="en-US" dirty="0" smtClean="0"/>
              <a:t>让新员工了解公司对他们的期望，提高新员工的信心。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1381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就职前培训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 首先由人事部对新员工进行介绍，让大家认识新员工；</a:t>
            </a:r>
            <a:endParaRPr lang="en-US" altLang="zh-CN" dirty="0" smtClean="0"/>
          </a:p>
          <a:p>
            <a:r>
              <a:rPr lang="zh-CN" altLang="en-US" dirty="0" smtClean="0"/>
              <a:t>然后为新员工准备好办公场所和用品，准备好给新员工的资料，指定老员工带新员工。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830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岗位培训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新员工到职报道后，进行新员工须知培训，介绍公司体系和部门功能。</a:t>
            </a:r>
          </a:p>
          <a:p>
            <a:r>
              <a:rPr lang="zh-CN" altLang="en-US" dirty="0" smtClean="0"/>
              <a:t>经过一段时间的实习培训后，部门经理与新员工进行谈话，了解新员工进展和问题，并提出适当的建议。</a:t>
            </a:r>
          </a:p>
          <a:p>
            <a:r>
              <a:rPr lang="zh-CN" altLang="en-US" dirty="0" smtClean="0"/>
              <a:t>当新员工试用期满后，对新员工的表现进行讨论，看新员工是否适合当前的岗位。</a:t>
            </a:r>
          </a:p>
        </p:txBody>
      </p:sp>
    </p:spTree>
    <p:extLst>
      <p:ext uri="{BB962C8B-B14F-4D97-AF65-F5344CB8AC3E}">
        <p14:creationId xmlns:p14="http://schemas.microsoft.com/office/powerpoint/2010/main" val="165205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整体培训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公司前景、架构、主要业务</a:t>
            </a:r>
          </a:p>
          <a:p>
            <a:r>
              <a:rPr lang="zh-CN" altLang="en-US" dirty="0" smtClean="0"/>
              <a:t>公司政策、待遇与福利、绩效考核</a:t>
            </a:r>
          </a:p>
          <a:p>
            <a:r>
              <a:rPr lang="zh-CN" altLang="en-US" dirty="0" smtClean="0"/>
              <a:t>公司各部门功能介绍、公司相关程序</a:t>
            </a:r>
          </a:p>
          <a:p>
            <a:r>
              <a:rPr lang="zh-CN" altLang="en-US" dirty="0" smtClean="0"/>
              <a:t>与新员工沟通，回答新员工提出的问题 </a:t>
            </a:r>
          </a:p>
        </p:txBody>
      </p:sp>
    </p:spTree>
    <p:extLst>
      <p:ext uri="{BB962C8B-B14F-4D97-AF65-F5344CB8AC3E}">
        <p14:creationId xmlns:p14="http://schemas.microsoft.com/office/powerpoint/2010/main" val="3064350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行政部门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部门职责</a:t>
            </a:r>
          </a:p>
          <a:p>
            <a:r>
              <a:rPr lang="zh-CN" altLang="en-US" dirty="0" smtClean="0"/>
              <a:t>与其他部门的协作关系</a:t>
            </a:r>
          </a:p>
          <a:p>
            <a:r>
              <a:rPr lang="zh-CN" altLang="en-US" dirty="0" smtClean="0"/>
              <a:t>部门的规章制度</a:t>
            </a:r>
          </a:p>
        </p:txBody>
      </p:sp>
    </p:spTree>
    <p:extLst>
      <p:ext uri="{BB962C8B-B14F-4D97-AF65-F5344CB8AC3E}">
        <p14:creationId xmlns:p14="http://schemas.microsoft.com/office/powerpoint/2010/main" val="1333292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考核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岗位培训考核            </a:t>
            </a:r>
          </a:p>
          <a:p>
            <a:r>
              <a:rPr lang="zh-CN" altLang="en-US" dirty="0" smtClean="0"/>
              <a:t>公司整体培训考核   </a:t>
            </a:r>
          </a:p>
          <a:p>
            <a:r>
              <a:rPr lang="zh-CN" altLang="en-US" dirty="0" smtClean="0"/>
              <a:t>试用期内表现评估</a:t>
            </a:r>
          </a:p>
          <a:p>
            <a:r>
              <a:rPr lang="zh-CN" altLang="en-US" dirty="0" smtClean="0"/>
              <a:t>整体评估 </a:t>
            </a:r>
          </a:p>
        </p:txBody>
      </p:sp>
    </p:spTree>
    <p:extLst>
      <p:ext uri="{BB962C8B-B14F-4D97-AF65-F5344CB8AC3E}">
        <p14:creationId xmlns:p14="http://schemas.microsoft.com/office/powerpoint/2010/main" val="185043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21</TotalTime>
  <Words>263</Words>
  <Application>Microsoft Office PowerPoint</Application>
  <PresentationFormat>自定义</PresentationFormat>
  <Paragraphs>27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主题​​</vt:lpstr>
      <vt:lpstr>华威科技有限公司</vt:lpstr>
      <vt:lpstr>培训目的</vt:lpstr>
      <vt:lpstr>就职前培训</vt:lpstr>
      <vt:lpstr>岗位培训</vt:lpstr>
      <vt:lpstr>整体培训</vt:lpstr>
      <vt:lpstr>行政部门</vt:lpstr>
      <vt:lpstr>考核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华威科技有限公司</dc:title>
  <dc:creator>NTKO</dc:creator>
  <cp:lastModifiedBy>NEEA</cp:lastModifiedBy>
  <cp:revision>3</cp:revision>
  <dcterms:created xsi:type="dcterms:W3CDTF">2017-09-22T02:32:32Z</dcterms:created>
  <dcterms:modified xsi:type="dcterms:W3CDTF">2018-06-16T00:50:33Z</dcterms:modified>
</cp:coreProperties>
</file>