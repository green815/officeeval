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2" r:id="rId8"/>
    <p:sldId id="261" r:id="rId9"/>
    <p:sldId id="264" r:id="rId10"/>
  </p:sldIdLst>
  <p:sldSz cx="12833350" cy="7218363"/>
  <p:notesSz cx="6858000" cy="9144000"/>
  <p:defaultTextStyle>
    <a:defPPr>
      <a:defRPr lang="zh-CN"/>
    </a:defPPr>
    <a:lvl1pPr marL="0" algn="l" defTabSz="102961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14807" algn="l" defTabSz="102961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29614" algn="l" defTabSz="102961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44422" algn="l" defTabSz="102961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59229" algn="l" defTabSz="102961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74036" algn="l" defTabSz="102961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88843" algn="l" defTabSz="102961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603650" algn="l" defTabSz="102961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118458" algn="l" defTabSz="102961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83FCD75-EF3A-4802-933F-C0E4CDC87FAC}">
          <p14:sldIdLst>
            <p14:sldId id="256"/>
            <p14:sldId id="263"/>
          </p14:sldIdLst>
        </p14:section>
        <p14:section name="培训内容" id="{7E473D5C-A2E6-4DF5-9C10-9CAE35339627}">
          <p14:sldIdLst>
            <p14:sldId id="257"/>
            <p14:sldId id="258"/>
            <p14:sldId id="259"/>
            <p14:sldId id="260"/>
            <p14:sldId id="262"/>
            <p14:sldId id="261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74" userDrawn="1">
          <p15:clr>
            <a:srgbClr val="A4A3A4"/>
          </p15:clr>
        </p15:guide>
        <p15:guide id="2" pos="40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54" y="528"/>
      </p:cViewPr>
      <p:guideLst>
        <p:guide orient="horz" pos="2274"/>
        <p:guide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04BAFD-F4B9-4150-9D9A-38FED3E18E84}" type="doc">
      <dgm:prSet loTypeId="urn:microsoft.com/office/officeart/2005/8/layout/orgChart1" loCatId="hierarchy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79716084-BD42-4D3E-8528-7FA75111F94A}">
      <dgm:prSet phldrT="[文本]"/>
      <dgm:spPr/>
      <dgm:t>
        <a:bodyPr/>
        <a:lstStyle/>
        <a:p>
          <a:r>
            <a:rPr lang="zh-CN" altLang="en-US" dirty="0" smtClean="0"/>
            <a:t>经理办</a:t>
          </a:r>
          <a:endParaRPr lang="zh-CN" altLang="en-US" dirty="0"/>
        </a:p>
      </dgm:t>
    </dgm:pt>
    <dgm:pt modelId="{DC140FB8-C067-46E4-886E-B5EA58B1E9A5}" type="parTrans" cxnId="{EF8814F2-89DA-46F2-A34E-780D4069A0D4}">
      <dgm:prSet/>
      <dgm:spPr/>
      <dgm:t>
        <a:bodyPr/>
        <a:lstStyle/>
        <a:p>
          <a:endParaRPr lang="zh-CN" altLang="en-US"/>
        </a:p>
      </dgm:t>
    </dgm:pt>
    <dgm:pt modelId="{84EDB612-E549-4816-A876-03BB43892147}" type="sibTrans" cxnId="{EF8814F2-89DA-46F2-A34E-780D4069A0D4}">
      <dgm:prSet/>
      <dgm:spPr/>
      <dgm:t>
        <a:bodyPr/>
        <a:lstStyle/>
        <a:p>
          <a:endParaRPr lang="zh-CN" altLang="en-US"/>
        </a:p>
      </dgm:t>
    </dgm:pt>
    <dgm:pt modelId="{09DE4D08-4255-46B1-9337-F765BC06D8C1}">
      <dgm:prSet phldrT="[文本]"/>
      <dgm:spPr/>
      <dgm:t>
        <a:bodyPr/>
        <a:lstStyle/>
        <a:p>
          <a:r>
            <a:rPr lang="zh-CN" altLang="en-US" dirty="0" smtClean="0"/>
            <a:t>人力资源</a:t>
          </a:r>
          <a:endParaRPr lang="zh-CN" altLang="en-US" dirty="0"/>
        </a:p>
      </dgm:t>
    </dgm:pt>
    <dgm:pt modelId="{5DD897D3-43FB-4D47-9340-98F2EFDE5655}" type="parTrans" cxnId="{1FDE9D34-0442-4C80-AAB7-957D3A5DF31B}">
      <dgm:prSet/>
      <dgm:spPr/>
      <dgm:t>
        <a:bodyPr/>
        <a:lstStyle/>
        <a:p>
          <a:endParaRPr lang="zh-CN" altLang="en-US"/>
        </a:p>
      </dgm:t>
    </dgm:pt>
    <dgm:pt modelId="{371D5308-6E33-4175-BD29-A823E12E627F}" type="sibTrans" cxnId="{1FDE9D34-0442-4C80-AAB7-957D3A5DF31B}">
      <dgm:prSet/>
      <dgm:spPr/>
      <dgm:t>
        <a:bodyPr/>
        <a:lstStyle/>
        <a:p>
          <a:endParaRPr lang="zh-CN" altLang="en-US"/>
        </a:p>
      </dgm:t>
    </dgm:pt>
    <dgm:pt modelId="{C0F305F8-5512-40D0-823F-56393974F690}">
      <dgm:prSet phldrT="[文本]"/>
      <dgm:spPr/>
      <dgm:t>
        <a:bodyPr/>
        <a:lstStyle/>
        <a:p>
          <a:r>
            <a:rPr lang="zh-CN" altLang="en-US" dirty="0" smtClean="0"/>
            <a:t>财务</a:t>
          </a:r>
          <a:endParaRPr lang="zh-CN" altLang="en-US" dirty="0"/>
        </a:p>
      </dgm:t>
    </dgm:pt>
    <dgm:pt modelId="{0396A563-F621-47C3-B2C0-3CB7BD6295CE}" type="parTrans" cxnId="{B867EDFC-0081-4220-A758-40A5B1E97537}">
      <dgm:prSet/>
      <dgm:spPr/>
      <dgm:t>
        <a:bodyPr/>
        <a:lstStyle/>
        <a:p>
          <a:endParaRPr lang="zh-CN" altLang="en-US"/>
        </a:p>
      </dgm:t>
    </dgm:pt>
    <dgm:pt modelId="{787A95B3-5F80-49DF-B757-C822D6F6102E}" type="sibTrans" cxnId="{B867EDFC-0081-4220-A758-40A5B1E97537}">
      <dgm:prSet/>
      <dgm:spPr/>
      <dgm:t>
        <a:bodyPr/>
        <a:lstStyle/>
        <a:p>
          <a:endParaRPr lang="zh-CN" altLang="en-US"/>
        </a:p>
      </dgm:t>
    </dgm:pt>
    <dgm:pt modelId="{4482A699-15CE-41BD-8CA1-0A6F3A23F23A}">
      <dgm:prSet phldrT="[文本]"/>
      <dgm:spPr/>
      <dgm:t>
        <a:bodyPr/>
        <a:lstStyle/>
        <a:p>
          <a:r>
            <a:rPr lang="zh-CN" altLang="en-US" dirty="0" smtClean="0"/>
            <a:t>后勤</a:t>
          </a:r>
          <a:endParaRPr lang="zh-CN" altLang="en-US" dirty="0"/>
        </a:p>
      </dgm:t>
    </dgm:pt>
    <dgm:pt modelId="{0ECC5AF2-D275-4EFC-A9D8-0D15F96D7FC1}" type="parTrans" cxnId="{82FB5C04-55A8-46EF-A544-27AC04EBE82C}">
      <dgm:prSet/>
      <dgm:spPr/>
      <dgm:t>
        <a:bodyPr/>
        <a:lstStyle/>
        <a:p>
          <a:endParaRPr lang="zh-CN" altLang="en-US"/>
        </a:p>
      </dgm:t>
    </dgm:pt>
    <dgm:pt modelId="{A5AAF7CE-F63A-44C2-85D8-A3558DCD4472}" type="sibTrans" cxnId="{82FB5C04-55A8-46EF-A544-27AC04EBE82C}">
      <dgm:prSet/>
      <dgm:spPr/>
      <dgm:t>
        <a:bodyPr/>
        <a:lstStyle/>
        <a:p>
          <a:endParaRPr lang="zh-CN" altLang="en-US"/>
        </a:p>
      </dgm:t>
    </dgm:pt>
    <dgm:pt modelId="{759D90AD-83B6-45F5-A7F7-B69F7AEBD450}" type="pres">
      <dgm:prSet presAssocID="{BF04BAFD-F4B9-4150-9D9A-38FED3E18E8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483A989-91B1-424E-9BB0-019A266E5094}" type="pres">
      <dgm:prSet presAssocID="{79716084-BD42-4D3E-8528-7FA75111F94A}" presName="hierRoot1" presStyleCnt="0">
        <dgm:presLayoutVars>
          <dgm:hierBranch val="init"/>
        </dgm:presLayoutVars>
      </dgm:prSet>
      <dgm:spPr/>
    </dgm:pt>
    <dgm:pt modelId="{0EC865B1-9AA8-4A75-8577-2840406413BB}" type="pres">
      <dgm:prSet presAssocID="{79716084-BD42-4D3E-8528-7FA75111F94A}" presName="rootComposite1" presStyleCnt="0"/>
      <dgm:spPr/>
    </dgm:pt>
    <dgm:pt modelId="{7D37E308-CFF4-456C-9474-74F0E69CBEF1}" type="pres">
      <dgm:prSet presAssocID="{79716084-BD42-4D3E-8528-7FA75111F94A}" presName="rootText1" presStyleLbl="node0" presStyleIdx="0" presStyleCnt="1">
        <dgm:presLayoutVars>
          <dgm:chPref val="3"/>
        </dgm:presLayoutVars>
      </dgm:prSet>
      <dgm:spPr/>
    </dgm:pt>
    <dgm:pt modelId="{DC2A4966-5DEE-4AB7-BC0D-411E04A6DF3E}" type="pres">
      <dgm:prSet presAssocID="{79716084-BD42-4D3E-8528-7FA75111F94A}" presName="rootConnector1" presStyleLbl="node1" presStyleIdx="0" presStyleCnt="0"/>
      <dgm:spPr/>
    </dgm:pt>
    <dgm:pt modelId="{B0C6523C-5B89-4B4F-AED1-33516F6DD8C9}" type="pres">
      <dgm:prSet presAssocID="{79716084-BD42-4D3E-8528-7FA75111F94A}" presName="hierChild2" presStyleCnt="0"/>
      <dgm:spPr/>
    </dgm:pt>
    <dgm:pt modelId="{A13672B9-403D-4333-9509-AB7BB499AC8C}" type="pres">
      <dgm:prSet presAssocID="{5DD897D3-43FB-4D47-9340-98F2EFDE5655}" presName="Name37" presStyleLbl="parChTrans1D2" presStyleIdx="0" presStyleCnt="3"/>
      <dgm:spPr/>
    </dgm:pt>
    <dgm:pt modelId="{0DD2D582-35B3-4E65-8FC4-19F7BD874168}" type="pres">
      <dgm:prSet presAssocID="{09DE4D08-4255-46B1-9337-F765BC06D8C1}" presName="hierRoot2" presStyleCnt="0">
        <dgm:presLayoutVars>
          <dgm:hierBranch val="init"/>
        </dgm:presLayoutVars>
      </dgm:prSet>
      <dgm:spPr/>
    </dgm:pt>
    <dgm:pt modelId="{C73C9770-375F-4D62-B3BD-3EEEBA82881E}" type="pres">
      <dgm:prSet presAssocID="{09DE4D08-4255-46B1-9337-F765BC06D8C1}" presName="rootComposite" presStyleCnt="0"/>
      <dgm:spPr/>
    </dgm:pt>
    <dgm:pt modelId="{FB4EBCDF-0BE2-4D0A-B833-E22FE9B4F9DF}" type="pres">
      <dgm:prSet presAssocID="{09DE4D08-4255-46B1-9337-F765BC06D8C1}" presName="rootText" presStyleLbl="node2" presStyleIdx="0" presStyleCnt="3">
        <dgm:presLayoutVars>
          <dgm:chPref val="3"/>
        </dgm:presLayoutVars>
      </dgm:prSet>
      <dgm:spPr/>
    </dgm:pt>
    <dgm:pt modelId="{E3573F25-EF36-4A5E-B5ED-3FC5975B571E}" type="pres">
      <dgm:prSet presAssocID="{09DE4D08-4255-46B1-9337-F765BC06D8C1}" presName="rootConnector" presStyleLbl="node2" presStyleIdx="0" presStyleCnt="3"/>
      <dgm:spPr/>
    </dgm:pt>
    <dgm:pt modelId="{81ACFD42-42B8-45FA-9C57-CE0BAE71F628}" type="pres">
      <dgm:prSet presAssocID="{09DE4D08-4255-46B1-9337-F765BC06D8C1}" presName="hierChild4" presStyleCnt="0"/>
      <dgm:spPr/>
    </dgm:pt>
    <dgm:pt modelId="{4B296231-0986-4F04-94C5-65D3F3D60FCA}" type="pres">
      <dgm:prSet presAssocID="{09DE4D08-4255-46B1-9337-F765BC06D8C1}" presName="hierChild5" presStyleCnt="0"/>
      <dgm:spPr/>
    </dgm:pt>
    <dgm:pt modelId="{4D2D1867-4430-4F62-BC75-127508321398}" type="pres">
      <dgm:prSet presAssocID="{0396A563-F621-47C3-B2C0-3CB7BD6295CE}" presName="Name37" presStyleLbl="parChTrans1D2" presStyleIdx="1" presStyleCnt="3"/>
      <dgm:spPr/>
    </dgm:pt>
    <dgm:pt modelId="{9251355B-9E6B-4C37-ABBD-E0007D4E0EF3}" type="pres">
      <dgm:prSet presAssocID="{C0F305F8-5512-40D0-823F-56393974F690}" presName="hierRoot2" presStyleCnt="0">
        <dgm:presLayoutVars>
          <dgm:hierBranch val="init"/>
        </dgm:presLayoutVars>
      </dgm:prSet>
      <dgm:spPr/>
    </dgm:pt>
    <dgm:pt modelId="{EE990EF5-63E7-4179-BC80-F060EE6AC698}" type="pres">
      <dgm:prSet presAssocID="{C0F305F8-5512-40D0-823F-56393974F690}" presName="rootComposite" presStyleCnt="0"/>
      <dgm:spPr/>
    </dgm:pt>
    <dgm:pt modelId="{12DADAC3-EFB9-4686-96B0-5B4C9CE653BF}" type="pres">
      <dgm:prSet presAssocID="{C0F305F8-5512-40D0-823F-56393974F690}" presName="rootText" presStyleLbl="node2" presStyleIdx="1" presStyleCnt="3">
        <dgm:presLayoutVars>
          <dgm:chPref val="3"/>
        </dgm:presLayoutVars>
      </dgm:prSet>
      <dgm:spPr/>
    </dgm:pt>
    <dgm:pt modelId="{18ECBC23-FAB8-4086-9DBA-1A84497A8891}" type="pres">
      <dgm:prSet presAssocID="{C0F305F8-5512-40D0-823F-56393974F690}" presName="rootConnector" presStyleLbl="node2" presStyleIdx="1" presStyleCnt="3"/>
      <dgm:spPr/>
    </dgm:pt>
    <dgm:pt modelId="{101A706D-2226-423E-83CD-8BC1F8C772A0}" type="pres">
      <dgm:prSet presAssocID="{C0F305F8-5512-40D0-823F-56393974F690}" presName="hierChild4" presStyleCnt="0"/>
      <dgm:spPr/>
    </dgm:pt>
    <dgm:pt modelId="{7798CD0E-C944-4AF4-BD49-85DD57E559D4}" type="pres">
      <dgm:prSet presAssocID="{C0F305F8-5512-40D0-823F-56393974F690}" presName="hierChild5" presStyleCnt="0"/>
      <dgm:spPr/>
    </dgm:pt>
    <dgm:pt modelId="{059AA275-FDB9-4080-9FDC-71E2DF2FFB5D}" type="pres">
      <dgm:prSet presAssocID="{0ECC5AF2-D275-4EFC-A9D8-0D15F96D7FC1}" presName="Name37" presStyleLbl="parChTrans1D2" presStyleIdx="2" presStyleCnt="3"/>
      <dgm:spPr/>
    </dgm:pt>
    <dgm:pt modelId="{7049F24C-2F66-40EF-9386-B485F7E4327F}" type="pres">
      <dgm:prSet presAssocID="{4482A699-15CE-41BD-8CA1-0A6F3A23F23A}" presName="hierRoot2" presStyleCnt="0">
        <dgm:presLayoutVars>
          <dgm:hierBranch val="init"/>
        </dgm:presLayoutVars>
      </dgm:prSet>
      <dgm:spPr/>
    </dgm:pt>
    <dgm:pt modelId="{F2508940-F1C5-4840-99BD-B402A4F04197}" type="pres">
      <dgm:prSet presAssocID="{4482A699-15CE-41BD-8CA1-0A6F3A23F23A}" presName="rootComposite" presStyleCnt="0"/>
      <dgm:spPr/>
    </dgm:pt>
    <dgm:pt modelId="{E9BEB3C2-130F-4731-95AC-8EA07ACAB057}" type="pres">
      <dgm:prSet presAssocID="{4482A699-15CE-41BD-8CA1-0A6F3A23F23A}" presName="rootText" presStyleLbl="node2" presStyleIdx="2" presStyleCnt="3">
        <dgm:presLayoutVars>
          <dgm:chPref val="3"/>
        </dgm:presLayoutVars>
      </dgm:prSet>
      <dgm:spPr/>
    </dgm:pt>
    <dgm:pt modelId="{FA38206F-B7A3-4C90-A9E0-86AE415834D7}" type="pres">
      <dgm:prSet presAssocID="{4482A699-15CE-41BD-8CA1-0A6F3A23F23A}" presName="rootConnector" presStyleLbl="node2" presStyleIdx="2" presStyleCnt="3"/>
      <dgm:spPr/>
    </dgm:pt>
    <dgm:pt modelId="{138B08DA-7F37-4FC1-B19A-1FB26F72ED25}" type="pres">
      <dgm:prSet presAssocID="{4482A699-15CE-41BD-8CA1-0A6F3A23F23A}" presName="hierChild4" presStyleCnt="0"/>
      <dgm:spPr/>
    </dgm:pt>
    <dgm:pt modelId="{4B82DD59-1BA3-49C3-9F69-3A3D3CC5A455}" type="pres">
      <dgm:prSet presAssocID="{4482A699-15CE-41BD-8CA1-0A6F3A23F23A}" presName="hierChild5" presStyleCnt="0"/>
      <dgm:spPr/>
    </dgm:pt>
    <dgm:pt modelId="{1563A224-1525-4A16-BFD9-78D68E35E0E9}" type="pres">
      <dgm:prSet presAssocID="{79716084-BD42-4D3E-8528-7FA75111F94A}" presName="hierChild3" presStyleCnt="0"/>
      <dgm:spPr/>
    </dgm:pt>
  </dgm:ptLst>
  <dgm:cxnLst>
    <dgm:cxn modelId="{9DD08E8D-1459-4BEA-B2F3-2A8CFA206300}" type="presOf" srcId="{79716084-BD42-4D3E-8528-7FA75111F94A}" destId="{7D37E308-CFF4-456C-9474-74F0E69CBEF1}" srcOrd="0" destOrd="0" presId="urn:microsoft.com/office/officeart/2005/8/layout/orgChart1"/>
    <dgm:cxn modelId="{DADE2A0E-C19C-47E5-B741-6D2F94C06894}" type="presOf" srcId="{C0F305F8-5512-40D0-823F-56393974F690}" destId="{18ECBC23-FAB8-4086-9DBA-1A84497A8891}" srcOrd="1" destOrd="0" presId="urn:microsoft.com/office/officeart/2005/8/layout/orgChart1"/>
    <dgm:cxn modelId="{A78AD0CD-E2F2-4FD2-AA3E-354B8F5C84C6}" type="presOf" srcId="{0ECC5AF2-D275-4EFC-A9D8-0D15F96D7FC1}" destId="{059AA275-FDB9-4080-9FDC-71E2DF2FFB5D}" srcOrd="0" destOrd="0" presId="urn:microsoft.com/office/officeart/2005/8/layout/orgChart1"/>
    <dgm:cxn modelId="{89029AD5-5CDA-44F5-985D-872B16609B24}" type="presOf" srcId="{0396A563-F621-47C3-B2C0-3CB7BD6295CE}" destId="{4D2D1867-4430-4F62-BC75-127508321398}" srcOrd="0" destOrd="0" presId="urn:microsoft.com/office/officeart/2005/8/layout/orgChart1"/>
    <dgm:cxn modelId="{4CAD6D86-48AC-4C42-AE31-0C14E5DEF29A}" type="presOf" srcId="{5DD897D3-43FB-4D47-9340-98F2EFDE5655}" destId="{A13672B9-403D-4333-9509-AB7BB499AC8C}" srcOrd="0" destOrd="0" presId="urn:microsoft.com/office/officeart/2005/8/layout/orgChart1"/>
    <dgm:cxn modelId="{FBCB9213-1101-403C-828B-05F8F3EE634C}" type="presOf" srcId="{09DE4D08-4255-46B1-9337-F765BC06D8C1}" destId="{FB4EBCDF-0BE2-4D0A-B833-E22FE9B4F9DF}" srcOrd="0" destOrd="0" presId="urn:microsoft.com/office/officeart/2005/8/layout/orgChart1"/>
    <dgm:cxn modelId="{332766E9-E6CA-4401-A1CA-0EA60A783218}" type="presOf" srcId="{09DE4D08-4255-46B1-9337-F765BC06D8C1}" destId="{E3573F25-EF36-4A5E-B5ED-3FC5975B571E}" srcOrd="1" destOrd="0" presId="urn:microsoft.com/office/officeart/2005/8/layout/orgChart1"/>
    <dgm:cxn modelId="{EF8814F2-89DA-46F2-A34E-780D4069A0D4}" srcId="{BF04BAFD-F4B9-4150-9D9A-38FED3E18E84}" destId="{79716084-BD42-4D3E-8528-7FA75111F94A}" srcOrd="0" destOrd="0" parTransId="{DC140FB8-C067-46E4-886E-B5EA58B1E9A5}" sibTransId="{84EDB612-E549-4816-A876-03BB43892147}"/>
    <dgm:cxn modelId="{1FDE9D34-0442-4C80-AAB7-957D3A5DF31B}" srcId="{79716084-BD42-4D3E-8528-7FA75111F94A}" destId="{09DE4D08-4255-46B1-9337-F765BC06D8C1}" srcOrd="0" destOrd="0" parTransId="{5DD897D3-43FB-4D47-9340-98F2EFDE5655}" sibTransId="{371D5308-6E33-4175-BD29-A823E12E627F}"/>
    <dgm:cxn modelId="{82FB5C04-55A8-46EF-A544-27AC04EBE82C}" srcId="{79716084-BD42-4D3E-8528-7FA75111F94A}" destId="{4482A699-15CE-41BD-8CA1-0A6F3A23F23A}" srcOrd="2" destOrd="0" parTransId="{0ECC5AF2-D275-4EFC-A9D8-0D15F96D7FC1}" sibTransId="{A5AAF7CE-F63A-44C2-85D8-A3558DCD4472}"/>
    <dgm:cxn modelId="{B867EDFC-0081-4220-A758-40A5B1E97537}" srcId="{79716084-BD42-4D3E-8528-7FA75111F94A}" destId="{C0F305F8-5512-40D0-823F-56393974F690}" srcOrd="1" destOrd="0" parTransId="{0396A563-F621-47C3-B2C0-3CB7BD6295CE}" sibTransId="{787A95B3-5F80-49DF-B757-C822D6F6102E}"/>
    <dgm:cxn modelId="{E717B908-CB66-401C-8ECD-CFFDDDB171F5}" type="presOf" srcId="{C0F305F8-5512-40D0-823F-56393974F690}" destId="{12DADAC3-EFB9-4686-96B0-5B4C9CE653BF}" srcOrd="0" destOrd="0" presId="urn:microsoft.com/office/officeart/2005/8/layout/orgChart1"/>
    <dgm:cxn modelId="{72A109B1-BB31-426C-9422-FA7E221941AC}" type="presOf" srcId="{BF04BAFD-F4B9-4150-9D9A-38FED3E18E84}" destId="{759D90AD-83B6-45F5-A7F7-B69F7AEBD450}" srcOrd="0" destOrd="0" presId="urn:microsoft.com/office/officeart/2005/8/layout/orgChart1"/>
    <dgm:cxn modelId="{F112697A-5DE9-4198-9D5D-2A8F0106968C}" type="presOf" srcId="{79716084-BD42-4D3E-8528-7FA75111F94A}" destId="{DC2A4966-5DEE-4AB7-BC0D-411E04A6DF3E}" srcOrd="1" destOrd="0" presId="urn:microsoft.com/office/officeart/2005/8/layout/orgChart1"/>
    <dgm:cxn modelId="{90E02DB9-03BD-408C-ACB3-8C3CAB82871E}" type="presOf" srcId="{4482A699-15CE-41BD-8CA1-0A6F3A23F23A}" destId="{E9BEB3C2-130F-4731-95AC-8EA07ACAB057}" srcOrd="0" destOrd="0" presId="urn:microsoft.com/office/officeart/2005/8/layout/orgChart1"/>
    <dgm:cxn modelId="{AE8CABA6-25B8-4AD8-B9AC-C5DB01568D66}" type="presOf" srcId="{4482A699-15CE-41BD-8CA1-0A6F3A23F23A}" destId="{FA38206F-B7A3-4C90-A9E0-86AE415834D7}" srcOrd="1" destOrd="0" presId="urn:microsoft.com/office/officeart/2005/8/layout/orgChart1"/>
    <dgm:cxn modelId="{ABD1CF83-FB6D-47C5-B446-597E547FD629}" type="presParOf" srcId="{759D90AD-83B6-45F5-A7F7-B69F7AEBD450}" destId="{9483A989-91B1-424E-9BB0-019A266E5094}" srcOrd="0" destOrd="0" presId="urn:microsoft.com/office/officeart/2005/8/layout/orgChart1"/>
    <dgm:cxn modelId="{BED3D860-20FA-4343-8CF8-4BD3F09333C7}" type="presParOf" srcId="{9483A989-91B1-424E-9BB0-019A266E5094}" destId="{0EC865B1-9AA8-4A75-8577-2840406413BB}" srcOrd="0" destOrd="0" presId="urn:microsoft.com/office/officeart/2005/8/layout/orgChart1"/>
    <dgm:cxn modelId="{0F82CA90-FF27-4C0A-A7B4-91EB6B052493}" type="presParOf" srcId="{0EC865B1-9AA8-4A75-8577-2840406413BB}" destId="{7D37E308-CFF4-456C-9474-74F0E69CBEF1}" srcOrd="0" destOrd="0" presId="urn:microsoft.com/office/officeart/2005/8/layout/orgChart1"/>
    <dgm:cxn modelId="{76EFF3AE-2F7D-4990-A423-F6EEF196214F}" type="presParOf" srcId="{0EC865B1-9AA8-4A75-8577-2840406413BB}" destId="{DC2A4966-5DEE-4AB7-BC0D-411E04A6DF3E}" srcOrd="1" destOrd="0" presId="urn:microsoft.com/office/officeart/2005/8/layout/orgChart1"/>
    <dgm:cxn modelId="{AF117566-29CF-473B-9246-734C58268D5B}" type="presParOf" srcId="{9483A989-91B1-424E-9BB0-019A266E5094}" destId="{B0C6523C-5B89-4B4F-AED1-33516F6DD8C9}" srcOrd="1" destOrd="0" presId="urn:microsoft.com/office/officeart/2005/8/layout/orgChart1"/>
    <dgm:cxn modelId="{27A834CA-673B-4F71-B301-ED6C0BBB7944}" type="presParOf" srcId="{B0C6523C-5B89-4B4F-AED1-33516F6DD8C9}" destId="{A13672B9-403D-4333-9509-AB7BB499AC8C}" srcOrd="0" destOrd="0" presId="urn:microsoft.com/office/officeart/2005/8/layout/orgChart1"/>
    <dgm:cxn modelId="{5EE43C0E-0BEC-403A-B906-65AAE0B38212}" type="presParOf" srcId="{B0C6523C-5B89-4B4F-AED1-33516F6DD8C9}" destId="{0DD2D582-35B3-4E65-8FC4-19F7BD874168}" srcOrd="1" destOrd="0" presId="urn:microsoft.com/office/officeart/2005/8/layout/orgChart1"/>
    <dgm:cxn modelId="{14F576AC-048F-41B5-A84D-43B1D7D1EF59}" type="presParOf" srcId="{0DD2D582-35B3-4E65-8FC4-19F7BD874168}" destId="{C73C9770-375F-4D62-B3BD-3EEEBA82881E}" srcOrd="0" destOrd="0" presId="urn:microsoft.com/office/officeart/2005/8/layout/orgChart1"/>
    <dgm:cxn modelId="{555CAF97-537F-47D8-A820-7AADFE2AC704}" type="presParOf" srcId="{C73C9770-375F-4D62-B3BD-3EEEBA82881E}" destId="{FB4EBCDF-0BE2-4D0A-B833-E22FE9B4F9DF}" srcOrd="0" destOrd="0" presId="urn:microsoft.com/office/officeart/2005/8/layout/orgChart1"/>
    <dgm:cxn modelId="{E5AC24EA-B1F8-4182-A4D6-B5634BFEDC89}" type="presParOf" srcId="{C73C9770-375F-4D62-B3BD-3EEEBA82881E}" destId="{E3573F25-EF36-4A5E-B5ED-3FC5975B571E}" srcOrd="1" destOrd="0" presId="urn:microsoft.com/office/officeart/2005/8/layout/orgChart1"/>
    <dgm:cxn modelId="{1564DDEA-B21D-40C9-BC82-126B55D5D5D3}" type="presParOf" srcId="{0DD2D582-35B3-4E65-8FC4-19F7BD874168}" destId="{81ACFD42-42B8-45FA-9C57-CE0BAE71F628}" srcOrd="1" destOrd="0" presId="urn:microsoft.com/office/officeart/2005/8/layout/orgChart1"/>
    <dgm:cxn modelId="{450DDD71-B2D2-4B34-A959-3A496CA72CE6}" type="presParOf" srcId="{0DD2D582-35B3-4E65-8FC4-19F7BD874168}" destId="{4B296231-0986-4F04-94C5-65D3F3D60FCA}" srcOrd="2" destOrd="0" presId="urn:microsoft.com/office/officeart/2005/8/layout/orgChart1"/>
    <dgm:cxn modelId="{39D3F11A-4E3C-461F-ACF8-8BECCAE2D016}" type="presParOf" srcId="{B0C6523C-5B89-4B4F-AED1-33516F6DD8C9}" destId="{4D2D1867-4430-4F62-BC75-127508321398}" srcOrd="2" destOrd="0" presId="urn:microsoft.com/office/officeart/2005/8/layout/orgChart1"/>
    <dgm:cxn modelId="{61A68CFF-B7A1-4E73-B34F-B78D0558D054}" type="presParOf" srcId="{B0C6523C-5B89-4B4F-AED1-33516F6DD8C9}" destId="{9251355B-9E6B-4C37-ABBD-E0007D4E0EF3}" srcOrd="3" destOrd="0" presId="urn:microsoft.com/office/officeart/2005/8/layout/orgChart1"/>
    <dgm:cxn modelId="{54F4DCDB-96F8-4489-903F-C7BE4AFCE51D}" type="presParOf" srcId="{9251355B-9E6B-4C37-ABBD-E0007D4E0EF3}" destId="{EE990EF5-63E7-4179-BC80-F060EE6AC698}" srcOrd="0" destOrd="0" presId="urn:microsoft.com/office/officeart/2005/8/layout/orgChart1"/>
    <dgm:cxn modelId="{EAC9FD69-A4D0-4D87-B7AC-149E3AB52A51}" type="presParOf" srcId="{EE990EF5-63E7-4179-BC80-F060EE6AC698}" destId="{12DADAC3-EFB9-4686-96B0-5B4C9CE653BF}" srcOrd="0" destOrd="0" presId="urn:microsoft.com/office/officeart/2005/8/layout/orgChart1"/>
    <dgm:cxn modelId="{F9F99B40-DFD8-419D-B844-DADE4CA74C00}" type="presParOf" srcId="{EE990EF5-63E7-4179-BC80-F060EE6AC698}" destId="{18ECBC23-FAB8-4086-9DBA-1A84497A8891}" srcOrd="1" destOrd="0" presId="urn:microsoft.com/office/officeart/2005/8/layout/orgChart1"/>
    <dgm:cxn modelId="{41CD77B5-D782-4776-8758-142C85F521AF}" type="presParOf" srcId="{9251355B-9E6B-4C37-ABBD-E0007D4E0EF3}" destId="{101A706D-2226-423E-83CD-8BC1F8C772A0}" srcOrd="1" destOrd="0" presId="urn:microsoft.com/office/officeart/2005/8/layout/orgChart1"/>
    <dgm:cxn modelId="{61995BAF-D507-41E9-A241-ECEF7D4222C2}" type="presParOf" srcId="{9251355B-9E6B-4C37-ABBD-E0007D4E0EF3}" destId="{7798CD0E-C944-4AF4-BD49-85DD57E559D4}" srcOrd="2" destOrd="0" presId="urn:microsoft.com/office/officeart/2005/8/layout/orgChart1"/>
    <dgm:cxn modelId="{641001F5-08F0-49BA-9622-96D06FA1C853}" type="presParOf" srcId="{B0C6523C-5B89-4B4F-AED1-33516F6DD8C9}" destId="{059AA275-FDB9-4080-9FDC-71E2DF2FFB5D}" srcOrd="4" destOrd="0" presId="urn:microsoft.com/office/officeart/2005/8/layout/orgChart1"/>
    <dgm:cxn modelId="{26CE598E-EA7B-4EE1-A3B4-2DEA88F98118}" type="presParOf" srcId="{B0C6523C-5B89-4B4F-AED1-33516F6DD8C9}" destId="{7049F24C-2F66-40EF-9386-B485F7E4327F}" srcOrd="5" destOrd="0" presId="urn:microsoft.com/office/officeart/2005/8/layout/orgChart1"/>
    <dgm:cxn modelId="{D4505CB3-FD83-4D1A-9429-B630202491D3}" type="presParOf" srcId="{7049F24C-2F66-40EF-9386-B485F7E4327F}" destId="{F2508940-F1C5-4840-99BD-B402A4F04197}" srcOrd="0" destOrd="0" presId="urn:microsoft.com/office/officeart/2005/8/layout/orgChart1"/>
    <dgm:cxn modelId="{04EFCD20-5BDA-4737-BF2A-5B23EC5279F6}" type="presParOf" srcId="{F2508940-F1C5-4840-99BD-B402A4F04197}" destId="{E9BEB3C2-130F-4731-95AC-8EA07ACAB057}" srcOrd="0" destOrd="0" presId="urn:microsoft.com/office/officeart/2005/8/layout/orgChart1"/>
    <dgm:cxn modelId="{DB273B76-823F-4F88-BFFC-1737D9BDB914}" type="presParOf" srcId="{F2508940-F1C5-4840-99BD-B402A4F04197}" destId="{FA38206F-B7A3-4C90-A9E0-86AE415834D7}" srcOrd="1" destOrd="0" presId="urn:microsoft.com/office/officeart/2005/8/layout/orgChart1"/>
    <dgm:cxn modelId="{E65E6D27-9BC2-4867-8135-C66A19C14D85}" type="presParOf" srcId="{7049F24C-2F66-40EF-9386-B485F7E4327F}" destId="{138B08DA-7F37-4FC1-B19A-1FB26F72ED25}" srcOrd="1" destOrd="0" presId="urn:microsoft.com/office/officeart/2005/8/layout/orgChart1"/>
    <dgm:cxn modelId="{47D30A36-72E0-4FE4-BA84-3BC5E3795673}" type="presParOf" srcId="{7049F24C-2F66-40EF-9386-B485F7E4327F}" destId="{4B82DD59-1BA3-49C3-9F69-3A3D3CC5A455}" srcOrd="2" destOrd="0" presId="urn:microsoft.com/office/officeart/2005/8/layout/orgChart1"/>
    <dgm:cxn modelId="{4E53FC4F-E871-44BB-8DC2-B51CCEE06D21}" type="presParOf" srcId="{9483A989-91B1-424E-9BB0-019A266E5094}" destId="{1563A224-1525-4A16-BFD9-78D68E35E0E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9AA275-FDB9-4080-9FDC-71E2DF2FFB5D}">
      <dsp:nvSpPr>
        <dsp:cNvPr id="0" name=""/>
        <dsp:cNvSpPr/>
      </dsp:nvSpPr>
      <dsp:spPr>
        <a:xfrm>
          <a:off x="2482850" y="1589052"/>
          <a:ext cx="1756634" cy="3048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435"/>
              </a:lnTo>
              <a:lnTo>
                <a:pt x="1756634" y="152435"/>
              </a:lnTo>
              <a:lnTo>
                <a:pt x="1756634" y="304870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2D1867-4430-4F62-BC75-127508321398}">
      <dsp:nvSpPr>
        <dsp:cNvPr id="0" name=""/>
        <dsp:cNvSpPr/>
      </dsp:nvSpPr>
      <dsp:spPr>
        <a:xfrm>
          <a:off x="2437130" y="1589052"/>
          <a:ext cx="91440" cy="30487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4870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3672B9-403D-4333-9509-AB7BB499AC8C}">
      <dsp:nvSpPr>
        <dsp:cNvPr id="0" name=""/>
        <dsp:cNvSpPr/>
      </dsp:nvSpPr>
      <dsp:spPr>
        <a:xfrm>
          <a:off x="726215" y="1589052"/>
          <a:ext cx="1756634" cy="304870"/>
        </a:xfrm>
        <a:custGeom>
          <a:avLst/>
          <a:gdLst/>
          <a:ahLst/>
          <a:cxnLst/>
          <a:rect l="0" t="0" r="0" b="0"/>
          <a:pathLst>
            <a:path>
              <a:moveTo>
                <a:pt x="1756634" y="0"/>
              </a:moveTo>
              <a:lnTo>
                <a:pt x="1756634" y="152435"/>
              </a:lnTo>
              <a:lnTo>
                <a:pt x="0" y="152435"/>
              </a:lnTo>
              <a:lnTo>
                <a:pt x="0" y="304870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37E308-CFF4-456C-9474-74F0E69CBEF1}">
      <dsp:nvSpPr>
        <dsp:cNvPr id="0" name=""/>
        <dsp:cNvSpPr/>
      </dsp:nvSpPr>
      <dsp:spPr>
        <a:xfrm>
          <a:off x="1756967" y="863170"/>
          <a:ext cx="1451764" cy="725882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2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700" kern="1200" dirty="0" smtClean="0"/>
            <a:t>经理办</a:t>
          </a:r>
          <a:endParaRPr lang="zh-CN" altLang="en-US" sz="2700" kern="1200" dirty="0"/>
        </a:p>
      </dsp:txBody>
      <dsp:txXfrm>
        <a:off x="1756967" y="863170"/>
        <a:ext cx="1451764" cy="725882"/>
      </dsp:txXfrm>
    </dsp:sp>
    <dsp:sp modelId="{FB4EBCDF-0BE2-4D0A-B833-E22FE9B4F9DF}">
      <dsp:nvSpPr>
        <dsp:cNvPr id="0" name=""/>
        <dsp:cNvSpPr/>
      </dsp:nvSpPr>
      <dsp:spPr>
        <a:xfrm>
          <a:off x="333" y="1893922"/>
          <a:ext cx="1451764" cy="725882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4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700" kern="1200" dirty="0" smtClean="0"/>
            <a:t>人力资源</a:t>
          </a:r>
          <a:endParaRPr lang="zh-CN" altLang="en-US" sz="2700" kern="1200" dirty="0"/>
        </a:p>
      </dsp:txBody>
      <dsp:txXfrm>
        <a:off x="333" y="1893922"/>
        <a:ext cx="1451764" cy="725882"/>
      </dsp:txXfrm>
    </dsp:sp>
    <dsp:sp modelId="{12DADAC3-EFB9-4686-96B0-5B4C9CE653BF}">
      <dsp:nvSpPr>
        <dsp:cNvPr id="0" name=""/>
        <dsp:cNvSpPr/>
      </dsp:nvSpPr>
      <dsp:spPr>
        <a:xfrm>
          <a:off x="1756967" y="1893922"/>
          <a:ext cx="1451764" cy="725882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4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700" kern="1200" dirty="0" smtClean="0"/>
            <a:t>财务</a:t>
          </a:r>
          <a:endParaRPr lang="zh-CN" altLang="en-US" sz="2700" kern="1200" dirty="0"/>
        </a:p>
      </dsp:txBody>
      <dsp:txXfrm>
        <a:off x="1756967" y="1893922"/>
        <a:ext cx="1451764" cy="725882"/>
      </dsp:txXfrm>
    </dsp:sp>
    <dsp:sp modelId="{E9BEB3C2-130F-4731-95AC-8EA07ACAB057}">
      <dsp:nvSpPr>
        <dsp:cNvPr id="0" name=""/>
        <dsp:cNvSpPr/>
      </dsp:nvSpPr>
      <dsp:spPr>
        <a:xfrm>
          <a:off x="3513602" y="1893922"/>
          <a:ext cx="1451764" cy="725882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4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700" kern="1200" dirty="0" smtClean="0"/>
            <a:t>后勤</a:t>
          </a:r>
          <a:endParaRPr lang="zh-CN" altLang="en-US" sz="2700" kern="1200" dirty="0"/>
        </a:p>
      </dsp:txBody>
      <dsp:txXfrm>
        <a:off x="3513602" y="1893922"/>
        <a:ext cx="1451764" cy="7258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7825" y="0"/>
            <a:ext cx="12874570" cy="7216483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34030" y="1969453"/>
            <a:ext cx="7174202" cy="1595169"/>
          </a:xfrm>
        </p:spPr>
        <p:txBody>
          <a:bodyPr anchor="b">
            <a:noAutofit/>
          </a:bodyPr>
          <a:lstStyle>
            <a:lvl1pPr algn="ctr">
              <a:defRPr sz="5684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4030" y="3849791"/>
            <a:ext cx="7174202" cy="1390205"/>
          </a:xfrm>
        </p:spPr>
        <p:txBody>
          <a:bodyPr anchor="t">
            <a:normAutofit/>
          </a:bodyPr>
          <a:lstStyle>
            <a:lvl1pPr marL="0" indent="0" algn="ctr">
              <a:buNone/>
              <a:defRPr sz="2210">
                <a:solidFill>
                  <a:schemeClr val="tx1"/>
                </a:solidFill>
              </a:defRPr>
            </a:lvl1pPr>
            <a:lvl2pPr marL="4812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24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48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60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7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84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96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03184" y="5302374"/>
            <a:ext cx="944678" cy="294081"/>
          </a:xfrm>
        </p:spPr>
        <p:txBody>
          <a:bodyPr/>
          <a:lstStyle/>
          <a:p>
            <a:fld id="{BDA70F1D-B7FC-451A-A74D-F8C4B8BF1AE2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4029" y="5302374"/>
            <a:ext cx="5488947" cy="29408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28071" y="5302374"/>
            <a:ext cx="580161" cy="294081"/>
          </a:xfrm>
        </p:spPr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834030" y="3707206"/>
            <a:ext cx="71742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65343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469613" y="2548705"/>
            <a:ext cx="99021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7766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1070" y="1844699"/>
            <a:ext cx="8587869" cy="1918280"/>
          </a:xfrm>
        </p:spPr>
        <p:txBody>
          <a:bodyPr anchor="b">
            <a:normAutofit/>
          </a:bodyPr>
          <a:lstStyle>
            <a:lvl1pPr algn="ctr">
              <a:defRPr sz="4631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068" y="4048148"/>
            <a:ext cx="8587871" cy="1004705"/>
          </a:xfrm>
        </p:spPr>
        <p:txBody>
          <a:bodyPr anchor="t">
            <a:normAutofit/>
          </a:bodyPr>
          <a:lstStyle>
            <a:lvl1pPr marL="0" indent="0" algn="ctr">
              <a:buNone/>
              <a:defRPr sz="2526">
                <a:solidFill>
                  <a:schemeClr val="tx1"/>
                </a:solidFill>
              </a:defRPr>
            </a:lvl1pPr>
            <a:lvl2pPr marL="481203" indent="0">
              <a:buNone/>
              <a:defRPr sz="1895">
                <a:solidFill>
                  <a:schemeClr val="tx1">
                    <a:tint val="75000"/>
                  </a:schemeClr>
                </a:solidFill>
              </a:defRPr>
            </a:lvl2pPr>
            <a:lvl3pPr marL="962406" indent="0">
              <a:buNone/>
              <a:defRPr sz="1684">
                <a:solidFill>
                  <a:schemeClr val="tx1">
                    <a:tint val="75000"/>
                  </a:schemeClr>
                </a:solidFill>
              </a:defRPr>
            </a:lvl3pPr>
            <a:lvl4pPr marL="144360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4pPr>
            <a:lvl5pPr marL="1924812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5pPr>
            <a:lvl6pPr marL="2406015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6pPr>
            <a:lvl7pPr marL="2887218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7pPr>
            <a:lvl8pPr marL="3368421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8pPr>
            <a:lvl9pPr marL="3849624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18601" y="3905563"/>
            <a:ext cx="859280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5495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469613" y="2548705"/>
            <a:ext cx="99021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66752" y="2694856"/>
            <a:ext cx="4966506" cy="34840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6509" y="2694856"/>
            <a:ext cx="4966506" cy="34840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6246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3544" y="2798229"/>
            <a:ext cx="4966506" cy="606542"/>
          </a:xfrm>
        </p:spPr>
        <p:txBody>
          <a:bodyPr anchor="b">
            <a:noAutofit/>
          </a:bodyPr>
          <a:lstStyle>
            <a:lvl1pPr marL="0" indent="0">
              <a:spcBef>
                <a:spcPts val="707"/>
              </a:spcBef>
              <a:spcAft>
                <a:spcPts val="632"/>
              </a:spcAft>
              <a:buNone/>
              <a:defRPr sz="2947" b="0">
                <a:solidFill>
                  <a:schemeClr val="accent1"/>
                </a:solidFill>
              </a:defRPr>
            </a:lvl1pPr>
            <a:lvl2pPr marL="481203" indent="0">
              <a:buNone/>
              <a:defRPr sz="2105" b="1"/>
            </a:lvl2pPr>
            <a:lvl3pPr marL="962406" indent="0">
              <a:buNone/>
              <a:defRPr sz="1895" b="1"/>
            </a:lvl3pPr>
            <a:lvl4pPr marL="1443609" indent="0">
              <a:buNone/>
              <a:defRPr sz="1684" b="1"/>
            </a:lvl4pPr>
            <a:lvl5pPr marL="1924812" indent="0">
              <a:buNone/>
              <a:defRPr sz="1684" b="1"/>
            </a:lvl5pPr>
            <a:lvl6pPr marL="2406015" indent="0">
              <a:buNone/>
              <a:defRPr sz="1684" b="1"/>
            </a:lvl6pPr>
            <a:lvl7pPr marL="2887218" indent="0">
              <a:buNone/>
              <a:defRPr sz="1684" b="1"/>
            </a:lvl7pPr>
            <a:lvl8pPr marL="3368421" indent="0">
              <a:buNone/>
              <a:defRPr sz="1684" b="1"/>
            </a:lvl8pPr>
            <a:lvl9pPr marL="3849624" indent="0">
              <a:buNone/>
              <a:defRPr sz="1684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3544" y="3413684"/>
            <a:ext cx="4966506" cy="277093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5799" y="2798229"/>
            <a:ext cx="4966506" cy="606542"/>
          </a:xfrm>
        </p:spPr>
        <p:txBody>
          <a:bodyPr anchor="b">
            <a:noAutofit/>
          </a:bodyPr>
          <a:lstStyle>
            <a:lvl1pPr marL="0" indent="0">
              <a:spcBef>
                <a:spcPts val="707"/>
              </a:spcBef>
              <a:spcAft>
                <a:spcPts val="632"/>
              </a:spcAft>
              <a:buNone/>
              <a:defRPr sz="2947" b="0">
                <a:solidFill>
                  <a:schemeClr val="accent1"/>
                </a:solidFill>
              </a:defRPr>
            </a:lvl1pPr>
            <a:lvl2pPr marL="481203" indent="0">
              <a:buNone/>
              <a:defRPr sz="2105" b="1"/>
            </a:lvl2pPr>
            <a:lvl3pPr marL="962406" indent="0">
              <a:buNone/>
              <a:defRPr sz="1895" b="1"/>
            </a:lvl3pPr>
            <a:lvl4pPr marL="1443609" indent="0">
              <a:buNone/>
              <a:defRPr sz="1684" b="1"/>
            </a:lvl4pPr>
            <a:lvl5pPr marL="1924812" indent="0">
              <a:buNone/>
              <a:defRPr sz="1684" b="1"/>
            </a:lvl5pPr>
            <a:lvl6pPr marL="2406015" indent="0">
              <a:buNone/>
              <a:defRPr sz="1684" b="1"/>
            </a:lvl6pPr>
            <a:lvl7pPr marL="2887218" indent="0">
              <a:buNone/>
              <a:defRPr sz="1684" b="1"/>
            </a:lvl7pPr>
            <a:lvl8pPr marL="3368421" indent="0">
              <a:buNone/>
              <a:defRPr sz="1684" b="1"/>
            </a:lvl8pPr>
            <a:lvl9pPr marL="3849624" indent="0">
              <a:buNone/>
              <a:defRPr sz="1684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5799" y="3413684"/>
            <a:ext cx="4966506" cy="277093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469613" y="2548705"/>
            <a:ext cx="99021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37758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69613" y="2548705"/>
            <a:ext cx="99021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2582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42848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1871" y="1461496"/>
            <a:ext cx="3914061" cy="1443673"/>
          </a:xfrm>
        </p:spPr>
        <p:txBody>
          <a:bodyPr anchor="b">
            <a:normAutofit/>
          </a:bodyPr>
          <a:lstStyle>
            <a:lvl1pPr algn="ctr">
              <a:defRPr sz="2526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3712" y="1033739"/>
            <a:ext cx="5757183" cy="515088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1871" y="3190337"/>
            <a:ext cx="3914061" cy="2566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684"/>
            </a:lvl1pPr>
            <a:lvl2pPr marL="481203" indent="0">
              <a:buNone/>
              <a:defRPr sz="1263"/>
            </a:lvl2pPr>
            <a:lvl3pPr marL="962406" indent="0">
              <a:buNone/>
              <a:defRPr sz="1053"/>
            </a:lvl3pPr>
            <a:lvl4pPr marL="1443609" indent="0">
              <a:buNone/>
              <a:defRPr sz="947"/>
            </a:lvl4pPr>
            <a:lvl5pPr marL="1924812" indent="0">
              <a:buNone/>
              <a:defRPr sz="947"/>
            </a:lvl5pPr>
            <a:lvl6pPr marL="2406015" indent="0">
              <a:buNone/>
              <a:defRPr sz="947"/>
            </a:lvl6pPr>
            <a:lvl7pPr marL="2887218" indent="0">
              <a:buNone/>
              <a:defRPr sz="947"/>
            </a:lvl7pPr>
            <a:lvl8pPr marL="3368421" indent="0">
              <a:buNone/>
              <a:defRPr sz="947"/>
            </a:lvl8pPr>
            <a:lvl9pPr marL="3849624" indent="0">
              <a:buNone/>
              <a:defRPr sz="947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469613" y="3065576"/>
            <a:ext cx="369937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7389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542" y="1982820"/>
            <a:ext cx="6570162" cy="1443673"/>
          </a:xfrm>
        </p:spPr>
        <p:txBody>
          <a:bodyPr anchor="b">
            <a:normAutofit/>
          </a:bodyPr>
          <a:lstStyle>
            <a:lvl1pPr algn="ctr">
              <a:defRPr sz="2947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20653" y="1096122"/>
            <a:ext cx="3224492" cy="502611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84"/>
            </a:lvl1pPr>
            <a:lvl2pPr marL="481203" indent="0">
              <a:buNone/>
              <a:defRPr sz="1684"/>
            </a:lvl2pPr>
            <a:lvl3pPr marL="962406" indent="0">
              <a:buNone/>
              <a:defRPr sz="1684"/>
            </a:lvl3pPr>
            <a:lvl4pPr marL="1443609" indent="0">
              <a:buNone/>
              <a:defRPr sz="1684"/>
            </a:lvl4pPr>
            <a:lvl5pPr marL="1924812" indent="0">
              <a:buNone/>
              <a:defRPr sz="1684"/>
            </a:lvl5pPr>
            <a:lvl6pPr marL="2406015" indent="0">
              <a:buNone/>
              <a:defRPr sz="1684"/>
            </a:lvl6pPr>
            <a:lvl7pPr marL="2887218" indent="0">
              <a:buNone/>
              <a:defRPr sz="1684"/>
            </a:lvl7pPr>
            <a:lvl8pPr marL="3368421" indent="0">
              <a:buNone/>
              <a:defRPr sz="1684"/>
            </a:lvl8pPr>
            <a:lvl9pPr marL="3849624" indent="0">
              <a:buNone/>
              <a:defRPr sz="1684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542" y="3426493"/>
            <a:ext cx="6570162" cy="1924897"/>
          </a:xfrm>
        </p:spPr>
        <p:txBody>
          <a:bodyPr anchor="t">
            <a:normAutofit/>
          </a:bodyPr>
          <a:lstStyle>
            <a:lvl1pPr marL="0" indent="0" algn="ctr">
              <a:buNone/>
              <a:defRPr sz="1895"/>
            </a:lvl1pPr>
            <a:lvl2pPr marL="481203" indent="0">
              <a:buNone/>
              <a:defRPr sz="1263"/>
            </a:lvl2pPr>
            <a:lvl3pPr marL="962406" indent="0">
              <a:buNone/>
              <a:defRPr sz="1053"/>
            </a:lvl3pPr>
            <a:lvl4pPr marL="1443609" indent="0">
              <a:buNone/>
              <a:defRPr sz="947"/>
            </a:lvl4pPr>
            <a:lvl5pPr marL="1924812" indent="0">
              <a:buNone/>
              <a:defRPr sz="947"/>
            </a:lvl5pPr>
            <a:lvl6pPr marL="2406015" indent="0">
              <a:buNone/>
              <a:defRPr sz="947"/>
            </a:lvl6pPr>
            <a:lvl7pPr marL="2887218" indent="0">
              <a:buNone/>
              <a:defRPr sz="947"/>
            </a:lvl7pPr>
            <a:lvl8pPr marL="3368421" indent="0">
              <a:buNone/>
              <a:defRPr sz="947"/>
            </a:lvl8pPr>
            <a:lvl9pPr marL="3849624" indent="0">
              <a:buNone/>
              <a:defRPr sz="947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8536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545" y="5068448"/>
            <a:ext cx="10115174" cy="596518"/>
          </a:xfrm>
        </p:spPr>
        <p:txBody>
          <a:bodyPr anchor="b">
            <a:normAutofit/>
          </a:bodyPr>
          <a:lstStyle>
            <a:lvl1pPr algn="ctr">
              <a:defRPr sz="2526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96211" y="1096121"/>
            <a:ext cx="10637588" cy="3511157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84"/>
            </a:lvl1pPr>
            <a:lvl2pPr marL="481203" indent="0">
              <a:buNone/>
              <a:defRPr sz="1684"/>
            </a:lvl2pPr>
            <a:lvl3pPr marL="962406" indent="0">
              <a:buNone/>
              <a:defRPr sz="1684"/>
            </a:lvl3pPr>
            <a:lvl4pPr marL="1443609" indent="0">
              <a:buNone/>
              <a:defRPr sz="1684"/>
            </a:lvl4pPr>
            <a:lvl5pPr marL="1924812" indent="0">
              <a:buNone/>
              <a:defRPr sz="1684"/>
            </a:lvl5pPr>
            <a:lvl6pPr marL="2406015" indent="0">
              <a:buNone/>
              <a:defRPr sz="1684"/>
            </a:lvl6pPr>
            <a:lvl7pPr marL="2887218" indent="0">
              <a:buNone/>
              <a:defRPr sz="1684"/>
            </a:lvl7pPr>
            <a:lvl8pPr marL="3368421" indent="0">
              <a:buNone/>
              <a:defRPr sz="1684"/>
            </a:lvl8pPr>
            <a:lvl9pPr marL="3849624" indent="0">
              <a:buNone/>
              <a:defRPr sz="1684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545" y="5664965"/>
            <a:ext cx="10115174" cy="519655"/>
          </a:xfrm>
        </p:spPr>
        <p:txBody>
          <a:bodyPr>
            <a:normAutofit/>
          </a:bodyPr>
          <a:lstStyle>
            <a:lvl1pPr marL="0" indent="0" algn="ctr">
              <a:buNone/>
              <a:defRPr sz="1474"/>
            </a:lvl1pPr>
            <a:lvl2pPr marL="481203" indent="0">
              <a:buNone/>
              <a:defRPr sz="1263"/>
            </a:lvl2pPr>
            <a:lvl3pPr marL="962406" indent="0">
              <a:buNone/>
              <a:defRPr sz="1053"/>
            </a:lvl3pPr>
            <a:lvl4pPr marL="1443609" indent="0">
              <a:buNone/>
              <a:defRPr sz="947"/>
            </a:lvl4pPr>
            <a:lvl5pPr marL="1924812" indent="0">
              <a:buNone/>
              <a:defRPr sz="947"/>
            </a:lvl5pPr>
            <a:lvl6pPr marL="2406015" indent="0">
              <a:buNone/>
              <a:defRPr sz="947"/>
            </a:lvl6pPr>
            <a:lvl7pPr marL="2887218" indent="0">
              <a:buNone/>
              <a:defRPr sz="947"/>
            </a:lvl7pPr>
            <a:lvl8pPr marL="3368421" indent="0">
              <a:buNone/>
              <a:defRPr sz="947"/>
            </a:lvl8pPr>
            <a:lvl9pPr marL="3849624" indent="0">
              <a:buNone/>
              <a:defRPr sz="947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506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2457" y="1033739"/>
            <a:ext cx="10097350" cy="3110136"/>
          </a:xfrm>
        </p:spPr>
        <p:txBody>
          <a:bodyPr anchor="ctr">
            <a:normAutofit/>
          </a:bodyPr>
          <a:lstStyle>
            <a:lvl1pPr algn="ctr">
              <a:defRPr sz="3368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2457" y="4571629"/>
            <a:ext cx="10097350" cy="161299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105">
                <a:solidFill>
                  <a:schemeClr val="tx1"/>
                </a:solidFill>
              </a:defRPr>
            </a:lvl1pPr>
            <a:lvl2pPr marL="481203" indent="0">
              <a:buNone/>
              <a:defRPr sz="1895">
                <a:solidFill>
                  <a:schemeClr val="tx1">
                    <a:tint val="75000"/>
                  </a:schemeClr>
                </a:solidFill>
              </a:defRPr>
            </a:lvl2pPr>
            <a:lvl3pPr marL="962406" indent="0">
              <a:buNone/>
              <a:defRPr sz="1684">
                <a:solidFill>
                  <a:schemeClr val="tx1">
                    <a:tint val="75000"/>
                  </a:schemeClr>
                </a:solidFill>
              </a:defRPr>
            </a:lvl3pPr>
            <a:lvl4pPr marL="144360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4pPr>
            <a:lvl5pPr marL="1924812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5pPr>
            <a:lvl6pPr marL="2406015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6pPr>
            <a:lvl7pPr marL="2887218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7pPr>
            <a:lvl8pPr marL="3368421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8pPr>
            <a:lvl9pPr marL="3849624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69613" y="4357751"/>
            <a:ext cx="99021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8335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290" y="1033739"/>
            <a:ext cx="9785427" cy="2495238"/>
          </a:xfrm>
        </p:spPr>
        <p:txBody>
          <a:bodyPr anchor="ctr">
            <a:normAutofit/>
          </a:bodyPr>
          <a:lstStyle>
            <a:lvl1pPr algn="ctr">
              <a:defRPr sz="3368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62914" y="3528977"/>
            <a:ext cx="9304181" cy="614898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105"/>
            </a:lvl1pPr>
            <a:lvl2pPr marL="481203" indent="0">
              <a:buFontTx/>
              <a:buNone/>
              <a:defRPr/>
            </a:lvl2pPr>
            <a:lvl3pPr marL="962406" indent="0">
              <a:buFontTx/>
              <a:buNone/>
              <a:defRPr/>
            </a:lvl3pPr>
            <a:lvl4pPr marL="1443609" indent="0">
              <a:buFontTx/>
              <a:buNone/>
              <a:defRPr/>
            </a:lvl4pPr>
            <a:lvl5pPr marL="1924812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3545" y="4571629"/>
            <a:ext cx="10115174" cy="161299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105">
                <a:solidFill>
                  <a:schemeClr val="tx1"/>
                </a:solidFill>
              </a:defRPr>
            </a:lvl1pPr>
            <a:lvl2pPr marL="481203" indent="0">
              <a:buNone/>
              <a:defRPr sz="1895">
                <a:solidFill>
                  <a:schemeClr val="tx1">
                    <a:tint val="75000"/>
                  </a:schemeClr>
                </a:solidFill>
              </a:defRPr>
            </a:lvl2pPr>
            <a:lvl3pPr marL="962406" indent="0">
              <a:buNone/>
              <a:defRPr sz="1684">
                <a:solidFill>
                  <a:schemeClr val="tx1">
                    <a:tint val="75000"/>
                  </a:schemeClr>
                </a:solidFill>
              </a:defRPr>
            </a:lvl3pPr>
            <a:lvl4pPr marL="144360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4pPr>
            <a:lvl5pPr marL="1924812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5pPr>
            <a:lvl6pPr marL="2406015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6pPr>
            <a:lvl7pPr marL="2887218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7pPr>
            <a:lvl8pPr marL="3368421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8pPr>
            <a:lvl9pPr marL="3849624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907358" y="926200"/>
            <a:ext cx="641668" cy="615504"/>
          </a:xfrm>
          <a:prstGeom prst="rect">
            <a:avLst/>
          </a:prstGeom>
        </p:spPr>
        <p:txBody>
          <a:bodyPr vert="horz" lIns="96245" tIns="48122" rIns="96245" bIns="48122" rtlCol="0" anchor="ctr">
            <a:noAutofit/>
          </a:bodyPr>
          <a:lstStyle/>
          <a:p>
            <a:pPr lvl="0"/>
            <a:r>
              <a:rPr lang="en-US" sz="842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7885" y="2976464"/>
            <a:ext cx="641668" cy="615504"/>
          </a:xfrm>
          <a:prstGeom prst="rect">
            <a:avLst/>
          </a:prstGeom>
        </p:spPr>
        <p:txBody>
          <a:bodyPr vert="horz" lIns="96245" tIns="48122" rIns="96245" bIns="48122" rtlCol="0" anchor="ctr">
            <a:noAutofit/>
          </a:bodyPr>
          <a:lstStyle/>
          <a:p>
            <a:pPr lvl="0" algn="r"/>
            <a:r>
              <a:rPr lang="en-US" sz="842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469613" y="4357751"/>
            <a:ext cx="99021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8151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545" y="3482435"/>
            <a:ext cx="10115177" cy="1545980"/>
          </a:xfrm>
        </p:spPr>
        <p:txBody>
          <a:bodyPr anchor="b">
            <a:normAutofit/>
          </a:bodyPr>
          <a:lstStyle>
            <a:lvl1pPr algn="l">
              <a:defRPr sz="3368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3544" y="5028415"/>
            <a:ext cx="10115177" cy="905611"/>
          </a:xfrm>
        </p:spPr>
        <p:txBody>
          <a:bodyPr anchor="t">
            <a:normAutofit/>
          </a:bodyPr>
          <a:lstStyle>
            <a:lvl1pPr marL="0" indent="0" algn="l">
              <a:buNone/>
              <a:defRPr sz="2105">
                <a:solidFill>
                  <a:schemeClr val="tx1"/>
                </a:solidFill>
              </a:defRPr>
            </a:lvl1pPr>
            <a:lvl2pPr marL="481203" indent="0">
              <a:buNone/>
              <a:defRPr sz="1895">
                <a:solidFill>
                  <a:schemeClr val="tx1">
                    <a:tint val="75000"/>
                  </a:schemeClr>
                </a:solidFill>
              </a:defRPr>
            </a:lvl2pPr>
            <a:lvl3pPr marL="962406" indent="0">
              <a:buNone/>
              <a:defRPr sz="1684">
                <a:solidFill>
                  <a:schemeClr val="tx1">
                    <a:tint val="75000"/>
                  </a:schemeClr>
                </a:solidFill>
              </a:defRPr>
            </a:lvl3pPr>
            <a:lvl4pPr marL="144360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4pPr>
            <a:lvl5pPr marL="1924812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5pPr>
            <a:lvl6pPr marL="2406015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6pPr>
            <a:lvl7pPr marL="2887218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7pPr>
            <a:lvl8pPr marL="3368421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8pPr>
            <a:lvl9pPr marL="3849624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07946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290" y="1033739"/>
            <a:ext cx="9785427" cy="2361565"/>
          </a:xfrm>
        </p:spPr>
        <p:txBody>
          <a:bodyPr anchor="ctr">
            <a:normAutofit/>
          </a:bodyPr>
          <a:lstStyle>
            <a:lvl1pPr algn="ctr">
              <a:defRPr sz="3368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363544" y="3830545"/>
            <a:ext cx="10115177" cy="933575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526">
                <a:solidFill>
                  <a:schemeClr val="tx1"/>
                </a:solidFill>
              </a:defRPr>
            </a:lvl1pPr>
            <a:lvl2pPr marL="481203" indent="0">
              <a:buNone/>
              <a:defRPr sz="1895">
                <a:solidFill>
                  <a:schemeClr val="tx1">
                    <a:tint val="75000"/>
                  </a:schemeClr>
                </a:solidFill>
              </a:defRPr>
            </a:lvl2pPr>
            <a:lvl3pPr marL="962406" indent="0">
              <a:buNone/>
              <a:defRPr sz="1684">
                <a:solidFill>
                  <a:schemeClr val="tx1">
                    <a:tint val="75000"/>
                  </a:schemeClr>
                </a:solidFill>
              </a:defRPr>
            </a:lvl3pPr>
            <a:lvl4pPr marL="144360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4pPr>
            <a:lvl5pPr marL="1924812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5pPr>
            <a:lvl6pPr marL="2406015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6pPr>
            <a:lvl7pPr marL="2887218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7pPr>
            <a:lvl8pPr marL="3368421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8pPr>
            <a:lvl9pPr marL="3849624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3544" y="4767685"/>
            <a:ext cx="10115177" cy="1416938"/>
          </a:xfrm>
        </p:spPr>
        <p:txBody>
          <a:bodyPr anchor="t">
            <a:normAutofit/>
          </a:bodyPr>
          <a:lstStyle>
            <a:lvl1pPr marL="0" indent="0" algn="l">
              <a:buNone/>
              <a:defRPr sz="1895">
                <a:solidFill>
                  <a:schemeClr val="tx1"/>
                </a:solidFill>
              </a:defRPr>
            </a:lvl1pPr>
            <a:lvl2pPr marL="481203" indent="0">
              <a:buNone/>
              <a:defRPr sz="1895">
                <a:solidFill>
                  <a:schemeClr val="tx1">
                    <a:tint val="75000"/>
                  </a:schemeClr>
                </a:solidFill>
              </a:defRPr>
            </a:lvl2pPr>
            <a:lvl3pPr marL="962406" indent="0">
              <a:buNone/>
              <a:defRPr sz="1684">
                <a:solidFill>
                  <a:schemeClr val="tx1">
                    <a:tint val="75000"/>
                  </a:schemeClr>
                </a:solidFill>
              </a:defRPr>
            </a:lvl3pPr>
            <a:lvl4pPr marL="144360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4pPr>
            <a:lvl5pPr marL="1924812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5pPr>
            <a:lvl6pPr marL="2406015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6pPr>
            <a:lvl7pPr marL="2887218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7pPr>
            <a:lvl8pPr marL="3368421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8pPr>
            <a:lvl9pPr marL="3849624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907358" y="926200"/>
            <a:ext cx="641668" cy="615504"/>
          </a:xfrm>
          <a:prstGeom prst="rect">
            <a:avLst/>
          </a:prstGeom>
        </p:spPr>
        <p:txBody>
          <a:bodyPr vert="horz" lIns="96245" tIns="48122" rIns="96245" bIns="48122" rtlCol="0" anchor="ctr">
            <a:noAutofit/>
          </a:bodyPr>
          <a:lstStyle/>
          <a:p>
            <a:pPr lvl="0"/>
            <a:r>
              <a:rPr lang="en-US" sz="842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7885" y="2735843"/>
            <a:ext cx="641668" cy="615504"/>
          </a:xfrm>
          <a:prstGeom prst="rect">
            <a:avLst/>
          </a:prstGeom>
        </p:spPr>
        <p:txBody>
          <a:bodyPr vert="horz" lIns="96245" tIns="48122" rIns="96245" bIns="48122" rtlCol="0" anchor="ctr">
            <a:noAutofit/>
          </a:bodyPr>
          <a:lstStyle/>
          <a:p>
            <a:pPr lvl="0" algn="r"/>
            <a:r>
              <a:rPr lang="en-US" sz="842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469613" y="3609182"/>
            <a:ext cx="99021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97441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545" y="1033739"/>
            <a:ext cx="10115174" cy="23615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363544" y="3820920"/>
            <a:ext cx="10115177" cy="88545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947">
                <a:solidFill>
                  <a:schemeClr val="tx1"/>
                </a:solidFill>
              </a:defRPr>
            </a:lvl1pPr>
            <a:lvl2pPr marL="481203" indent="0">
              <a:buNone/>
              <a:defRPr sz="1895">
                <a:solidFill>
                  <a:schemeClr val="tx1">
                    <a:tint val="75000"/>
                  </a:schemeClr>
                </a:solidFill>
              </a:defRPr>
            </a:lvl2pPr>
            <a:lvl3pPr marL="962406" indent="0">
              <a:buNone/>
              <a:defRPr sz="1684">
                <a:solidFill>
                  <a:schemeClr val="tx1">
                    <a:tint val="75000"/>
                  </a:schemeClr>
                </a:solidFill>
              </a:defRPr>
            </a:lvl3pPr>
            <a:lvl4pPr marL="144360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4pPr>
            <a:lvl5pPr marL="1924812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5pPr>
            <a:lvl6pPr marL="2406015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6pPr>
            <a:lvl7pPr marL="2887218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7pPr>
            <a:lvl8pPr marL="3368421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8pPr>
            <a:lvl9pPr marL="3849624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3543" y="4705303"/>
            <a:ext cx="10115179" cy="1479319"/>
          </a:xfrm>
        </p:spPr>
        <p:txBody>
          <a:bodyPr anchor="t">
            <a:normAutofit/>
          </a:bodyPr>
          <a:lstStyle>
            <a:lvl1pPr marL="0" indent="0" algn="l">
              <a:buNone/>
              <a:defRPr sz="1895">
                <a:solidFill>
                  <a:schemeClr val="tx1"/>
                </a:solidFill>
              </a:defRPr>
            </a:lvl1pPr>
            <a:lvl2pPr marL="481203" indent="0">
              <a:buNone/>
              <a:defRPr sz="1895">
                <a:solidFill>
                  <a:schemeClr val="tx1">
                    <a:tint val="75000"/>
                  </a:schemeClr>
                </a:solidFill>
              </a:defRPr>
            </a:lvl2pPr>
            <a:lvl3pPr marL="962406" indent="0">
              <a:buNone/>
              <a:defRPr sz="1684">
                <a:solidFill>
                  <a:schemeClr val="tx1">
                    <a:tint val="75000"/>
                  </a:schemeClr>
                </a:solidFill>
              </a:defRPr>
            </a:lvl3pPr>
            <a:lvl4pPr marL="144360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4pPr>
            <a:lvl5pPr marL="1924812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5pPr>
            <a:lvl6pPr marL="2406015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6pPr>
            <a:lvl7pPr marL="2887218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7pPr>
            <a:lvl8pPr marL="3368421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8pPr>
            <a:lvl9pPr marL="3849624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69613" y="3609182"/>
            <a:ext cx="99021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19497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69613" y="2548705"/>
            <a:ext cx="99021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566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72760" y="1033739"/>
            <a:ext cx="1990364" cy="515088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63542" y="1033739"/>
            <a:ext cx="7824033" cy="5150882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9330168" y="1042653"/>
            <a:ext cx="0" cy="5133058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75451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564" y="0"/>
            <a:ext cx="12873309" cy="7216483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3546" y="1033740"/>
            <a:ext cx="10106259" cy="13723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3544" y="2691290"/>
            <a:ext cx="10106259" cy="34933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33974" y="6282650"/>
            <a:ext cx="1684377" cy="2940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3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DA70F1D-B7FC-451A-A74D-F8C4B8BF1AE2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3544" y="6282650"/>
            <a:ext cx="7690221" cy="2940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3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98560" y="6282650"/>
            <a:ext cx="571245" cy="2940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3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358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ctr" defTabSz="481203" rtl="0" eaLnBrk="1" latinLnBrk="0" hangingPunct="1">
        <a:spcBef>
          <a:spcPct val="0"/>
        </a:spcBef>
        <a:buNone/>
        <a:defRPr sz="4631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0752" indent="-300752" algn="l" defTabSz="481203" rtl="0" eaLnBrk="1" latinLnBrk="0" hangingPunct="1">
        <a:spcBef>
          <a:spcPct val="20000"/>
        </a:spcBef>
        <a:spcAft>
          <a:spcPts val="632"/>
        </a:spcAft>
        <a:buClr>
          <a:schemeClr val="accent1"/>
        </a:buClr>
        <a:buSzPct val="115000"/>
        <a:buFont typeface="Arial"/>
        <a:buChar char="•"/>
        <a:defRPr sz="2526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81955" indent="-300752" algn="l" defTabSz="481203" rtl="0" eaLnBrk="1" latinLnBrk="0" hangingPunct="1">
        <a:spcBef>
          <a:spcPct val="20000"/>
        </a:spcBef>
        <a:spcAft>
          <a:spcPts val="632"/>
        </a:spcAft>
        <a:buClr>
          <a:schemeClr val="accent1"/>
        </a:buClr>
        <a:buSzPct val="115000"/>
        <a:buFont typeface="Arial"/>
        <a:buChar char="•"/>
        <a:defRPr sz="2105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63158" indent="-300752" algn="l" defTabSz="481203" rtl="0" eaLnBrk="1" latinLnBrk="0" hangingPunct="1">
        <a:spcBef>
          <a:spcPct val="20000"/>
        </a:spcBef>
        <a:spcAft>
          <a:spcPts val="632"/>
        </a:spcAft>
        <a:buClr>
          <a:schemeClr val="accent1"/>
        </a:buClr>
        <a:buSzPct val="115000"/>
        <a:buFont typeface="Arial"/>
        <a:buChar char="•"/>
        <a:defRPr sz="1895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624060" indent="-180451" algn="l" defTabSz="481203" rtl="0" eaLnBrk="1" latinLnBrk="0" hangingPunct="1">
        <a:spcBef>
          <a:spcPct val="20000"/>
        </a:spcBef>
        <a:spcAft>
          <a:spcPts val="632"/>
        </a:spcAft>
        <a:buClr>
          <a:schemeClr val="accent1"/>
        </a:buClr>
        <a:buSzPct val="115000"/>
        <a:buFont typeface="Arial"/>
        <a:buChar char="•"/>
        <a:defRPr sz="168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105263" indent="-180451" algn="l" defTabSz="481203" rtl="0" eaLnBrk="1" latinLnBrk="0" hangingPunct="1">
        <a:spcBef>
          <a:spcPct val="20000"/>
        </a:spcBef>
        <a:spcAft>
          <a:spcPts val="632"/>
        </a:spcAft>
        <a:buClr>
          <a:schemeClr val="accent1"/>
        </a:buClr>
        <a:buSzPct val="115000"/>
        <a:buFont typeface="Arial"/>
        <a:buChar char="•"/>
        <a:defRPr sz="147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646617" indent="-240602" algn="l" defTabSz="481203" rtl="0" eaLnBrk="1" latinLnBrk="0" hangingPunct="1">
        <a:spcBef>
          <a:spcPct val="20000"/>
        </a:spcBef>
        <a:spcAft>
          <a:spcPts val="632"/>
        </a:spcAft>
        <a:buClr>
          <a:schemeClr val="accent1"/>
        </a:buClr>
        <a:buSzPct val="115000"/>
        <a:buFont typeface="Arial"/>
        <a:buChar char="•"/>
        <a:defRPr sz="147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127820" indent="-240602" algn="l" defTabSz="481203" rtl="0" eaLnBrk="1" latinLnBrk="0" hangingPunct="1">
        <a:spcBef>
          <a:spcPct val="20000"/>
        </a:spcBef>
        <a:spcAft>
          <a:spcPts val="632"/>
        </a:spcAft>
        <a:buClr>
          <a:schemeClr val="accent1"/>
        </a:buClr>
        <a:buSzPct val="115000"/>
        <a:buFont typeface="Arial"/>
        <a:buChar char="•"/>
        <a:defRPr sz="147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609023" indent="-240602" algn="l" defTabSz="481203" rtl="0" eaLnBrk="1" latinLnBrk="0" hangingPunct="1">
        <a:spcBef>
          <a:spcPct val="20000"/>
        </a:spcBef>
        <a:spcAft>
          <a:spcPts val="632"/>
        </a:spcAft>
        <a:buClr>
          <a:schemeClr val="accent1"/>
        </a:buClr>
        <a:buSzPct val="115000"/>
        <a:buFont typeface="Arial"/>
        <a:buChar char="•"/>
        <a:defRPr sz="147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090226" indent="-240602" algn="l" defTabSz="481203" rtl="0" eaLnBrk="1" latinLnBrk="0" hangingPunct="1">
        <a:spcBef>
          <a:spcPct val="20000"/>
        </a:spcBef>
        <a:spcAft>
          <a:spcPts val="632"/>
        </a:spcAft>
        <a:buClr>
          <a:schemeClr val="accent1"/>
        </a:buClr>
        <a:buSzPct val="115000"/>
        <a:buFont typeface="Arial"/>
        <a:buChar char="•"/>
        <a:defRPr sz="147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1203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1pPr>
      <a:lvl2pPr marL="481203" algn="l" defTabSz="481203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2pPr>
      <a:lvl3pPr marL="962406" algn="l" defTabSz="481203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3pPr>
      <a:lvl4pPr marL="1443609" algn="l" defTabSz="481203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4pPr>
      <a:lvl5pPr marL="1924812" algn="l" defTabSz="481203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5pPr>
      <a:lvl6pPr marL="2406015" algn="l" defTabSz="481203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6pPr>
      <a:lvl7pPr marL="2887218" algn="l" defTabSz="481203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7pPr>
      <a:lvl8pPr marL="3368421" algn="l" defTabSz="481203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8pPr>
      <a:lvl9pPr marL="3849624" algn="l" defTabSz="481203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3500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华威科技有限公司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培训计划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347473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zh-CN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hlinkClick r:id="rId2" action="ppaction://hlinksldjump"/>
              </a:rPr>
              <a:t>培训</a:t>
            </a:r>
            <a:r>
              <a:rPr lang="zh-CN" altLang="en-US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hlinkClick r:id="rId2" action="ppaction://hlinksldjump"/>
              </a:rPr>
              <a:t>目的</a:t>
            </a:r>
            <a:endParaRPr lang="en-US" altLang="zh-CN" b="1" spc="50" dirty="0" smtClean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zh-CN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hlinkClick r:id="rId3" action="ppaction://hlinksldjump"/>
              </a:rPr>
              <a:t>就职前</a:t>
            </a:r>
            <a:r>
              <a:rPr lang="zh-CN" altLang="en-US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hlinkClick r:id="rId3" action="ppaction://hlinksldjump"/>
              </a:rPr>
              <a:t>培训</a:t>
            </a:r>
            <a:endParaRPr lang="en-US" altLang="zh-CN" b="1" spc="50" dirty="0" smtClean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zh-CN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hlinkClick r:id="rId4" action="ppaction://hlinksldjump"/>
              </a:rPr>
              <a:t>岗位</a:t>
            </a:r>
            <a:r>
              <a:rPr lang="zh-CN" altLang="en-US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hlinkClick r:id="rId4" action="ppaction://hlinksldjump"/>
              </a:rPr>
              <a:t>培训</a:t>
            </a:r>
            <a:endParaRPr lang="en-US" altLang="zh-CN" b="1" spc="50" dirty="0" smtClean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zh-CN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hlinkClick r:id="rId5" action="ppaction://hlinksldjump"/>
              </a:rPr>
              <a:t>整体</a:t>
            </a:r>
            <a:r>
              <a:rPr lang="zh-CN" altLang="en-US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hlinkClick r:id="rId5" action="ppaction://hlinksldjump"/>
              </a:rPr>
              <a:t>培训</a:t>
            </a:r>
            <a:endParaRPr lang="en-US" altLang="zh-CN" b="1" spc="50" dirty="0" smtClean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zh-CN" altLang="en-US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hlinkClick r:id="rId6" action="ppaction://hlinksldjump"/>
              </a:rPr>
              <a:t>行政部门</a:t>
            </a:r>
            <a:endParaRPr lang="en-US" altLang="zh-CN" b="1" spc="50" dirty="0" smtClean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zh-CN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hlinkClick r:id="rId7" action="ppaction://hlinksldjump"/>
              </a:rPr>
              <a:t>考核</a:t>
            </a:r>
            <a:endParaRPr lang="zh-CN" alt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5623854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培训目的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type="body" orient="vert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让新员工了解公司的历史、文化、政策及岗位信息，让新员工能够尽快地融入到公司的大家庭中。</a:t>
            </a:r>
            <a:endParaRPr lang="en-US" altLang="zh-CN" sz="2400" b="1" dirty="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对新员工进行岗位的培训，让新员工了解公司的运作，使其能够尽快走上工作岗位接手公司安排的工作。</a:t>
            </a:r>
            <a:endParaRPr lang="en-US" altLang="zh-CN" sz="2400" b="1" dirty="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让新员工了解公司对他们的期望，提高新员工的信心。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13815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就职前培训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 首先由人事部对新员工进行介绍，让大家认识新员工；</a:t>
            </a:r>
            <a:endParaRPr lang="en-US" altLang="zh-CN" dirty="0" smtClean="0"/>
          </a:p>
          <a:p>
            <a:r>
              <a:rPr lang="zh-CN" altLang="en-US" dirty="0" smtClean="0"/>
              <a:t>然后为新员工准备好办公场所和用品，准备好给新员工的资料，指定老员工带新员工。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83023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岗位培训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新员工到职报道后，进行新员工须知培训，介绍公司体系和部门功能。</a:t>
            </a:r>
          </a:p>
          <a:p>
            <a:r>
              <a:rPr lang="zh-CN" altLang="en-US" dirty="0" smtClean="0"/>
              <a:t>经过一段时间的实习培训后，部门经理与新员工进行谈话，了解新员工进展和问题，并提出适当的建议。</a:t>
            </a:r>
          </a:p>
          <a:p>
            <a:r>
              <a:rPr lang="zh-CN" altLang="en-US" dirty="0" smtClean="0"/>
              <a:t>当新员工试用期满后，对新员工的表现进行讨论，看新员工是否适合当前的岗位。</a:t>
            </a:r>
          </a:p>
        </p:txBody>
      </p:sp>
    </p:spTree>
    <p:extLst>
      <p:ext uri="{BB962C8B-B14F-4D97-AF65-F5344CB8AC3E}">
        <p14:creationId xmlns:p14="http://schemas.microsoft.com/office/powerpoint/2010/main" val="16520560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整体培训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公司前景、架构、主要业务</a:t>
            </a:r>
          </a:p>
          <a:p>
            <a:r>
              <a:rPr lang="zh-CN" altLang="en-US" dirty="0" smtClean="0"/>
              <a:t>公司政策、待遇与福利、绩效考核</a:t>
            </a:r>
          </a:p>
          <a:p>
            <a:r>
              <a:rPr lang="zh-CN" altLang="en-US" dirty="0" smtClean="0"/>
              <a:t>公司各部门功能介绍、公司相关程序</a:t>
            </a:r>
          </a:p>
          <a:p>
            <a:r>
              <a:rPr lang="zh-CN" altLang="en-US" dirty="0" smtClean="0"/>
              <a:t>与新员工沟通，回答新员工提出的问题 </a:t>
            </a:r>
          </a:p>
        </p:txBody>
      </p:sp>
    </p:spTree>
    <p:extLst>
      <p:ext uri="{BB962C8B-B14F-4D97-AF65-F5344CB8AC3E}">
        <p14:creationId xmlns:p14="http://schemas.microsoft.com/office/powerpoint/2010/main" val="30643506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行政部门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 smtClean="0"/>
              <a:t>部门职责</a:t>
            </a:r>
          </a:p>
          <a:p>
            <a:r>
              <a:rPr lang="zh-CN" altLang="en-US" dirty="0" smtClean="0"/>
              <a:t>与其他部门的协作关系</a:t>
            </a:r>
          </a:p>
          <a:p>
            <a:r>
              <a:rPr lang="zh-CN" altLang="en-US" dirty="0" smtClean="0"/>
              <a:t>部门的规章制度</a:t>
            </a: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43173054"/>
              </p:ext>
            </p:extLst>
          </p:nvPr>
        </p:nvGraphicFramePr>
        <p:xfrm>
          <a:off x="6507163" y="2695575"/>
          <a:ext cx="4965700" cy="3482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329233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D37E308-CFF4-456C-9474-74F0E69CBE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graphicEl>
                                              <a:dgm id="{7D37E308-CFF4-456C-9474-74F0E69CBEF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graphicEl>
                                              <a:dgm id="{7D37E308-CFF4-456C-9474-74F0E69CBE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graphicEl>
                                              <a:dgm id="{7D37E308-CFF4-456C-9474-74F0E69CBE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13672B9-403D-4333-9509-AB7BB499AC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graphicEl>
                                              <a:dgm id="{A13672B9-403D-4333-9509-AB7BB499AC8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graphicEl>
                                              <a:dgm id="{A13672B9-403D-4333-9509-AB7BB499AC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graphicEl>
                                              <a:dgm id="{A13672B9-403D-4333-9509-AB7BB499AC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B4EBCDF-0BE2-4D0A-B833-E22FE9B4F9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graphicEl>
                                              <a:dgm id="{FB4EBCDF-0BE2-4D0A-B833-E22FE9B4F9D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graphicEl>
                                              <a:dgm id="{FB4EBCDF-0BE2-4D0A-B833-E22FE9B4F9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graphicEl>
                                              <a:dgm id="{FB4EBCDF-0BE2-4D0A-B833-E22FE9B4F9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D2D1867-4430-4F62-BC75-1275083213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graphicEl>
                                              <a:dgm id="{4D2D1867-4430-4F62-BC75-12750832139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graphicEl>
                                              <a:dgm id="{4D2D1867-4430-4F62-BC75-1275083213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graphicEl>
                                              <a:dgm id="{4D2D1867-4430-4F62-BC75-1275083213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2DADAC3-EFB9-4686-96B0-5B4C9CE653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graphicEl>
                                              <a:dgm id="{12DADAC3-EFB9-4686-96B0-5B4C9CE653B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graphicEl>
                                              <a:dgm id="{12DADAC3-EFB9-4686-96B0-5B4C9CE653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graphicEl>
                                              <a:dgm id="{12DADAC3-EFB9-4686-96B0-5B4C9CE653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59AA275-FDB9-4080-9FDC-71E2DF2FFB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">
                                            <p:graphicEl>
                                              <a:dgm id="{059AA275-FDB9-4080-9FDC-71E2DF2FFB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graphicEl>
                                              <a:dgm id="{059AA275-FDB9-4080-9FDC-71E2DF2FFB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graphicEl>
                                              <a:dgm id="{059AA275-FDB9-4080-9FDC-71E2DF2FFB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9BEB3C2-130F-4731-95AC-8EA07ACAB0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">
                                            <p:graphicEl>
                                              <a:dgm id="{E9BEB3C2-130F-4731-95AC-8EA07ACAB05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>
                                            <p:graphicEl>
                                              <a:dgm id="{E9BEB3C2-130F-4731-95AC-8EA07ACAB0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graphicEl>
                                              <a:dgm id="{E9BEB3C2-130F-4731-95AC-8EA07ACAB0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5" grpId="0">
        <p:bldSub>
          <a:bldDgm bld="lvlOne"/>
        </p:bldSub>
      </p:bldGraphic>
    </p:bldLst>
  </p:timing>
</p:sld>
</file>

<file path=ppt/slides/slide8.xml><?xml version="1.0" encoding="utf-8"?>
<p:sld xmlns:a14="http://schemas.microsoft.com/office/drawing/2010/main" xmlns:p14="http://schemas.microsoft.com/office/powerpoint/2010/main" xmlns:mc="http://schemas.openxmlformats.org/markup-compatibility/2006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考核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 smtClean="0"/>
              <a:t>岗位培训考核            </a:t>
            </a:r>
          </a:p>
          <a:p>
            <a:r>
              <a:rPr lang="zh-CN" altLang="en-US" dirty="0" smtClean="0"/>
              <a:t>公司整体培训考核   </a:t>
            </a:r>
          </a:p>
          <a:p>
            <a:r>
              <a:rPr lang="zh-CN" altLang="en-US" dirty="0" smtClean="0"/>
              <a:t>试用期内表现评估</a:t>
            </a:r>
          </a:p>
          <a:p>
            <a:r>
              <a:rPr lang="zh-CN" altLang="en-US" dirty="0" smtClean="0"/>
              <a:t>整体评估 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000" y="2700000"/>
            <a:ext cx="3240000" cy="3240000"/>
          </a:xfrm>
        </p:spPr>
      </p:pic>
    </p:spTree>
    <p:extLst>
      <p:ext uri="{BB962C8B-B14F-4D97-AF65-F5344CB8AC3E}">
        <p14:creationId xmlns:p14="http://schemas.microsoft.com/office/powerpoint/2010/main" val="18504382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262880" y="2947462"/>
            <a:ext cx="4307590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8000" b="1" cap="none" spc="0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>
                  <a:reflection blurRad="6350" stA="60000" endA="900" endPos="60000" dist="29997" dir="5400000" sy="-100000" algn="bl" rotWithShape="0"/>
                </a:effectLst>
              </a:rPr>
              <a:t>谢谢观看</a:t>
            </a:r>
            <a:endParaRPr lang="zh-CN" altLang="en-US" sz="80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1963304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peelOff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33</TotalTime>
  <Words>283</Words>
  <Application>Microsoft Office PowerPoint</Application>
  <PresentationFormat>自定义</PresentationFormat>
  <Paragraphs>39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方正舒体</vt:lpstr>
      <vt:lpstr>微软雅黑</vt:lpstr>
      <vt:lpstr>Arial</vt:lpstr>
      <vt:lpstr>Garamond</vt:lpstr>
      <vt:lpstr>环保</vt:lpstr>
      <vt:lpstr>华威科技有限公司</vt:lpstr>
      <vt:lpstr>目录</vt:lpstr>
      <vt:lpstr>培训目的</vt:lpstr>
      <vt:lpstr>就职前培训</vt:lpstr>
      <vt:lpstr>岗位培训</vt:lpstr>
      <vt:lpstr>整体培训</vt:lpstr>
      <vt:lpstr>行政部门</vt:lpstr>
      <vt:lpstr>考核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华威科技有限公司</dc:title>
  <dc:creator>NTKO</dc:creator>
  <cp:lastModifiedBy>windows用户</cp:lastModifiedBy>
  <cp:revision>6</cp:revision>
  <dcterms:created xsi:type="dcterms:W3CDTF">2017-09-22T02:32:32Z</dcterms:created>
  <dcterms:modified xsi:type="dcterms:W3CDTF">2023-03-30T02:10:26Z</dcterms:modified>
</cp:coreProperties>
</file>