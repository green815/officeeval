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notesMasterIdLst>
    <p:notesMasterId r:id="rId7"/>
  </p:notesMasterIdLst>
  <p:sldIdLst>
    <p:sldId id="266" r:id="rId2"/>
    <p:sldId id="265" r:id="rId3"/>
    <p:sldId id="264" r:id="rId4"/>
    <p:sldId id="263" r:id="rId5"/>
    <p:sldId id="262" r:id="rId6"/>
  </p:sldIdLst>
  <p:sldSz cx="12801600" cy="9601200" type="A3"/>
  <p:notesSz cx="6858000" cy="9144000"/>
  <p:defaultTextStyle>
    <a:defPPr>
      <a:defRPr lang="zh-CN"/>
    </a:defPPr>
    <a:lvl1pPr marL="0" algn="l" defTabSz="128016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1pPr>
    <a:lvl2pPr marL="640080" algn="l" defTabSz="128016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2pPr>
    <a:lvl3pPr marL="1280160" algn="l" defTabSz="128016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3pPr>
    <a:lvl4pPr marL="1920240" algn="l" defTabSz="128016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4pPr>
    <a:lvl5pPr marL="2560320" algn="l" defTabSz="128016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5pPr>
    <a:lvl6pPr marL="3200400" algn="l" defTabSz="128016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6pPr>
    <a:lvl7pPr marL="3840480" algn="l" defTabSz="128016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7pPr>
    <a:lvl8pPr marL="4480560" algn="l" defTabSz="128016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8pPr>
    <a:lvl9pPr marL="5120640" algn="l" defTabSz="128016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24" userDrawn="1">
          <p15:clr>
            <a:srgbClr val="A4A3A4"/>
          </p15:clr>
        </p15:guide>
        <p15:guide id="2" pos="40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90" y="216"/>
      </p:cViewPr>
      <p:guideLst>
        <p:guide orient="horz" pos="3024"/>
        <p:guide pos="403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10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3314E6-7FCA-4E6E-8AE0-85FC48BDACBF}" type="doc">
      <dgm:prSet loTypeId="urn:microsoft.com/office/officeart/2005/8/layout/equation2" loCatId="process" qsTypeId="urn:microsoft.com/office/officeart/2005/8/quickstyle/3d3" qsCatId="3D" csTypeId="urn:microsoft.com/office/officeart/2005/8/colors/accent2_2" csCatId="accent2" phldr="1"/>
      <dgm:spPr/>
    </dgm:pt>
    <dgm:pt modelId="{09BB7E9C-47F4-41E3-9166-F3A9DFE1E57E}">
      <dgm:prSet phldrT="[文本]"/>
      <dgm:spPr/>
      <dgm:t>
        <a:bodyPr/>
        <a:lstStyle/>
        <a:p>
          <a:r>
            <a:rPr lang="zh-CN" dirty="0" smtClean="0"/>
            <a:t>主料：紫洋葱、花生米。</a:t>
          </a:r>
          <a:endParaRPr lang="zh-CN" altLang="en-US" dirty="0"/>
        </a:p>
      </dgm:t>
    </dgm:pt>
    <dgm:pt modelId="{FE397D6E-A9C1-4BB2-937C-A1FA1AEE74DA}" type="parTrans" cxnId="{6EB3FC08-FBDD-4A34-86AD-0FA9347E28D3}">
      <dgm:prSet/>
      <dgm:spPr/>
      <dgm:t>
        <a:bodyPr/>
        <a:lstStyle/>
        <a:p>
          <a:endParaRPr lang="zh-CN" altLang="en-US"/>
        </a:p>
      </dgm:t>
    </dgm:pt>
    <dgm:pt modelId="{DDA39036-4B83-4794-85C2-43177EC3AAFA}" type="sibTrans" cxnId="{6EB3FC08-FBDD-4A34-86AD-0FA9347E28D3}">
      <dgm:prSet/>
      <dgm:spPr/>
      <dgm:t>
        <a:bodyPr/>
        <a:lstStyle/>
        <a:p>
          <a:endParaRPr lang="zh-CN" altLang="en-US"/>
        </a:p>
      </dgm:t>
    </dgm:pt>
    <dgm:pt modelId="{62BF0834-EE4D-452A-9AB2-5542E7EA0F57}">
      <dgm:prSet/>
      <dgm:spPr/>
      <dgm:t>
        <a:bodyPr/>
        <a:lstStyle/>
        <a:p>
          <a:r>
            <a:rPr lang="zh-CN" smtClean="0"/>
            <a:t>作料：陈醋、鲜味酱油、白糖、鸡精。</a:t>
          </a:r>
          <a:endParaRPr lang="zh-CN"/>
        </a:p>
      </dgm:t>
    </dgm:pt>
    <dgm:pt modelId="{7A1ACE8C-5E66-48AD-9209-1C9A4D089F40}" type="parTrans" cxnId="{F5E3E95B-6D64-48FC-8498-212EBC2A82B9}">
      <dgm:prSet/>
      <dgm:spPr/>
      <dgm:t>
        <a:bodyPr/>
        <a:lstStyle/>
        <a:p>
          <a:endParaRPr lang="zh-CN" altLang="en-US"/>
        </a:p>
      </dgm:t>
    </dgm:pt>
    <dgm:pt modelId="{C767D1EC-FC38-482D-9BBB-19C20FC7639E}" type="sibTrans" cxnId="{F5E3E95B-6D64-48FC-8498-212EBC2A82B9}">
      <dgm:prSet/>
      <dgm:spPr/>
      <dgm:t>
        <a:bodyPr/>
        <a:lstStyle/>
        <a:p>
          <a:endParaRPr lang="zh-CN" altLang="en-US"/>
        </a:p>
      </dgm:t>
    </dgm:pt>
    <dgm:pt modelId="{B78BD0A4-4669-4071-B2EE-6B1303433278}">
      <dgm:prSet/>
      <dgm:spPr/>
      <dgm:t>
        <a:bodyPr/>
        <a:lstStyle/>
        <a:p>
          <a:r>
            <a:rPr lang="zh-CN" dirty="0" smtClean="0"/>
            <a:t>做法：①将花生米用</a:t>
          </a:r>
          <a:r>
            <a:rPr lang="en-US" dirty="0" smtClean="0"/>
            <a:t>40</a:t>
          </a:r>
          <a:r>
            <a:rPr lang="zh-CN" dirty="0" smtClean="0"/>
            <a:t>℃</a:t>
          </a:r>
          <a:r>
            <a:rPr lang="en-US" dirty="0" smtClean="0"/>
            <a:t>~50</a:t>
          </a:r>
          <a:r>
            <a:rPr lang="zh-CN" dirty="0" smtClean="0"/>
            <a:t>℃的温水浸泡</a:t>
          </a:r>
          <a:r>
            <a:rPr lang="en-US" dirty="0" smtClean="0"/>
            <a:t>3~5</a:t>
          </a:r>
          <a:r>
            <a:rPr lang="zh-CN" dirty="0" smtClean="0"/>
            <a:t>小时，不用水煮，清水洗净待用；②将洋葱切成菱形小块；③用陈醋、鲜味酱油、白糖和鸡精将洋葱和花生米拌匀，</a:t>
          </a:r>
          <a:r>
            <a:rPr lang="en-US" dirty="0" smtClean="0"/>
            <a:t>10</a:t>
          </a:r>
          <a:r>
            <a:rPr lang="zh-CN" dirty="0" smtClean="0"/>
            <a:t>分钟后即可以食用。</a:t>
          </a:r>
          <a:endParaRPr lang="zh-CN" dirty="0"/>
        </a:p>
      </dgm:t>
    </dgm:pt>
    <dgm:pt modelId="{A230D34B-C9F7-415D-B301-F06866DBD6EF}" type="parTrans" cxnId="{B4C68042-A6D7-45DB-AAA3-53747D9F9B30}">
      <dgm:prSet/>
      <dgm:spPr/>
      <dgm:t>
        <a:bodyPr/>
        <a:lstStyle/>
        <a:p>
          <a:endParaRPr lang="zh-CN" altLang="en-US"/>
        </a:p>
      </dgm:t>
    </dgm:pt>
    <dgm:pt modelId="{29D6C2B7-7CF3-4582-AD1E-9C8EE4DE631D}" type="sibTrans" cxnId="{B4C68042-A6D7-45DB-AAA3-53747D9F9B30}">
      <dgm:prSet/>
      <dgm:spPr/>
      <dgm:t>
        <a:bodyPr/>
        <a:lstStyle/>
        <a:p>
          <a:endParaRPr lang="zh-CN" altLang="en-US"/>
        </a:p>
      </dgm:t>
    </dgm:pt>
    <dgm:pt modelId="{E2458CB7-3B73-4F99-9B77-78ABD6158D8D}" type="pres">
      <dgm:prSet presAssocID="{CE3314E6-7FCA-4E6E-8AE0-85FC48BDACBF}" presName="Name0" presStyleCnt="0">
        <dgm:presLayoutVars>
          <dgm:dir/>
          <dgm:resizeHandles val="exact"/>
        </dgm:presLayoutVars>
      </dgm:prSet>
      <dgm:spPr/>
    </dgm:pt>
    <dgm:pt modelId="{010BE361-A15C-471B-AFA8-E615B2ADA2D3}" type="pres">
      <dgm:prSet presAssocID="{CE3314E6-7FCA-4E6E-8AE0-85FC48BDACBF}" presName="vNodes" presStyleCnt="0"/>
      <dgm:spPr/>
    </dgm:pt>
    <dgm:pt modelId="{D9F3BA18-48C7-4429-835B-C75E4E8E15AD}" type="pres">
      <dgm:prSet presAssocID="{09BB7E9C-47F4-41E3-9166-F3A9DFE1E57E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8D0A397-F3F8-44B7-A68E-E6999556CEE0}" type="pres">
      <dgm:prSet presAssocID="{DDA39036-4B83-4794-85C2-43177EC3AAFA}" presName="spacerT" presStyleCnt="0"/>
      <dgm:spPr/>
    </dgm:pt>
    <dgm:pt modelId="{1D4720B1-BDA5-4D3A-A543-3895B6AE4F58}" type="pres">
      <dgm:prSet presAssocID="{DDA39036-4B83-4794-85C2-43177EC3AAFA}" presName="sibTrans" presStyleLbl="sibTrans2D1" presStyleIdx="0" presStyleCnt="2"/>
      <dgm:spPr/>
      <dgm:t>
        <a:bodyPr/>
        <a:lstStyle/>
        <a:p>
          <a:endParaRPr lang="zh-CN" altLang="en-US"/>
        </a:p>
      </dgm:t>
    </dgm:pt>
    <dgm:pt modelId="{B3E7AB8C-1D22-47CB-9A9E-4D150E5E9858}" type="pres">
      <dgm:prSet presAssocID="{DDA39036-4B83-4794-85C2-43177EC3AAFA}" presName="spacerB" presStyleCnt="0"/>
      <dgm:spPr/>
    </dgm:pt>
    <dgm:pt modelId="{1DB72CD5-52E3-4B7F-ADB7-43932FA221BE}" type="pres">
      <dgm:prSet presAssocID="{62BF0834-EE4D-452A-9AB2-5542E7EA0F57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9B59E6EB-73ED-40C6-A87A-3BC2AA566CFE}" type="pres">
      <dgm:prSet presAssocID="{CE3314E6-7FCA-4E6E-8AE0-85FC48BDACBF}" presName="sibTransLast" presStyleLbl="sibTrans2D1" presStyleIdx="1" presStyleCnt="2"/>
      <dgm:spPr/>
      <dgm:t>
        <a:bodyPr/>
        <a:lstStyle/>
        <a:p>
          <a:endParaRPr lang="zh-CN" altLang="en-US"/>
        </a:p>
      </dgm:t>
    </dgm:pt>
    <dgm:pt modelId="{9A124E3D-5FF4-479F-B9D6-8E3F3CC58C3B}" type="pres">
      <dgm:prSet presAssocID="{CE3314E6-7FCA-4E6E-8AE0-85FC48BDACBF}" presName="connectorText" presStyleLbl="sibTrans2D1" presStyleIdx="1" presStyleCnt="2"/>
      <dgm:spPr/>
      <dgm:t>
        <a:bodyPr/>
        <a:lstStyle/>
        <a:p>
          <a:endParaRPr lang="zh-CN" altLang="en-US"/>
        </a:p>
      </dgm:t>
    </dgm:pt>
    <dgm:pt modelId="{9800A6A0-3B68-4255-B149-B3063BDDA1CC}" type="pres">
      <dgm:prSet presAssocID="{CE3314E6-7FCA-4E6E-8AE0-85FC48BDACBF}" presName="last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237805C6-9781-4426-BB4D-A1952AE94861}" type="presOf" srcId="{CE3314E6-7FCA-4E6E-8AE0-85FC48BDACBF}" destId="{E2458CB7-3B73-4F99-9B77-78ABD6158D8D}" srcOrd="0" destOrd="0" presId="urn:microsoft.com/office/officeart/2005/8/layout/equation2"/>
    <dgm:cxn modelId="{C6DCF19D-42A1-410B-9E80-B951BD9A2DD9}" type="presOf" srcId="{C767D1EC-FC38-482D-9BBB-19C20FC7639E}" destId="{9A124E3D-5FF4-479F-B9D6-8E3F3CC58C3B}" srcOrd="1" destOrd="0" presId="urn:microsoft.com/office/officeart/2005/8/layout/equation2"/>
    <dgm:cxn modelId="{5BEA73A6-F018-40B4-8D50-1AA7B7226242}" type="presOf" srcId="{62BF0834-EE4D-452A-9AB2-5542E7EA0F57}" destId="{1DB72CD5-52E3-4B7F-ADB7-43932FA221BE}" srcOrd="0" destOrd="0" presId="urn:microsoft.com/office/officeart/2005/8/layout/equation2"/>
    <dgm:cxn modelId="{B4C68042-A6D7-45DB-AAA3-53747D9F9B30}" srcId="{CE3314E6-7FCA-4E6E-8AE0-85FC48BDACBF}" destId="{B78BD0A4-4669-4071-B2EE-6B1303433278}" srcOrd="2" destOrd="0" parTransId="{A230D34B-C9F7-415D-B301-F06866DBD6EF}" sibTransId="{29D6C2B7-7CF3-4582-AD1E-9C8EE4DE631D}"/>
    <dgm:cxn modelId="{7C6786E1-A4B4-4960-9798-0852A393F903}" type="presOf" srcId="{B78BD0A4-4669-4071-B2EE-6B1303433278}" destId="{9800A6A0-3B68-4255-B149-B3063BDDA1CC}" srcOrd="0" destOrd="0" presId="urn:microsoft.com/office/officeart/2005/8/layout/equation2"/>
    <dgm:cxn modelId="{6EB3FC08-FBDD-4A34-86AD-0FA9347E28D3}" srcId="{CE3314E6-7FCA-4E6E-8AE0-85FC48BDACBF}" destId="{09BB7E9C-47F4-41E3-9166-F3A9DFE1E57E}" srcOrd="0" destOrd="0" parTransId="{FE397D6E-A9C1-4BB2-937C-A1FA1AEE74DA}" sibTransId="{DDA39036-4B83-4794-85C2-43177EC3AAFA}"/>
    <dgm:cxn modelId="{DD9D0FA6-F456-43F2-B59B-A9E231B9D18E}" type="presOf" srcId="{DDA39036-4B83-4794-85C2-43177EC3AAFA}" destId="{1D4720B1-BDA5-4D3A-A543-3895B6AE4F58}" srcOrd="0" destOrd="0" presId="urn:microsoft.com/office/officeart/2005/8/layout/equation2"/>
    <dgm:cxn modelId="{F5E3E95B-6D64-48FC-8498-212EBC2A82B9}" srcId="{CE3314E6-7FCA-4E6E-8AE0-85FC48BDACBF}" destId="{62BF0834-EE4D-452A-9AB2-5542E7EA0F57}" srcOrd="1" destOrd="0" parTransId="{7A1ACE8C-5E66-48AD-9209-1C9A4D089F40}" sibTransId="{C767D1EC-FC38-482D-9BBB-19C20FC7639E}"/>
    <dgm:cxn modelId="{4BF623C6-2105-4900-8A18-031A25AF5618}" type="presOf" srcId="{C767D1EC-FC38-482D-9BBB-19C20FC7639E}" destId="{9B59E6EB-73ED-40C6-A87A-3BC2AA566CFE}" srcOrd="0" destOrd="0" presId="urn:microsoft.com/office/officeart/2005/8/layout/equation2"/>
    <dgm:cxn modelId="{DA80BA0C-CB51-47B7-8509-CAA9D103FA31}" type="presOf" srcId="{09BB7E9C-47F4-41E3-9166-F3A9DFE1E57E}" destId="{D9F3BA18-48C7-4429-835B-C75E4E8E15AD}" srcOrd="0" destOrd="0" presId="urn:microsoft.com/office/officeart/2005/8/layout/equation2"/>
    <dgm:cxn modelId="{451DA768-F47E-45C2-B614-F00954868025}" type="presParOf" srcId="{E2458CB7-3B73-4F99-9B77-78ABD6158D8D}" destId="{010BE361-A15C-471B-AFA8-E615B2ADA2D3}" srcOrd="0" destOrd="0" presId="urn:microsoft.com/office/officeart/2005/8/layout/equation2"/>
    <dgm:cxn modelId="{B6812D3E-9E1D-44DE-B1A0-486171C0A683}" type="presParOf" srcId="{010BE361-A15C-471B-AFA8-E615B2ADA2D3}" destId="{D9F3BA18-48C7-4429-835B-C75E4E8E15AD}" srcOrd="0" destOrd="0" presId="urn:microsoft.com/office/officeart/2005/8/layout/equation2"/>
    <dgm:cxn modelId="{9325842B-BADC-45FD-B08B-6F2FACFE3588}" type="presParOf" srcId="{010BE361-A15C-471B-AFA8-E615B2ADA2D3}" destId="{58D0A397-F3F8-44B7-A68E-E6999556CEE0}" srcOrd="1" destOrd="0" presId="urn:microsoft.com/office/officeart/2005/8/layout/equation2"/>
    <dgm:cxn modelId="{34574ED8-1A89-4CA4-B464-D137048940C8}" type="presParOf" srcId="{010BE361-A15C-471B-AFA8-E615B2ADA2D3}" destId="{1D4720B1-BDA5-4D3A-A543-3895B6AE4F58}" srcOrd="2" destOrd="0" presId="urn:microsoft.com/office/officeart/2005/8/layout/equation2"/>
    <dgm:cxn modelId="{27064D10-BD07-4032-9402-FF65195CBE25}" type="presParOf" srcId="{010BE361-A15C-471B-AFA8-E615B2ADA2D3}" destId="{B3E7AB8C-1D22-47CB-9A9E-4D150E5E9858}" srcOrd="3" destOrd="0" presId="urn:microsoft.com/office/officeart/2005/8/layout/equation2"/>
    <dgm:cxn modelId="{EFED11F1-C51F-454C-9EC3-A196F6F33E55}" type="presParOf" srcId="{010BE361-A15C-471B-AFA8-E615B2ADA2D3}" destId="{1DB72CD5-52E3-4B7F-ADB7-43932FA221BE}" srcOrd="4" destOrd="0" presId="urn:microsoft.com/office/officeart/2005/8/layout/equation2"/>
    <dgm:cxn modelId="{384E0E0D-3544-44AF-9B46-FEAEEDFEDD00}" type="presParOf" srcId="{E2458CB7-3B73-4F99-9B77-78ABD6158D8D}" destId="{9B59E6EB-73ED-40C6-A87A-3BC2AA566CFE}" srcOrd="1" destOrd="0" presId="urn:microsoft.com/office/officeart/2005/8/layout/equation2"/>
    <dgm:cxn modelId="{F378210C-115A-4D98-988B-AD31CCEA0CF6}" type="presParOf" srcId="{9B59E6EB-73ED-40C6-A87A-3BC2AA566CFE}" destId="{9A124E3D-5FF4-479F-B9D6-8E3F3CC58C3B}" srcOrd="0" destOrd="0" presId="urn:microsoft.com/office/officeart/2005/8/layout/equation2"/>
    <dgm:cxn modelId="{B1B54686-988D-49BB-A416-FF695D167F8B}" type="presParOf" srcId="{E2458CB7-3B73-4F99-9B77-78ABD6158D8D}" destId="{9800A6A0-3B68-4255-B149-B3063BDDA1CC}" srcOrd="2" destOrd="0" presId="urn:microsoft.com/office/officeart/2005/8/layout/equati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F3BA18-48C7-4429-835B-C75E4E8E15AD}">
      <dsp:nvSpPr>
        <dsp:cNvPr id="0" name=""/>
        <dsp:cNvSpPr/>
      </dsp:nvSpPr>
      <dsp:spPr>
        <a:xfrm>
          <a:off x="877834" y="827"/>
          <a:ext cx="1980876" cy="198087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200" kern="1200" dirty="0" smtClean="0"/>
            <a:t>主料：紫洋葱、花生米。</a:t>
          </a:r>
          <a:endParaRPr lang="zh-CN" altLang="en-US" sz="2200" kern="1200" dirty="0"/>
        </a:p>
      </dsp:txBody>
      <dsp:txXfrm>
        <a:off x="1167927" y="290920"/>
        <a:ext cx="1400690" cy="1400690"/>
      </dsp:txXfrm>
    </dsp:sp>
    <dsp:sp modelId="{1D4720B1-BDA5-4D3A-A543-3895B6AE4F58}">
      <dsp:nvSpPr>
        <dsp:cNvPr id="0" name=""/>
        <dsp:cNvSpPr/>
      </dsp:nvSpPr>
      <dsp:spPr>
        <a:xfrm>
          <a:off x="1293818" y="2142551"/>
          <a:ext cx="1148908" cy="1148908"/>
        </a:xfrm>
        <a:prstGeom prst="mathPlus">
          <a:avLst/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800" kern="1200"/>
        </a:p>
      </dsp:txBody>
      <dsp:txXfrm>
        <a:off x="1446106" y="2581893"/>
        <a:ext cx="844332" cy="270224"/>
      </dsp:txXfrm>
    </dsp:sp>
    <dsp:sp modelId="{1DB72CD5-52E3-4B7F-ADB7-43932FA221BE}">
      <dsp:nvSpPr>
        <dsp:cNvPr id="0" name=""/>
        <dsp:cNvSpPr/>
      </dsp:nvSpPr>
      <dsp:spPr>
        <a:xfrm>
          <a:off x="877834" y="3452307"/>
          <a:ext cx="1980876" cy="198087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200" kern="1200" smtClean="0"/>
            <a:t>作料：陈醋、鲜味酱油、白糖、鸡精。</a:t>
          </a:r>
          <a:endParaRPr lang="zh-CN" altLang="en-US" sz="2200" kern="1200"/>
        </a:p>
      </dsp:txBody>
      <dsp:txXfrm>
        <a:off x="1167927" y="3742400"/>
        <a:ext cx="1400690" cy="1400690"/>
      </dsp:txXfrm>
    </dsp:sp>
    <dsp:sp modelId="{9B59E6EB-73ED-40C6-A87A-3BC2AA566CFE}">
      <dsp:nvSpPr>
        <dsp:cNvPr id="0" name=""/>
        <dsp:cNvSpPr/>
      </dsp:nvSpPr>
      <dsp:spPr>
        <a:xfrm>
          <a:off x="3155842" y="2348562"/>
          <a:ext cx="629918" cy="73688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800" kern="1200"/>
        </a:p>
      </dsp:txBody>
      <dsp:txXfrm>
        <a:off x="3155842" y="2495939"/>
        <a:ext cx="440943" cy="442132"/>
      </dsp:txXfrm>
    </dsp:sp>
    <dsp:sp modelId="{9800A6A0-3B68-4255-B149-B3063BDDA1CC}">
      <dsp:nvSpPr>
        <dsp:cNvPr id="0" name=""/>
        <dsp:cNvSpPr/>
      </dsp:nvSpPr>
      <dsp:spPr>
        <a:xfrm>
          <a:off x="4047237" y="736129"/>
          <a:ext cx="3961753" cy="396175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900" kern="1200" dirty="0" smtClean="0"/>
            <a:t>做法：①将花生米用</a:t>
          </a:r>
          <a:r>
            <a:rPr lang="en-US" sz="1900" kern="1200" dirty="0" smtClean="0"/>
            <a:t>40</a:t>
          </a:r>
          <a:r>
            <a:rPr lang="zh-CN" sz="1900" kern="1200" dirty="0" smtClean="0"/>
            <a:t>℃</a:t>
          </a:r>
          <a:r>
            <a:rPr lang="en-US" sz="1900" kern="1200" dirty="0" smtClean="0"/>
            <a:t>~50</a:t>
          </a:r>
          <a:r>
            <a:rPr lang="zh-CN" sz="1900" kern="1200" dirty="0" smtClean="0"/>
            <a:t>℃的温水浸泡</a:t>
          </a:r>
          <a:r>
            <a:rPr lang="en-US" sz="1900" kern="1200" dirty="0" smtClean="0"/>
            <a:t>3~5</a:t>
          </a:r>
          <a:r>
            <a:rPr lang="zh-CN" sz="1900" kern="1200" dirty="0" smtClean="0"/>
            <a:t>小时，不用水煮，清水洗净待用；②将洋葱切成菱形小块；③用陈醋、鲜味酱油、白糖和鸡精将洋葱和花生米拌匀，</a:t>
          </a:r>
          <a:r>
            <a:rPr lang="en-US" sz="1900" kern="1200" dirty="0" smtClean="0"/>
            <a:t>10</a:t>
          </a:r>
          <a:r>
            <a:rPr lang="zh-CN" sz="1900" kern="1200" dirty="0" smtClean="0"/>
            <a:t>分钟后即可以食用。</a:t>
          </a:r>
          <a:endParaRPr lang="zh-CN" sz="1900" kern="1200" dirty="0"/>
        </a:p>
      </dsp:txBody>
      <dsp:txXfrm>
        <a:off x="4627422" y="1316314"/>
        <a:ext cx="2801383" cy="28013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equation2">
  <dgm:title val=""/>
  <dgm:desc val=""/>
  <dgm:catLst>
    <dgm:cat type="relationship" pri="18000"/>
    <dgm:cat type="process" pri="2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linDir" val="fromL"/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ch" ptType="node" func="cnt" op="gte" val="3">
        <dgm:constrLst>
          <dgm:constr type="h" for="des" forName="node" refType="w" fact="0.5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ch" forName="lastNode" op="equ" val="65"/>
          <dgm:constr type="primFontSz" for="des" forName="node" op="equ" val="65"/>
          <dgm:constr type="primFontSz" for="des" forName="sibTrans" val="55"/>
          <dgm:constr type="primFontSz" for="des" forName="sibTrans" refType="primFontSz" refFor="des" refForName="node" op="lte" fact="0.8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if>
      <dgm:else name="Name6">
        <dgm:constrLst>
          <dgm:constr type="h" for="des" forName="node" refType="w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des" forName="node" val="65"/>
          <dgm:constr type="primFontSz" for="ch" forName="lastNode" refType="primFontSz" refFor="des" refForName="node" op="equ"/>
          <dgm:constr type="primFontSz" for="des" forName="sibTrans" val="55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else>
    </dgm:choose>
    <dgm:ruleLst/>
    <dgm:choose name="Name7">
      <dgm:if name="Name8" axis="ch" ptType="node" func="cnt" op="gte" val="1">
        <dgm:layoutNode name="vNodes">
          <dgm:alg type="lin">
            <dgm:param type="linDir" val="fromT"/>
            <dgm:param type="fallback" val="2D"/>
          </dgm:alg>
          <dgm:shape xmlns:r="http://schemas.openxmlformats.org/officeDocument/2006/relationships" r:blip="">
            <dgm:adjLst/>
          </dgm:shape>
          <dgm:presOf/>
          <dgm:constrLst/>
          <dgm:ruleLst/>
          <dgm:forEach name="Name9" axis="ch" ptType="node">
            <dgm:choose name="Name10">
              <dgm:if name="Name11" axis="self" func="revPos" op="neq" val="1">
                <dgm:layoutNode name="node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  <dgm:choose name="Name12">
                  <dgm:if name="Name13" axis="self" ptType="node" func="revPos" op="gt" val="2">
                    <dgm:forEach name="sibTransForEach" axis="followSib" ptType="sibTrans" cnt="1">
                      <dgm:layoutNode name="spacerT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  <dgm:layoutNode name="sibTrans">
                        <dgm:alg type="tx"/>
                        <dgm:shape xmlns:r="http://schemas.openxmlformats.org/officeDocument/2006/relationships" type="mathPlus" r:blip="">
                          <dgm:adjLst/>
                        </dgm:shape>
                        <dgm:presOf axis="self"/>
                        <dgm:constrLst>
                          <dgm:constr type="h" refType="w"/>
                          <dgm:constr type="lMarg"/>
                          <dgm:constr type="rMarg"/>
                          <dgm:constr type="tMarg"/>
                          <dgm:constr type="bMarg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spacerB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</dgm:forEach>
                  </dgm:if>
                  <dgm:else name="Name14"/>
                </dgm:choose>
              </dgm:if>
              <dgm:else name="Name15"/>
            </dgm:choose>
          </dgm:forEach>
        </dgm:layoutNode>
        <dgm:choose name="Name16">
          <dgm:if name="Name17" axis="ch" ptType="node" func="cnt" op="gt" val="1">
            <dgm:layoutNode name="sibTransLast">
              <dgm:alg type="conn">
                <dgm:param type="begPts" val="auto"/>
                <dgm:param type="endPts" val="auto"/>
                <dgm:param type="srcNode" val="vNodes"/>
                <dgm:param type="dstNode" val="lastNode"/>
              </dgm:alg>
              <dgm:shape xmlns:r="http://schemas.openxmlformats.org/officeDocument/2006/relationships" type="conn" r:blip="">
                <dgm:adjLst/>
              </dgm:shape>
              <dgm:presOf axis="ch" ptType="sibTrans" st="-1" cnt="1"/>
              <dgm:constrLst>
                <dgm:constr type="h" refType="w" fact="0.62"/>
                <dgm:constr type="connDist"/>
                <dgm:constr type="begPad" refType="connDist" fact="0.25"/>
                <dgm:constr type="endPad" refType="connDist" fact="0.22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ch desOrSelf" ptType="sibTrans sibTrans" st="-1 1" cnt="1 0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if>
          <dgm:else name="Name18"/>
        </dgm:choose>
        <dgm:layoutNode name="lastNode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ellipse" r:blip="">
            <dgm:adjLst/>
          </dgm:shape>
          <dgm:presOf axis="ch desOrSelf" ptType="node node" st="-1 1" cnt="1 0"/>
          <dgm:constrLst>
            <dgm:constr type="h" refType="w"/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</dgm:if>
      <dgm:else name="Name19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7DC5E2-72E4-4787-A773-E808F8F847DE}" type="datetimeFigureOut">
              <a:rPr lang="zh-CN" altLang="en-US" smtClean="0"/>
              <a:t>2023/10/13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94DC68-10FB-4ECD-96D2-E49C5DB9C4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5479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1pPr>
    <a:lvl2pPr marL="64008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2pPr>
    <a:lvl3pPr marL="128016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3pPr>
    <a:lvl4pPr marL="192024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4pPr>
    <a:lvl5pPr marL="256032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5pPr>
    <a:lvl6pPr marL="320040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6pPr>
    <a:lvl7pPr marL="384048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7pPr>
    <a:lvl8pPr marL="448056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8pPr>
    <a:lvl9pPr marL="512064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本款小菜适用于高血脂、高血压、动脉硬化、冠心病、糖尿病患者及亚健康人士食用。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94DC68-10FB-4ECD-96D2-E49C5DB9C4C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8333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1853" y="-11855"/>
            <a:ext cx="12837726" cy="9624909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82834" y="3366348"/>
            <a:ext cx="8157407" cy="2304823"/>
          </a:xfrm>
        </p:spPr>
        <p:txBody>
          <a:bodyPr anchor="b">
            <a:noAutofit/>
          </a:bodyPr>
          <a:lstStyle>
            <a:lvl1pPr algn="r">
              <a:defRPr sz="7560">
                <a:solidFill>
                  <a:schemeClr val="accent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82834" y="5671168"/>
            <a:ext cx="8157407" cy="153565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40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80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2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56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480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BAB1-E528-4A76-A758-1B95E76847A7}" type="datetimeFigureOut">
              <a:rPr lang="zh-CN" altLang="en-US" smtClean="0"/>
              <a:t>2023/10/13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508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BAB1-E528-4A76-A758-1B95E76847A7}" type="datetimeFigureOut">
              <a:rPr lang="zh-CN" altLang="en-US" smtClean="0"/>
              <a:t>2023/10/13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2222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38" y="3781216"/>
            <a:ext cx="8886801" cy="2557213"/>
          </a:xfrm>
        </p:spPr>
        <p:txBody>
          <a:bodyPr anchor="b"/>
          <a:lstStyle>
            <a:lvl1pPr algn="l">
              <a:defRPr sz="56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438" y="6338427"/>
            <a:ext cx="8886801" cy="1204560"/>
          </a:xfrm>
        </p:spPr>
        <p:txBody>
          <a:bodyPr anchor="t"/>
          <a:lstStyle>
            <a:lvl1pPr marL="0" indent="0" algn="l">
              <a:buNone/>
              <a:defRPr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4008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2pPr>
            <a:lvl3pPr marL="128016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3pPr>
            <a:lvl4pPr marL="192024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4pPr>
            <a:lvl5pPr marL="256032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5pPr>
            <a:lvl6pPr marL="320040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6pPr>
            <a:lvl7pPr marL="384048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7pPr>
            <a:lvl8pPr marL="448056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8pPr>
            <a:lvl9pPr marL="512064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BAB1-E528-4A76-A758-1B95E76847A7}" type="datetimeFigureOut">
              <a:rPr lang="zh-CN" altLang="en-US" smtClean="0"/>
              <a:t>2023/10/13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7423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40" y="853440"/>
            <a:ext cx="8886800" cy="184912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3441" y="3024825"/>
            <a:ext cx="4323353" cy="5433081"/>
          </a:xfrm>
        </p:spPr>
        <p:txBody>
          <a:bodyPr>
            <a:normAutofit/>
          </a:bodyPr>
          <a:lstStyle>
            <a:lvl1pPr>
              <a:defRPr sz="2520"/>
            </a:lvl1pPr>
            <a:lvl2pPr>
              <a:defRPr sz="2240"/>
            </a:lvl2pPr>
            <a:lvl3pPr>
              <a:defRPr sz="1960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6886" y="3024827"/>
            <a:ext cx="4323354" cy="5433082"/>
          </a:xfrm>
        </p:spPr>
        <p:txBody>
          <a:bodyPr>
            <a:normAutofit/>
          </a:bodyPr>
          <a:lstStyle>
            <a:lvl1pPr>
              <a:defRPr sz="2520"/>
            </a:lvl1pPr>
            <a:lvl2pPr>
              <a:defRPr sz="2240"/>
            </a:lvl2pPr>
            <a:lvl3pPr>
              <a:defRPr sz="1960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BAB1-E528-4A76-A758-1B95E76847A7}" type="datetimeFigureOut">
              <a:rPr lang="zh-CN" altLang="en-US" smtClean="0"/>
              <a:t>2023/10/13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7128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39" y="853440"/>
            <a:ext cx="8886798" cy="184912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439" y="3025376"/>
            <a:ext cx="4326941" cy="806767"/>
          </a:xfrm>
        </p:spPr>
        <p:txBody>
          <a:bodyPr anchor="b">
            <a:noAutofit/>
          </a:bodyPr>
          <a:lstStyle>
            <a:lvl1pPr marL="0" indent="0">
              <a:buNone/>
              <a:defRPr sz="3360" b="0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3439" y="3832145"/>
            <a:ext cx="4326941" cy="4625764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3296" y="3025376"/>
            <a:ext cx="4326941" cy="806767"/>
          </a:xfrm>
        </p:spPr>
        <p:txBody>
          <a:bodyPr anchor="b">
            <a:noAutofit/>
          </a:bodyPr>
          <a:lstStyle>
            <a:lvl1pPr marL="0" indent="0">
              <a:buNone/>
              <a:defRPr sz="3360" b="0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3296" y="3832145"/>
            <a:ext cx="4326941" cy="4625764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BAB1-E528-4A76-A758-1B95E76847A7}" type="datetimeFigureOut">
              <a:rPr lang="zh-CN" altLang="en-US" smtClean="0"/>
              <a:t>2023/10/13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9785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38" y="853440"/>
            <a:ext cx="8886800" cy="184912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BAB1-E528-4A76-A758-1B95E76847A7}" type="datetimeFigureOut">
              <a:rPr lang="zh-CN" altLang="en-US" smtClean="0"/>
              <a:t>2023/10/13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9226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BAB1-E528-4A76-A758-1B95E76847A7}" type="datetimeFigureOut">
              <a:rPr lang="zh-CN" altLang="en-US" smtClean="0"/>
              <a:t>2023/10/13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7228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39" y="2098046"/>
            <a:ext cx="3906255" cy="1789852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9786" y="720896"/>
            <a:ext cx="4740452" cy="7737012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3439" y="3887897"/>
            <a:ext cx="3906255" cy="3618229"/>
          </a:xfrm>
        </p:spPr>
        <p:txBody>
          <a:bodyPr>
            <a:normAutofit/>
          </a:bodyPr>
          <a:lstStyle>
            <a:lvl1pPr marL="0" indent="0">
              <a:buNone/>
              <a:defRPr sz="196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BAB1-E528-4A76-A758-1B95E76847A7}" type="datetimeFigureOut">
              <a:rPr lang="zh-CN" altLang="en-US" smtClean="0"/>
              <a:t>2023/10/13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2069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38" y="6720840"/>
            <a:ext cx="8886800" cy="793433"/>
          </a:xfrm>
        </p:spPr>
        <p:txBody>
          <a:bodyPr anchor="b">
            <a:normAutofit/>
          </a:bodyPr>
          <a:lstStyle>
            <a:lvl1pPr algn="l">
              <a:defRPr sz="336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3438" y="853440"/>
            <a:ext cx="8886800" cy="5384005"/>
          </a:xfrm>
        </p:spPr>
        <p:txBody>
          <a:bodyPr anchor="t">
            <a:normAutofit/>
          </a:bodyPr>
          <a:lstStyle>
            <a:lvl1pPr marL="0" indent="0" algn="ctr">
              <a:buNone/>
              <a:defRPr sz="2240"/>
            </a:lvl1pPr>
            <a:lvl2pPr marL="640080" indent="0">
              <a:buNone/>
              <a:defRPr sz="2240"/>
            </a:lvl2pPr>
            <a:lvl3pPr marL="1280160" indent="0">
              <a:buNone/>
              <a:defRPr sz="2240"/>
            </a:lvl3pPr>
            <a:lvl4pPr marL="1920240" indent="0">
              <a:buNone/>
              <a:defRPr sz="2240"/>
            </a:lvl4pPr>
            <a:lvl5pPr marL="2560320" indent="0">
              <a:buNone/>
              <a:defRPr sz="2240"/>
            </a:lvl5pPr>
            <a:lvl6pPr marL="3200400" indent="0">
              <a:buNone/>
              <a:defRPr sz="2240"/>
            </a:lvl6pPr>
            <a:lvl7pPr marL="3840480" indent="0">
              <a:buNone/>
              <a:defRPr sz="2240"/>
            </a:lvl7pPr>
            <a:lvl8pPr marL="4480560" indent="0">
              <a:buNone/>
              <a:defRPr sz="2240"/>
            </a:lvl8pPr>
            <a:lvl9pPr marL="5120640" indent="0">
              <a:buNone/>
              <a:defRPr sz="224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3438" y="7514273"/>
            <a:ext cx="8886800" cy="943634"/>
          </a:xfrm>
        </p:spPr>
        <p:txBody>
          <a:bodyPr>
            <a:normAutofit/>
          </a:bodyPr>
          <a:lstStyle>
            <a:lvl1pPr marL="0" indent="0">
              <a:buNone/>
              <a:defRPr sz="1680"/>
            </a:lvl1pPr>
            <a:lvl2pPr marL="640080" indent="0">
              <a:buNone/>
              <a:defRPr sz="1680"/>
            </a:lvl2pPr>
            <a:lvl3pPr marL="1280160" indent="0">
              <a:buNone/>
              <a:defRPr sz="1400"/>
            </a:lvl3pPr>
            <a:lvl4pPr marL="1920240" indent="0">
              <a:buNone/>
              <a:defRPr sz="1260"/>
            </a:lvl4pPr>
            <a:lvl5pPr marL="2560320" indent="0">
              <a:buNone/>
              <a:defRPr sz="1260"/>
            </a:lvl5pPr>
            <a:lvl6pPr marL="3200400" indent="0">
              <a:buNone/>
              <a:defRPr sz="1260"/>
            </a:lvl6pPr>
            <a:lvl7pPr marL="3840480" indent="0">
              <a:buNone/>
              <a:defRPr sz="1260"/>
            </a:lvl7pPr>
            <a:lvl8pPr marL="4480560" indent="0">
              <a:buNone/>
              <a:defRPr sz="1260"/>
            </a:lvl8pPr>
            <a:lvl9pPr marL="5120640" indent="0">
              <a:buNone/>
              <a:defRPr sz="126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BAB1-E528-4A76-A758-1B95E76847A7}" type="datetimeFigureOut">
              <a:rPr lang="zh-CN" altLang="en-US" smtClean="0"/>
              <a:t>2023/10/13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5213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40" y="853440"/>
            <a:ext cx="8886800" cy="4765040"/>
          </a:xfrm>
        </p:spPr>
        <p:txBody>
          <a:bodyPr anchor="ctr">
            <a:normAutofit/>
          </a:bodyPr>
          <a:lstStyle>
            <a:lvl1pPr algn="l">
              <a:defRPr sz="616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440" y="6258560"/>
            <a:ext cx="8886800" cy="2199347"/>
          </a:xfrm>
        </p:spPr>
        <p:txBody>
          <a:bodyPr anchor="ctr">
            <a:normAutofit/>
          </a:bodyPr>
          <a:lstStyle>
            <a:lvl1pPr marL="0" indent="0" algn="l">
              <a:buNone/>
              <a:defRPr sz="252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4008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2pPr>
            <a:lvl3pPr marL="128016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3pPr>
            <a:lvl4pPr marL="192024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4pPr>
            <a:lvl5pPr marL="256032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5pPr>
            <a:lvl6pPr marL="320040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6pPr>
            <a:lvl7pPr marL="384048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7pPr>
            <a:lvl8pPr marL="448056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8pPr>
            <a:lvl9pPr marL="512064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BAB1-E528-4A76-A758-1B95E76847A7}" type="datetimeFigureOut">
              <a:rPr lang="zh-CN" altLang="en-US" smtClean="0"/>
              <a:t>2023/10/13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49648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839" y="853440"/>
            <a:ext cx="8501055" cy="4231640"/>
          </a:xfrm>
        </p:spPr>
        <p:txBody>
          <a:bodyPr anchor="ctr">
            <a:normAutofit/>
          </a:bodyPr>
          <a:lstStyle>
            <a:lvl1pPr algn="l">
              <a:defRPr sz="616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41503" y="5085080"/>
            <a:ext cx="7587726" cy="5334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224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40080" indent="0">
              <a:buFontTx/>
              <a:buNone/>
              <a:defRPr/>
            </a:lvl2pPr>
            <a:lvl3pPr marL="1280160" indent="0">
              <a:buFontTx/>
              <a:buNone/>
              <a:defRPr/>
            </a:lvl3pPr>
            <a:lvl4pPr marL="1920240" indent="0">
              <a:buFontTx/>
              <a:buNone/>
              <a:defRPr/>
            </a:lvl4pPr>
            <a:lvl5pPr marL="256032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438" y="6258560"/>
            <a:ext cx="8886801" cy="2199347"/>
          </a:xfrm>
        </p:spPr>
        <p:txBody>
          <a:bodyPr anchor="ctr">
            <a:normAutofit/>
          </a:bodyPr>
          <a:lstStyle>
            <a:lvl1pPr marL="0" indent="0" algn="l">
              <a:buNone/>
              <a:defRPr sz="252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4008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2pPr>
            <a:lvl3pPr marL="128016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3pPr>
            <a:lvl4pPr marL="192024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4pPr>
            <a:lvl5pPr marL="256032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5pPr>
            <a:lvl6pPr marL="320040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6pPr>
            <a:lvl7pPr marL="384048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7pPr>
            <a:lvl8pPr marL="448056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8pPr>
            <a:lvl9pPr marL="512064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BAB1-E528-4A76-A758-1B95E76847A7}" type="datetimeFigureOut">
              <a:rPr lang="zh-CN" altLang="en-US" smtClean="0"/>
              <a:t>2023/10/13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675796" y="1106529"/>
            <a:ext cx="640247" cy="818686"/>
          </a:xfrm>
          <a:prstGeom prst="rect">
            <a:avLst/>
          </a:prstGeom>
        </p:spPr>
        <p:txBody>
          <a:bodyPr vert="horz" lIns="128016" tIns="64008" rIns="128016" bIns="64008" rtlCol="0" anchor="ctr">
            <a:noAutofit/>
          </a:bodyPr>
          <a:lstStyle/>
          <a:p>
            <a:pPr lvl="0"/>
            <a:r>
              <a:rPr lang="en-US" sz="112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6779" y="4041179"/>
            <a:ext cx="640247" cy="818686"/>
          </a:xfrm>
          <a:prstGeom prst="rect">
            <a:avLst/>
          </a:prstGeom>
        </p:spPr>
        <p:txBody>
          <a:bodyPr vert="horz" lIns="128016" tIns="64008" rIns="128016" bIns="64008" rtlCol="0" anchor="ctr">
            <a:noAutofit/>
          </a:bodyPr>
          <a:lstStyle/>
          <a:p>
            <a:pPr lvl="0"/>
            <a:r>
              <a:rPr lang="en-US" sz="112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488312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38" y="2704783"/>
            <a:ext cx="8886801" cy="3633644"/>
          </a:xfrm>
        </p:spPr>
        <p:txBody>
          <a:bodyPr anchor="b">
            <a:normAutofit/>
          </a:bodyPr>
          <a:lstStyle>
            <a:lvl1pPr algn="l">
              <a:defRPr sz="616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438" y="6338427"/>
            <a:ext cx="8886801" cy="2119480"/>
          </a:xfrm>
        </p:spPr>
        <p:txBody>
          <a:bodyPr anchor="t">
            <a:normAutofit/>
          </a:bodyPr>
          <a:lstStyle>
            <a:lvl1pPr marL="0" indent="0" algn="l">
              <a:buNone/>
              <a:defRPr sz="252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4008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2pPr>
            <a:lvl3pPr marL="128016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3pPr>
            <a:lvl4pPr marL="192024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4pPr>
            <a:lvl5pPr marL="256032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5pPr>
            <a:lvl6pPr marL="320040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6pPr>
            <a:lvl7pPr marL="384048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7pPr>
            <a:lvl8pPr marL="448056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8pPr>
            <a:lvl9pPr marL="512064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BAB1-E528-4A76-A758-1B95E76847A7}" type="datetimeFigureOut">
              <a:rPr lang="zh-CN" altLang="en-US" smtClean="0"/>
              <a:t>2023/10/13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48930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839" y="853440"/>
            <a:ext cx="8501055" cy="4231640"/>
          </a:xfrm>
        </p:spPr>
        <p:txBody>
          <a:bodyPr anchor="ctr">
            <a:normAutofit/>
          </a:bodyPr>
          <a:lstStyle>
            <a:lvl1pPr algn="l">
              <a:defRPr sz="616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53436" y="5618480"/>
            <a:ext cx="8886802" cy="719947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3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40080" indent="0">
              <a:buFontTx/>
              <a:buNone/>
              <a:defRPr/>
            </a:lvl2pPr>
            <a:lvl3pPr marL="1280160" indent="0">
              <a:buFontTx/>
              <a:buNone/>
              <a:defRPr/>
            </a:lvl3pPr>
            <a:lvl4pPr marL="1920240" indent="0">
              <a:buFontTx/>
              <a:buNone/>
              <a:defRPr/>
            </a:lvl4pPr>
            <a:lvl5pPr marL="256032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438" y="6338427"/>
            <a:ext cx="8886801" cy="2119480"/>
          </a:xfrm>
        </p:spPr>
        <p:txBody>
          <a:bodyPr anchor="t">
            <a:normAutofit/>
          </a:bodyPr>
          <a:lstStyle>
            <a:lvl1pPr marL="0" indent="0" algn="l">
              <a:buNone/>
              <a:defRPr sz="252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4008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2pPr>
            <a:lvl3pPr marL="128016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3pPr>
            <a:lvl4pPr marL="192024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4pPr>
            <a:lvl5pPr marL="256032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5pPr>
            <a:lvl6pPr marL="320040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6pPr>
            <a:lvl7pPr marL="384048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7pPr>
            <a:lvl8pPr marL="448056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8pPr>
            <a:lvl9pPr marL="512064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BAB1-E528-4A76-A758-1B95E76847A7}" type="datetimeFigureOut">
              <a:rPr lang="zh-CN" altLang="en-US" smtClean="0"/>
              <a:t>2023/10/13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675796" y="1106529"/>
            <a:ext cx="640247" cy="818686"/>
          </a:xfrm>
          <a:prstGeom prst="rect">
            <a:avLst/>
          </a:prstGeom>
        </p:spPr>
        <p:txBody>
          <a:bodyPr vert="horz" lIns="128016" tIns="64008" rIns="128016" bIns="64008" rtlCol="0" anchor="ctr">
            <a:noAutofit/>
          </a:bodyPr>
          <a:lstStyle/>
          <a:p>
            <a:pPr lvl="0"/>
            <a:r>
              <a:rPr lang="en-US" sz="112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6779" y="4041179"/>
            <a:ext cx="640247" cy="818686"/>
          </a:xfrm>
          <a:prstGeom prst="rect">
            <a:avLst/>
          </a:prstGeom>
        </p:spPr>
        <p:txBody>
          <a:bodyPr vert="horz" lIns="128016" tIns="64008" rIns="128016" bIns="64008" rtlCol="0" anchor="ctr">
            <a:noAutofit/>
          </a:bodyPr>
          <a:lstStyle/>
          <a:p>
            <a:pPr lvl="0"/>
            <a:r>
              <a:rPr lang="en-US" sz="112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266531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2188" y="853440"/>
            <a:ext cx="8878051" cy="4231640"/>
          </a:xfrm>
        </p:spPr>
        <p:txBody>
          <a:bodyPr anchor="ctr">
            <a:normAutofit/>
          </a:bodyPr>
          <a:lstStyle>
            <a:lvl1pPr algn="l">
              <a:defRPr sz="616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53436" y="5618480"/>
            <a:ext cx="8886802" cy="719947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360">
                <a:solidFill>
                  <a:schemeClr val="accent1"/>
                </a:solidFill>
              </a:defRPr>
            </a:lvl1pPr>
            <a:lvl2pPr marL="640080" indent="0">
              <a:buFontTx/>
              <a:buNone/>
              <a:defRPr/>
            </a:lvl2pPr>
            <a:lvl3pPr marL="1280160" indent="0">
              <a:buFontTx/>
              <a:buNone/>
              <a:defRPr/>
            </a:lvl3pPr>
            <a:lvl4pPr marL="1920240" indent="0">
              <a:buFontTx/>
              <a:buNone/>
              <a:defRPr/>
            </a:lvl4pPr>
            <a:lvl5pPr marL="256032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438" y="6338427"/>
            <a:ext cx="8886801" cy="2119480"/>
          </a:xfrm>
        </p:spPr>
        <p:txBody>
          <a:bodyPr anchor="t">
            <a:normAutofit/>
          </a:bodyPr>
          <a:lstStyle>
            <a:lvl1pPr marL="0" indent="0" algn="l">
              <a:buNone/>
              <a:defRPr sz="252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4008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2pPr>
            <a:lvl3pPr marL="128016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3pPr>
            <a:lvl4pPr marL="192024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4pPr>
            <a:lvl5pPr marL="256032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5pPr>
            <a:lvl6pPr marL="320040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6pPr>
            <a:lvl7pPr marL="384048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7pPr>
            <a:lvl8pPr marL="448056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8pPr>
            <a:lvl9pPr marL="512064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BAB1-E528-4A76-A758-1B95E76847A7}" type="datetimeFigureOut">
              <a:rPr lang="zh-CN" altLang="en-US" smtClean="0"/>
              <a:t>2023/10/13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88252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BAB1-E528-4A76-A758-1B95E76847A7}" type="datetimeFigureOut">
              <a:rPr lang="zh-CN" altLang="en-US" smtClean="0"/>
              <a:t>2023/10/13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2169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68237" y="853441"/>
            <a:ext cx="1370337" cy="7352031"/>
          </a:xfrm>
        </p:spPr>
        <p:txBody>
          <a:bodyPr vert="eaVert" anchor="ctr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3439" y="853441"/>
            <a:ext cx="7273036" cy="7352031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BAB1-E528-4A76-A758-1B95E76847A7}" type="datetimeFigureOut">
              <a:rPr lang="zh-CN" altLang="en-US" smtClean="0"/>
              <a:t>2023/10/13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43920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11853" y="-11855"/>
            <a:ext cx="12837727" cy="9624909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3439" y="853440"/>
            <a:ext cx="8886798" cy="18491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438" y="3024827"/>
            <a:ext cx="8886800" cy="54330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67361" y="8457909"/>
            <a:ext cx="957785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54BAB1-E528-4A76-A758-1B95E76847A7}" type="datetimeFigureOut">
              <a:rPr lang="zh-CN" altLang="en-US" smtClean="0"/>
              <a:t>2023/10/13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3439" y="8457909"/>
            <a:ext cx="6472162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22547" y="8457909"/>
            <a:ext cx="717693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accent1"/>
                </a:solidFill>
              </a:defRPr>
            </a:lvl1pPr>
          </a:lstStyle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357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</p:sldLayoutIdLst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l" defTabSz="640080" rtl="0" eaLnBrk="1" latinLnBrk="0" hangingPunct="1">
        <a:spcBef>
          <a:spcPct val="0"/>
        </a:spcBef>
        <a:buNone/>
        <a:defRPr sz="504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80060" indent="-480060" algn="l" defTabSz="640080" rtl="0" eaLnBrk="1" latinLnBrk="0" hangingPunct="1">
        <a:spcBef>
          <a:spcPts val="14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5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1040130" indent="-400050" algn="l" defTabSz="640080" rtl="0" eaLnBrk="1" latinLnBrk="0" hangingPunct="1">
        <a:spcBef>
          <a:spcPts val="14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2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600200" indent="-320040" algn="l" defTabSz="640080" rtl="0" eaLnBrk="1" latinLnBrk="0" hangingPunct="1">
        <a:spcBef>
          <a:spcPts val="14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9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2240280" indent="-320040" algn="l" defTabSz="640080" rtl="0" eaLnBrk="1" latinLnBrk="0" hangingPunct="1">
        <a:spcBef>
          <a:spcPts val="14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880360" indent="-320040" algn="l" defTabSz="640080" rtl="0" eaLnBrk="1" latinLnBrk="0" hangingPunct="1">
        <a:spcBef>
          <a:spcPts val="14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520440" indent="-320040" algn="l" defTabSz="640080" rtl="0" eaLnBrk="1" latinLnBrk="0" hangingPunct="1">
        <a:spcBef>
          <a:spcPts val="14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4160520" indent="-320040" algn="l" defTabSz="640080" rtl="0" eaLnBrk="1" latinLnBrk="0" hangingPunct="1">
        <a:spcBef>
          <a:spcPts val="14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4800600" indent="-320040" algn="l" defTabSz="640080" rtl="0" eaLnBrk="1" latinLnBrk="0" hangingPunct="1">
        <a:spcBef>
          <a:spcPts val="14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5440680" indent="-320040" algn="l" defTabSz="640080" rtl="0" eaLnBrk="1" latinLnBrk="0" hangingPunct="1">
        <a:spcBef>
          <a:spcPts val="14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4008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64008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64008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64008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64008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64008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64008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64008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64008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</a:t>
            </a: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854800" y="4154400"/>
            <a:ext cx="7377341" cy="1323439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Chevron">
              <a:avLst/>
            </a:prstTxWarp>
            <a:spAutoFit/>
          </a:bodyPr>
          <a:lstStyle/>
          <a:p>
            <a:pPr algn="ctr"/>
            <a:r>
              <a:rPr lang="zh-CN" altLang="en-US" sz="8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紫</a:t>
            </a:r>
            <a:r>
              <a:rPr lang="zh-CN" altLang="en-US" sz="80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洋葱拌花生米</a:t>
            </a:r>
            <a:endParaRPr lang="zh-CN" altLang="en-US" sz="80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62791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洋葱和花生是良好的搭配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zh-CN" dirty="0"/>
              <a:t>洋葱和花生都有其各自的改善血脂和血管健康的作用，并具备多重的抗氧化作用，如果单独食用，固然可以体现各自鲜明的营养功效，但是如果两者搭配同食，则可以发挥协同作战的威力</a:t>
            </a:r>
            <a:r>
              <a:rPr lang="zh-CN" altLang="zh-CN" dirty="0" smtClean="0"/>
              <a:t>。</a:t>
            </a:r>
            <a:endParaRPr lang="zh-CN" altLang="zh-CN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" name="内容占位符 9"/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3375" y="4934716"/>
            <a:ext cx="4327525" cy="2420993"/>
          </a:xfrm>
        </p:spPr>
      </p:pic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B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486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花生利于补充抗氧化物质</a:t>
            </a:r>
          </a:p>
        </p:txBody>
      </p:sp>
      <p:pic>
        <p:nvPicPr>
          <p:cNvPr id="8" name="图片占位符 7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17" b="9617"/>
          <a:stretch>
            <a:fillRect/>
          </a:stretch>
        </p:blipFill>
        <p:spPr/>
      </p:pic>
      <p:sp>
        <p:nvSpPr>
          <p:cNvPr id="7" name="文本占位符 6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CN" altLang="zh-CN" dirty="0"/>
              <a:t>花生中的维生素</a:t>
            </a:r>
            <a:r>
              <a:rPr lang="en-US" altLang="zh-CN" dirty="0"/>
              <a:t>E</a:t>
            </a:r>
            <a:r>
              <a:rPr lang="zh-CN" altLang="zh-CN" dirty="0"/>
              <a:t>和锌含量较高，是抗氧化、延缓衰老、提高免疫力的重要成分</a:t>
            </a:r>
            <a:r>
              <a:rPr lang="zh-CN" altLang="zh-CN" dirty="0" smtClean="0"/>
              <a:t>。</a:t>
            </a:r>
            <a:endParaRPr lang="zh-CN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4336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洋葱营养丰富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zh-CN" dirty="0"/>
              <a:t>洋葱是含植物化学物种类最多、含量也最多的食物之一。这些成分宛如一种较强的血管扩张剂，能舒张血管，降低血液黏度，增强冠状动脉的流量，具有预防和治疗高血压、动脉硬化、高血脂和冠心病的作用。</a:t>
            </a:r>
          </a:p>
          <a:p>
            <a:r>
              <a:rPr lang="zh-CN" altLang="zh-CN" dirty="0"/>
              <a:t>紫洋葱的营养功效要高于黄洋葱</a:t>
            </a:r>
            <a:r>
              <a:rPr lang="zh-CN" altLang="zh-CN" dirty="0" smtClean="0"/>
              <a:t>。</a:t>
            </a:r>
            <a:endParaRPr lang="zh-CN" altLang="zh-CN" dirty="0"/>
          </a:p>
        </p:txBody>
      </p:sp>
      <p:pic>
        <p:nvPicPr>
          <p:cNvPr id="8" name="内容占位符 7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4245" y="4611910"/>
            <a:ext cx="3108960" cy="225856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 prst="softRound"/>
            <a:contourClr>
              <a:srgbClr val="969696"/>
            </a:contourClr>
          </a:sp3d>
        </p:spPr>
      </p:pic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4777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5200" dirty="0"/>
              <a:t>“紫洋葱拌花生米”的制作方法</a:t>
            </a:r>
          </a:p>
        </p:txBody>
      </p:sp>
      <p:graphicFrame>
        <p:nvGraphicFramePr>
          <p:cNvPr id="6" name="内容占位符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961069"/>
              </p:ext>
            </p:extLst>
          </p:nvPr>
        </p:nvGraphicFramePr>
        <p:xfrm>
          <a:off x="854075" y="3024188"/>
          <a:ext cx="8886825" cy="54340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886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平面">
  <a:themeElements>
    <a:clrScheme name="平面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平面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平面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838</TotalTime>
  <Words>273</Words>
  <Application>Microsoft Office PowerPoint</Application>
  <PresentationFormat>A3 纸张(297x420 毫米)</PresentationFormat>
  <Paragraphs>19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方正姚体</vt:lpstr>
      <vt:lpstr>华文新魏</vt:lpstr>
      <vt:lpstr>宋体</vt:lpstr>
      <vt:lpstr>Arial</vt:lpstr>
      <vt:lpstr>Calibri</vt:lpstr>
      <vt:lpstr>Trebuchet MS</vt:lpstr>
      <vt:lpstr>Wingdings 3</vt:lpstr>
      <vt:lpstr>平面</vt:lpstr>
      <vt:lpstr>PowerPoint 演示文稿</vt:lpstr>
      <vt:lpstr>洋葱和花生是良好的搭配</vt:lpstr>
      <vt:lpstr>花生利于补充抗氧化物质</vt:lpstr>
      <vt:lpstr>洋葱营养丰富</vt:lpstr>
      <vt:lpstr>“紫洋葱拌花生米”的制作方法</vt:lpstr>
    </vt:vector>
  </TitlesOfParts>
  <Company>Lenovo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liu</dc:creator>
  <cp:lastModifiedBy>Windows User</cp:lastModifiedBy>
  <cp:revision>65</cp:revision>
  <dcterms:created xsi:type="dcterms:W3CDTF">2016-12-03T08:18:43Z</dcterms:created>
  <dcterms:modified xsi:type="dcterms:W3CDTF">2023-10-13T07:55:01Z</dcterms:modified>
</cp:coreProperties>
</file>