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62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80" y="-3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10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DC5E2-72E4-4787-A773-E808F8F847DE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4DC68-10FB-4ECD-96D2-E49C5DB9C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47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75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714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88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16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45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22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81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75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91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34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4BAB1-E528-4A76-A758-1B95E76847A7}" type="datetimeFigureOut">
              <a:rPr lang="zh-CN" altLang="en-US" smtClean="0"/>
              <a:t>2017/4/27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68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花生</a:t>
            </a:r>
            <a:r>
              <a:rPr lang="zh-CN" altLang="zh-CN" dirty="0"/>
              <a:t>中的维生素</a:t>
            </a:r>
            <a:r>
              <a:rPr lang="en-US" altLang="zh-CN" dirty="0"/>
              <a:t>E</a:t>
            </a:r>
            <a:r>
              <a:rPr lang="zh-CN" altLang="zh-CN" dirty="0"/>
              <a:t>和锌</a:t>
            </a:r>
            <a:r>
              <a:rPr lang="zh-CN" altLang="zh-CN" dirty="0" smtClean="0"/>
              <a:t>含量较高，是</a:t>
            </a:r>
            <a:r>
              <a:rPr lang="zh-CN" altLang="zh-CN" dirty="0"/>
              <a:t>抗氧化、延缓衰老、提高免疫力的重要成分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endParaRPr lang="zh-CN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8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</TotalTime>
  <Words>25</Words>
  <Application>Microsoft Office PowerPoint</Application>
  <PresentationFormat>全屏显示(4:3)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Company>Lenovo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liu</cp:lastModifiedBy>
  <cp:revision>55</cp:revision>
  <dcterms:created xsi:type="dcterms:W3CDTF">2016-12-03T08:18:43Z</dcterms:created>
  <dcterms:modified xsi:type="dcterms:W3CDTF">2017-04-27T01:42:18Z</dcterms:modified>
</cp:coreProperties>
</file>