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68" r:id="rId2"/>
    <p:sldId id="267" r:id="rId3"/>
    <p:sldId id="266" r:id="rId4"/>
    <p:sldId id="262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08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烹调鸡蛋的其他常见错误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4DC68-10FB-4ECD-96D2-E49C5DB9C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8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75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71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8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6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45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8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5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4BAB1-E528-4A76-A758-1B95E76847A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8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4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zh-CN" dirty="0"/>
              <a:t>现代的人每天都背负着很大的工作压力，常会饮食不规律，导致了肠胃不好，于是</a:t>
            </a:r>
            <a:r>
              <a:rPr lang="en-US" altLang="zh-CN" dirty="0" err="1"/>
              <a:t>腹泻腹痛</a:t>
            </a:r>
            <a:r>
              <a:rPr lang="zh-CN" altLang="zh-CN" dirty="0"/>
              <a:t>等一系列的症状也随即出现。所以，保护肠胃势在必行。那么，养胃的方法有哪些呢？</a:t>
            </a:r>
            <a:endParaRPr lang="en-US" altLang="zh-CN" b="1" dirty="0" smtClean="0"/>
          </a:p>
          <a:p>
            <a:r>
              <a:rPr lang="zh-CN" altLang="zh-CN" dirty="0" smtClean="0"/>
              <a:t>讲究卫生</a:t>
            </a:r>
            <a:r>
              <a:rPr lang="zh-CN" altLang="en-US" dirty="0" smtClean="0"/>
              <a:t>：</a:t>
            </a:r>
            <a:r>
              <a:rPr lang="zh-CN" altLang="zh-CN" dirty="0" smtClean="0"/>
              <a:t>注意</a:t>
            </a:r>
            <a:r>
              <a:rPr lang="zh-CN" altLang="zh-CN" dirty="0"/>
              <a:t>饮食卫生，做到便后、饭前洗手；生吃瓜果要冲洗干净，避免食物污染上致病菌；不吃变质、霉变食物等。</a:t>
            </a:r>
          </a:p>
          <a:p>
            <a:r>
              <a:rPr lang="zh-CN" altLang="zh-CN" dirty="0" smtClean="0"/>
              <a:t>少</a:t>
            </a:r>
            <a:r>
              <a:rPr lang="zh-CN" altLang="zh-CN" dirty="0"/>
              <a:t>吃</a:t>
            </a:r>
            <a:r>
              <a:rPr lang="zh-CN" altLang="zh-CN" dirty="0" smtClean="0"/>
              <a:t>寒食</a:t>
            </a:r>
            <a:r>
              <a:rPr lang="zh-CN" altLang="zh-CN" dirty="0"/>
              <a:t>多吃馒头</a:t>
            </a:r>
            <a:r>
              <a:rPr lang="zh-CN" altLang="en-US" dirty="0" smtClean="0"/>
              <a:t>：</a:t>
            </a:r>
            <a:r>
              <a:rPr lang="zh-CN" altLang="zh-CN" dirty="0" smtClean="0"/>
              <a:t>胃</a:t>
            </a:r>
            <a:r>
              <a:rPr lang="zh-CN" altLang="zh-CN" dirty="0"/>
              <a:t>喜燥恶寒，除了冰的东西以外，其他</a:t>
            </a:r>
            <a:r>
              <a:rPr lang="zh-CN" altLang="zh-CN" dirty="0" smtClean="0"/>
              <a:t>寒凉食物</a:t>
            </a:r>
            <a:r>
              <a:rPr lang="zh-CN" altLang="zh-CN" dirty="0"/>
              <a:t>像绿豆沙等也都不宜多吃</a:t>
            </a:r>
            <a:r>
              <a:rPr lang="zh-CN" altLang="zh-CN" dirty="0" smtClean="0"/>
              <a:t>。馒头</a:t>
            </a:r>
            <a:r>
              <a:rPr lang="zh-CN" altLang="zh-CN" dirty="0"/>
              <a:t>可以养胃，不妨试试作为主食。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41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细嚼慢咽</a:t>
            </a:r>
            <a:r>
              <a:rPr lang="zh-CN" altLang="en-US" dirty="0" smtClean="0"/>
              <a:t>：</a:t>
            </a:r>
            <a:r>
              <a:rPr lang="zh-CN" altLang="zh-CN" dirty="0"/>
              <a:t>　胃是磨碎食物与初步消化的器官，因此食物会在胃里停留一定的时间，藉由胃的蠕动与胃液消化，将大颗粒食物转化为小颗粒</a:t>
            </a:r>
            <a:r>
              <a:rPr lang="zh-CN" altLang="zh-CN" dirty="0" smtClean="0"/>
              <a:t>。小</a:t>
            </a:r>
            <a:r>
              <a:rPr lang="zh-CN" altLang="zh-CN" dirty="0"/>
              <a:t>颗粒食物分解成小分子，顺利通过消化道黏膜而进入</a:t>
            </a:r>
            <a:r>
              <a:rPr lang="zh-CN" altLang="zh-CN" dirty="0" smtClean="0"/>
              <a:t>血液。</a:t>
            </a:r>
            <a:endParaRPr lang="zh-CN" altLang="zh-CN" dirty="0"/>
          </a:p>
          <a:p>
            <a:r>
              <a:rPr lang="zh-CN" altLang="zh-CN" dirty="0"/>
              <a:t>保暖</a:t>
            </a:r>
            <a:r>
              <a:rPr lang="zh-CN" altLang="zh-CN" dirty="0" smtClean="0"/>
              <a:t>护养</a:t>
            </a:r>
            <a:r>
              <a:rPr lang="zh-CN" altLang="en-US" dirty="0" smtClean="0"/>
              <a:t>：</a:t>
            </a:r>
            <a:r>
              <a:rPr lang="zh-CN" altLang="zh-CN" dirty="0" smtClean="0"/>
              <a:t>患有</a:t>
            </a:r>
            <a:r>
              <a:rPr lang="en-US" altLang="zh-CN" dirty="0" err="1"/>
              <a:t>慢性胃炎</a:t>
            </a:r>
            <a:r>
              <a:rPr lang="zh-CN" altLang="zh-CN" dirty="0"/>
              <a:t>的人，要特别注意胃部的保暖</a:t>
            </a:r>
            <a:r>
              <a:rPr lang="zh-CN" altLang="zh-CN" dirty="0" smtClean="0"/>
              <a:t>，夜晚</a:t>
            </a:r>
            <a:r>
              <a:rPr lang="zh-CN" altLang="zh-CN" dirty="0"/>
              <a:t>睡觉盖好被褥，以防腹部着凉而引发胃痛或加重旧病。 　</a:t>
            </a:r>
            <a:r>
              <a:rPr lang="zh-CN" altLang="zh-CN" b="1" dirty="0"/>
              <a:t>　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084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　</a:t>
            </a:r>
            <a:r>
              <a:rPr lang="zh-CN" altLang="zh-CN" b="1" dirty="0"/>
              <a:t>　</a:t>
            </a:r>
            <a:r>
              <a:rPr lang="zh-CN" altLang="zh-CN" dirty="0" smtClean="0"/>
              <a:t>每天早晨</a:t>
            </a:r>
            <a:r>
              <a:rPr lang="zh-CN" altLang="zh-CN" dirty="0"/>
              <a:t>起床刷牙后喝一杯温水，大概</a:t>
            </a:r>
            <a:r>
              <a:rPr lang="en-US" altLang="zh-CN" dirty="0"/>
              <a:t>100ml</a:t>
            </a:r>
            <a:r>
              <a:rPr lang="zh-CN" altLang="zh-CN" dirty="0"/>
              <a:t>左右，有助于清理肠道；中午</a:t>
            </a:r>
            <a:r>
              <a:rPr lang="en-US" altLang="zh-CN" dirty="0"/>
              <a:t>10</a:t>
            </a:r>
            <a:r>
              <a:rPr lang="zh-CN" altLang="zh-CN" dirty="0"/>
              <a:t>点左右喝一杯；午饭前喝一杯；下午</a:t>
            </a:r>
            <a:r>
              <a:rPr lang="en-US" altLang="zh-CN" dirty="0"/>
              <a:t>3</a:t>
            </a:r>
            <a:r>
              <a:rPr lang="zh-CN" altLang="zh-CN" dirty="0"/>
              <a:t>点左右喝一杯；晚上吃饭时如果有汤品类的可以不用喝水。要注意的是晚上</a:t>
            </a:r>
            <a:r>
              <a:rPr lang="en-US" altLang="zh-CN" dirty="0"/>
              <a:t>9</a:t>
            </a:r>
            <a:r>
              <a:rPr lang="zh-CN" altLang="zh-CN" dirty="0"/>
              <a:t>：</a:t>
            </a:r>
            <a:r>
              <a:rPr lang="en-US" altLang="zh-CN" dirty="0"/>
              <a:t>30</a:t>
            </a:r>
            <a:r>
              <a:rPr lang="zh-CN" altLang="zh-CN" dirty="0"/>
              <a:t>以后最好不要喝水，以免第二天早晨起来，眼部水肿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778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　　</a:t>
            </a:r>
            <a:r>
              <a:rPr lang="zh-CN" altLang="zh-CN" dirty="0" smtClean="0"/>
              <a:t>每天晚上</a:t>
            </a:r>
            <a:r>
              <a:rPr lang="zh-CN" altLang="zh-CN" dirty="0"/>
              <a:t>入睡前，双手交叠放在肚子上，以肚脐为中心画圆，用掌心左三十下、右三十下，刚开始力道小点，后面可以稍微加大力道。长此以往，可以有效改善肠胃功能，还可以减小肚子嗷！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034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129</Words>
  <Application>Microsoft Office PowerPoint</Application>
  <PresentationFormat>宽屏</PresentationFormat>
  <Paragraphs>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Microsoft</cp:lastModifiedBy>
  <cp:revision>58</cp:revision>
  <dcterms:created xsi:type="dcterms:W3CDTF">2016-12-03T08:18:43Z</dcterms:created>
  <dcterms:modified xsi:type="dcterms:W3CDTF">2020-12-09T06:41:15Z</dcterms:modified>
</cp:coreProperties>
</file>