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2.jpg" ContentType="image/gif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7"/>
  </p:notesMasterIdLst>
  <p:sldIdLst>
    <p:sldId id="268" r:id="rId2"/>
    <p:sldId id="267" r:id="rId3"/>
    <p:sldId id="266" r:id="rId4"/>
    <p:sldId id="262" r:id="rId5"/>
    <p:sldId id="263" r:id="rId6"/>
  </p:sldIdLst>
  <p:sldSz cx="9144000" cy="5143500" type="screen16x9"/>
  <p:notesSz cx="6858000" cy="9144000"/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72" y="8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10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7DC5E2-72E4-4787-A773-E808F8F847DE}" type="datetimeFigureOut">
              <a:rPr lang="zh-CN" altLang="en-US" smtClean="0"/>
              <a:t>2021/4/16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4DC68-10FB-4ECD-96D2-E49C5DB9C4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479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烹调鸡蛋的其他常见错误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94DC68-10FB-4ECD-96D2-E49C5DB9C4C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183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99FF5-92FD-4AF2-A4F6-A08D8C053E8C}" type="datetime1">
              <a:rPr lang="zh-CN" altLang="en-US" smtClean="0"/>
              <a:t>2021/4/16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健康生活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9498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06F40-73C0-475B-81B5-0DA0B6E104D3}" type="datetime1">
              <a:rPr lang="zh-CN" altLang="en-US" smtClean="0"/>
              <a:t>2021/4/16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健康生活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515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81055-5A46-484F-BCA3-7DD4B1697228}" type="datetime1">
              <a:rPr lang="zh-CN" altLang="en-US" smtClean="0"/>
              <a:t>2021/4/16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健康生活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2929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D40E4-24C5-48AF-9089-669BDBA9A6A8}" type="datetime1">
              <a:rPr lang="zh-CN" altLang="en-US" smtClean="0"/>
              <a:t>2021/4/16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健康生活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284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DAEF0-3CDD-43E5-9D0A-AA0B1B053875}" type="datetime1">
              <a:rPr lang="zh-CN" altLang="en-US" smtClean="0"/>
              <a:t>2021/4/16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健康生活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2068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F878E-5669-4A46-B262-E89851D4C037}" type="datetime1">
              <a:rPr lang="zh-CN" altLang="en-US" smtClean="0"/>
              <a:t>2021/4/16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健康生活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4221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BC4BE-4D82-4937-9589-3F4D1ABEC5C9}" type="datetime1">
              <a:rPr lang="zh-CN" altLang="en-US" smtClean="0"/>
              <a:t>2021/4/16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健康生活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9152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9D251-D7DC-4D5E-AA1A-9764B9521CD6}" type="datetime1">
              <a:rPr lang="zh-CN" altLang="en-US" smtClean="0"/>
              <a:t>2021/4/16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健康生活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9932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8FC48-C59B-44BA-BBB8-972FF9195D35}" type="datetime1">
              <a:rPr lang="zh-CN" altLang="en-US" smtClean="0"/>
              <a:t>2021/4/16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健康生活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7296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40FF7-39CF-433A-B7A8-8D25F714F098}" type="datetime1">
              <a:rPr lang="zh-CN" altLang="en-US" smtClean="0"/>
              <a:t>2021/4/16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健康生活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189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5CD8C-32FE-4A9C-AC8E-21D44D9B117C}" type="datetime1">
              <a:rPr lang="zh-CN" altLang="en-US" smtClean="0"/>
              <a:t>2021/4/16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健康生活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013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716160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8E593-6D5B-4ABB-890D-57800675D779}" type="datetime1">
              <a:rPr lang="zh-CN" altLang="en-US" smtClean="0"/>
              <a:t>2021/4/16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健康生活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012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80DA1-DB41-4B8A-9620-C527378C3737}" type="datetime1">
              <a:rPr lang="zh-CN" altLang="en-US" smtClean="0"/>
              <a:t>2021/4/16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健康生活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603896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DB353-1494-4F5B-AD67-B00188A31CAF}" type="datetime1">
              <a:rPr lang="zh-CN" altLang="en-US" smtClean="0"/>
              <a:t>2021/4/16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健康生活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69791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C2CE1-37AA-4F61-BEF7-44B532F450E4}" type="datetime1">
              <a:rPr lang="zh-CN" altLang="en-US" smtClean="0"/>
              <a:t>2021/4/16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健康生活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2064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C7CB0-0437-4924-B66A-80718E82277F}" type="datetime1">
              <a:rPr lang="zh-CN" altLang="en-US" smtClean="0"/>
              <a:t>2021/4/16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健康生活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7520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5BC482-A79B-42D3-B729-D8C87C189C4B}" type="datetime1">
              <a:rPr lang="zh-CN" altLang="en-US" smtClean="0"/>
              <a:t>2021/4/16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smtClean="0"/>
              <a:t>健康生活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D5D96CEF-3FDB-46F9-A28D-55AF04F5E1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4473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</p:sldLayoutIdLst>
  <mc:AlternateContent xmlns:mc="http://schemas.openxmlformats.org/markup-compatibility/2006" xmlns:p14="http://schemas.microsoft.com/office/powerpoint/2010/main">
    <mc:Choice Requires="p14">
      <p:transition spd="slow" p14:dur="3000">
        <p14:shred dir="ou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hf sldNum="0" hd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4800" dirty="0">
                <a:latin typeface="华文彩云" panose="02010800040101010101" pitchFamily="2" charset="-122"/>
                <a:ea typeface="华文彩云" panose="02010800040101010101" pitchFamily="2" charset="-122"/>
              </a:rPr>
              <a:t>好胃是这样养</a:t>
            </a:r>
            <a:r>
              <a:rPr lang="zh-CN" altLang="en-US" sz="4800" dirty="0" smtClean="0">
                <a:latin typeface="华文彩云" panose="02010800040101010101" pitchFamily="2" charset="-122"/>
                <a:ea typeface="华文彩云" panose="02010800040101010101" pitchFamily="2" charset="-122"/>
              </a:rPr>
              <a:t>出来的</a:t>
            </a:r>
            <a:endParaRPr lang="zh-CN" altLang="en-US" sz="4800" dirty="0">
              <a:latin typeface="华文彩云" panose="02010800040101010101" pitchFamily="2" charset="-122"/>
              <a:ea typeface="华文彩云" panose="02010800040101010101" pitchFamily="2" charset="-122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2300" dirty="0" smtClean="0"/>
              <a:t>养胃的方法</a:t>
            </a:r>
            <a:endParaRPr lang="zh-CN" altLang="en-US" sz="2300" dirty="0"/>
          </a:p>
        </p:txBody>
      </p:sp>
    </p:spTree>
    <p:extLst>
      <p:ext uri="{BB962C8B-B14F-4D97-AF65-F5344CB8AC3E}">
        <p14:creationId xmlns:p14="http://schemas.microsoft.com/office/powerpoint/2010/main" val="35568493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dir="r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健康养胃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现代的人每天都背负着很大的工作压力，常会饮食不规律，导致了肠胃不好，于是</a:t>
            </a:r>
            <a:r>
              <a:rPr lang="en-US" altLang="zh-CN" sz="2200" dirty="0" err="1">
                <a:latin typeface="楷体" panose="02010609060101010101" pitchFamily="49" charset="-122"/>
                <a:ea typeface="楷体" panose="02010609060101010101" pitchFamily="49" charset="-122"/>
              </a:rPr>
              <a:t>腹泻腹痛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等一系列的症状也随即出现。所以，保护肠胃势在必行。那么，养胃的方法有哪些呢</a:t>
            </a:r>
            <a:r>
              <a:rPr lang="zh-CN" altLang="zh-CN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？</a:t>
            </a:r>
            <a:endParaRPr lang="en-US" altLang="zh-CN" sz="2200" b="1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健康生活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4160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8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5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5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养胃的方法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zh-CN" sz="15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细嚼慢咽</a:t>
            </a:r>
            <a:r>
              <a:rPr lang="zh-CN" altLang="en-US" sz="15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：</a:t>
            </a:r>
            <a:r>
              <a:rPr lang="zh-CN" altLang="zh-CN" sz="1500" dirty="0">
                <a:latin typeface="幼圆" panose="02010509060101010101" pitchFamily="49" charset="-122"/>
                <a:ea typeface="幼圆" panose="02010509060101010101" pitchFamily="49" charset="-122"/>
              </a:rPr>
              <a:t>　胃是磨碎食物与初步消化的器官，因此食物会在胃里停留一定的时间，藉由胃的蠕动与胃液消化，将大颗粒食物转化为小颗粒</a:t>
            </a:r>
            <a:r>
              <a:rPr lang="zh-CN" altLang="zh-CN" sz="15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。小</a:t>
            </a:r>
            <a:r>
              <a:rPr lang="zh-CN" altLang="zh-CN" sz="1500" dirty="0">
                <a:latin typeface="幼圆" panose="02010509060101010101" pitchFamily="49" charset="-122"/>
                <a:ea typeface="幼圆" panose="02010509060101010101" pitchFamily="49" charset="-122"/>
              </a:rPr>
              <a:t>颗粒食物分解成小分子，顺利通过消化道黏膜而进入</a:t>
            </a:r>
            <a:r>
              <a:rPr lang="zh-CN" altLang="zh-CN" sz="15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血液。</a:t>
            </a:r>
            <a:endParaRPr lang="zh-CN" altLang="zh-CN" sz="15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r>
              <a:rPr lang="zh-CN" altLang="zh-CN" sz="1500" dirty="0">
                <a:latin typeface="幼圆" panose="02010509060101010101" pitchFamily="49" charset="-122"/>
                <a:ea typeface="幼圆" panose="02010509060101010101" pitchFamily="49" charset="-122"/>
              </a:rPr>
              <a:t>保暖</a:t>
            </a:r>
            <a:r>
              <a:rPr lang="zh-CN" altLang="zh-CN" sz="15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护养</a:t>
            </a:r>
            <a:r>
              <a:rPr lang="zh-CN" altLang="en-US" sz="15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：</a:t>
            </a:r>
            <a:r>
              <a:rPr lang="zh-CN" altLang="zh-CN" sz="15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患有</a:t>
            </a:r>
            <a:r>
              <a:rPr lang="en-US" altLang="zh-CN" sz="1500" dirty="0" err="1">
                <a:latin typeface="幼圆" panose="02010509060101010101" pitchFamily="49" charset="-122"/>
                <a:ea typeface="幼圆" panose="02010509060101010101" pitchFamily="49" charset="-122"/>
              </a:rPr>
              <a:t>慢性胃炎</a:t>
            </a:r>
            <a:r>
              <a:rPr lang="zh-CN" altLang="zh-CN" sz="1500" dirty="0">
                <a:latin typeface="幼圆" panose="02010509060101010101" pitchFamily="49" charset="-122"/>
                <a:ea typeface="幼圆" panose="02010509060101010101" pitchFamily="49" charset="-122"/>
              </a:rPr>
              <a:t>的人，要特别注意胃部的保暖</a:t>
            </a:r>
            <a:r>
              <a:rPr lang="zh-CN" altLang="zh-CN" sz="15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，夜晚</a:t>
            </a:r>
            <a:r>
              <a:rPr lang="zh-CN" altLang="zh-CN" sz="1500" dirty="0">
                <a:latin typeface="幼圆" panose="02010509060101010101" pitchFamily="49" charset="-122"/>
                <a:ea typeface="幼圆" panose="02010509060101010101" pitchFamily="49" charset="-122"/>
              </a:rPr>
              <a:t>睡觉盖好被褥，以防腹部着凉而引发胃痛或加重旧病。 　</a:t>
            </a:r>
            <a:r>
              <a:rPr lang="zh-CN" altLang="zh-CN" sz="1500" b="1" dirty="0">
                <a:latin typeface="幼圆" panose="02010509060101010101" pitchFamily="49" charset="-122"/>
                <a:ea typeface="幼圆" panose="02010509060101010101" pitchFamily="49" charset="-122"/>
              </a:rPr>
              <a:t>　</a:t>
            </a:r>
            <a:endParaRPr lang="zh-CN" altLang="zh-CN" sz="15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endParaRPr lang="zh-CN" altLang="en-US" sz="15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zh-CN" altLang="en-US" sz="1500" dirty="0">
                <a:latin typeface="幼圆" panose="02010509060101010101" pitchFamily="49" charset="-122"/>
                <a:ea typeface="幼圆" panose="02010509060101010101" pitchFamily="49" charset="-122"/>
              </a:rPr>
              <a:t>讲究卫生：注意饮食卫生，做到便后、饭前洗手；生吃瓜果要冲洗干净，避免食物污染上致病菌；不吃变质、霉变食物等。</a:t>
            </a:r>
          </a:p>
          <a:p>
            <a:r>
              <a:rPr lang="zh-CN" altLang="en-US" sz="1500" dirty="0">
                <a:latin typeface="幼圆" panose="02010509060101010101" pitchFamily="49" charset="-122"/>
                <a:ea typeface="幼圆" panose="02010509060101010101" pitchFamily="49" charset="-122"/>
              </a:rPr>
              <a:t>少吃寒食多吃馒头：胃喜燥恶寒，除了冰的东西以外，其他寒凉食物像绿豆沙等也都不宜多吃。馒头可以养胃，不妨试试作为主食</a:t>
            </a:r>
            <a:r>
              <a:rPr lang="zh-CN" altLang="en-US" sz="1500" dirty="0" smtClean="0">
                <a:latin typeface="幼圆" panose="02010509060101010101" pitchFamily="49" charset="-122"/>
                <a:ea typeface="幼圆" panose="02010509060101010101" pitchFamily="49" charset="-122"/>
              </a:rPr>
              <a:t>。</a:t>
            </a:r>
            <a:endParaRPr lang="zh-CN" altLang="en-US" sz="15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健康生活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08472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dir="r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 build="p"/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健康饮水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　</a:t>
            </a:r>
            <a:r>
              <a:rPr lang="zh-CN" altLang="zh-CN" b="1" dirty="0"/>
              <a:t>　</a:t>
            </a:r>
            <a:r>
              <a:rPr lang="zh-CN" altLang="zh-CN" dirty="0" smtClean="0"/>
              <a:t>每天早晨</a:t>
            </a:r>
            <a:r>
              <a:rPr lang="zh-CN" altLang="zh-CN" dirty="0"/>
              <a:t>起床刷牙后喝一杯温水，大概</a:t>
            </a:r>
            <a:r>
              <a:rPr lang="en-US" altLang="zh-CN" dirty="0"/>
              <a:t>100ml</a:t>
            </a:r>
            <a:r>
              <a:rPr lang="zh-CN" altLang="zh-CN" dirty="0"/>
              <a:t>左右，有助于清理肠道；中午</a:t>
            </a:r>
            <a:r>
              <a:rPr lang="en-US" altLang="zh-CN" dirty="0"/>
              <a:t>10</a:t>
            </a:r>
            <a:r>
              <a:rPr lang="zh-CN" altLang="zh-CN" dirty="0"/>
              <a:t>点左右喝一杯；午饭前喝一杯；下午</a:t>
            </a:r>
            <a:r>
              <a:rPr lang="en-US" altLang="zh-CN" dirty="0"/>
              <a:t>3</a:t>
            </a:r>
            <a:r>
              <a:rPr lang="zh-CN" altLang="zh-CN" dirty="0"/>
              <a:t>点左右喝一杯；晚上吃饭时如果有汤品类的可以不用喝水。要注意的是晚上</a:t>
            </a:r>
            <a:r>
              <a:rPr lang="en-US" altLang="zh-CN" dirty="0"/>
              <a:t>9</a:t>
            </a:r>
            <a:r>
              <a:rPr lang="zh-CN" altLang="zh-CN" dirty="0"/>
              <a:t>：</a:t>
            </a:r>
            <a:r>
              <a:rPr lang="en-US" altLang="zh-CN" dirty="0"/>
              <a:t>30</a:t>
            </a:r>
            <a:r>
              <a:rPr lang="zh-CN" altLang="zh-CN" dirty="0"/>
              <a:t>以后最好不要喝水，以免第二天早晨起来，眼部水肿</a:t>
            </a:r>
            <a:r>
              <a:rPr lang="zh-CN" altLang="zh-CN" dirty="0" smtClean="0"/>
              <a:t>。</a:t>
            </a:r>
            <a:endParaRPr lang="zh-CN" altLang="zh-CN" dirty="0"/>
          </a:p>
          <a:p>
            <a:endParaRPr lang="zh-CN" altLang="zh-CN" dirty="0"/>
          </a:p>
          <a:p>
            <a:endParaRPr lang="zh-CN" altLang="zh-CN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348" y="1978501"/>
            <a:ext cx="2926080" cy="219456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glow rad="139700">
              <a:schemeClr val="accent5">
                <a:satMod val="175000"/>
                <a:alpha val="40000"/>
              </a:schemeClr>
            </a:glow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健康生活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8864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9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腹部按摩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zh-CN" b="1" dirty="0"/>
              <a:t>　　</a:t>
            </a:r>
            <a:r>
              <a:rPr lang="zh-CN" altLang="zh-CN" dirty="0" smtClean="0"/>
              <a:t>每天晚上</a:t>
            </a:r>
            <a:r>
              <a:rPr lang="zh-CN" altLang="zh-CN" dirty="0"/>
              <a:t>入睡前，双手交叠放在肚子上，以肚脐为中心画圆，用掌心左三十下、右三十下，刚开始力道小点，后面可以稍微加大力道。长此以往，可以有效改善肠胃功能，还可以减小肚子嗷！</a:t>
            </a:r>
          </a:p>
          <a:p>
            <a:endParaRPr lang="zh-CN" altLang="en-US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2123281"/>
            <a:ext cx="2543175" cy="19050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健康生活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03494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dir="r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5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5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0"/>
                            </p:stCondLst>
                            <p:childTnLst>
                              <p:par>
                                <p:cTn id="10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平面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796</TotalTime>
  <Words>156</Words>
  <Application>Microsoft Office PowerPoint</Application>
  <PresentationFormat>全屏显示(16:9)</PresentationFormat>
  <Paragraphs>19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方正姚体</vt:lpstr>
      <vt:lpstr>华文彩云</vt:lpstr>
      <vt:lpstr>华文新魏</vt:lpstr>
      <vt:lpstr>楷体</vt:lpstr>
      <vt:lpstr>宋体</vt:lpstr>
      <vt:lpstr>幼圆</vt:lpstr>
      <vt:lpstr>Arial</vt:lpstr>
      <vt:lpstr>Calibri</vt:lpstr>
      <vt:lpstr>Trebuchet MS</vt:lpstr>
      <vt:lpstr>Wingdings 3</vt:lpstr>
      <vt:lpstr>平面</vt:lpstr>
      <vt:lpstr>好胃是这样养出来的</vt:lpstr>
      <vt:lpstr>健康养胃</vt:lpstr>
      <vt:lpstr>养胃的方法</vt:lpstr>
      <vt:lpstr>健康饮水</vt:lpstr>
      <vt:lpstr>腹部按摩</vt:lpstr>
    </vt:vector>
  </TitlesOfParts>
  <Company>Lenovo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</dc:creator>
  <cp:lastModifiedBy>Windows 用户11</cp:lastModifiedBy>
  <cp:revision>64</cp:revision>
  <dcterms:created xsi:type="dcterms:W3CDTF">2016-12-03T08:18:43Z</dcterms:created>
  <dcterms:modified xsi:type="dcterms:W3CDTF">2021-04-16T03:02:33Z</dcterms:modified>
</cp:coreProperties>
</file>