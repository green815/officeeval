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85" d="100"/>
          <a:sy n="85" d="100"/>
        </p:scale>
        <p:origin x="102" y="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073DE-1E21-44CD-9FF1-D347C4B5F5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193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B04D7-34B3-44AB-9769-520089D431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064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B18C8-CA77-4A92-BD65-71E109FA09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74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BF469-36C4-49F4-ADDC-78CC5E72E8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549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55C9B-8FE0-4714-99C4-D35E8B2FB6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00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7F913-940E-4FE3-9C10-6DDB22A9DC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466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ED443-E5CA-4866-B0D1-083542AEA6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89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8F786-6505-41F1-A9DE-18B3721EED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04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EA6C9-1DB4-4EE7-A61E-9945938550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65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30379-589B-428F-8B65-6C103F1698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363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BB954-7A88-424A-9B30-593F0ED8DB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4436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CFBED-BCD2-4585-80BE-D2EA1A1CA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5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685F25F1-D366-4C74-8407-A6686A0788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dirty="0" smtClean="0"/>
              <a:t>今年黄金</a:t>
            </a:r>
            <a:r>
              <a:rPr lang="zh-CN" altLang="zh-CN" dirty="0"/>
              <a:t>周再次人满为患</a:t>
            </a:r>
            <a:r>
              <a:rPr lang="zh-CN" altLang="zh-CN" dirty="0" smtClean="0"/>
              <a:t>。十月二日</a:t>
            </a:r>
            <a:r>
              <a:rPr lang="zh-CN" altLang="zh-CN" dirty="0"/>
              <a:t>，九寨沟入园人数超载，导致部分游客滞留山上，三日凌晨，有近千滞留旅客要求退票，游客甚至“攻陷”了售票处</a:t>
            </a:r>
            <a:r>
              <a:rPr lang="zh-CN" altLang="zh-CN" dirty="0" smtClean="0"/>
              <a:t>。黄金</a:t>
            </a:r>
            <a:r>
              <a:rPr lang="zh-CN" altLang="zh-CN" dirty="0"/>
              <a:t>周的人山人海之痛，究竟该如何解决</a:t>
            </a:r>
            <a:r>
              <a:rPr lang="zh-CN" altLang="zh-CN" dirty="0" smtClean="0"/>
              <a:t>？</a:t>
            </a:r>
            <a:endParaRPr lang="en-US" altLang="zh-CN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46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宋体</vt:lpstr>
      <vt:lpstr>Times New Roman</vt:lpstr>
      <vt:lpstr>Office 主题​​</vt:lpstr>
      <vt:lpstr>PowerPoint 演示文稿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你问我看见了什么 我看见了胜利！</dc:title>
  <dc:creator>计算中心</dc:creator>
  <cp:lastModifiedBy>Windows 用户</cp:lastModifiedBy>
  <cp:revision>16</cp:revision>
  <dcterms:created xsi:type="dcterms:W3CDTF">2001-12-20T11:58:12Z</dcterms:created>
  <dcterms:modified xsi:type="dcterms:W3CDTF">2020-09-23T01:32:32Z</dcterms:modified>
</cp:coreProperties>
</file>