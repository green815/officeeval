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847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52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97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54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435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346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004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232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640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484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514E7-1BFB-4579-9FE3-A57933B1BC0A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681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514E7-1BFB-4579-9FE3-A57933B1BC0A}" type="datetimeFigureOut">
              <a:rPr lang="zh-CN" altLang="en-US" smtClean="0"/>
              <a:t>2019/11/7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EA36E-7B23-4BC5-9996-61F80EB201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049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年复一年的劳作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826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带壳保护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>
                <a:latin typeface="仿宋" pitchFamily="49" charset="-122"/>
                <a:ea typeface="仿宋" pitchFamily="49" charset="-122"/>
              </a:rPr>
              <a:t>摘取后带壳保护，锁住莲子清香与营养。</a:t>
            </a:r>
          </a:p>
          <a:p>
            <a:endParaRPr lang="zh-CN" altLang="en-US" dirty="0"/>
          </a:p>
        </p:txBody>
      </p:sp>
      <p:pic>
        <p:nvPicPr>
          <p:cNvPr id="5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28888"/>
            <a:ext cx="5181600" cy="354481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350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机器磨皮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>
                <a:latin typeface="仿宋" pitchFamily="49" charset="-122"/>
                <a:ea typeface="仿宋" pitchFamily="49" charset="-122"/>
              </a:rPr>
              <a:t>绝不漂白无熏硫，脱壳去红皮。</a:t>
            </a:r>
          </a:p>
          <a:p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32307"/>
            <a:ext cx="5181600" cy="353797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337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人工去芯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通芯率高达</a:t>
            </a:r>
            <a:r>
              <a:rPr lang="en-US" altLang="zh-CN" dirty="0"/>
              <a:t>96%</a:t>
            </a:r>
            <a:r>
              <a:rPr lang="zh-CN" altLang="en-US" dirty="0"/>
              <a:t>，针孔穿芯不作过分处理。</a:t>
            </a:r>
          </a:p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713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</Words>
  <Application>Microsoft Office PowerPoint</Application>
  <PresentationFormat>宽屏</PresentationFormat>
  <Paragraphs>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仿宋</vt:lpstr>
      <vt:lpstr>Arial</vt:lpstr>
      <vt:lpstr>Office 主题​​</vt:lpstr>
      <vt:lpstr>年复一年的劳作</vt:lpstr>
      <vt:lpstr>带壳保护</vt:lpstr>
      <vt:lpstr>机器磨皮</vt:lpstr>
      <vt:lpstr>人工去芯</vt:lpstr>
    </vt:vector>
  </TitlesOfParts>
  <Company>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jszx</dc:creator>
  <cp:lastModifiedBy>jszx</cp:lastModifiedBy>
  <cp:revision>2</cp:revision>
  <dcterms:created xsi:type="dcterms:W3CDTF">2019-11-07T05:48:39Z</dcterms:created>
  <dcterms:modified xsi:type="dcterms:W3CDTF">2019-11-07T06:03:58Z</dcterms:modified>
</cp:coreProperties>
</file>