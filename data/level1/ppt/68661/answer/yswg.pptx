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4FE120-A4E5-41C7-B29A-40900F3A3C5C}" type="doc">
      <dgm:prSet loTypeId="urn:microsoft.com/office/officeart/2005/8/layout/lProcess2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93B10ED-BF65-491E-A1A5-A4AB9E02A614}">
      <dgm:prSet phldrT="[文本]"/>
      <dgm:spPr/>
      <dgm:t>
        <a:bodyPr/>
        <a:lstStyle/>
        <a:p>
          <a:r>
            <a:rPr lang="zh-CN" dirty="0" smtClean="0"/>
            <a:t>种植土壤</a:t>
          </a:r>
          <a:endParaRPr lang="zh-CN" altLang="en-US" dirty="0"/>
        </a:p>
      </dgm:t>
    </dgm:pt>
    <dgm:pt modelId="{E35ABE01-F7CC-47C1-A42F-2C57183E9082}" type="parTrans" cxnId="{101E8EFF-F540-4DEE-995E-0D9AB4F7F43A}">
      <dgm:prSet/>
      <dgm:spPr/>
      <dgm:t>
        <a:bodyPr/>
        <a:lstStyle/>
        <a:p>
          <a:endParaRPr lang="zh-CN" altLang="en-US"/>
        </a:p>
      </dgm:t>
    </dgm:pt>
    <dgm:pt modelId="{1CFAC5C1-444F-4EE3-9384-673D1637691A}" type="sibTrans" cxnId="{101E8EFF-F540-4DEE-995E-0D9AB4F7F43A}">
      <dgm:prSet/>
      <dgm:spPr/>
      <dgm:t>
        <a:bodyPr/>
        <a:lstStyle/>
        <a:p>
          <a:endParaRPr lang="zh-CN" altLang="en-US"/>
        </a:p>
      </dgm:t>
    </dgm:pt>
    <dgm:pt modelId="{D0E12487-3DDF-45C7-B353-18495BFFF778}">
      <dgm:prSet phldrT="[文本]"/>
      <dgm:spPr/>
      <dgm:t>
        <a:bodyPr/>
        <a:lstStyle/>
        <a:p>
          <a:r>
            <a:rPr lang="zh-CN" dirty="0" smtClean="0"/>
            <a:t>丘陵水田</a:t>
          </a:r>
          <a:endParaRPr lang="zh-CN" altLang="en-US" dirty="0"/>
        </a:p>
      </dgm:t>
    </dgm:pt>
    <dgm:pt modelId="{1AC0BF28-D67C-4E24-8113-4C6B22666AF2}" type="parTrans" cxnId="{7B4B925B-EB3E-438A-8769-C24B5AA4C88F}">
      <dgm:prSet/>
      <dgm:spPr/>
      <dgm:t>
        <a:bodyPr/>
        <a:lstStyle/>
        <a:p>
          <a:endParaRPr lang="zh-CN" altLang="en-US"/>
        </a:p>
      </dgm:t>
    </dgm:pt>
    <dgm:pt modelId="{341C3C16-E2CC-4514-97A6-A8DD29648352}" type="sibTrans" cxnId="{7B4B925B-EB3E-438A-8769-C24B5AA4C88F}">
      <dgm:prSet/>
      <dgm:spPr/>
      <dgm:t>
        <a:bodyPr/>
        <a:lstStyle/>
        <a:p>
          <a:endParaRPr lang="zh-CN" altLang="en-US"/>
        </a:p>
      </dgm:t>
    </dgm:pt>
    <dgm:pt modelId="{517E5A71-61C9-4815-9490-7FAE059F4DA3}">
      <dgm:prSet phldrT="[文本]"/>
      <dgm:spPr/>
      <dgm:t>
        <a:bodyPr/>
        <a:lstStyle/>
        <a:p>
          <a:r>
            <a:rPr lang="zh-CN" dirty="0" smtClean="0"/>
            <a:t>土地肥沃</a:t>
          </a:r>
          <a:endParaRPr lang="zh-CN" altLang="en-US" dirty="0"/>
        </a:p>
      </dgm:t>
    </dgm:pt>
    <dgm:pt modelId="{9887C4FE-2FCA-454D-AACE-8C690E783A20}" type="parTrans" cxnId="{2DED1011-30B0-49E1-9204-4CBA1FB3C055}">
      <dgm:prSet/>
      <dgm:spPr/>
      <dgm:t>
        <a:bodyPr/>
        <a:lstStyle/>
        <a:p>
          <a:endParaRPr lang="zh-CN" altLang="en-US"/>
        </a:p>
      </dgm:t>
    </dgm:pt>
    <dgm:pt modelId="{5C4C9F62-C68E-499F-91F0-77E26BE7B901}" type="sibTrans" cxnId="{2DED1011-30B0-49E1-9204-4CBA1FB3C055}">
      <dgm:prSet/>
      <dgm:spPr/>
      <dgm:t>
        <a:bodyPr/>
        <a:lstStyle/>
        <a:p>
          <a:endParaRPr lang="zh-CN" altLang="en-US"/>
        </a:p>
      </dgm:t>
    </dgm:pt>
    <dgm:pt modelId="{9A9746ED-2AE2-497D-9B68-6C5533AF4ABF}">
      <dgm:prSet phldrT="[文本]"/>
      <dgm:spPr/>
      <dgm:t>
        <a:bodyPr/>
        <a:lstStyle/>
        <a:p>
          <a:r>
            <a:rPr lang="zh-CN" dirty="0" smtClean="0"/>
            <a:t>日照时长</a:t>
          </a:r>
          <a:endParaRPr lang="zh-CN" altLang="en-US" dirty="0"/>
        </a:p>
      </dgm:t>
    </dgm:pt>
    <dgm:pt modelId="{60A9BE2E-0DB9-42AB-A8B6-FBC171C13A43}" type="parTrans" cxnId="{B42ADEE7-B0A4-4DC7-854E-421C862A50C4}">
      <dgm:prSet/>
      <dgm:spPr/>
      <dgm:t>
        <a:bodyPr/>
        <a:lstStyle/>
        <a:p>
          <a:endParaRPr lang="zh-CN" altLang="en-US"/>
        </a:p>
      </dgm:t>
    </dgm:pt>
    <dgm:pt modelId="{A6ED9AC2-7366-44EA-BC73-99B286B2A382}" type="sibTrans" cxnId="{B42ADEE7-B0A4-4DC7-854E-421C862A50C4}">
      <dgm:prSet/>
      <dgm:spPr/>
      <dgm:t>
        <a:bodyPr/>
        <a:lstStyle/>
        <a:p>
          <a:endParaRPr lang="zh-CN" altLang="en-US"/>
        </a:p>
      </dgm:t>
    </dgm:pt>
    <dgm:pt modelId="{9092483A-978D-48A9-A9D6-FE165D8C31AC}">
      <dgm:prSet phldrT="[文本]"/>
      <dgm:spPr/>
      <dgm:t>
        <a:bodyPr/>
        <a:lstStyle/>
        <a:p>
          <a:r>
            <a:rPr lang="zh-CN" dirty="0" smtClean="0"/>
            <a:t>年均日照约</a:t>
          </a:r>
          <a:endParaRPr lang="zh-CN" altLang="en-US" dirty="0"/>
        </a:p>
      </dgm:t>
    </dgm:pt>
    <dgm:pt modelId="{EDA05C43-64E5-4323-AFD6-A34E396C5ADB}" type="parTrans" cxnId="{028E2FB9-9358-4694-88CF-C5C36D7A7F2A}">
      <dgm:prSet/>
      <dgm:spPr/>
      <dgm:t>
        <a:bodyPr/>
        <a:lstStyle/>
        <a:p>
          <a:endParaRPr lang="zh-CN" altLang="en-US"/>
        </a:p>
      </dgm:t>
    </dgm:pt>
    <dgm:pt modelId="{2BAB04AC-325E-48E3-9FC1-147BDD79BF75}" type="sibTrans" cxnId="{028E2FB9-9358-4694-88CF-C5C36D7A7F2A}">
      <dgm:prSet/>
      <dgm:spPr/>
      <dgm:t>
        <a:bodyPr/>
        <a:lstStyle/>
        <a:p>
          <a:endParaRPr lang="zh-CN" altLang="en-US"/>
        </a:p>
      </dgm:t>
    </dgm:pt>
    <dgm:pt modelId="{AA0F74A1-98AE-4EEC-8F6F-7C68693A2A00}">
      <dgm:prSet phldrT="[文本]"/>
      <dgm:spPr/>
      <dgm:t>
        <a:bodyPr/>
        <a:lstStyle/>
        <a:p>
          <a:r>
            <a:rPr lang="en-US" dirty="0" smtClean="0"/>
            <a:t>1600-1740</a:t>
          </a:r>
          <a:r>
            <a:rPr lang="zh-CN" dirty="0" smtClean="0"/>
            <a:t>小时</a:t>
          </a:r>
          <a:endParaRPr lang="zh-CN" altLang="en-US" dirty="0"/>
        </a:p>
      </dgm:t>
    </dgm:pt>
    <dgm:pt modelId="{380B25B4-CE4F-487C-A5D4-89576F988C6B}" type="parTrans" cxnId="{59F6B173-38EC-4871-B5F0-A04F3E4502C3}">
      <dgm:prSet/>
      <dgm:spPr/>
      <dgm:t>
        <a:bodyPr/>
        <a:lstStyle/>
        <a:p>
          <a:endParaRPr lang="zh-CN" altLang="en-US"/>
        </a:p>
      </dgm:t>
    </dgm:pt>
    <dgm:pt modelId="{1E93C693-EEEC-45D1-BFAF-5695B7A1448E}" type="sibTrans" cxnId="{59F6B173-38EC-4871-B5F0-A04F3E4502C3}">
      <dgm:prSet/>
      <dgm:spPr/>
      <dgm:t>
        <a:bodyPr/>
        <a:lstStyle/>
        <a:p>
          <a:endParaRPr lang="zh-CN" altLang="en-US"/>
        </a:p>
      </dgm:t>
    </dgm:pt>
    <dgm:pt modelId="{208CFC23-C00D-4E18-9850-AED679B05478}">
      <dgm:prSet phldrT="[文本]"/>
      <dgm:spPr/>
      <dgm:t>
        <a:bodyPr/>
        <a:lstStyle/>
        <a:p>
          <a:r>
            <a:rPr lang="zh-CN" dirty="0" smtClean="0"/>
            <a:t>气温环境</a:t>
          </a:r>
          <a:endParaRPr lang="zh-CN" altLang="en-US" dirty="0"/>
        </a:p>
      </dgm:t>
    </dgm:pt>
    <dgm:pt modelId="{D76E6CD3-C504-4512-9787-065DB4CB5BC6}" type="parTrans" cxnId="{12131B3A-1D78-4FE4-AF7F-16B4AF2FEB66}">
      <dgm:prSet/>
      <dgm:spPr/>
      <dgm:t>
        <a:bodyPr/>
        <a:lstStyle/>
        <a:p>
          <a:endParaRPr lang="zh-CN" altLang="en-US"/>
        </a:p>
      </dgm:t>
    </dgm:pt>
    <dgm:pt modelId="{0781C1E7-127E-4A55-A3CB-AA3A1B06FB14}" type="sibTrans" cxnId="{12131B3A-1D78-4FE4-AF7F-16B4AF2FEB66}">
      <dgm:prSet/>
      <dgm:spPr/>
      <dgm:t>
        <a:bodyPr/>
        <a:lstStyle/>
        <a:p>
          <a:endParaRPr lang="zh-CN" altLang="en-US"/>
        </a:p>
      </dgm:t>
    </dgm:pt>
    <dgm:pt modelId="{D8318D9B-3B4D-4A93-8CCB-7C8FF474A9F5}">
      <dgm:prSet phldrT="[文本]"/>
      <dgm:spPr/>
      <dgm:t>
        <a:bodyPr/>
        <a:lstStyle/>
        <a:p>
          <a:r>
            <a:rPr lang="zh-CN" dirty="0" smtClean="0"/>
            <a:t>年均气温</a:t>
          </a:r>
          <a:endParaRPr lang="zh-CN" altLang="en-US" dirty="0"/>
        </a:p>
      </dgm:t>
    </dgm:pt>
    <dgm:pt modelId="{A914AED8-328A-41ED-88F3-EEFED86010CE}" type="parTrans" cxnId="{6A0A3D04-3D9C-4BB8-B54C-520772BF33F1}">
      <dgm:prSet/>
      <dgm:spPr/>
      <dgm:t>
        <a:bodyPr/>
        <a:lstStyle/>
        <a:p>
          <a:endParaRPr lang="zh-CN" altLang="en-US"/>
        </a:p>
      </dgm:t>
    </dgm:pt>
    <dgm:pt modelId="{FDFCFBE6-F704-46FE-9D5D-891D7255AD52}" type="sibTrans" cxnId="{6A0A3D04-3D9C-4BB8-B54C-520772BF33F1}">
      <dgm:prSet/>
      <dgm:spPr/>
      <dgm:t>
        <a:bodyPr/>
        <a:lstStyle/>
        <a:p>
          <a:endParaRPr lang="zh-CN" altLang="en-US"/>
        </a:p>
      </dgm:t>
    </dgm:pt>
    <dgm:pt modelId="{C089D095-E475-484C-BB8B-CAC2EB6DE3CC}">
      <dgm:prSet phldrT="[文本]"/>
      <dgm:spPr/>
      <dgm:t>
        <a:bodyPr/>
        <a:lstStyle/>
        <a:p>
          <a:r>
            <a:rPr lang="en-US" dirty="0" smtClean="0"/>
            <a:t>16.7-17.4</a:t>
          </a:r>
          <a:r>
            <a:rPr lang="zh-CN" dirty="0" smtClean="0"/>
            <a:t>度</a:t>
          </a:r>
          <a:endParaRPr lang="zh-CN" altLang="en-US" dirty="0"/>
        </a:p>
      </dgm:t>
    </dgm:pt>
    <dgm:pt modelId="{3FF82F9E-CE2F-4DF7-B080-8C8235960A43}" type="parTrans" cxnId="{DAE3A2ED-B53E-40F2-9315-0DFAA25802F2}">
      <dgm:prSet/>
      <dgm:spPr/>
      <dgm:t>
        <a:bodyPr/>
        <a:lstStyle/>
        <a:p>
          <a:endParaRPr lang="zh-CN" altLang="en-US"/>
        </a:p>
      </dgm:t>
    </dgm:pt>
    <dgm:pt modelId="{F8399B65-AF8A-4D47-920E-0CD34FCF4E40}" type="sibTrans" cxnId="{DAE3A2ED-B53E-40F2-9315-0DFAA25802F2}">
      <dgm:prSet/>
      <dgm:spPr/>
      <dgm:t>
        <a:bodyPr/>
        <a:lstStyle/>
        <a:p>
          <a:endParaRPr lang="zh-CN" altLang="en-US"/>
        </a:p>
      </dgm:t>
    </dgm:pt>
    <dgm:pt modelId="{5E3FAA53-6C43-42AB-9091-B26127E4F1C4}">
      <dgm:prSet phldrT="[文本]"/>
      <dgm:spPr/>
      <dgm:t>
        <a:bodyPr/>
        <a:lstStyle/>
        <a:p>
          <a:r>
            <a:rPr lang="zh-CN" smtClean="0"/>
            <a:t>灌溉</a:t>
          </a:r>
          <a:endParaRPr lang="zh-CN" altLang="en-US" dirty="0"/>
        </a:p>
      </dgm:t>
    </dgm:pt>
    <dgm:pt modelId="{470E34C8-AAA0-4973-AB9B-1DF87FD4723B}" type="parTrans" cxnId="{A8CC861A-0B76-4CF0-91B4-881FA84CDA13}">
      <dgm:prSet/>
      <dgm:spPr/>
      <dgm:t>
        <a:bodyPr/>
        <a:lstStyle/>
        <a:p>
          <a:endParaRPr lang="zh-CN" altLang="en-US"/>
        </a:p>
      </dgm:t>
    </dgm:pt>
    <dgm:pt modelId="{6594F253-D932-42E7-BAD2-14FE2F841EF6}" type="sibTrans" cxnId="{A8CC861A-0B76-4CF0-91B4-881FA84CDA13}">
      <dgm:prSet/>
      <dgm:spPr/>
      <dgm:t>
        <a:bodyPr/>
        <a:lstStyle/>
        <a:p>
          <a:endParaRPr lang="zh-CN" altLang="en-US"/>
        </a:p>
      </dgm:t>
    </dgm:pt>
    <dgm:pt modelId="{9428A69B-24E6-40BC-B6B8-8FFB87DC443A}">
      <dgm:prSet phldrT="[文本]"/>
      <dgm:spPr/>
      <dgm:t>
        <a:bodyPr/>
        <a:lstStyle/>
        <a:p>
          <a:r>
            <a:rPr lang="zh-CN" dirty="0" smtClean="0"/>
            <a:t>山泉水灌溉</a:t>
          </a:r>
          <a:endParaRPr lang="zh-CN" altLang="en-US" dirty="0"/>
        </a:p>
      </dgm:t>
    </dgm:pt>
    <dgm:pt modelId="{0B0A1109-2087-4E6C-B6E8-6350D2C23228}" type="parTrans" cxnId="{14453F72-9279-43A5-B516-53A8501565F8}">
      <dgm:prSet/>
      <dgm:spPr/>
      <dgm:t>
        <a:bodyPr/>
        <a:lstStyle/>
        <a:p>
          <a:endParaRPr lang="zh-CN" altLang="en-US"/>
        </a:p>
      </dgm:t>
    </dgm:pt>
    <dgm:pt modelId="{5731E872-16C0-400C-93B0-EAB36619CB5E}" type="sibTrans" cxnId="{14453F72-9279-43A5-B516-53A8501565F8}">
      <dgm:prSet/>
      <dgm:spPr/>
      <dgm:t>
        <a:bodyPr/>
        <a:lstStyle/>
        <a:p>
          <a:endParaRPr lang="zh-CN" altLang="en-US"/>
        </a:p>
      </dgm:t>
    </dgm:pt>
    <dgm:pt modelId="{76053521-E014-4F37-80CE-6B027EF63928}">
      <dgm:prSet phldrT="[文本]"/>
      <dgm:spPr/>
      <dgm:t>
        <a:bodyPr/>
        <a:lstStyle/>
        <a:p>
          <a:r>
            <a:rPr lang="zh-CN" dirty="0" smtClean="0"/>
            <a:t>水流资源</a:t>
          </a:r>
          <a:endParaRPr lang="zh-CN" altLang="en-US" dirty="0"/>
        </a:p>
      </dgm:t>
    </dgm:pt>
    <dgm:pt modelId="{1ECFEAF8-434A-433B-A482-00AB5F838849}" type="parTrans" cxnId="{E57601DF-9F49-45A6-9A72-C384EFF6984F}">
      <dgm:prSet/>
      <dgm:spPr/>
      <dgm:t>
        <a:bodyPr/>
        <a:lstStyle/>
        <a:p>
          <a:endParaRPr lang="zh-CN" altLang="en-US"/>
        </a:p>
      </dgm:t>
    </dgm:pt>
    <dgm:pt modelId="{22101CED-902D-47D7-B053-57BDFC6CA8CB}" type="sibTrans" cxnId="{E57601DF-9F49-45A6-9A72-C384EFF6984F}">
      <dgm:prSet/>
      <dgm:spPr/>
      <dgm:t>
        <a:bodyPr/>
        <a:lstStyle/>
        <a:p>
          <a:endParaRPr lang="zh-CN" altLang="en-US"/>
        </a:p>
      </dgm:t>
    </dgm:pt>
    <dgm:pt modelId="{D8313FFF-4443-44FA-B5CA-7C53DD483F4D}" type="pres">
      <dgm:prSet presAssocID="{8F4FE120-A4E5-41C7-B29A-40900F3A3C5C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3317F25-E720-4C30-BCB6-F3F6573DB760}" type="pres">
      <dgm:prSet presAssocID="{293B10ED-BF65-491E-A1A5-A4AB9E02A614}" presName="compNode" presStyleCnt="0"/>
      <dgm:spPr/>
    </dgm:pt>
    <dgm:pt modelId="{D7FB3736-4A3B-40BD-B7BC-A30F1873E805}" type="pres">
      <dgm:prSet presAssocID="{293B10ED-BF65-491E-A1A5-A4AB9E02A614}" presName="aNode" presStyleLbl="bgShp" presStyleIdx="0" presStyleCnt="4"/>
      <dgm:spPr/>
      <dgm:t>
        <a:bodyPr/>
        <a:lstStyle/>
        <a:p>
          <a:endParaRPr lang="zh-CN" altLang="en-US"/>
        </a:p>
      </dgm:t>
    </dgm:pt>
    <dgm:pt modelId="{976D861A-9608-4D60-993D-755543BE218A}" type="pres">
      <dgm:prSet presAssocID="{293B10ED-BF65-491E-A1A5-A4AB9E02A614}" presName="textNode" presStyleLbl="bgShp" presStyleIdx="0" presStyleCnt="4"/>
      <dgm:spPr/>
      <dgm:t>
        <a:bodyPr/>
        <a:lstStyle/>
        <a:p>
          <a:endParaRPr lang="zh-CN" altLang="en-US"/>
        </a:p>
      </dgm:t>
    </dgm:pt>
    <dgm:pt modelId="{30A5DA21-2A6F-4286-8BD6-9AD63D01E68B}" type="pres">
      <dgm:prSet presAssocID="{293B10ED-BF65-491E-A1A5-A4AB9E02A614}" presName="compChildNode" presStyleCnt="0"/>
      <dgm:spPr/>
    </dgm:pt>
    <dgm:pt modelId="{719DB90F-FDCD-4737-BE68-ADB7DF7816DE}" type="pres">
      <dgm:prSet presAssocID="{293B10ED-BF65-491E-A1A5-A4AB9E02A614}" presName="theInnerList" presStyleCnt="0"/>
      <dgm:spPr/>
    </dgm:pt>
    <dgm:pt modelId="{F271B6A0-57CC-4EC0-9313-2EBFB4AF592E}" type="pres">
      <dgm:prSet presAssocID="{D0E12487-3DDF-45C7-B353-18495BFFF778}" presName="child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DC122D-697C-4DC0-85AA-CE8E00976F38}" type="pres">
      <dgm:prSet presAssocID="{D0E12487-3DDF-45C7-B353-18495BFFF778}" presName="aSpace2" presStyleCnt="0"/>
      <dgm:spPr/>
    </dgm:pt>
    <dgm:pt modelId="{4F9143D8-6F42-428D-930E-4AB6FC7969FA}" type="pres">
      <dgm:prSet presAssocID="{517E5A71-61C9-4815-9490-7FAE059F4DA3}" presName="child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60F39B-50CF-4697-AF3A-B91E38028775}" type="pres">
      <dgm:prSet presAssocID="{293B10ED-BF65-491E-A1A5-A4AB9E02A614}" presName="aSpace" presStyleCnt="0"/>
      <dgm:spPr/>
    </dgm:pt>
    <dgm:pt modelId="{E4C8F64A-DF44-4C8E-A172-8A6147F3F57D}" type="pres">
      <dgm:prSet presAssocID="{9A9746ED-2AE2-497D-9B68-6C5533AF4ABF}" presName="compNode" presStyleCnt="0"/>
      <dgm:spPr/>
    </dgm:pt>
    <dgm:pt modelId="{57170244-5D81-495C-A6DC-86265F2D1072}" type="pres">
      <dgm:prSet presAssocID="{9A9746ED-2AE2-497D-9B68-6C5533AF4ABF}" presName="aNode" presStyleLbl="bgShp" presStyleIdx="1" presStyleCnt="4"/>
      <dgm:spPr/>
      <dgm:t>
        <a:bodyPr/>
        <a:lstStyle/>
        <a:p>
          <a:endParaRPr lang="zh-CN" altLang="en-US"/>
        </a:p>
      </dgm:t>
    </dgm:pt>
    <dgm:pt modelId="{C5F98110-C09B-4A3B-82E4-F28AC2D67655}" type="pres">
      <dgm:prSet presAssocID="{9A9746ED-2AE2-497D-9B68-6C5533AF4ABF}" presName="textNode" presStyleLbl="bgShp" presStyleIdx="1" presStyleCnt="4"/>
      <dgm:spPr/>
      <dgm:t>
        <a:bodyPr/>
        <a:lstStyle/>
        <a:p>
          <a:endParaRPr lang="zh-CN" altLang="en-US"/>
        </a:p>
      </dgm:t>
    </dgm:pt>
    <dgm:pt modelId="{622AC4E8-338D-41FC-ACF8-76D177A20859}" type="pres">
      <dgm:prSet presAssocID="{9A9746ED-2AE2-497D-9B68-6C5533AF4ABF}" presName="compChildNode" presStyleCnt="0"/>
      <dgm:spPr/>
    </dgm:pt>
    <dgm:pt modelId="{AC965871-A99B-4F78-8245-0900B7465E26}" type="pres">
      <dgm:prSet presAssocID="{9A9746ED-2AE2-497D-9B68-6C5533AF4ABF}" presName="theInnerList" presStyleCnt="0"/>
      <dgm:spPr/>
    </dgm:pt>
    <dgm:pt modelId="{DF96E0A0-E6F4-424C-AD74-8F31593C7E83}" type="pres">
      <dgm:prSet presAssocID="{9092483A-978D-48A9-A9D6-FE165D8C31AC}" presName="child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CF014B3-425F-4B14-8428-F243C36A0D9C}" type="pres">
      <dgm:prSet presAssocID="{9092483A-978D-48A9-A9D6-FE165D8C31AC}" presName="aSpace2" presStyleCnt="0"/>
      <dgm:spPr/>
    </dgm:pt>
    <dgm:pt modelId="{A938BACE-7CEE-4F29-AD65-4A4A3BDD1346}" type="pres">
      <dgm:prSet presAssocID="{AA0F74A1-98AE-4EEC-8F6F-7C68693A2A00}" presName="child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8F3363-5A7D-47F9-8022-8806A39F3548}" type="pres">
      <dgm:prSet presAssocID="{9A9746ED-2AE2-497D-9B68-6C5533AF4ABF}" presName="aSpace" presStyleCnt="0"/>
      <dgm:spPr/>
    </dgm:pt>
    <dgm:pt modelId="{2F0CCCF5-BE71-4482-A37A-1C4B823A1649}" type="pres">
      <dgm:prSet presAssocID="{208CFC23-C00D-4E18-9850-AED679B05478}" presName="compNode" presStyleCnt="0"/>
      <dgm:spPr/>
    </dgm:pt>
    <dgm:pt modelId="{1B657A96-A7FE-4058-8E1E-22019A5AA325}" type="pres">
      <dgm:prSet presAssocID="{208CFC23-C00D-4E18-9850-AED679B05478}" presName="aNode" presStyleLbl="bgShp" presStyleIdx="2" presStyleCnt="4"/>
      <dgm:spPr/>
      <dgm:t>
        <a:bodyPr/>
        <a:lstStyle/>
        <a:p>
          <a:endParaRPr lang="zh-CN" altLang="en-US"/>
        </a:p>
      </dgm:t>
    </dgm:pt>
    <dgm:pt modelId="{D35389E4-B32C-4D0C-9A7C-C78FD3EB53AB}" type="pres">
      <dgm:prSet presAssocID="{208CFC23-C00D-4E18-9850-AED679B05478}" presName="textNode" presStyleLbl="bgShp" presStyleIdx="2" presStyleCnt="4"/>
      <dgm:spPr/>
      <dgm:t>
        <a:bodyPr/>
        <a:lstStyle/>
        <a:p>
          <a:endParaRPr lang="zh-CN" altLang="en-US"/>
        </a:p>
      </dgm:t>
    </dgm:pt>
    <dgm:pt modelId="{384B3ABE-FFE3-42EF-8A32-A0D52B8A5F17}" type="pres">
      <dgm:prSet presAssocID="{208CFC23-C00D-4E18-9850-AED679B05478}" presName="compChildNode" presStyleCnt="0"/>
      <dgm:spPr/>
    </dgm:pt>
    <dgm:pt modelId="{AC3FBC95-74CC-4D52-8629-389C2B9C4B4F}" type="pres">
      <dgm:prSet presAssocID="{208CFC23-C00D-4E18-9850-AED679B05478}" presName="theInnerList" presStyleCnt="0"/>
      <dgm:spPr/>
    </dgm:pt>
    <dgm:pt modelId="{B15EAE12-9644-469C-859A-D2C799141324}" type="pres">
      <dgm:prSet presAssocID="{D8318D9B-3B4D-4A93-8CCB-7C8FF474A9F5}" presName="child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148DB7-7037-4024-9E44-F21C96B88004}" type="pres">
      <dgm:prSet presAssocID="{D8318D9B-3B4D-4A93-8CCB-7C8FF474A9F5}" presName="aSpace2" presStyleCnt="0"/>
      <dgm:spPr/>
    </dgm:pt>
    <dgm:pt modelId="{C9A47078-D17E-42B6-ABFA-3A14BE5A240A}" type="pres">
      <dgm:prSet presAssocID="{C089D095-E475-484C-BB8B-CAC2EB6DE3CC}" presName="child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4DAD44A-39DA-4D20-A99F-48956C8F38FB}" type="pres">
      <dgm:prSet presAssocID="{208CFC23-C00D-4E18-9850-AED679B05478}" presName="aSpace" presStyleCnt="0"/>
      <dgm:spPr/>
    </dgm:pt>
    <dgm:pt modelId="{5283A7DD-2959-4CFA-B9BA-845D41BF4FD5}" type="pres">
      <dgm:prSet presAssocID="{5E3FAA53-6C43-42AB-9091-B26127E4F1C4}" presName="compNode" presStyleCnt="0"/>
      <dgm:spPr/>
    </dgm:pt>
    <dgm:pt modelId="{89CFB685-3C37-439E-9E74-591C94399D04}" type="pres">
      <dgm:prSet presAssocID="{5E3FAA53-6C43-42AB-9091-B26127E4F1C4}" presName="aNode" presStyleLbl="bgShp" presStyleIdx="3" presStyleCnt="4"/>
      <dgm:spPr/>
      <dgm:t>
        <a:bodyPr/>
        <a:lstStyle/>
        <a:p>
          <a:endParaRPr lang="zh-CN" altLang="en-US"/>
        </a:p>
      </dgm:t>
    </dgm:pt>
    <dgm:pt modelId="{DBA619F9-6E1F-409B-B317-266561A667F9}" type="pres">
      <dgm:prSet presAssocID="{5E3FAA53-6C43-42AB-9091-B26127E4F1C4}" presName="textNode" presStyleLbl="bgShp" presStyleIdx="3" presStyleCnt="4"/>
      <dgm:spPr/>
      <dgm:t>
        <a:bodyPr/>
        <a:lstStyle/>
        <a:p>
          <a:endParaRPr lang="zh-CN" altLang="en-US"/>
        </a:p>
      </dgm:t>
    </dgm:pt>
    <dgm:pt modelId="{6243A42E-7FCD-42C1-BCDA-8A4A00B46341}" type="pres">
      <dgm:prSet presAssocID="{5E3FAA53-6C43-42AB-9091-B26127E4F1C4}" presName="compChildNode" presStyleCnt="0"/>
      <dgm:spPr/>
    </dgm:pt>
    <dgm:pt modelId="{2140AB8C-76D7-4DDB-AC19-C300E8E07A3C}" type="pres">
      <dgm:prSet presAssocID="{5E3FAA53-6C43-42AB-9091-B26127E4F1C4}" presName="theInnerList" presStyleCnt="0"/>
      <dgm:spPr/>
    </dgm:pt>
    <dgm:pt modelId="{5F26D63C-D298-4786-9CA8-05EA5CCAE12F}" type="pres">
      <dgm:prSet presAssocID="{76053521-E014-4F37-80CE-6B027EF63928}" presName="child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E754F9-F899-4F52-B35A-4ADF9060D3A1}" type="pres">
      <dgm:prSet presAssocID="{76053521-E014-4F37-80CE-6B027EF63928}" presName="aSpace2" presStyleCnt="0"/>
      <dgm:spPr/>
    </dgm:pt>
    <dgm:pt modelId="{F3D289AF-6CAC-4DD8-9FAB-F4B6D5F5811E}" type="pres">
      <dgm:prSet presAssocID="{9428A69B-24E6-40BC-B6B8-8FFB87DC443A}" presName="child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28E2FB9-9358-4694-88CF-C5C36D7A7F2A}" srcId="{9A9746ED-2AE2-497D-9B68-6C5533AF4ABF}" destId="{9092483A-978D-48A9-A9D6-FE165D8C31AC}" srcOrd="0" destOrd="0" parTransId="{EDA05C43-64E5-4323-AFD6-A34E396C5ADB}" sibTransId="{2BAB04AC-325E-48E3-9FC1-147BDD79BF75}"/>
    <dgm:cxn modelId="{A8CC861A-0B76-4CF0-91B4-881FA84CDA13}" srcId="{8F4FE120-A4E5-41C7-B29A-40900F3A3C5C}" destId="{5E3FAA53-6C43-42AB-9091-B26127E4F1C4}" srcOrd="3" destOrd="0" parTransId="{470E34C8-AAA0-4973-AB9B-1DF87FD4723B}" sibTransId="{6594F253-D932-42E7-BAD2-14FE2F841EF6}"/>
    <dgm:cxn modelId="{2DED1011-30B0-49E1-9204-4CBA1FB3C055}" srcId="{293B10ED-BF65-491E-A1A5-A4AB9E02A614}" destId="{517E5A71-61C9-4815-9490-7FAE059F4DA3}" srcOrd="1" destOrd="0" parTransId="{9887C4FE-2FCA-454D-AACE-8C690E783A20}" sibTransId="{5C4C9F62-C68E-499F-91F0-77E26BE7B901}"/>
    <dgm:cxn modelId="{7B4B925B-EB3E-438A-8769-C24B5AA4C88F}" srcId="{293B10ED-BF65-491E-A1A5-A4AB9E02A614}" destId="{D0E12487-3DDF-45C7-B353-18495BFFF778}" srcOrd="0" destOrd="0" parTransId="{1AC0BF28-D67C-4E24-8113-4C6B22666AF2}" sibTransId="{341C3C16-E2CC-4514-97A6-A8DD29648352}"/>
    <dgm:cxn modelId="{101E8EFF-F540-4DEE-995E-0D9AB4F7F43A}" srcId="{8F4FE120-A4E5-41C7-B29A-40900F3A3C5C}" destId="{293B10ED-BF65-491E-A1A5-A4AB9E02A614}" srcOrd="0" destOrd="0" parTransId="{E35ABE01-F7CC-47C1-A42F-2C57183E9082}" sibTransId="{1CFAC5C1-444F-4EE3-9384-673D1637691A}"/>
    <dgm:cxn modelId="{3B4B5A1F-D9F8-4D26-8381-0CCD865D2C17}" type="presOf" srcId="{208CFC23-C00D-4E18-9850-AED679B05478}" destId="{1B657A96-A7FE-4058-8E1E-22019A5AA325}" srcOrd="0" destOrd="0" presId="urn:microsoft.com/office/officeart/2005/8/layout/lProcess2"/>
    <dgm:cxn modelId="{3B5F3F7F-7831-4BDF-9C85-B42362A21DA1}" type="presOf" srcId="{5E3FAA53-6C43-42AB-9091-B26127E4F1C4}" destId="{DBA619F9-6E1F-409B-B317-266561A667F9}" srcOrd="1" destOrd="0" presId="urn:microsoft.com/office/officeart/2005/8/layout/lProcess2"/>
    <dgm:cxn modelId="{6A0A3D04-3D9C-4BB8-B54C-520772BF33F1}" srcId="{208CFC23-C00D-4E18-9850-AED679B05478}" destId="{D8318D9B-3B4D-4A93-8CCB-7C8FF474A9F5}" srcOrd="0" destOrd="0" parTransId="{A914AED8-328A-41ED-88F3-EEFED86010CE}" sibTransId="{FDFCFBE6-F704-46FE-9D5D-891D7255AD52}"/>
    <dgm:cxn modelId="{5921A06D-ACE4-4795-B272-6F7A2C435516}" type="presOf" srcId="{AA0F74A1-98AE-4EEC-8F6F-7C68693A2A00}" destId="{A938BACE-7CEE-4F29-AD65-4A4A3BDD1346}" srcOrd="0" destOrd="0" presId="urn:microsoft.com/office/officeart/2005/8/layout/lProcess2"/>
    <dgm:cxn modelId="{8C27AA1B-FDD2-466A-9EBB-DB0A8DCCEA82}" type="presOf" srcId="{D0E12487-3DDF-45C7-B353-18495BFFF778}" destId="{F271B6A0-57CC-4EC0-9313-2EBFB4AF592E}" srcOrd="0" destOrd="0" presId="urn:microsoft.com/office/officeart/2005/8/layout/lProcess2"/>
    <dgm:cxn modelId="{A6EFEEB7-995B-4BAC-BFCC-1AE36BAEE1FE}" type="presOf" srcId="{208CFC23-C00D-4E18-9850-AED679B05478}" destId="{D35389E4-B32C-4D0C-9A7C-C78FD3EB53AB}" srcOrd="1" destOrd="0" presId="urn:microsoft.com/office/officeart/2005/8/layout/lProcess2"/>
    <dgm:cxn modelId="{14453F72-9279-43A5-B516-53A8501565F8}" srcId="{5E3FAA53-6C43-42AB-9091-B26127E4F1C4}" destId="{9428A69B-24E6-40BC-B6B8-8FFB87DC443A}" srcOrd="1" destOrd="0" parTransId="{0B0A1109-2087-4E6C-B6E8-6350D2C23228}" sibTransId="{5731E872-16C0-400C-93B0-EAB36619CB5E}"/>
    <dgm:cxn modelId="{1F35F05A-51CF-45C2-A6BC-33B35C68D6CE}" type="presOf" srcId="{293B10ED-BF65-491E-A1A5-A4AB9E02A614}" destId="{976D861A-9608-4D60-993D-755543BE218A}" srcOrd="1" destOrd="0" presId="urn:microsoft.com/office/officeart/2005/8/layout/lProcess2"/>
    <dgm:cxn modelId="{546E6D54-CB2A-4EE7-A576-E9D2373ADE7F}" type="presOf" srcId="{8F4FE120-A4E5-41C7-B29A-40900F3A3C5C}" destId="{D8313FFF-4443-44FA-B5CA-7C53DD483F4D}" srcOrd="0" destOrd="0" presId="urn:microsoft.com/office/officeart/2005/8/layout/lProcess2"/>
    <dgm:cxn modelId="{FDBA84FC-4E3B-457A-A0E3-6BDAC51E0483}" type="presOf" srcId="{293B10ED-BF65-491E-A1A5-A4AB9E02A614}" destId="{D7FB3736-4A3B-40BD-B7BC-A30F1873E805}" srcOrd="0" destOrd="0" presId="urn:microsoft.com/office/officeart/2005/8/layout/lProcess2"/>
    <dgm:cxn modelId="{844E633F-4535-4933-AA0D-B3BDFBFE0011}" type="presOf" srcId="{76053521-E014-4F37-80CE-6B027EF63928}" destId="{5F26D63C-D298-4786-9CA8-05EA5CCAE12F}" srcOrd="0" destOrd="0" presId="urn:microsoft.com/office/officeart/2005/8/layout/lProcess2"/>
    <dgm:cxn modelId="{51D7C3FC-F474-4CC9-9AF1-A4907627CCB1}" type="presOf" srcId="{C089D095-E475-484C-BB8B-CAC2EB6DE3CC}" destId="{C9A47078-D17E-42B6-ABFA-3A14BE5A240A}" srcOrd="0" destOrd="0" presId="urn:microsoft.com/office/officeart/2005/8/layout/lProcess2"/>
    <dgm:cxn modelId="{59F6B173-38EC-4871-B5F0-A04F3E4502C3}" srcId="{9A9746ED-2AE2-497D-9B68-6C5533AF4ABF}" destId="{AA0F74A1-98AE-4EEC-8F6F-7C68693A2A00}" srcOrd="1" destOrd="0" parTransId="{380B25B4-CE4F-487C-A5D4-89576F988C6B}" sibTransId="{1E93C693-EEEC-45D1-BFAF-5695B7A1448E}"/>
    <dgm:cxn modelId="{279134C1-8203-42D6-BD33-E7A3B45A11EB}" type="presOf" srcId="{9A9746ED-2AE2-497D-9B68-6C5533AF4ABF}" destId="{57170244-5D81-495C-A6DC-86265F2D1072}" srcOrd="0" destOrd="0" presId="urn:microsoft.com/office/officeart/2005/8/layout/lProcess2"/>
    <dgm:cxn modelId="{B42ADEE7-B0A4-4DC7-854E-421C862A50C4}" srcId="{8F4FE120-A4E5-41C7-B29A-40900F3A3C5C}" destId="{9A9746ED-2AE2-497D-9B68-6C5533AF4ABF}" srcOrd="1" destOrd="0" parTransId="{60A9BE2E-0DB9-42AB-A8B6-FBC171C13A43}" sibTransId="{A6ED9AC2-7366-44EA-BC73-99B286B2A382}"/>
    <dgm:cxn modelId="{DAE3A2ED-B53E-40F2-9315-0DFAA25802F2}" srcId="{208CFC23-C00D-4E18-9850-AED679B05478}" destId="{C089D095-E475-484C-BB8B-CAC2EB6DE3CC}" srcOrd="1" destOrd="0" parTransId="{3FF82F9E-CE2F-4DF7-B080-8C8235960A43}" sibTransId="{F8399B65-AF8A-4D47-920E-0CD34FCF4E40}"/>
    <dgm:cxn modelId="{B8E42554-0ACA-42FD-AD51-5DBF3309BC75}" type="presOf" srcId="{5E3FAA53-6C43-42AB-9091-B26127E4F1C4}" destId="{89CFB685-3C37-439E-9E74-591C94399D04}" srcOrd="0" destOrd="0" presId="urn:microsoft.com/office/officeart/2005/8/layout/lProcess2"/>
    <dgm:cxn modelId="{12131B3A-1D78-4FE4-AF7F-16B4AF2FEB66}" srcId="{8F4FE120-A4E5-41C7-B29A-40900F3A3C5C}" destId="{208CFC23-C00D-4E18-9850-AED679B05478}" srcOrd="2" destOrd="0" parTransId="{D76E6CD3-C504-4512-9787-065DB4CB5BC6}" sibTransId="{0781C1E7-127E-4A55-A3CB-AA3A1B06FB14}"/>
    <dgm:cxn modelId="{AF4AF04D-D80B-431B-9401-4342F29EE356}" type="presOf" srcId="{9428A69B-24E6-40BC-B6B8-8FFB87DC443A}" destId="{F3D289AF-6CAC-4DD8-9FAB-F4B6D5F5811E}" srcOrd="0" destOrd="0" presId="urn:microsoft.com/office/officeart/2005/8/layout/lProcess2"/>
    <dgm:cxn modelId="{2C36BA37-9972-41E6-B4FF-D45DBDAF78A5}" type="presOf" srcId="{9A9746ED-2AE2-497D-9B68-6C5533AF4ABF}" destId="{C5F98110-C09B-4A3B-82E4-F28AC2D67655}" srcOrd="1" destOrd="0" presId="urn:microsoft.com/office/officeart/2005/8/layout/lProcess2"/>
    <dgm:cxn modelId="{92B9883E-140A-4298-B8C6-46E52E040D01}" type="presOf" srcId="{9092483A-978D-48A9-A9D6-FE165D8C31AC}" destId="{DF96E0A0-E6F4-424C-AD74-8F31593C7E83}" srcOrd="0" destOrd="0" presId="urn:microsoft.com/office/officeart/2005/8/layout/lProcess2"/>
    <dgm:cxn modelId="{8C7EAA2F-EC48-4349-BD9F-91A79EDC98C8}" type="presOf" srcId="{D8318D9B-3B4D-4A93-8CCB-7C8FF474A9F5}" destId="{B15EAE12-9644-469C-859A-D2C799141324}" srcOrd="0" destOrd="0" presId="urn:microsoft.com/office/officeart/2005/8/layout/lProcess2"/>
    <dgm:cxn modelId="{83268459-E88E-446A-8A88-D7D9F676365D}" type="presOf" srcId="{517E5A71-61C9-4815-9490-7FAE059F4DA3}" destId="{4F9143D8-6F42-428D-930E-4AB6FC7969FA}" srcOrd="0" destOrd="0" presId="urn:microsoft.com/office/officeart/2005/8/layout/lProcess2"/>
    <dgm:cxn modelId="{E57601DF-9F49-45A6-9A72-C384EFF6984F}" srcId="{5E3FAA53-6C43-42AB-9091-B26127E4F1C4}" destId="{76053521-E014-4F37-80CE-6B027EF63928}" srcOrd="0" destOrd="0" parTransId="{1ECFEAF8-434A-433B-A482-00AB5F838849}" sibTransId="{22101CED-902D-47D7-B053-57BDFC6CA8CB}"/>
    <dgm:cxn modelId="{7A511AA2-E280-40E6-A3C0-4E485A0725FE}" type="presParOf" srcId="{D8313FFF-4443-44FA-B5CA-7C53DD483F4D}" destId="{C3317F25-E720-4C30-BCB6-F3F6573DB760}" srcOrd="0" destOrd="0" presId="urn:microsoft.com/office/officeart/2005/8/layout/lProcess2"/>
    <dgm:cxn modelId="{6D5E6D5B-3B61-4845-B69B-9F127B7C81A9}" type="presParOf" srcId="{C3317F25-E720-4C30-BCB6-F3F6573DB760}" destId="{D7FB3736-4A3B-40BD-B7BC-A30F1873E805}" srcOrd="0" destOrd="0" presId="urn:microsoft.com/office/officeart/2005/8/layout/lProcess2"/>
    <dgm:cxn modelId="{0B25A530-C3C2-4E02-BFD6-75EA8BE98A3B}" type="presParOf" srcId="{C3317F25-E720-4C30-BCB6-F3F6573DB760}" destId="{976D861A-9608-4D60-993D-755543BE218A}" srcOrd="1" destOrd="0" presId="urn:microsoft.com/office/officeart/2005/8/layout/lProcess2"/>
    <dgm:cxn modelId="{1CE74346-1C78-404D-B051-B6906E8BB1EF}" type="presParOf" srcId="{C3317F25-E720-4C30-BCB6-F3F6573DB760}" destId="{30A5DA21-2A6F-4286-8BD6-9AD63D01E68B}" srcOrd="2" destOrd="0" presId="urn:microsoft.com/office/officeart/2005/8/layout/lProcess2"/>
    <dgm:cxn modelId="{E2145ED7-413A-4047-B245-4C18D1686073}" type="presParOf" srcId="{30A5DA21-2A6F-4286-8BD6-9AD63D01E68B}" destId="{719DB90F-FDCD-4737-BE68-ADB7DF7816DE}" srcOrd="0" destOrd="0" presId="urn:microsoft.com/office/officeart/2005/8/layout/lProcess2"/>
    <dgm:cxn modelId="{225CFB91-D4D9-44C0-A730-6AA64D035FB8}" type="presParOf" srcId="{719DB90F-FDCD-4737-BE68-ADB7DF7816DE}" destId="{F271B6A0-57CC-4EC0-9313-2EBFB4AF592E}" srcOrd="0" destOrd="0" presId="urn:microsoft.com/office/officeart/2005/8/layout/lProcess2"/>
    <dgm:cxn modelId="{1BC41622-4DF3-4A34-822A-28A3FD7E767A}" type="presParOf" srcId="{719DB90F-FDCD-4737-BE68-ADB7DF7816DE}" destId="{92DC122D-697C-4DC0-85AA-CE8E00976F38}" srcOrd="1" destOrd="0" presId="urn:microsoft.com/office/officeart/2005/8/layout/lProcess2"/>
    <dgm:cxn modelId="{56A7A9F0-A773-4B0D-8302-55D2F188354A}" type="presParOf" srcId="{719DB90F-FDCD-4737-BE68-ADB7DF7816DE}" destId="{4F9143D8-6F42-428D-930E-4AB6FC7969FA}" srcOrd="2" destOrd="0" presId="urn:microsoft.com/office/officeart/2005/8/layout/lProcess2"/>
    <dgm:cxn modelId="{FE795C59-6E82-4F88-9F4F-598EF6C256D5}" type="presParOf" srcId="{D8313FFF-4443-44FA-B5CA-7C53DD483F4D}" destId="{D460F39B-50CF-4697-AF3A-B91E38028775}" srcOrd="1" destOrd="0" presId="urn:microsoft.com/office/officeart/2005/8/layout/lProcess2"/>
    <dgm:cxn modelId="{111B0A45-FDC6-46BC-B8D9-D567946E76E9}" type="presParOf" srcId="{D8313FFF-4443-44FA-B5CA-7C53DD483F4D}" destId="{E4C8F64A-DF44-4C8E-A172-8A6147F3F57D}" srcOrd="2" destOrd="0" presId="urn:microsoft.com/office/officeart/2005/8/layout/lProcess2"/>
    <dgm:cxn modelId="{BBB957F3-9C8E-421F-B38B-456A5C7DEBEE}" type="presParOf" srcId="{E4C8F64A-DF44-4C8E-A172-8A6147F3F57D}" destId="{57170244-5D81-495C-A6DC-86265F2D1072}" srcOrd="0" destOrd="0" presId="urn:microsoft.com/office/officeart/2005/8/layout/lProcess2"/>
    <dgm:cxn modelId="{A936342A-A0F7-4196-95BD-6DA41F9BA6B9}" type="presParOf" srcId="{E4C8F64A-DF44-4C8E-A172-8A6147F3F57D}" destId="{C5F98110-C09B-4A3B-82E4-F28AC2D67655}" srcOrd="1" destOrd="0" presId="urn:microsoft.com/office/officeart/2005/8/layout/lProcess2"/>
    <dgm:cxn modelId="{BC00D4A8-41F1-4EC8-B0BF-2B1AD7EFE10E}" type="presParOf" srcId="{E4C8F64A-DF44-4C8E-A172-8A6147F3F57D}" destId="{622AC4E8-338D-41FC-ACF8-76D177A20859}" srcOrd="2" destOrd="0" presId="urn:microsoft.com/office/officeart/2005/8/layout/lProcess2"/>
    <dgm:cxn modelId="{E8FC1DD4-A5AD-4E7E-90C3-0B76CD14F3B7}" type="presParOf" srcId="{622AC4E8-338D-41FC-ACF8-76D177A20859}" destId="{AC965871-A99B-4F78-8245-0900B7465E26}" srcOrd="0" destOrd="0" presId="urn:microsoft.com/office/officeart/2005/8/layout/lProcess2"/>
    <dgm:cxn modelId="{E22A7DB4-8314-4942-BC5A-93BB8A4586F7}" type="presParOf" srcId="{AC965871-A99B-4F78-8245-0900B7465E26}" destId="{DF96E0A0-E6F4-424C-AD74-8F31593C7E83}" srcOrd="0" destOrd="0" presId="urn:microsoft.com/office/officeart/2005/8/layout/lProcess2"/>
    <dgm:cxn modelId="{6931554E-C1A7-4AB9-B4B8-C7AE936A5708}" type="presParOf" srcId="{AC965871-A99B-4F78-8245-0900B7465E26}" destId="{DCF014B3-425F-4B14-8428-F243C36A0D9C}" srcOrd="1" destOrd="0" presId="urn:microsoft.com/office/officeart/2005/8/layout/lProcess2"/>
    <dgm:cxn modelId="{BDC5A5FB-7888-42F8-B2E4-759C170CFFB2}" type="presParOf" srcId="{AC965871-A99B-4F78-8245-0900B7465E26}" destId="{A938BACE-7CEE-4F29-AD65-4A4A3BDD1346}" srcOrd="2" destOrd="0" presId="urn:microsoft.com/office/officeart/2005/8/layout/lProcess2"/>
    <dgm:cxn modelId="{CF650D92-6762-459B-9D78-7122C71CA0E1}" type="presParOf" srcId="{D8313FFF-4443-44FA-B5CA-7C53DD483F4D}" destId="{AA8F3363-5A7D-47F9-8022-8806A39F3548}" srcOrd="3" destOrd="0" presId="urn:microsoft.com/office/officeart/2005/8/layout/lProcess2"/>
    <dgm:cxn modelId="{2241D40A-610B-4791-AA98-E687E73EA708}" type="presParOf" srcId="{D8313FFF-4443-44FA-B5CA-7C53DD483F4D}" destId="{2F0CCCF5-BE71-4482-A37A-1C4B823A1649}" srcOrd="4" destOrd="0" presId="urn:microsoft.com/office/officeart/2005/8/layout/lProcess2"/>
    <dgm:cxn modelId="{FB7AB94E-3515-4579-A4C4-FA772D474C3A}" type="presParOf" srcId="{2F0CCCF5-BE71-4482-A37A-1C4B823A1649}" destId="{1B657A96-A7FE-4058-8E1E-22019A5AA325}" srcOrd="0" destOrd="0" presId="urn:microsoft.com/office/officeart/2005/8/layout/lProcess2"/>
    <dgm:cxn modelId="{5B76386D-8A2B-4D27-8735-E6A5CE648EBB}" type="presParOf" srcId="{2F0CCCF5-BE71-4482-A37A-1C4B823A1649}" destId="{D35389E4-B32C-4D0C-9A7C-C78FD3EB53AB}" srcOrd="1" destOrd="0" presId="urn:microsoft.com/office/officeart/2005/8/layout/lProcess2"/>
    <dgm:cxn modelId="{1470FCD5-85C6-4B1E-8B96-CC5A554AB8F2}" type="presParOf" srcId="{2F0CCCF5-BE71-4482-A37A-1C4B823A1649}" destId="{384B3ABE-FFE3-42EF-8A32-A0D52B8A5F17}" srcOrd="2" destOrd="0" presId="urn:microsoft.com/office/officeart/2005/8/layout/lProcess2"/>
    <dgm:cxn modelId="{2CD4CBF4-0B08-482B-B4E5-568D692B9F54}" type="presParOf" srcId="{384B3ABE-FFE3-42EF-8A32-A0D52B8A5F17}" destId="{AC3FBC95-74CC-4D52-8629-389C2B9C4B4F}" srcOrd="0" destOrd="0" presId="urn:microsoft.com/office/officeart/2005/8/layout/lProcess2"/>
    <dgm:cxn modelId="{14773927-81BE-4192-8F13-7C4BE080D4F5}" type="presParOf" srcId="{AC3FBC95-74CC-4D52-8629-389C2B9C4B4F}" destId="{B15EAE12-9644-469C-859A-D2C799141324}" srcOrd="0" destOrd="0" presId="urn:microsoft.com/office/officeart/2005/8/layout/lProcess2"/>
    <dgm:cxn modelId="{5B24F732-DDC5-46C5-AEE7-F34DE1DC30C2}" type="presParOf" srcId="{AC3FBC95-74CC-4D52-8629-389C2B9C4B4F}" destId="{25148DB7-7037-4024-9E44-F21C96B88004}" srcOrd="1" destOrd="0" presId="urn:microsoft.com/office/officeart/2005/8/layout/lProcess2"/>
    <dgm:cxn modelId="{CDCB8EF8-678F-4F4F-9A8E-B8D3A971561C}" type="presParOf" srcId="{AC3FBC95-74CC-4D52-8629-389C2B9C4B4F}" destId="{C9A47078-D17E-42B6-ABFA-3A14BE5A240A}" srcOrd="2" destOrd="0" presId="urn:microsoft.com/office/officeart/2005/8/layout/lProcess2"/>
    <dgm:cxn modelId="{48F6BF01-847C-4188-98F4-CBE5383734BB}" type="presParOf" srcId="{D8313FFF-4443-44FA-B5CA-7C53DD483F4D}" destId="{B4DAD44A-39DA-4D20-A99F-48956C8F38FB}" srcOrd="5" destOrd="0" presId="urn:microsoft.com/office/officeart/2005/8/layout/lProcess2"/>
    <dgm:cxn modelId="{94727098-4F00-4F29-974D-6BF4C6DB09D8}" type="presParOf" srcId="{D8313FFF-4443-44FA-B5CA-7C53DD483F4D}" destId="{5283A7DD-2959-4CFA-B9BA-845D41BF4FD5}" srcOrd="6" destOrd="0" presId="urn:microsoft.com/office/officeart/2005/8/layout/lProcess2"/>
    <dgm:cxn modelId="{33B3918E-B2F3-43FE-85B0-1C6E82EFBFBE}" type="presParOf" srcId="{5283A7DD-2959-4CFA-B9BA-845D41BF4FD5}" destId="{89CFB685-3C37-439E-9E74-591C94399D04}" srcOrd="0" destOrd="0" presId="urn:microsoft.com/office/officeart/2005/8/layout/lProcess2"/>
    <dgm:cxn modelId="{B22D1267-020E-4601-85A3-19B39B9E9A49}" type="presParOf" srcId="{5283A7DD-2959-4CFA-B9BA-845D41BF4FD5}" destId="{DBA619F9-6E1F-409B-B317-266561A667F9}" srcOrd="1" destOrd="0" presId="urn:microsoft.com/office/officeart/2005/8/layout/lProcess2"/>
    <dgm:cxn modelId="{FC91BA5E-DC14-4FF4-9078-F58A10245B1C}" type="presParOf" srcId="{5283A7DD-2959-4CFA-B9BA-845D41BF4FD5}" destId="{6243A42E-7FCD-42C1-BCDA-8A4A00B46341}" srcOrd="2" destOrd="0" presId="urn:microsoft.com/office/officeart/2005/8/layout/lProcess2"/>
    <dgm:cxn modelId="{4C13D0EC-8E25-47CE-B476-713BF474DCDB}" type="presParOf" srcId="{6243A42E-7FCD-42C1-BCDA-8A4A00B46341}" destId="{2140AB8C-76D7-4DDB-AC19-C300E8E07A3C}" srcOrd="0" destOrd="0" presId="urn:microsoft.com/office/officeart/2005/8/layout/lProcess2"/>
    <dgm:cxn modelId="{8F48DEC1-E4C7-45BC-AD7C-44F1889E69E8}" type="presParOf" srcId="{2140AB8C-76D7-4DDB-AC19-C300E8E07A3C}" destId="{5F26D63C-D298-4786-9CA8-05EA5CCAE12F}" srcOrd="0" destOrd="0" presId="urn:microsoft.com/office/officeart/2005/8/layout/lProcess2"/>
    <dgm:cxn modelId="{C161769A-371E-426C-B159-87E789D73AB7}" type="presParOf" srcId="{2140AB8C-76D7-4DDB-AC19-C300E8E07A3C}" destId="{1FE754F9-F899-4F52-B35A-4ADF9060D3A1}" srcOrd="1" destOrd="0" presId="urn:microsoft.com/office/officeart/2005/8/layout/lProcess2"/>
    <dgm:cxn modelId="{91AE740A-4E5F-486C-9CC6-A15EF385536A}" type="presParOf" srcId="{2140AB8C-76D7-4DDB-AC19-C300E8E07A3C}" destId="{F3D289AF-6CAC-4DD8-9FAB-F4B6D5F5811E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B3736-4A3B-40BD-B7BC-A30F1873E805}">
      <dsp:nvSpPr>
        <dsp:cNvPr id="0" name=""/>
        <dsp:cNvSpPr/>
      </dsp:nvSpPr>
      <dsp:spPr>
        <a:xfrm>
          <a:off x="1554" y="0"/>
          <a:ext cx="1525143" cy="29098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种植土壤</a:t>
          </a:r>
          <a:endParaRPr lang="zh-CN" altLang="en-US" sz="2600" kern="1200" dirty="0"/>
        </a:p>
      </dsp:txBody>
      <dsp:txXfrm>
        <a:off x="1554" y="0"/>
        <a:ext cx="1525143" cy="872966"/>
      </dsp:txXfrm>
    </dsp:sp>
    <dsp:sp modelId="{F271B6A0-57CC-4EC0-9313-2EBFB4AF592E}">
      <dsp:nvSpPr>
        <dsp:cNvPr id="0" name=""/>
        <dsp:cNvSpPr/>
      </dsp:nvSpPr>
      <dsp:spPr>
        <a:xfrm>
          <a:off x="154068" y="873818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丘陵水田</a:t>
          </a:r>
          <a:endParaRPr lang="zh-CN" altLang="en-US" sz="2000" kern="1200" dirty="0"/>
        </a:p>
      </dsp:txBody>
      <dsp:txXfrm>
        <a:off x="179765" y="899515"/>
        <a:ext cx="1168720" cy="825976"/>
      </dsp:txXfrm>
    </dsp:sp>
    <dsp:sp modelId="{4F9143D8-6F42-428D-930E-4AB6FC7969FA}">
      <dsp:nvSpPr>
        <dsp:cNvPr id="0" name=""/>
        <dsp:cNvSpPr/>
      </dsp:nvSpPr>
      <dsp:spPr>
        <a:xfrm>
          <a:off x="154068" y="1886169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土地肥沃</a:t>
          </a:r>
          <a:endParaRPr lang="zh-CN" altLang="en-US" sz="2000" kern="1200" dirty="0"/>
        </a:p>
      </dsp:txBody>
      <dsp:txXfrm>
        <a:off x="179765" y="1911866"/>
        <a:ext cx="1168720" cy="825976"/>
      </dsp:txXfrm>
    </dsp:sp>
    <dsp:sp modelId="{57170244-5D81-495C-A6DC-86265F2D1072}">
      <dsp:nvSpPr>
        <dsp:cNvPr id="0" name=""/>
        <dsp:cNvSpPr/>
      </dsp:nvSpPr>
      <dsp:spPr>
        <a:xfrm>
          <a:off x="1641083" y="0"/>
          <a:ext cx="1525143" cy="29098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日照时长</a:t>
          </a:r>
          <a:endParaRPr lang="zh-CN" altLang="en-US" sz="2600" kern="1200" dirty="0"/>
        </a:p>
      </dsp:txBody>
      <dsp:txXfrm>
        <a:off x="1641083" y="0"/>
        <a:ext cx="1525143" cy="872966"/>
      </dsp:txXfrm>
    </dsp:sp>
    <dsp:sp modelId="{DF96E0A0-E6F4-424C-AD74-8F31593C7E83}">
      <dsp:nvSpPr>
        <dsp:cNvPr id="0" name=""/>
        <dsp:cNvSpPr/>
      </dsp:nvSpPr>
      <dsp:spPr>
        <a:xfrm>
          <a:off x="1793597" y="873818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年均日照约</a:t>
          </a:r>
          <a:endParaRPr lang="zh-CN" altLang="en-US" sz="2000" kern="1200" dirty="0"/>
        </a:p>
      </dsp:txBody>
      <dsp:txXfrm>
        <a:off x="1819294" y="899515"/>
        <a:ext cx="1168720" cy="825976"/>
      </dsp:txXfrm>
    </dsp:sp>
    <dsp:sp modelId="{A938BACE-7CEE-4F29-AD65-4A4A3BDD1346}">
      <dsp:nvSpPr>
        <dsp:cNvPr id="0" name=""/>
        <dsp:cNvSpPr/>
      </dsp:nvSpPr>
      <dsp:spPr>
        <a:xfrm>
          <a:off x="1793597" y="1886169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1600-1740</a:t>
          </a:r>
          <a:r>
            <a:rPr lang="zh-CN" sz="2000" kern="1200" dirty="0" smtClean="0"/>
            <a:t>小时</a:t>
          </a:r>
          <a:endParaRPr lang="zh-CN" altLang="en-US" sz="2000" kern="1200" dirty="0"/>
        </a:p>
      </dsp:txBody>
      <dsp:txXfrm>
        <a:off x="1819294" y="1911866"/>
        <a:ext cx="1168720" cy="825976"/>
      </dsp:txXfrm>
    </dsp:sp>
    <dsp:sp modelId="{1B657A96-A7FE-4058-8E1E-22019A5AA325}">
      <dsp:nvSpPr>
        <dsp:cNvPr id="0" name=""/>
        <dsp:cNvSpPr/>
      </dsp:nvSpPr>
      <dsp:spPr>
        <a:xfrm>
          <a:off x="3280611" y="0"/>
          <a:ext cx="1525143" cy="29098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气温环境</a:t>
          </a:r>
          <a:endParaRPr lang="zh-CN" altLang="en-US" sz="2600" kern="1200" dirty="0"/>
        </a:p>
      </dsp:txBody>
      <dsp:txXfrm>
        <a:off x="3280611" y="0"/>
        <a:ext cx="1525143" cy="872966"/>
      </dsp:txXfrm>
    </dsp:sp>
    <dsp:sp modelId="{B15EAE12-9644-469C-859A-D2C799141324}">
      <dsp:nvSpPr>
        <dsp:cNvPr id="0" name=""/>
        <dsp:cNvSpPr/>
      </dsp:nvSpPr>
      <dsp:spPr>
        <a:xfrm>
          <a:off x="3433126" y="873818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年均气温</a:t>
          </a:r>
          <a:endParaRPr lang="zh-CN" altLang="en-US" sz="2000" kern="1200" dirty="0"/>
        </a:p>
      </dsp:txBody>
      <dsp:txXfrm>
        <a:off x="3458823" y="899515"/>
        <a:ext cx="1168720" cy="825976"/>
      </dsp:txXfrm>
    </dsp:sp>
    <dsp:sp modelId="{C9A47078-D17E-42B6-ABFA-3A14BE5A240A}">
      <dsp:nvSpPr>
        <dsp:cNvPr id="0" name=""/>
        <dsp:cNvSpPr/>
      </dsp:nvSpPr>
      <dsp:spPr>
        <a:xfrm>
          <a:off x="3433126" y="1886169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16.7-17.4</a:t>
          </a:r>
          <a:r>
            <a:rPr lang="zh-CN" sz="2000" kern="1200" dirty="0" smtClean="0"/>
            <a:t>度</a:t>
          </a:r>
          <a:endParaRPr lang="zh-CN" altLang="en-US" sz="2000" kern="1200" dirty="0"/>
        </a:p>
      </dsp:txBody>
      <dsp:txXfrm>
        <a:off x="3458823" y="1911866"/>
        <a:ext cx="1168720" cy="825976"/>
      </dsp:txXfrm>
    </dsp:sp>
    <dsp:sp modelId="{89CFB685-3C37-439E-9E74-591C94399D04}">
      <dsp:nvSpPr>
        <dsp:cNvPr id="0" name=""/>
        <dsp:cNvSpPr/>
      </dsp:nvSpPr>
      <dsp:spPr>
        <a:xfrm>
          <a:off x="4920140" y="0"/>
          <a:ext cx="1525143" cy="29098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smtClean="0"/>
            <a:t>灌溉</a:t>
          </a:r>
          <a:endParaRPr lang="zh-CN" altLang="en-US" sz="2600" kern="1200" dirty="0"/>
        </a:p>
      </dsp:txBody>
      <dsp:txXfrm>
        <a:off x="4920140" y="0"/>
        <a:ext cx="1525143" cy="872966"/>
      </dsp:txXfrm>
    </dsp:sp>
    <dsp:sp modelId="{5F26D63C-D298-4786-9CA8-05EA5CCAE12F}">
      <dsp:nvSpPr>
        <dsp:cNvPr id="0" name=""/>
        <dsp:cNvSpPr/>
      </dsp:nvSpPr>
      <dsp:spPr>
        <a:xfrm>
          <a:off x="5072654" y="873818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水流资源</a:t>
          </a:r>
          <a:endParaRPr lang="zh-CN" altLang="en-US" sz="2000" kern="1200" dirty="0"/>
        </a:p>
      </dsp:txBody>
      <dsp:txXfrm>
        <a:off x="5098351" y="899515"/>
        <a:ext cx="1168720" cy="825976"/>
      </dsp:txXfrm>
    </dsp:sp>
    <dsp:sp modelId="{F3D289AF-6CAC-4DD8-9FAB-F4B6D5F5811E}">
      <dsp:nvSpPr>
        <dsp:cNvPr id="0" name=""/>
        <dsp:cNvSpPr/>
      </dsp:nvSpPr>
      <dsp:spPr>
        <a:xfrm>
          <a:off x="5072654" y="1886169"/>
          <a:ext cx="1220114" cy="877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山泉水灌溉</a:t>
          </a:r>
          <a:endParaRPr lang="zh-CN" altLang="en-US" sz="2000" kern="1200" dirty="0"/>
        </a:p>
      </dsp:txBody>
      <dsp:txXfrm>
        <a:off x="5098351" y="1911866"/>
        <a:ext cx="1168720" cy="825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790712"/>
      </p:ext>
    </p:extLst>
  </p:cSld>
  <p:clrMapOvr>
    <a:masterClrMapping/>
  </p:clrMapOvr>
  <p:transition spd="slow" advTm="5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103115"/>
      </p:ext>
    </p:extLst>
  </p:cSld>
  <p:clrMapOvr>
    <a:masterClrMapping/>
  </p:clrMapOvr>
  <p:transition spd="slow" advTm="5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58867"/>
      </p:ext>
    </p:extLst>
  </p:cSld>
  <p:clrMapOvr>
    <a:masterClrMapping/>
  </p:clrMapOvr>
  <p:transition spd="slow" advTm="5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3053"/>
      </p:ext>
    </p:extLst>
  </p:cSld>
  <p:clrMapOvr>
    <a:masterClrMapping/>
  </p:clrMapOvr>
  <p:transition spd="slow" advTm="5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49592"/>
      </p:ext>
    </p:extLst>
  </p:cSld>
  <p:clrMapOvr>
    <a:masterClrMapping/>
  </p:clrMapOvr>
  <p:transition spd="slow" advTm="5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166502"/>
      </p:ext>
    </p:extLst>
  </p:cSld>
  <p:clrMapOvr>
    <a:masterClrMapping/>
  </p:clrMapOvr>
  <p:transition spd="slow" advTm="5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885543"/>
      </p:ext>
    </p:extLst>
  </p:cSld>
  <p:clrMapOvr>
    <a:masterClrMapping/>
  </p:clrMapOvr>
  <p:transition spd="slow" advTm="5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67433"/>
      </p:ext>
    </p:extLst>
  </p:cSld>
  <p:clrMapOvr>
    <a:masterClrMapping/>
  </p:clrMapOvr>
  <p:transition spd="slow" advTm="5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65993"/>
      </p:ext>
    </p:extLst>
  </p:cSld>
  <p:clrMapOvr>
    <a:masterClrMapping/>
  </p:clrMapOvr>
  <p:transition spd="slow" advTm="5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62411"/>
      </p:ext>
    </p:extLst>
  </p:cSld>
  <p:clrMapOvr>
    <a:masterClrMapping/>
  </p:clrMapOvr>
  <p:transition spd="slow" advTm="5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13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3021846"/>
      </p:ext>
    </p:extLst>
  </p:cSld>
  <p:clrMapOvr>
    <a:masterClrMapping/>
  </p:clrMapOvr>
  <p:transition spd="slow" advTm="5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8589"/>
      </p:ext>
    </p:extLst>
  </p:cSld>
  <p:clrMapOvr>
    <a:masterClrMapping/>
  </p:clrMapOvr>
  <p:transition spd="slow" advTm="5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8441053"/>
      </p:ext>
    </p:extLst>
  </p:cSld>
  <p:clrMapOvr>
    <a:masterClrMapping/>
  </p:clrMapOvr>
  <p:transition spd="slow" advTm="5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505867"/>
      </p:ext>
    </p:extLst>
  </p:cSld>
  <p:clrMapOvr>
    <a:masterClrMapping/>
  </p:clrMapOvr>
  <p:transition spd="slow" advTm="5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886878"/>
      </p:ext>
    </p:extLst>
  </p:cSld>
  <p:clrMapOvr>
    <a:masterClrMapping/>
  </p:clrMapOvr>
  <p:transition spd="slow" advTm="5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940050"/>
      </p:ext>
    </p:extLst>
  </p:cSld>
  <p:clrMapOvr>
    <a:masterClrMapping/>
  </p:clrMapOvr>
  <p:transition spd="slow" advTm="500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514E7-1BFB-4579-9FE3-A57933B1BC0A}" type="datetimeFigureOut">
              <a:rPr lang="zh-CN" altLang="en-US" smtClean="0"/>
              <a:t>2021/4/19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2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ransition spd="slow" advTm="5000">
    <p:randomBar dir="vert"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83690" y="2017752"/>
            <a:ext cx="357662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湖南湘莲</a:t>
            </a:r>
            <a:endParaRPr lang="zh-CN" alt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8938435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年复一年的劳作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120" y="1620838"/>
            <a:ext cx="3464598" cy="290988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1826235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带壳保护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摘取后带壳保护，锁住莲子清香与营养。</a:t>
            </a:r>
          </a:p>
          <a:p>
            <a:endParaRPr lang="zh-CN" altLang="en-US" dirty="0"/>
          </a:p>
        </p:txBody>
      </p:sp>
      <p:pic>
        <p:nvPicPr>
          <p:cNvPr id="5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938" y="2002781"/>
            <a:ext cx="3136900" cy="21460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500980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机器磨皮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绝不漂白无熏硫，脱壳去红皮。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938" y="2004851"/>
            <a:ext cx="3136900" cy="21418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3371948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人工去芯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通芯率高达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96%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，针孔穿芯不作过分处理。</a:t>
            </a:r>
          </a:p>
          <a:p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938" y="1994287"/>
            <a:ext cx="3136900" cy="21629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8713734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生态种植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485451"/>
              </p:ext>
            </p:extLst>
          </p:nvPr>
        </p:nvGraphicFramePr>
        <p:xfrm>
          <a:off x="508000" y="1620838"/>
          <a:ext cx="6446838" cy="2909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187243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专注健康食材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510861"/>
              </p:ext>
            </p:extLst>
          </p:nvPr>
        </p:nvGraphicFramePr>
        <p:xfrm>
          <a:off x="508001" y="1064299"/>
          <a:ext cx="6282542" cy="3282848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1436283">
                  <a:extLst>
                    <a:ext uri="{9D8B030D-6E8A-4147-A177-3AD203B41FA5}">
                      <a16:colId xmlns:a16="http://schemas.microsoft.com/office/drawing/2014/main" val="3186448194"/>
                    </a:ext>
                  </a:extLst>
                </a:gridCol>
                <a:gridCol w="1565115">
                  <a:extLst>
                    <a:ext uri="{9D8B030D-6E8A-4147-A177-3AD203B41FA5}">
                      <a16:colId xmlns:a16="http://schemas.microsoft.com/office/drawing/2014/main" val="1274064672"/>
                    </a:ext>
                  </a:extLst>
                </a:gridCol>
                <a:gridCol w="731024">
                  <a:extLst>
                    <a:ext uri="{9D8B030D-6E8A-4147-A177-3AD203B41FA5}">
                      <a16:colId xmlns:a16="http://schemas.microsoft.com/office/drawing/2014/main" val="4194032576"/>
                    </a:ext>
                  </a:extLst>
                </a:gridCol>
                <a:gridCol w="839243">
                  <a:extLst>
                    <a:ext uri="{9D8B030D-6E8A-4147-A177-3AD203B41FA5}">
                      <a16:colId xmlns:a16="http://schemas.microsoft.com/office/drawing/2014/main" val="26709336"/>
                    </a:ext>
                  </a:extLst>
                </a:gridCol>
                <a:gridCol w="839243">
                  <a:extLst>
                    <a:ext uri="{9D8B030D-6E8A-4147-A177-3AD203B41FA5}">
                      <a16:colId xmlns:a16="http://schemas.microsoft.com/office/drawing/2014/main" val="268093558"/>
                    </a:ext>
                  </a:extLst>
                </a:gridCol>
                <a:gridCol w="871634">
                  <a:extLst>
                    <a:ext uri="{9D8B030D-6E8A-4147-A177-3AD203B41FA5}">
                      <a16:colId xmlns:a16="http://schemas.microsoft.com/office/drawing/2014/main" val="39239885"/>
                    </a:ext>
                  </a:extLst>
                </a:gridCol>
              </a:tblGrid>
              <a:tr h="820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检测项目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检测方法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结果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标准要求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单位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单项判定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733547"/>
                  </a:ext>
                </a:extLst>
              </a:tr>
              <a:tr h="820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二氧化硫残留量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GB/T 5009.34-2003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未检出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不得残留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g/kg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通过√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4571510"/>
                  </a:ext>
                </a:extLst>
              </a:tr>
              <a:tr h="820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干度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GB 5009.3-2010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11.6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≦</a:t>
                      </a:r>
                      <a:r>
                        <a:rPr lang="en-US" sz="1050" kern="100">
                          <a:effectLst/>
                        </a:rPr>
                        <a:t>13.5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%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通过√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8664867"/>
                  </a:ext>
                </a:extLst>
              </a:tr>
              <a:tr h="820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铅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GB 5009.12-2010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0.12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≦</a:t>
                      </a:r>
                      <a:r>
                        <a:rPr lang="en-US" sz="1050" kern="100">
                          <a:effectLst/>
                        </a:rPr>
                        <a:t>0.2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mg/kg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通过√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934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992048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127</Words>
  <Application>Microsoft Office PowerPoint</Application>
  <PresentationFormat>全屏显示(16:9)</PresentationFormat>
  <Paragraphs>46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方正姚体</vt:lpstr>
      <vt:lpstr>仿宋</vt:lpstr>
      <vt:lpstr>华文新魏</vt:lpstr>
      <vt:lpstr>Arial</vt:lpstr>
      <vt:lpstr>Times New Roman</vt:lpstr>
      <vt:lpstr>Trebuchet MS</vt:lpstr>
      <vt:lpstr>Wingdings 3</vt:lpstr>
      <vt:lpstr>平面</vt:lpstr>
      <vt:lpstr>PowerPoint 演示文稿</vt:lpstr>
      <vt:lpstr>年复一年的劳作</vt:lpstr>
      <vt:lpstr>带壳保护</vt:lpstr>
      <vt:lpstr>机器磨皮</vt:lpstr>
      <vt:lpstr>人工去芯</vt:lpstr>
      <vt:lpstr>生态种植</vt:lpstr>
      <vt:lpstr>专注健康食材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jszx</dc:creator>
  <cp:lastModifiedBy>AutoBVT</cp:lastModifiedBy>
  <cp:revision>7</cp:revision>
  <dcterms:created xsi:type="dcterms:W3CDTF">2019-11-07T05:48:39Z</dcterms:created>
  <dcterms:modified xsi:type="dcterms:W3CDTF">2021-04-19T01:45:12Z</dcterms:modified>
</cp:coreProperties>
</file>